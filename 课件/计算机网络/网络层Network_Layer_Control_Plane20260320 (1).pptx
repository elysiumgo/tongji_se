
<file path=[Content_Types].xml><?xml version="1.0" encoding="utf-8"?>
<Types xmlns="http://schemas.openxmlformats.org/package/2006/content-types">
  <Default Extension="emf" ContentType="image/x-emf"/>
  <Default Extension="jpeg" ContentType="image/jpeg"/>
  <Default Extension="jpg" ContentType="image/jpeg"/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0.xml" ContentType="application/vnd.openxmlformats-officedocument.presentationml.slide+xml"/>
  <Override PartName="/ppt/slides/slide91.xml" ContentType="application/vnd.openxmlformats-officedocument.presentationml.slide+xml"/>
  <Override PartName="/ppt/slides/slide92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theme/theme2.xml" ContentType="application/vnd.openxmlformats-officedocument.theme+xml"/>
  <Override PartName="/ppt/theme/theme3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19.xml" ContentType="application/vnd.openxmlformats-officedocument.presentationml.notesSlide+xml"/>
  <Override PartName="/ppt/notesSlides/notesSlide20.xml" ContentType="application/vnd.openxmlformats-officedocument.presentationml.notesSlide+xml"/>
  <Override PartName="/ppt/notesSlides/notesSlide21.xml" ContentType="application/vnd.openxmlformats-officedocument.presentationml.notesSlide+xml"/>
  <Override PartName="/ppt/notesSlides/notesSlide22.xml" ContentType="application/vnd.openxmlformats-officedocument.presentationml.notesSlide+xml"/>
  <Override PartName="/ppt/notesSlides/notesSlide23.xml" ContentType="application/vnd.openxmlformats-officedocument.presentationml.notesSlide+xml"/>
  <Override PartName="/ppt/notesSlides/notesSlide24.xml" ContentType="application/vnd.openxmlformats-officedocument.presentationml.notesSlide+xml"/>
  <Override PartName="/ppt/notesSlides/notesSlide25.xml" ContentType="application/vnd.openxmlformats-officedocument.presentationml.notesSlide+xml"/>
  <Override PartName="/ppt/notesSlides/notesSlide26.xml" ContentType="application/vnd.openxmlformats-officedocument.presentationml.notesSlide+xml"/>
  <Override PartName="/ppt/notesSlides/notesSlide27.xml" ContentType="application/vnd.openxmlformats-officedocument.presentationml.notesSlide+xml"/>
  <Override PartName="/ppt/notesSlides/notesSlide28.xml" ContentType="application/vnd.openxmlformats-officedocument.presentationml.notesSlide+xml"/>
  <Override PartName="/ppt/notesSlides/notesSlide29.xml" ContentType="application/vnd.openxmlformats-officedocument.presentationml.notesSlide+xml"/>
  <Override PartName="/ppt/notesSlides/notesSlide30.xml" ContentType="application/vnd.openxmlformats-officedocument.presentationml.notesSlide+xml"/>
  <Override PartName="/ppt/notesSlides/notesSlide31.xml" ContentType="application/vnd.openxmlformats-officedocument.presentationml.notesSlide+xml"/>
  <Override PartName="/ppt/notesSlides/notesSlide32.xml" ContentType="application/vnd.openxmlformats-officedocument.presentationml.notesSlide+xml"/>
  <Override PartName="/ppt/notesSlides/notesSlide33.xml" ContentType="application/vnd.openxmlformats-officedocument.presentationml.notesSlide+xml"/>
  <Override PartName="/ppt/notesSlides/notesSlide34.xml" ContentType="application/vnd.openxmlformats-officedocument.presentationml.notesSlide+xml"/>
  <Override PartName="/ppt/notesSlides/notesSlide35.xml" ContentType="application/vnd.openxmlformats-officedocument.presentationml.notesSlide+xml"/>
  <Override PartName="/ppt/notesSlides/notesSlide36.xml" ContentType="application/vnd.openxmlformats-officedocument.presentationml.notesSlide+xml"/>
  <Override PartName="/ppt/notesSlides/notesSlide37.xml" ContentType="application/vnd.openxmlformats-officedocument.presentationml.notesSlide+xml"/>
  <Override PartName="/ppt/notesSlides/notesSlide38.xml" ContentType="application/vnd.openxmlformats-officedocument.presentationml.notesSlide+xml"/>
  <Override PartName="/ppt/notesSlides/notesSlide39.xml" ContentType="application/vnd.openxmlformats-officedocument.presentationml.notesSlide+xml"/>
  <Override PartName="/ppt/notesSlides/notesSlide40.xml" ContentType="application/vnd.openxmlformats-officedocument.presentationml.notesSlide+xml"/>
  <Override PartName="/ppt/notesSlides/notesSlide41.xml" ContentType="application/vnd.openxmlformats-officedocument.presentationml.notesSlide+xml"/>
  <Override PartName="/ppt/notesSlides/notesSlide42.xml" ContentType="application/vnd.openxmlformats-officedocument.presentationml.notesSlide+xml"/>
  <Override PartName="/ppt/notesSlides/notesSlide43.xml" ContentType="application/vnd.openxmlformats-officedocument.presentationml.notesSlide+xml"/>
  <Override PartName="/ppt/notesSlides/notesSlide44.xml" ContentType="application/vnd.openxmlformats-officedocument.presentationml.notesSlide+xml"/>
  <Override PartName="/ppt/notesSlides/notesSlide45.xml" ContentType="application/vnd.openxmlformats-officedocument.presentationml.notesSlide+xml"/>
  <Override PartName="/ppt/notesSlides/notesSlide46.xml" ContentType="application/vnd.openxmlformats-officedocument.presentationml.notesSlide+xml"/>
  <Override PartName="/ppt/notesSlides/notesSlide47.xml" ContentType="application/vnd.openxmlformats-officedocument.presentationml.notesSlide+xml"/>
  <Override PartName="/ppt/notesSlides/notesSlide48.xml" ContentType="application/vnd.openxmlformats-officedocument.presentationml.notesSlide+xml"/>
  <Override PartName="/ppt/notesSlides/notesSlide49.xml" ContentType="application/vnd.openxmlformats-officedocument.presentationml.notesSlide+xml"/>
  <Override PartName="/ppt/notesSlides/notesSlide50.xml" ContentType="application/vnd.openxmlformats-officedocument.presentationml.notesSlide+xml"/>
  <Override PartName="/ppt/notesSlides/notesSlide51.xml" ContentType="application/vnd.openxmlformats-officedocument.presentationml.notesSlide+xml"/>
  <Override PartName="/ppt/notesSlides/notesSlide52.xml" ContentType="application/vnd.openxmlformats-officedocument.presentationml.notesSlide+xml"/>
  <Override PartName="/ppt/notesSlides/notesSlide53.xml" ContentType="application/vnd.openxmlformats-officedocument.presentationml.notesSlide+xml"/>
  <Override PartName="/ppt/notesSlides/notesSlide54.xml" ContentType="application/vnd.openxmlformats-officedocument.presentationml.notesSlide+xml"/>
  <Override PartName="/ppt/notesSlides/notesSlide55.xml" ContentType="application/vnd.openxmlformats-officedocument.presentationml.notesSlide+xml"/>
  <Override PartName="/ppt/notesSlides/notesSlide56.xml" ContentType="application/vnd.openxmlformats-officedocument.presentationml.notesSlide+xml"/>
  <Override PartName="/ppt/notesSlides/notesSlide57.xml" ContentType="application/vnd.openxmlformats-officedocument.presentationml.notesSlide+xml"/>
  <Override PartName="/ppt/notesSlides/notesSlide58.xml" ContentType="application/vnd.openxmlformats-officedocument.presentationml.notesSlide+xml"/>
  <Override PartName="/ppt/notesSlides/notesSlide59.xml" ContentType="application/vnd.openxmlformats-officedocument.presentationml.notesSlide+xml"/>
  <Override PartName="/ppt/notesSlides/notesSlide60.xml" ContentType="application/vnd.openxmlformats-officedocument.presentationml.notesSlide+xml"/>
  <Override PartName="/ppt/notesSlides/notesSlide61.xml" ContentType="application/vnd.openxmlformats-officedocument.presentationml.notesSlide+xml"/>
  <Override PartName="/ppt/notesSlides/notesSlide62.xml" ContentType="application/vnd.openxmlformats-officedocument.presentationml.notesSlide+xml"/>
  <Override PartName="/ppt/notesSlides/notesSlide63.xml" ContentType="application/vnd.openxmlformats-officedocument.presentationml.notesSlide+xml"/>
  <Override PartName="/ppt/notesSlides/notesSlide64.xml" ContentType="application/vnd.openxmlformats-officedocument.presentationml.notesSlide+xml"/>
  <Override PartName="/ppt/notesSlides/notesSlide65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 autoCompressPictures="0">
  <p:sldMasterIdLst>
    <p:sldMasterId id="2147483648" r:id="rId1"/>
    <p:sldMasterId id="2147483655" r:id="rId2"/>
  </p:sldMasterIdLst>
  <p:notesMasterIdLst>
    <p:notesMasterId r:id="rId95"/>
  </p:notesMasterIdLst>
  <p:sldIdLst>
    <p:sldId id="960" r:id="rId3"/>
    <p:sldId id="1129" r:id="rId4"/>
    <p:sldId id="964" r:id="rId5"/>
    <p:sldId id="1223" r:id="rId6"/>
    <p:sldId id="1051" r:id="rId7"/>
    <p:sldId id="1050" r:id="rId8"/>
    <p:sldId id="1351" r:id="rId9"/>
    <p:sldId id="1271" r:id="rId10"/>
    <p:sldId id="1225" r:id="rId11"/>
    <p:sldId id="1227" r:id="rId12"/>
    <p:sldId id="1228" r:id="rId13"/>
    <p:sldId id="1272" r:id="rId14"/>
    <p:sldId id="1229" r:id="rId15"/>
    <p:sldId id="1230" r:id="rId16"/>
    <p:sldId id="1352" r:id="rId17"/>
    <p:sldId id="1353" r:id="rId18"/>
    <p:sldId id="1354" r:id="rId19"/>
    <p:sldId id="1355" r:id="rId20"/>
    <p:sldId id="1356" r:id="rId21"/>
    <p:sldId id="1357" r:id="rId22"/>
    <p:sldId id="1358" r:id="rId23"/>
    <p:sldId id="1359" r:id="rId24"/>
    <p:sldId id="1300" r:id="rId25"/>
    <p:sldId id="1360" r:id="rId26"/>
    <p:sldId id="1361" r:id="rId27"/>
    <p:sldId id="1232" r:id="rId28"/>
    <p:sldId id="1233" r:id="rId29"/>
    <p:sldId id="1259" r:id="rId30"/>
    <p:sldId id="1231" r:id="rId31"/>
    <p:sldId id="1273" r:id="rId32"/>
    <p:sldId id="1261" r:id="rId33"/>
    <p:sldId id="1262" r:id="rId34"/>
    <p:sldId id="1263" r:id="rId35"/>
    <p:sldId id="1264" r:id="rId36"/>
    <p:sldId id="1234" r:id="rId37"/>
    <p:sldId id="1238" r:id="rId38"/>
    <p:sldId id="1245" r:id="rId39"/>
    <p:sldId id="1244" r:id="rId40"/>
    <p:sldId id="1241" r:id="rId41"/>
    <p:sldId id="1242" r:id="rId42"/>
    <p:sldId id="1243" r:id="rId43"/>
    <p:sldId id="1246" r:id="rId44"/>
    <p:sldId id="1249" r:id="rId45"/>
    <p:sldId id="1250" r:id="rId46"/>
    <p:sldId id="1252" r:id="rId47"/>
    <p:sldId id="1253" r:id="rId48"/>
    <p:sldId id="1254" r:id="rId49"/>
    <p:sldId id="1255" r:id="rId50"/>
    <p:sldId id="1267" r:id="rId51"/>
    <p:sldId id="1268" r:id="rId52"/>
    <p:sldId id="1269" r:id="rId53"/>
    <p:sldId id="1274" r:id="rId54"/>
    <p:sldId id="1280" r:id="rId55"/>
    <p:sldId id="1281" r:id="rId56"/>
    <p:sldId id="1282" r:id="rId57"/>
    <p:sldId id="1284" r:id="rId58"/>
    <p:sldId id="1285" r:id="rId59"/>
    <p:sldId id="1286" r:id="rId60"/>
    <p:sldId id="1287" r:id="rId61"/>
    <p:sldId id="1276" r:id="rId62"/>
    <p:sldId id="1365" r:id="rId63"/>
    <p:sldId id="1366" r:id="rId64"/>
    <p:sldId id="1362" r:id="rId65"/>
    <p:sldId id="1302" r:id="rId66"/>
    <p:sldId id="2629" r:id="rId67"/>
    <p:sldId id="1277" r:id="rId68"/>
    <p:sldId id="1303" r:id="rId69"/>
    <p:sldId id="1304" r:id="rId70"/>
    <p:sldId id="1305" r:id="rId71"/>
    <p:sldId id="1306" r:id="rId72"/>
    <p:sldId id="1307" r:id="rId73"/>
    <p:sldId id="1310" r:id="rId74"/>
    <p:sldId id="1309" r:id="rId75"/>
    <p:sldId id="1308" r:id="rId76"/>
    <p:sldId id="1311" r:id="rId77"/>
    <p:sldId id="1312" r:id="rId78"/>
    <p:sldId id="1313" r:id="rId79"/>
    <p:sldId id="1314" r:id="rId80"/>
    <p:sldId id="1315" r:id="rId81"/>
    <p:sldId id="1316" r:id="rId82"/>
    <p:sldId id="1317" r:id="rId83"/>
    <p:sldId id="1318" r:id="rId84"/>
    <p:sldId id="1320" r:id="rId85"/>
    <p:sldId id="1321" r:id="rId86"/>
    <p:sldId id="2628" r:id="rId87"/>
    <p:sldId id="1323" r:id="rId88"/>
    <p:sldId id="1324" r:id="rId89"/>
    <p:sldId id="1325" r:id="rId90"/>
    <p:sldId id="1326" r:id="rId91"/>
    <p:sldId id="1278" r:id="rId92"/>
    <p:sldId id="1327" r:id="rId93"/>
    <p:sldId id="1328" r:id="rId94"/>
  </p:sldIdLst>
  <p:sldSz cx="12192000" cy="6858000"/>
  <p:notesSz cx="6858000" cy="9144000"/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2" pos="696" userDrawn="1">
          <p15:clr>
            <a:srgbClr val="A4A3A4"/>
          </p15:clr>
        </p15:guide>
        <p15:guide id="3" orient="horz" pos="792" userDrawn="1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0000A8"/>
    <a:srgbClr val="9CE0FA"/>
    <a:srgbClr val="8DDFB0"/>
    <a:srgbClr val="FFFE6D"/>
    <a:srgbClr val="F6F323"/>
    <a:srgbClr val="010F90"/>
    <a:srgbClr val="B5E7FF"/>
    <a:srgbClr val="A2C1FF"/>
    <a:srgbClr val="8FAADC"/>
    <a:srgbClr val="E40000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Medium Style 2 - Accent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7032" autoAdjust="0"/>
    <p:restoredTop sz="96351" autoAdjust="0"/>
  </p:normalViewPr>
  <p:slideViewPr>
    <p:cSldViewPr snapToGrid="0" snapToObjects="1">
      <p:cViewPr varScale="1">
        <p:scale>
          <a:sx n="111" d="100"/>
          <a:sy n="111" d="100"/>
        </p:scale>
        <p:origin x="462" y="60"/>
      </p:cViewPr>
      <p:guideLst>
        <p:guide pos="696"/>
        <p:guide orient="horz" pos="792"/>
      </p:guideLst>
    </p:cSldViewPr>
  </p:slideViewPr>
  <p:outlineViewPr>
    <p:cViewPr>
      <p:scale>
        <a:sx n="33" d="100"/>
        <a:sy n="33" d="100"/>
      </p:scale>
      <p:origin x="0" y="0"/>
    </p:cViewPr>
  </p:outlineViewPr>
  <p:notesTextViewPr>
    <p:cViewPr>
      <p:scale>
        <a:sx n="1" d="1"/>
        <a:sy n="1" d="1"/>
      </p:scale>
      <p:origin x="0" y="0"/>
    </p:cViewPr>
  </p:notesTextViewPr>
  <p:gridSpacing cx="76200" cy="76200"/>
</p:viewPr>
</file>

<file path=ppt/_rels/presentation.xml.rels><?xml version="1.0" encoding="UTF-8" standalone="yes"?>
<Relationships xmlns="http://schemas.openxmlformats.org/package/2006/relationships"><Relationship Id="rId26" Type="http://schemas.openxmlformats.org/officeDocument/2006/relationships/slide" Target="slides/slide24.xml"/><Relationship Id="rId21" Type="http://schemas.openxmlformats.org/officeDocument/2006/relationships/slide" Target="slides/slide19.xml"/><Relationship Id="rId42" Type="http://schemas.openxmlformats.org/officeDocument/2006/relationships/slide" Target="slides/slide40.xml"/><Relationship Id="rId47" Type="http://schemas.openxmlformats.org/officeDocument/2006/relationships/slide" Target="slides/slide45.xml"/><Relationship Id="rId63" Type="http://schemas.openxmlformats.org/officeDocument/2006/relationships/slide" Target="slides/slide61.xml"/><Relationship Id="rId68" Type="http://schemas.openxmlformats.org/officeDocument/2006/relationships/slide" Target="slides/slide66.xml"/><Relationship Id="rId84" Type="http://schemas.openxmlformats.org/officeDocument/2006/relationships/slide" Target="slides/slide82.xml"/><Relationship Id="rId89" Type="http://schemas.openxmlformats.org/officeDocument/2006/relationships/slide" Target="slides/slide87.xml"/><Relationship Id="rId16" Type="http://schemas.openxmlformats.org/officeDocument/2006/relationships/slide" Target="slides/slide14.xml"/><Relationship Id="rId11" Type="http://schemas.openxmlformats.org/officeDocument/2006/relationships/slide" Target="slides/slide9.xml"/><Relationship Id="rId32" Type="http://schemas.openxmlformats.org/officeDocument/2006/relationships/slide" Target="slides/slide30.xml"/><Relationship Id="rId37" Type="http://schemas.openxmlformats.org/officeDocument/2006/relationships/slide" Target="slides/slide35.xml"/><Relationship Id="rId53" Type="http://schemas.openxmlformats.org/officeDocument/2006/relationships/slide" Target="slides/slide51.xml"/><Relationship Id="rId58" Type="http://schemas.openxmlformats.org/officeDocument/2006/relationships/slide" Target="slides/slide56.xml"/><Relationship Id="rId74" Type="http://schemas.openxmlformats.org/officeDocument/2006/relationships/slide" Target="slides/slide72.xml"/><Relationship Id="rId79" Type="http://schemas.openxmlformats.org/officeDocument/2006/relationships/slide" Target="slides/slide77.xml"/><Relationship Id="rId5" Type="http://schemas.openxmlformats.org/officeDocument/2006/relationships/slide" Target="slides/slide3.xml"/><Relationship Id="rId90" Type="http://schemas.openxmlformats.org/officeDocument/2006/relationships/slide" Target="slides/slide88.xml"/><Relationship Id="rId95" Type="http://schemas.openxmlformats.org/officeDocument/2006/relationships/notesMaster" Target="notesMasters/notesMaster1.xml"/><Relationship Id="rId22" Type="http://schemas.openxmlformats.org/officeDocument/2006/relationships/slide" Target="slides/slide20.xml"/><Relationship Id="rId27" Type="http://schemas.openxmlformats.org/officeDocument/2006/relationships/slide" Target="slides/slide25.xml"/><Relationship Id="rId43" Type="http://schemas.openxmlformats.org/officeDocument/2006/relationships/slide" Target="slides/slide41.xml"/><Relationship Id="rId48" Type="http://schemas.openxmlformats.org/officeDocument/2006/relationships/slide" Target="slides/slide46.xml"/><Relationship Id="rId64" Type="http://schemas.openxmlformats.org/officeDocument/2006/relationships/slide" Target="slides/slide62.xml"/><Relationship Id="rId69" Type="http://schemas.openxmlformats.org/officeDocument/2006/relationships/slide" Target="slides/slide67.xml"/><Relationship Id="rId80" Type="http://schemas.openxmlformats.org/officeDocument/2006/relationships/slide" Target="slides/slide78.xml"/><Relationship Id="rId85" Type="http://schemas.openxmlformats.org/officeDocument/2006/relationships/slide" Target="slides/slide83.xml"/><Relationship Id="rId3" Type="http://schemas.openxmlformats.org/officeDocument/2006/relationships/slide" Target="slides/slide1.xml"/><Relationship Id="rId12" Type="http://schemas.openxmlformats.org/officeDocument/2006/relationships/slide" Target="slides/slide10.xml"/><Relationship Id="rId17" Type="http://schemas.openxmlformats.org/officeDocument/2006/relationships/slide" Target="slides/slide15.xml"/><Relationship Id="rId25" Type="http://schemas.openxmlformats.org/officeDocument/2006/relationships/slide" Target="slides/slide23.xml"/><Relationship Id="rId33" Type="http://schemas.openxmlformats.org/officeDocument/2006/relationships/slide" Target="slides/slide31.xml"/><Relationship Id="rId38" Type="http://schemas.openxmlformats.org/officeDocument/2006/relationships/slide" Target="slides/slide36.xml"/><Relationship Id="rId46" Type="http://schemas.openxmlformats.org/officeDocument/2006/relationships/slide" Target="slides/slide44.xml"/><Relationship Id="rId59" Type="http://schemas.openxmlformats.org/officeDocument/2006/relationships/slide" Target="slides/slide57.xml"/><Relationship Id="rId67" Type="http://schemas.openxmlformats.org/officeDocument/2006/relationships/slide" Target="slides/slide65.xml"/><Relationship Id="rId20" Type="http://schemas.openxmlformats.org/officeDocument/2006/relationships/slide" Target="slides/slide18.xml"/><Relationship Id="rId41" Type="http://schemas.openxmlformats.org/officeDocument/2006/relationships/slide" Target="slides/slide39.xml"/><Relationship Id="rId54" Type="http://schemas.openxmlformats.org/officeDocument/2006/relationships/slide" Target="slides/slide52.xml"/><Relationship Id="rId62" Type="http://schemas.openxmlformats.org/officeDocument/2006/relationships/slide" Target="slides/slide60.xml"/><Relationship Id="rId70" Type="http://schemas.openxmlformats.org/officeDocument/2006/relationships/slide" Target="slides/slide68.xml"/><Relationship Id="rId75" Type="http://schemas.openxmlformats.org/officeDocument/2006/relationships/slide" Target="slides/slide73.xml"/><Relationship Id="rId83" Type="http://schemas.openxmlformats.org/officeDocument/2006/relationships/slide" Target="slides/slide81.xml"/><Relationship Id="rId88" Type="http://schemas.openxmlformats.org/officeDocument/2006/relationships/slide" Target="slides/slide86.xml"/><Relationship Id="rId91" Type="http://schemas.openxmlformats.org/officeDocument/2006/relationships/slide" Target="slides/slide89.xml"/><Relationship Id="rId96" Type="http://schemas.openxmlformats.org/officeDocument/2006/relationships/presProps" Target="presProps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4.xml"/><Relationship Id="rId15" Type="http://schemas.openxmlformats.org/officeDocument/2006/relationships/slide" Target="slides/slide13.xml"/><Relationship Id="rId23" Type="http://schemas.openxmlformats.org/officeDocument/2006/relationships/slide" Target="slides/slide21.xml"/><Relationship Id="rId28" Type="http://schemas.openxmlformats.org/officeDocument/2006/relationships/slide" Target="slides/slide26.xml"/><Relationship Id="rId36" Type="http://schemas.openxmlformats.org/officeDocument/2006/relationships/slide" Target="slides/slide34.xml"/><Relationship Id="rId49" Type="http://schemas.openxmlformats.org/officeDocument/2006/relationships/slide" Target="slides/slide47.xml"/><Relationship Id="rId57" Type="http://schemas.openxmlformats.org/officeDocument/2006/relationships/slide" Target="slides/slide55.xml"/><Relationship Id="rId10" Type="http://schemas.openxmlformats.org/officeDocument/2006/relationships/slide" Target="slides/slide8.xml"/><Relationship Id="rId31" Type="http://schemas.openxmlformats.org/officeDocument/2006/relationships/slide" Target="slides/slide29.xml"/><Relationship Id="rId44" Type="http://schemas.openxmlformats.org/officeDocument/2006/relationships/slide" Target="slides/slide42.xml"/><Relationship Id="rId52" Type="http://schemas.openxmlformats.org/officeDocument/2006/relationships/slide" Target="slides/slide50.xml"/><Relationship Id="rId60" Type="http://schemas.openxmlformats.org/officeDocument/2006/relationships/slide" Target="slides/slide58.xml"/><Relationship Id="rId65" Type="http://schemas.openxmlformats.org/officeDocument/2006/relationships/slide" Target="slides/slide63.xml"/><Relationship Id="rId73" Type="http://schemas.openxmlformats.org/officeDocument/2006/relationships/slide" Target="slides/slide71.xml"/><Relationship Id="rId78" Type="http://schemas.openxmlformats.org/officeDocument/2006/relationships/slide" Target="slides/slide76.xml"/><Relationship Id="rId81" Type="http://schemas.openxmlformats.org/officeDocument/2006/relationships/slide" Target="slides/slide79.xml"/><Relationship Id="rId86" Type="http://schemas.openxmlformats.org/officeDocument/2006/relationships/slide" Target="slides/slide84.xml"/><Relationship Id="rId94" Type="http://schemas.openxmlformats.org/officeDocument/2006/relationships/slide" Target="slides/slide92.xml"/><Relationship Id="rId99" Type="http://schemas.openxmlformats.org/officeDocument/2006/relationships/tableStyles" Target="tableStyles.xml"/><Relationship Id="rId4" Type="http://schemas.openxmlformats.org/officeDocument/2006/relationships/slide" Target="slides/slide2.xml"/><Relationship Id="rId9" Type="http://schemas.openxmlformats.org/officeDocument/2006/relationships/slide" Target="slides/slide7.xml"/><Relationship Id="rId13" Type="http://schemas.openxmlformats.org/officeDocument/2006/relationships/slide" Target="slides/slide11.xml"/><Relationship Id="rId18" Type="http://schemas.openxmlformats.org/officeDocument/2006/relationships/slide" Target="slides/slide16.xml"/><Relationship Id="rId39" Type="http://schemas.openxmlformats.org/officeDocument/2006/relationships/slide" Target="slides/slide37.xml"/><Relationship Id="rId34" Type="http://schemas.openxmlformats.org/officeDocument/2006/relationships/slide" Target="slides/slide32.xml"/><Relationship Id="rId50" Type="http://schemas.openxmlformats.org/officeDocument/2006/relationships/slide" Target="slides/slide48.xml"/><Relationship Id="rId55" Type="http://schemas.openxmlformats.org/officeDocument/2006/relationships/slide" Target="slides/slide53.xml"/><Relationship Id="rId76" Type="http://schemas.openxmlformats.org/officeDocument/2006/relationships/slide" Target="slides/slide74.xml"/><Relationship Id="rId97" Type="http://schemas.openxmlformats.org/officeDocument/2006/relationships/viewProps" Target="viewProps.xml"/><Relationship Id="rId7" Type="http://schemas.openxmlformats.org/officeDocument/2006/relationships/slide" Target="slides/slide5.xml"/><Relationship Id="rId71" Type="http://schemas.openxmlformats.org/officeDocument/2006/relationships/slide" Target="slides/slide69.xml"/><Relationship Id="rId92" Type="http://schemas.openxmlformats.org/officeDocument/2006/relationships/slide" Target="slides/slide90.xml"/><Relationship Id="rId2" Type="http://schemas.openxmlformats.org/officeDocument/2006/relationships/slideMaster" Target="slideMasters/slideMaster2.xml"/><Relationship Id="rId29" Type="http://schemas.openxmlformats.org/officeDocument/2006/relationships/slide" Target="slides/slide27.xml"/><Relationship Id="rId24" Type="http://schemas.openxmlformats.org/officeDocument/2006/relationships/slide" Target="slides/slide22.xml"/><Relationship Id="rId40" Type="http://schemas.openxmlformats.org/officeDocument/2006/relationships/slide" Target="slides/slide38.xml"/><Relationship Id="rId45" Type="http://schemas.openxmlformats.org/officeDocument/2006/relationships/slide" Target="slides/slide43.xml"/><Relationship Id="rId66" Type="http://schemas.openxmlformats.org/officeDocument/2006/relationships/slide" Target="slides/slide64.xml"/><Relationship Id="rId87" Type="http://schemas.openxmlformats.org/officeDocument/2006/relationships/slide" Target="slides/slide85.xml"/><Relationship Id="rId61" Type="http://schemas.openxmlformats.org/officeDocument/2006/relationships/slide" Target="slides/slide59.xml"/><Relationship Id="rId82" Type="http://schemas.openxmlformats.org/officeDocument/2006/relationships/slide" Target="slides/slide80.xml"/><Relationship Id="rId19" Type="http://schemas.openxmlformats.org/officeDocument/2006/relationships/slide" Target="slides/slide17.xml"/><Relationship Id="rId14" Type="http://schemas.openxmlformats.org/officeDocument/2006/relationships/slide" Target="slides/slide12.xml"/><Relationship Id="rId30" Type="http://schemas.openxmlformats.org/officeDocument/2006/relationships/slide" Target="slides/slide28.xml"/><Relationship Id="rId35" Type="http://schemas.openxmlformats.org/officeDocument/2006/relationships/slide" Target="slides/slide33.xml"/><Relationship Id="rId56" Type="http://schemas.openxmlformats.org/officeDocument/2006/relationships/slide" Target="slides/slide54.xml"/><Relationship Id="rId77" Type="http://schemas.openxmlformats.org/officeDocument/2006/relationships/slide" Target="slides/slide75.xml"/><Relationship Id="rId8" Type="http://schemas.openxmlformats.org/officeDocument/2006/relationships/slide" Target="slides/slide6.xml"/><Relationship Id="rId51" Type="http://schemas.openxmlformats.org/officeDocument/2006/relationships/slide" Target="slides/slide49.xml"/><Relationship Id="rId72" Type="http://schemas.openxmlformats.org/officeDocument/2006/relationships/slide" Target="slides/slide70.xml"/><Relationship Id="rId93" Type="http://schemas.openxmlformats.org/officeDocument/2006/relationships/slide" Target="slides/slide91.xml"/><Relationship Id="rId98" Type="http://schemas.openxmlformats.org/officeDocument/2006/relationships/theme" Target="theme/theme1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 dirty="0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D153024D-5FCD-D142-BBE1-7B391F60AD88}" type="datetimeFigureOut">
              <a:rPr lang="en-US" smtClean="0"/>
              <a:t>4/21/2025</a:t>
            </a:fld>
            <a:endParaRPr lang="en-US" dirty="0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 dirty="0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 dirty="0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3D91EEAC-CFEF-9647-876F-EABC6B8338D7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675561673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.xml"/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.xml"/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.xml"/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.xml"/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.xml"/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.xml"/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.xml"/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.xml"/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.xml"/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9.xml"/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0.xml"/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5.xml"/><Relationship Id="rId1" Type="http://schemas.openxmlformats.org/officeDocument/2006/relationships/notesMaster" Target="../notesMasters/notesMaster1.xml"/></Relationships>
</file>

<file path=ppt/notesSlides/_rels/notesSlide3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6.xml"/><Relationship Id="rId1" Type="http://schemas.openxmlformats.org/officeDocument/2006/relationships/notesMaster" Target="../notesMasters/notesMaster1.xml"/></Relationships>
</file>

<file path=ppt/notesSlides/_rels/notesSlide3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7.xml"/><Relationship Id="rId1" Type="http://schemas.openxmlformats.org/officeDocument/2006/relationships/notesMaster" Target="../notesMasters/notesMaster1.xml"/></Relationships>
</file>

<file path=ppt/notesSlides/_rels/notesSlide3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8.xml"/><Relationship Id="rId1" Type="http://schemas.openxmlformats.org/officeDocument/2006/relationships/notesMaster" Target="../notesMasters/notesMaster1.xml"/></Relationships>
</file>

<file path=ppt/notesSlides/_rels/notesSlide3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9.xml"/><Relationship Id="rId1" Type="http://schemas.openxmlformats.org/officeDocument/2006/relationships/notesMaster" Target="../notesMasters/notesMaster1.xml"/></Relationships>
</file>

<file path=ppt/notesSlides/_rels/notesSlide3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0.xml"/><Relationship Id="rId1" Type="http://schemas.openxmlformats.org/officeDocument/2006/relationships/notesMaster" Target="../notesMasters/notesMaster1.xml"/></Relationships>
</file>

<file path=ppt/notesSlides/_rels/notesSlide3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1.xml"/><Relationship Id="rId1" Type="http://schemas.openxmlformats.org/officeDocument/2006/relationships/notesMaster" Target="../notesMasters/notesMaster1.xml"/></Relationships>
</file>

<file path=ppt/notesSlides/_rels/notesSlide3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2.xml"/><Relationship Id="rId1" Type="http://schemas.openxmlformats.org/officeDocument/2006/relationships/notesMaster" Target="../notesMasters/notesMaster1.xml"/></Relationships>
</file>

<file path=ppt/notesSlides/_rels/notesSlide3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3.xml"/><Relationship Id="rId1" Type="http://schemas.openxmlformats.org/officeDocument/2006/relationships/notesMaster" Target="../notesMasters/notesMaster1.xml"/></Relationships>
</file>

<file path=ppt/notesSlides/_rels/notesSlide4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4.xml"/><Relationship Id="rId1" Type="http://schemas.openxmlformats.org/officeDocument/2006/relationships/notesMaster" Target="../notesMasters/notesMaster1.xml"/></Relationships>
</file>

<file path=ppt/notesSlides/_rels/notesSlide4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5.xml"/><Relationship Id="rId1" Type="http://schemas.openxmlformats.org/officeDocument/2006/relationships/notesMaster" Target="../notesMasters/notesMaster1.xml"/></Relationships>
</file>

<file path=ppt/notesSlides/_rels/notesSlide4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6.xml"/><Relationship Id="rId1" Type="http://schemas.openxmlformats.org/officeDocument/2006/relationships/notesMaster" Target="../notesMasters/notesMaster1.xml"/></Relationships>
</file>

<file path=ppt/notesSlides/_rels/notesSlide4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7.xml"/><Relationship Id="rId1" Type="http://schemas.openxmlformats.org/officeDocument/2006/relationships/notesMaster" Target="../notesMasters/notesMaster1.xml"/></Relationships>
</file>

<file path=ppt/notesSlides/_rels/notesSlide4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8.xml"/><Relationship Id="rId1" Type="http://schemas.openxmlformats.org/officeDocument/2006/relationships/notesMaster" Target="../notesMasters/notesMaster1.xml"/></Relationships>
</file>

<file path=ppt/notesSlides/_rels/notesSlide4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9.xml"/><Relationship Id="rId1" Type="http://schemas.openxmlformats.org/officeDocument/2006/relationships/notesMaster" Target="../notesMasters/notesMaster1.xml"/></Relationships>
</file>

<file path=ppt/notesSlides/_rels/notesSlide4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0.xml"/><Relationship Id="rId1" Type="http://schemas.openxmlformats.org/officeDocument/2006/relationships/notesMaster" Target="../notesMasters/notesMaster1.xml"/></Relationships>
</file>

<file path=ppt/notesSlides/_rels/notesSlide4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1.xml"/><Relationship Id="rId1" Type="http://schemas.openxmlformats.org/officeDocument/2006/relationships/notesMaster" Target="../notesMasters/notesMaster1.xml"/></Relationships>
</file>

<file path=ppt/notesSlides/_rels/notesSlide4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2.xml"/><Relationship Id="rId1" Type="http://schemas.openxmlformats.org/officeDocument/2006/relationships/notesMaster" Target="../notesMasters/notesMaster1.xml"/></Relationships>
</file>

<file path=ppt/notesSlides/_rels/notesSlide4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4.xml"/><Relationship Id="rId1" Type="http://schemas.openxmlformats.org/officeDocument/2006/relationships/notesMaster" Target="../notesMasters/notesMaster1.xml"/></Relationships>
</file>

<file path=ppt/notesSlides/_rels/notesSlide5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0.xml"/><Relationship Id="rId1" Type="http://schemas.openxmlformats.org/officeDocument/2006/relationships/notesMaster" Target="../notesMasters/notesMaster1.xml"/></Relationships>
</file>

<file path=ppt/notesSlides/_rels/notesSlide5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1.xml"/><Relationship Id="rId1" Type="http://schemas.openxmlformats.org/officeDocument/2006/relationships/notesMaster" Target="../notesMasters/notesMaster1.xml"/></Relationships>
</file>

<file path=ppt/notesSlides/_rels/notesSlide5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2.xml"/><Relationship Id="rId1" Type="http://schemas.openxmlformats.org/officeDocument/2006/relationships/notesMaster" Target="../notesMasters/notesMaster1.xml"/></Relationships>
</file>

<file path=ppt/notesSlides/_rels/notesSlide5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3.xml"/><Relationship Id="rId1" Type="http://schemas.openxmlformats.org/officeDocument/2006/relationships/notesMaster" Target="../notesMasters/notesMaster1.xml"/></Relationships>
</file>

<file path=ppt/notesSlides/_rels/notesSlide5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6.xml"/><Relationship Id="rId1" Type="http://schemas.openxmlformats.org/officeDocument/2006/relationships/notesMaster" Target="../notesMasters/notesMaster1.xml"/></Relationships>
</file>

<file path=ppt/notesSlides/_rels/notesSlide5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8.xml"/><Relationship Id="rId1" Type="http://schemas.openxmlformats.org/officeDocument/2006/relationships/notesMaster" Target="../notesMasters/notesMaster1.xml"/></Relationships>
</file>

<file path=ppt/notesSlides/_rels/notesSlide5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9.xml"/><Relationship Id="rId1" Type="http://schemas.openxmlformats.org/officeDocument/2006/relationships/notesMaster" Target="../notesMasters/notesMaster1.xml"/></Relationships>
</file>

<file path=ppt/notesSlides/_rels/notesSlide5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0.xml"/><Relationship Id="rId1" Type="http://schemas.openxmlformats.org/officeDocument/2006/relationships/notesMaster" Target="../notesMasters/notesMaster1.xml"/></Relationships>
</file>

<file path=ppt/notesSlides/_rels/notesSlide5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1.xml"/><Relationship Id="rId1" Type="http://schemas.openxmlformats.org/officeDocument/2006/relationships/notesMaster" Target="../notesMasters/notesMaster1.xml"/></Relationships>
</file>

<file path=ppt/notesSlides/_rels/notesSlide5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2.xml"/><Relationship Id="rId1" Type="http://schemas.openxmlformats.org/officeDocument/2006/relationships/notesMaster" Target="../notesMasters/notesMaster1.xml"/></Relationships>
</file>

<file path=ppt/notesSlides/_rels/notesSlide6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3.xml"/><Relationship Id="rId1" Type="http://schemas.openxmlformats.org/officeDocument/2006/relationships/notesMaster" Target="../notesMasters/notesMaster1.xml"/></Relationships>
</file>

<file path=ppt/notesSlides/_rels/notesSlide6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4.xml"/><Relationship Id="rId1" Type="http://schemas.openxmlformats.org/officeDocument/2006/relationships/notesMaster" Target="../notesMasters/notesMaster1.xml"/></Relationships>
</file>

<file path=ppt/notesSlides/_rels/notesSlide6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5.xml"/><Relationship Id="rId1" Type="http://schemas.openxmlformats.org/officeDocument/2006/relationships/notesMaster" Target="../notesMasters/notesMaster1.xml"/></Relationships>
</file>

<file path=ppt/notesSlides/_rels/notesSlide6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6.xml"/><Relationship Id="rId1" Type="http://schemas.openxmlformats.org/officeDocument/2006/relationships/notesMaster" Target="../notesMasters/notesMaster1.xml"/></Relationships>
</file>

<file path=ppt/notesSlides/_rels/notesSlide6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7.xml"/><Relationship Id="rId1" Type="http://schemas.openxmlformats.org/officeDocument/2006/relationships/notesMaster" Target="../notesMasters/notesMaster1.xml"/></Relationships>
</file>

<file path=ppt/notesSlides/_rels/notesSlide6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0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Version History</a:t>
            </a:r>
          </a:p>
          <a:p>
            <a:endParaRPr lang="en-US" dirty="0"/>
          </a:p>
          <a:p>
            <a:r>
              <a:rPr lang="en-US" dirty="0"/>
              <a:t>8.0  (May 2020)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dirty="0"/>
              <a:t>All slides reformatted for 16:9 aspect ratio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dirty="0"/>
              <a:t>All slides updated to 8</a:t>
            </a:r>
            <a:r>
              <a:rPr lang="en-US" baseline="30000" dirty="0"/>
              <a:t>th</a:t>
            </a:r>
            <a:r>
              <a:rPr lang="en-US" dirty="0"/>
              <a:t> edition material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dirty="0"/>
              <a:t>Use of Calibri font, rather that Gill Sans MT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dirty="0"/>
              <a:t>Add LOTS more animation throughout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dirty="0"/>
              <a:t>lighter header font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dirty="0"/>
              <a:t>Re-do of network management slides; redo of Bellman-Ford slides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endParaRPr lang="en-US" dirty="0"/>
          </a:p>
          <a:p>
            <a:pPr marL="0" indent="0">
              <a:buFont typeface="Arial" panose="020B0604020202020204" pitchFamily="34" charset="0"/>
              <a:buNone/>
            </a:pPr>
            <a:r>
              <a:rPr lang="en-US" dirty="0"/>
              <a:t>8.2 (changes over 8.0)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dirty="0"/>
              <a:t>improved animations of Dijkstra’s algorithm and Bellman Ford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dirty="0"/>
              <a:t>various improvements to BGP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dirty="0"/>
              <a:t>SDN: added Google Orion (2021 Google network SDN control plane)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792661257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D16EA1AD-6EA3-1049-AB4E-FC15F4DC35F9}" type="slidenum">
              <a:rPr lang="en-US" smtClean="0"/>
              <a:t>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264299039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987303644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4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999770176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D16EA1AD-6EA3-1049-AB4E-FC15F4DC35F9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574544798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D16EA1AD-6EA3-1049-AB4E-FC15F4DC35F9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666865118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D16EA1AD-6EA3-1049-AB4E-FC15F4DC35F9}" type="slidenum">
              <a:rPr lang="en-US" smtClean="0"/>
              <a:t>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612133008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8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949165623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9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636212717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10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320403237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11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019792534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12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14617172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13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346784468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14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955868621"/>
      </p:ext>
    </p:extLst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15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722088064"/>
      </p:ext>
    </p:extLst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16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790913360"/>
      </p:ext>
    </p:extLst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17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862577375"/>
      </p:ext>
    </p:extLst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18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907219440"/>
      </p:ext>
    </p:extLst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19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625407688"/>
      </p:ext>
    </p:extLst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20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901419980"/>
      </p:ext>
    </p:extLst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21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871507674"/>
      </p:ext>
    </p:extLst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22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13030118"/>
      </p:ext>
    </p:extLst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23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603530319"/>
      </p:ext>
    </p:extLst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24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52867037"/>
      </p:ext>
    </p:extLst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25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434377890"/>
      </p:ext>
    </p:extLst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26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655224261"/>
      </p:ext>
    </p:extLst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27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109615532"/>
      </p:ext>
    </p:extLst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28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243388374"/>
      </p:ext>
    </p:extLst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29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128789006"/>
      </p:ext>
    </p:extLst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30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588621287"/>
      </p:ext>
    </p:extLst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35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210899497"/>
      </p:ext>
    </p:extLst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36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185005926"/>
      </p:ext>
    </p:extLst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37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003691376"/>
      </p:ext>
    </p:extLst>
  </p:cSld>
  <p:clrMapOvr>
    <a:masterClrMapping/>
  </p:clrMapOvr>
</p:notes>
</file>

<file path=ppt/notesSlides/notesSlide3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38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618323416"/>
      </p:ext>
    </p:extLst>
  </p:cSld>
  <p:clrMapOvr>
    <a:masterClrMapping/>
  </p:clrMapOvr>
</p:notes>
</file>

<file path=ppt/notesSlides/notesSlide3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39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810523484"/>
      </p:ext>
    </p:extLst>
  </p:cSld>
  <p:clrMapOvr>
    <a:masterClrMapping/>
  </p:clrMapOvr>
</p:notes>
</file>

<file path=ppt/notesSlides/notesSlide3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40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796205570"/>
      </p:ext>
    </p:extLst>
  </p:cSld>
  <p:clrMapOvr>
    <a:masterClrMapping/>
  </p:clrMapOvr>
</p:notes>
</file>

<file path=ppt/notesSlides/notesSlide3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41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954987903"/>
      </p:ext>
    </p:extLst>
  </p:cSld>
  <p:clrMapOvr>
    <a:masterClrMapping/>
  </p:clrMapOvr>
</p:notes>
</file>

<file path=ppt/notesSlides/notesSlide3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42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118343504"/>
      </p:ext>
    </p:extLst>
  </p:cSld>
  <p:clrMapOvr>
    <a:masterClrMapping/>
  </p:clrMapOvr>
</p:notes>
</file>

<file path=ppt/notesSlides/notesSlide3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43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23978324"/>
      </p:ext>
    </p:extLst>
  </p:cSld>
  <p:clrMapOvr>
    <a:masterClrMapping/>
  </p:clrMapOvr>
</p:notes>
</file>

<file path=ppt/notesSlides/notesSlide4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44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185173951"/>
      </p:ext>
    </p:extLst>
  </p:cSld>
  <p:clrMapOvr>
    <a:masterClrMapping/>
  </p:clrMapOvr>
</p:notes>
</file>

<file path=ppt/notesSlides/notesSlide4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45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844884221"/>
      </p:ext>
    </p:extLst>
  </p:cSld>
  <p:clrMapOvr>
    <a:masterClrMapping/>
  </p:clrMapOvr>
</p:notes>
</file>

<file path=ppt/notesSlides/notesSlide4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46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748329177"/>
      </p:ext>
    </p:extLst>
  </p:cSld>
  <p:clrMapOvr>
    <a:masterClrMapping/>
  </p:clrMapOvr>
</p:notes>
</file>

<file path=ppt/notesSlides/notesSlide4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47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56682841"/>
      </p:ext>
    </p:extLst>
  </p:cSld>
  <p:clrMapOvr>
    <a:masterClrMapping/>
  </p:clrMapOvr>
</p:notes>
</file>

<file path=ppt/notesSlides/notesSlide4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48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052685352"/>
      </p:ext>
    </p:extLst>
  </p:cSld>
  <p:clrMapOvr>
    <a:masterClrMapping/>
  </p:clrMapOvr>
</p:notes>
</file>

<file path=ppt/notesSlides/notesSlide4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49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56943292"/>
      </p:ext>
    </p:extLst>
  </p:cSld>
  <p:clrMapOvr>
    <a:masterClrMapping/>
  </p:clrMapOvr>
</p:notes>
</file>

<file path=ppt/notesSlides/notesSlide4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50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838290714"/>
      </p:ext>
    </p:extLst>
  </p:cSld>
  <p:clrMapOvr>
    <a:masterClrMapping/>
  </p:clrMapOvr>
</p:notes>
</file>

<file path=ppt/notesSlides/notesSlide4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51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805770190"/>
      </p:ext>
    </p:extLst>
  </p:cSld>
  <p:clrMapOvr>
    <a:masterClrMapping/>
  </p:clrMapOvr>
</p:notes>
</file>

<file path=ppt/notesSlides/notesSlide4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52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021361941"/>
      </p:ext>
    </p:extLst>
  </p:cSld>
  <p:clrMapOvr>
    <a:masterClrMapping/>
  </p:clrMapOvr>
</p:notes>
</file>

<file path=ppt/notesSlides/notesSlide4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54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532729297"/>
      </p:ext>
    </p:extLst>
  </p:cSld>
  <p:clrMapOvr>
    <a:masterClrMapping/>
  </p:clrMapOvr>
</p:notes>
</file>

<file path=ppt/notesSlides/notesSlide5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60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567251174"/>
      </p:ext>
    </p:extLst>
  </p:cSld>
  <p:clrMapOvr>
    <a:masterClrMapping/>
  </p:clrMapOvr>
</p:notes>
</file>

<file path=ppt/notesSlides/notesSlide5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dirty="0">
                <a:effectLst/>
                <a:latin typeface="TimesLTPro"/>
              </a:rPr>
              <a:t>Each router then locally runs Dijkstra’s shortest-path algorithm to determine a shortest-path tree to all </a:t>
            </a:r>
            <a:r>
              <a:rPr lang="en-US" sz="1800" i="1" dirty="0">
                <a:effectLst/>
                <a:latin typeface="TimesLTPro"/>
              </a:rPr>
              <a:t>subnets</a:t>
            </a:r>
            <a:r>
              <a:rPr lang="en-US" sz="1800" dirty="0">
                <a:effectLst/>
                <a:latin typeface="TimesLTPro"/>
              </a:rPr>
              <a:t>, with itself as the root node. </a:t>
            </a:r>
            <a:endParaRPr lang="en-US" dirty="0">
              <a:effectLst/>
            </a:endParaRPr>
          </a:p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D16EA1AD-6EA3-1049-AB4E-FC15F4DC35F9}" type="slidenum">
              <a:rPr lang="en-US" smtClean="0"/>
              <a:t>61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538721704"/>
      </p:ext>
    </p:extLst>
  </p:cSld>
  <p:clrMapOvr>
    <a:masterClrMapping/>
  </p:clrMapOvr>
</p:notes>
</file>

<file path=ppt/notesSlides/notesSlide5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dirty="0">
                <a:effectLst/>
                <a:latin typeface="TimesLTPro"/>
              </a:rPr>
              <a:t>Since an inter-AS routing protocol involves coordination among multiple ASs, communicating ASs must run the same inter-AS routing protocol. In fact, in the Internet, all ASs run the same inter-AS routing protocol, called the Border Gateway Protocol, more commonly known as </a:t>
            </a:r>
            <a:r>
              <a:rPr lang="en-US" sz="1800" b="1" dirty="0">
                <a:effectLst/>
                <a:latin typeface="TimesLTPro"/>
              </a:rPr>
              <a:t>BGP </a:t>
            </a:r>
            <a:endParaRPr lang="en-US" dirty="0"/>
          </a:p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D16EA1AD-6EA3-1049-AB4E-FC15F4DC35F9}" type="slidenum">
              <a:rPr lang="en-US" smtClean="0"/>
              <a:t>62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252514882"/>
      </p:ext>
    </p:extLst>
  </p:cSld>
  <p:clrMapOvr>
    <a:masterClrMapping/>
  </p:clrMapOvr>
</p:notes>
</file>

<file path=ppt/notesSlides/notesSlide5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D16EA1AD-6EA3-1049-AB4E-FC15F4DC35F9}" type="slidenum">
              <a:rPr lang="en-US" smtClean="0"/>
              <a:t>63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803565708"/>
      </p:ext>
    </p:extLst>
  </p:cSld>
  <p:clrMapOvr>
    <a:masterClrMapping/>
  </p:clrMapOvr>
</p:notes>
</file>

<file path=ppt/notesSlides/notesSlide5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66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302532716"/>
      </p:ext>
    </p:extLst>
  </p:cSld>
  <p:clrMapOvr>
    <a:masterClrMapping/>
  </p:clrMapOvr>
</p:notes>
</file>

<file path=ppt/notesSlides/notesSlide5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D16EA1AD-6EA3-1049-AB4E-FC15F4DC35F9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68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665713841"/>
      </p:ext>
    </p:extLst>
  </p:cSld>
  <p:clrMapOvr>
    <a:masterClrMapping/>
  </p:clrMapOvr>
</p:notes>
</file>

<file path=ppt/notesSlides/notesSlide5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D16EA1AD-6EA3-1049-AB4E-FC15F4DC35F9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69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99531270"/>
      </p:ext>
    </p:extLst>
  </p:cSld>
  <p:clrMapOvr>
    <a:masterClrMapping/>
  </p:clrMapOvr>
</p:notes>
</file>

<file path=ppt/notesSlides/notesSlide5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80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944584981"/>
      </p:ext>
    </p:extLst>
  </p:cSld>
  <p:clrMapOvr>
    <a:masterClrMapping/>
  </p:clrMapOvr>
</p:notes>
</file>

<file path=ppt/notesSlides/notesSlide5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81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118256904"/>
      </p:ext>
    </p:extLst>
  </p:cSld>
  <p:clrMapOvr>
    <a:masterClrMapping/>
  </p:clrMapOvr>
</p:notes>
</file>

<file path=ppt/notesSlides/notesSlide5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82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071058288"/>
      </p:ext>
    </p:extLst>
  </p:cSld>
  <p:clrMapOvr>
    <a:masterClrMapping/>
  </p:clrMapOvr>
</p:notes>
</file>

<file path=ppt/notesSlides/notesSlide6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83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231724681"/>
      </p:ext>
    </p:extLst>
  </p:cSld>
  <p:clrMapOvr>
    <a:masterClrMapping/>
  </p:clrMapOvr>
</p:notes>
</file>

<file path=ppt/notesSlides/notesSlide6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84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74748232"/>
      </p:ext>
    </p:extLst>
  </p:cSld>
  <p:clrMapOvr>
    <a:masterClrMapping/>
  </p:clrMapOvr>
</p:notes>
</file>

<file path=ppt/notesSlides/notesSlide6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dirty="0"/>
              <a:t>and so in this sense a migration away from “protocols” is indeed underway!</a:t>
            </a:r>
          </a:p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lang="en-US" dirty="0"/>
          </a:p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dirty="0"/>
              <a:t>Explain structure of Orion in figure</a:t>
            </a:r>
          </a:p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lang="en-US" dirty="0"/>
          </a:p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dirty="0"/>
              <a:t>Repeat after each reveal</a:t>
            </a:r>
            <a:r>
              <a:rPr lang="en-US" b="1" dirty="0"/>
              <a:t>: no protocol</a:t>
            </a:r>
          </a:p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lang="en-US" b="1" dirty="0"/>
          </a:p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dirty="0"/>
              <a:t>Coflows: “a </a:t>
            </a:r>
            <a:r>
              <a:rPr lang="en-US" i="1" dirty="0">
                <a:solidFill>
                  <a:srgbClr val="C00000"/>
                </a:solidFill>
              </a:rPr>
              <a:t>collection of flows </a:t>
            </a:r>
            <a:r>
              <a:rPr lang="en-US" dirty="0"/>
              <a:t>between two groups of machines with associated semantics and a collective objective”; [Sigcomm’13, Sigcomm’15, Sigcomm’18].  Not unlike multiprocessor scheduling in the 1980’s</a:t>
            </a:r>
          </a:p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0B9AD7C-0B85-8241-942C-312D41AE2098}" type="slidenum">
              <a:rPr lang="en-US" smtClean="0"/>
              <a:t>85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213047244"/>
      </p:ext>
    </p:extLst>
  </p:cSld>
  <p:clrMapOvr>
    <a:masterClrMapping/>
  </p:clrMapOvr>
</p:notes>
</file>

<file path=ppt/notesSlides/notesSlide6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86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951592939"/>
      </p:ext>
    </p:extLst>
  </p:cSld>
  <p:clrMapOvr>
    <a:masterClrMapping/>
  </p:clrMapOvr>
</p:notes>
</file>

<file path=ppt/notesSlides/notesSlide6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87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616835103"/>
      </p:ext>
    </p:extLst>
  </p:cSld>
  <p:clrMapOvr>
    <a:masterClrMapping/>
  </p:clrMapOvr>
</p:notes>
</file>

<file path=ppt/notesSlides/notesSlide6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90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401318673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415EC686-8429-2E40-81FA-5EC9C4AB3C55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8CC2C238-9334-5D47-BE46-7DBB933E487E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5" name="Slide Number Placeholder 5">
            <a:extLst>
              <a:ext uri="{FF2B5EF4-FFF2-40B4-BE49-F238E27FC236}">
                <a16:creationId xmlns:a16="http://schemas.microsoft.com/office/drawing/2014/main" id="{67E93C0D-5E34-354A-A654-B3839136622B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393655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FDA2846C-3DC3-2A4C-84E1-3E3C50231FF2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38200" y="1724027"/>
            <a:ext cx="10515600" cy="4351338"/>
          </a:xfrm>
        </p:spPr>
        <p:txBody>
          <a:bodyPr/>
          <a:lstStyle/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8" name="Title 7">
            <a:extLst>
              <a:ext uri="{FF2B5EF4-FFF2-40B4-BE49-F238E27FC236}">
                <a16:creationId xmlns:a16="http://schemas.microsoft.com/office/drawing/2014/main" id="{F32235DD-B99A-7744-92BB-36CB49B43BE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>
            <a:lvl1pPr>
              <a:defRPr sz="4400">
                <a:latin typeface="+mj-lt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5" name="Slide Number Placeholder 5">
            <a:extLst>
              <a:ext uri="{FF2B5EF4-FFF2-40B4-BE49-F238E27FC236}">
                <a16:creationId xmlns:a16="http://schemas.microsoft.com/office/drawing/2014/main" id="{D41126D0-2478-AE48-891D-9046D4F5EA04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87844611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40E48D4C-6954-CC4D-A491-4B78BF548F3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>
            <a:lvl1pPr>
              <a:defRPr sz="4400">
                <a:latin typeface="+mj-lt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3ABE2032-3F11-1945-8A1D-25EC80CF9166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9ADCF1CB-5DBA-8B49-A839-F079E4BF4377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Slide Number Placeholder 5">
            <a:extLst>
              <a:ext uri="{FF2B5EF4-FFF2-40B4-BE49-F238E27FC236}">
                <a16:creationId xmlns:a16="http://schemas.microsoft.com/office/drawing/2014/main" id="{139731AF-B9DB-1E4D-A017-6D1C48DC057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27395820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EC2B102D-EC4F-B64D-BB0A-3CBBCEE21B6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>
            <a:lvl1pPr>
              <a:defRPr sz="4400">
                <a:latin typeface="+mj-lt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8" name="Slide Number Placeholder 5">
            <a:extLst>
              <a:ext uri="{FF2B5EF4-FFF2-40B4-BE49-F238E27FC236}">
                <a16:creationId xmlns:a16="http://schemas.microsoft.com/office/drawing/2014/main" id="{80DCD8E0-36D6-2D43-9C3A-92DC921E1D78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76213162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415EC686-8429-2E40-81FA-5EC9C4AB3C55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8CC2C238-9334-5D47-BE46-7DBB933E487E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5" name="Slide Number Placeholder 5">
            <a:extLst>
              <a:ext uri="{FF2B5EF4-FFF2-40B4-BE49-F238E27FC236}">
                <a16:creationId xmlns:a16="http://schemas.microsoft.com/office/drawing/2014/main" id="{67E93C0D-5E34-354A-A654-B3839136622B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Network Layer: 4-</a:t>
            </a:r>
            <a:fld id="{C4204591-24BD-A542-B9D5-F8D8A88D2FEE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00288851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FDA2846C-3DC3-2A4C-84E1-3E3C50231FF2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38200" y="1724027"/>
            <a:ext cx="10515600" cy="4351338"/>
          </a:xfrm>
        </p:spPr>
        <p:txBody>
          <a:bodyPr/>
          <a:lstStyle/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8" name="Title 7">
            <a:extLst>
              <a:ext uri="{FF2B5EF4-FFF2-40B4-BE49-F238E27FC236}">
                <a16:creationId xmlns:a16="http://schemas.microsoft.com/office/drawing/2014/main" id="{F32235DD-B99A-7744-92BB-36CB49B43BE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>
            <a:lvl1pPr>
              <a:defRPr sz="4400">
                <a:latin typeface="+mj-lt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5" name="Slide Number Placeholder 5">
            <a:extLst>
              <a:ext uri="{FF2B5EF4-FFF2-40B4-BE49-F238E27FC236}">
                <a16:creationId xmlns:a16="http://schemas.microsoft.com/office/drawing/2014/main" id="{D41126D0-2478-AE48-891D-9046D4F5EA04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Network Layer: 4-</a:t>
            </a:r>
            <a:fld id="{C4204591-24BD-A542-B9D5-F8D8A88D2FEE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60578747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40E48D4C-6954-CC4D-A491-4B78BF548F3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>
            <a:lvl1pPr>
              <a:defRPr sz="4400">
                <a:latin typeface="+mj-lt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3ABE2032-3F11-1945-8A1D-25EC80CF9166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9ADCF1CB-5DBA-8B49-A839-F079E4BF4377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Slide Number Placeholder 5">
            <a:extLst>
              <a:ext uri="{FF2B5EF4-FFF2-40B4-BE49-F238E27FC236}">
                <a16:creationId xmlns:a16="http://schemas.microsoft.com/office/drawing/2014/main" id="{139731AF-B9DB-1E4D-A017-6D1C48DC057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Network Layer: 4-</a:t>
            </a:r>
            <a:fld id="{C4204591-24BD-A542-B9D5-F8D8A88D2FEE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09954788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EC2B102D-EC4F-B64D-BB0A-3CBBCEE21B6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>
            <a:lvl1pPr>
              <a:defRPr sz="4400">
                <a:latin typeface="+mj-lt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8" name="Slide Number Placeholder 5">
            <a:extLst>
              <a:ext uri="{FF2B5EF4-FFF2-40B4-BE49-F238E27FC236}">
                <a16:creationId xmlns:a16="http://schemas.microsoft.com/office/drawing/2014/main" id="{80DCD8E0-36D6-2D43-9C3A-92DC921E1D78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Network Layer: 4-</a:t>
            </a:r>
            <a:fld id="{C4204591-24BD-A542-B9D5-F8D8A88D2FEE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28496194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Masters/_rels/slideMaster1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3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5" Type="http://schemas.openxmlformats.org/officeDocument/2006/relationships/theme" Target="../theme/theme1.xml"/><Relationship Id="rId4" Type="http://schemas.openxmlformats.org/officeDocument/2006/relationships/slideLayout" Target="../slideLayouts/slideLayout4.xml"/></Relationships>
</file>

<file path=ppt/slideMasters/_rels/slideMaster2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7.xml"/><Relationship Id="rId2" Type="http://schemas.openxmlformats.org/officeDocument/2006/relationships/slideLayout" Target="../slideLayouts/slideLayout6.xml"/><Relationship Id="rId1" Type="http://schemas.openxmlformats.org/officeDocument/2006/relationships/slideLayout" Target="../slideLayouts/slideLayout5.xml"/><Relationship Id="rId5" Type="http://schemas.openxmlformats.org/officeDocument/2006/relationships/theme" Target="../theme/theme2.xml"/><Relationship Id="rId4" Type="http://schemas.openxmlformats.org/officeDocument/2006/relationships/slideLayout" Target="../slideLayouts/slideLayout8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>
            <a:extLst>
              <a:ext uri="{FF2B5EF4-FFF2-40B4-BE49-F238E27FC236}">
                <a16:creationId xmlns:a16="http://schemas.microsoft.com/office/drawing/2014/main" id="{186D5FD2-E0BC-9B4A-8B69-BFD8F956C77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451821"/>
            <a:ext cx="10515600" cy="89462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 dirty="0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7A987CFD-1EF3-634C-B854-216A26AC2321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5" name="Slide Number Placeholder 5">
            <a:extLst>
              <a:ext uri="{FF2B5EF4-FFF2-40B4-BE49-F238E27FC236}">
                <a16:creationId xmlns:a16="http://schemas.microsoft.com/office/drawing/2014/main" id="{ACF3ABA1-E9EF-3248-90FD-6E40E659EFB3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775165307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2" r:id="rId3"/>
    <p:sldLayoutId id="2147483654" r:id="rId4"/>
  </p:sldLayoutIdLst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hf hdr="0" ft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b="1" kern="1200">
          <a:solidFill>
            <a:srgbClr val="0000A3"/>
          </a:solidFill>
          <a:latin typeface="+mj-lt"/>
          <a:ea typeface="+mj-ea"/>
          <a:cs typeface="+mj-cs"/>
        </a:defRPr>
      </a:lvl1pPr>
    </p:titleStyle>
    <p:bodyStyle>
      <a:lvl1pPr marL="352425" indent="-222250" algn="l" defTabSz="914400" rtl="0" eaLnBrk="1" latinLnBrk="0" hangingPunct="1">
        <a:lnSpc>
          <a:spcPct val="90000"/>
        </a:lnSpc>
        <a:spcBef>
          <a:spcPts val="1000"/>
        </a:spcBef>
        <a:buClr>
          <a:srgbClr val="0000A3"/>
        </a:buClr>
        <a:buFont typeface="Wingdings" pitchFamily="2" charset="2"/>
        <a:buChar char="§"/>
        <a:tabLst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95325" indent="-231775" algn="l" defTabSz="914400" rtl="0" eaLnBrk="1" latinLnBrk="0" hangingPunct="1">
        <a:lnSpc>
          <a:spcPct val="90000"/>
        </a:lnSpc>
        <a:spcBef>
          <a:spcPts val="500"/>
        </a:spcBef>
        <a:buClr>
          <a:srgbClr val="0000A8"/>
        </a:buClr>
        <a:buFont typeface="Arial" panose="020B0604020202020204" pitchFamily="34" charset="0"/>
        <a:buChar char="•"/>
        <a:tabLst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>
            <a:extLst>
              <a:ext uri="{FF2B5EF4-FFF2-40B4-BE49-F238E27FC236}">
                <a16:creationId xmlns:a16="http://schemas.microsoft.com/office/drawing/2014/main" id="{186D5FD2-E0BC-9B4A-8B69-BFD8F956C77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451821"/>
            <a:ext cx="10515600" cy="89462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 dirty="0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7A987CFD-1EF3-634C-B854-216A26AC2321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5" name="Slide Number Placeholder 5">
            <a:extLst>
              <a:ext uri="{FF2B5EF4-FFF2-40B4-BE49-F238E27FC236}">
                <a16:creationId xmlns:a16="http://schemas.microsoft.com/office/drawing/2014/main" id="{ACF3ABA1-E9EF-3248-90FD-6E40E659EFB3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Network Layer: 4-</a:t>
            </a:r>
            <a:fld id="{C4204591-24BD-A542-B9D5-F8D8A88D2FEE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101551686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56" r:id="rId1"/>
    <p:sldLayoutId id="2147483657" r:id="rId2"/>
    <p:sldLayoutId id="2147483658" r:id="rId3"/>
    <p:sldLayoutId id="2147483659" r:id="rId4"/>
  </p:sldLayoutIdLst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hf hdr="0" ft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b="1" kern="1200">
          <a:solidFill>
            <a:srgbClr val="0000A3"/>
          </a:solidFill>
          <a:latin typeface="+mj-lt"/>
          <a:ea typeface="+mj-ea"/>
          <a:cs typeface="+mj-cs"/>
        </a:defRPr>
      </a:lvl1pPr>
    </p:titleStyle>
    <p:bodyStyle>
      <a:lvl1pPr marL="352425" indent="-222250" algn="l" defTabSz="914400" rtl="0" eaLnBrk="1" latinLnBrk="0" hangingPunct="1">
        <a:lnSpc>
          <a:spcPct val="90000"/>
        </a:lnSpc>
        <a:spcBef>
          <a:spcPts val="1000"/>
        </a:spcBef>
        <a:buClr>
          <a:srgbClr val="0000A3"/>
        </a:buClr>
        <a:buFont typeface="Wingdings" pitchFamily="2" charset="2"/>
        <a:buChar char="§"/>
        <a:tabLst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95325" indent="-231775" algn="l" defTabSz="914400" rtl="0" eaLnBrk="1" latinLnBrk="0" hangingPunct="1">
        <a:lnSpc>
          <a:spcPct val="90000"/>
        </a:lnSpc>
        <a:spcBef>
          <a:spcPts val="500"/>
        </a:spcBef>
        <a:buClr>
          <a:srgbClr val="0000A8"/>
        </a:buClr>
        <a:buFont typeface="Arial" panose="020B0604020202020204" pitchFamily="34" charset="0"/>
        <a:buChar char="•"/>
        <a:tabLst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jp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4.xml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3.xml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3.xml"/></Relationships>
</file>

<file path=ppt/slides/_rels/slide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2.xml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8.xml"/><Relationship Id="rId4" Type="http://schemas.openxmlformats.org/officeDocument/2006/relationships/image" Target="../media/image4.emf"/></Relationships>
</file>

<file path=ppt/slides/_rels/slide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8.xml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8.xml"/><Relationship Id="rId4" Type="http://schemas.openxmlformats.org/officeDocument/2006/relationships/image" Target="../media/image6.png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7.xml"/></Relationships>
</file>

<file path=ppt/slides/_rels/slide9.xml.rels><?xml version="1.0" encoding="UTF-8" standalone="yes"?>
<Relationships xmlns="http://schemas.openxmlformats.org/package/2006/relationships"><Relationship Id="rId8" Type="http://schemas.openxmlformats.org/officeDocument/2006/relationships/image" Target="../media/image12.png"/><Relationship Id="rId13" Type="http://schemas.openxmlformats.org/officeDocument/2006/relationships/image" Target="../media/image17.png"/><Relationship Id="rId18" Type="http://schemas.openxmlformats.org/officeDocument/2006/relationships/image" Target="../media/image22.png"/><Relationship Id="rId3" Type="http://schemas.openxmlformats.org/officeDocument/2006/relationships/image" Target="../media/image7.png"/><Relationship Id="rId21" Type="http://schemas.openxmlformats.org/officeDocument/2006/relationships/image" Target="../media/image25.png"/><Relationship Id="rId7" Type="http://schemas.openxmlformats.org/officeDocument/2006/relationships/image" Target="../media/image11.png"/><Relationship Id="rId12" Type="http://schemas.openxmlformats.org/officeDocument/2006/relationships/image" Target="../media/image16.png"/><Relationship Id="rId17" Type="http://schemas.openxmlformats.org/officeDocument/2006/relationships/image" Target="../media/image21.png"/><Relationship Id="rId2" Type="http://schemas.openxmlformats.org/officeDocument/2006/relationships/notesSlide" Target="../notesSlides/notesSlide9.xml"/><Relationship Id="rId16" Type="http://schemas.openxmlformats.org/officeDocument/2006/relationships/image" Target="../media/image20.png"/><Relationship Id="rId20" Type="http://schemas.openxmlformats.org/officeDocument/2006/relationships/image" Target="../media/image24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0.png"/><Relationship Id="rId11" Type="http://schemas.openxmlformats.org/officeDocument/2006/relationships/image" Target="../media/image15.png"/><Relationship Id="rId5" Type="http://schemas.openxmlformats.org/officeDocument/2006/relationships/image" Target="../media/image9.png"/><Relationship Id="rId15" Type="http://schemas.openxmlformats.org/officeDocument/2006/relationships/image" Target="../media/image19.png"/><Relationship Id="rId23" Type="http://schemas.openxmlformats.org/officeDocument/2006/relationships/image" Target="../media/image27.png"/><Relationship Id="rId10" Type="http://schemas.openxmlformats.org/officeDocument/2006/relationships/image" Target="../media/image14.png"/><Relationship Id="rId19" Type="http://schemas.openxmlformats.org/officeDocument/2006/relationships/image" Target="../media/image23.png"/><Relationship Id="rId4" Type="http://schemas.openxmlformats.org/officeDocument/2006/relationships/image" Target="../media/image8.png"/><Relationship Id="rId9" Type="http://schemas.openxmlformats.org/officeDocument/2006/relationships/image" Target="../media/image13.png"/><Relationship Id="rId14" Type="http://schemas.openxmlformats.org/officeDocument/2006/relationships/image" Target="../media/image18.png"/><Relationship Id="rId22" Type="http://schemas.openxmlformats.org/officeDocument/2006/relationships/image" Target="../media/image26.png"/></Relationships>
</file>

<file path=ppt/slides/_rels/slide1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2.xml"/></Relationships>
</file>

<file path=ppt/slides/_rels/slide1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2.xml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3.xml"/></Relationships>
</file>

<file path=ppt/slides/_rels/slide1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2.xml"/></Relationships>
</file>

<file path=ppt/slides/_rels/slide1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2.xml"/></Relationships>
</file>

<file path=ppt/slides/_rels/slide1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2.xml"/></Relationships>
</file>

<file path=ppt/slides/_rels/slide1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2.xml"/></Relationships>
</file>

<file path=ppt/slides/_rels/slide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.png"/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2.xml"/></Relationships>
</file>

<file path=ppt/slides/_rels/slide1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8.xml"/><Relationship Id="rId1" Type="http://schemas.openxmlformats.org/officeDocument/2006/relationships/slideLayout" Target="../slideLayouts/slideLayout2.xml"/></Relationships>
</file>

<file path=ppt/slides/_rels/slide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.png"/><Relationship Id="rId2" Type="http://schemas.openxmlformats.org/officeDocument/2006/relationships/notesSlide" Target="../notesSlides/notesSlide19.xml"/><Relationship Id="rId1" Type="http://schemas.openxmlformats.org/officeDocument/2006/relationships/slideLayout" Target="../slideLayouts/slideLayout2.xml"/></Relationships>
</file>

<file path=ppt/slides/_rels/slide2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0.xml"/><Relationship Id="rId1" Type="http://schemas.openxmlformats.org/officeDocument/2006/relationships/slideLayout" Target="../slideLayouts/slideLayout2.xml"/></Relationships>
</file>

<file path=ppt/slides/_rels/slide2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1.xml"/><Relationship Id="rId1" Type="http://schemas.openxmlformats.org/officeDocument/2006/relationships/slideLayout" Target="../slideLayouts/slideLayout2.xml"/></Relationships>
</file>

<file path=ppt/slides/_rels/slide2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2.xml"/><Relationship Id="rId1" Type="http://schemas.openxmlformats.org/officeDocument/2006/relationships/slideLayout" Target="../slideLayouts/slideLayout2.xml"/></Relationships>
</file>

<file path=ppt/slides/_rels/slide2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3.xml"/><Relationship Id="rId1" Type="http://schemas.openxmlformats.org/officeDocument/2006/relationships/slideLayout" Target="../slideLayouts/slideLayout2.xml"/></Relationships>
</file>

<file path=ppt/slides/_rels/slide2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4.xml"/><Relationship Id="rId1" Type="http://schemas.openxmlformats.org/officeDocument/2006/relationships/slideLayout" Target="../slideLayouts/slideLayout2.xml"/></Relationships>
</file>

<file path=ppt/slides/_rels/slide2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5.xml"/><Relationship Id="rId1" Type="http://schemas.openxmlformats.org/officeDocument/2006/relationships/slideLayout" Target="../slideLayouts/slideLayout2.xml"/></Relationships>
</file>

<file path=ppt/slides/_rels/slide2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6.xml"/><Relationship Id="rId1" Type="http://schemas.openxmlformats.org/officeDocument/2006/relationships/slideLayout" Target="../slideLayouts/slideLayout2.xml"/></Relationships>
</file>

<file path=ppt/slides/_rels/slide2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7.xml"/><Relationship Id="rId1" Type="http://schemas.openxmlformats.org/officeDocument/2006/relationships/slideLayout" Target="../slideLayouts/slideLayout2.xml"/></Relationships>
</file>

<file path=ppt/slides/_rels/slide2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8.xml"/><Relationship Id="rId1" Type="http://schemas.openxmlformats.org/officeDocument/2006/relationships/slideLayout" Target="../slideLayouts/slideLayout2.xml"/></Relationships>
</file>

<file path=ppt/slides/_rels/slide2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9.xml"/><Relationship Id="rId1" Type="http://schemas.openxmlformats.org/officeDocument/2006/relationships/slideLayout" Target="../slideLayouts/slideLayout2.xml"/></Relationships>
</file>

<file path=ppt/slides/_rels/slide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notesSlide" Target="../notesSlides/notesSlide30.xml"/><Relationship Id="rId1" Type="http://schemas.openxmlformats.org/officeDocument/2006/relationships/slideLayout" Target="../slideLayouts/slideLayout3.xml"/></Relationships>
</file>

<file path=ppt/slides/_rels/slide3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9.png"/><Relationship Id="rId1" Type="http://schemas.openxmlformats.org/officeDocument/2006/relationships/slideLayout" Target="../slideLayouts/slideLayout2.xml"/></Relationships>
</file>

<file path=ppt/slides/_rels/slide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1.xml"/><Relationship Id="rId1" Type="http://schemas.openxmlformats.org/officeDocument/2006/relationships/slideLayout" Target="../slideLayouts/slideLayout3.xml"/></Relationships>
</file>

<file path=ppt/slides/_rels/slide3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2.xml"/><Relationship Id="rId1" Type="http://schemas.openxmlformats.org/officeDocument/2006/relationships/slideLayout" Target="../slideLayouts/slideLayout3.xml"/></Relationships>
</file>

<file path=ppt/slides/_rels/slide3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3.xml"/><Relationship Id="rId1" Type="http://schemas.openxmlformats.org/officeDocument/2006/relationships/slideLayout" Target="../slideLayouts/slideLayout3.xml"/></Relationships>
</file>

<file path=ppt/slides/_rels/slide3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4.xml"/><Relationship Id="rId1" Type="http://schemas.openxmlformats.org/officeDocument/2006/relationships/slideLayout" Target="../slideLayouts/slideLayout3.xml"/></Relationships>
</file>

<file path=ppt/slides/_rels/slide3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5.xml"/><Relationship Id="rId1" Type="http://schemas.openxmlformats.org/officeDocument/2006/relationships/slideLayout" Target="../slideLayouts/slideLayout3.xml"/></Relationships>
</file>

<file path=ppt/slides/_rels/slide4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6.xml"/><Relationship Id="rId1" Type="http://schemas.openxmlformats.org/officeDocument/2006/relationships/slideLayout" Target="../slideLayouts/slideLayout3.xml"/></Relationships>
</file>

<file path=ppt/slides/_rels/slide4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7.xml"/><Relationship Id="rId1" Type="http://schemas.openxmlformats.org/officeDocument/2006/relationships/slideLayout" Target="../slideLayouts/slideLayout3.xml"/></Relationships>
</file>

<file path=ppt/slides/_rels/slide4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8.xml"/><Relationship Id="rId1" Type="http://schemas.openxmlformats.org/officeDocument/2006/relationships/slideLayout" Target="../slideLayouts/slideLayout3.xml"/></Relationships>
</file>

<file path=ppt/slides/_rels/slide4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9.xml"/><Relationship Id="rId1" Type="http://schemas.openxmlformats.org/officeDocument/2006/relationships/slideLayout" Target="../slideLayouts/slideLayout3.xml"/></Relationships>
</file>

<file path=ppt/slides/_rels/slide4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0.xml"/><Relationship Id="rId1" Type="http://schemas.openxmlformats.org/officeDocument/2006/relationships/slideLayout" Target="../slideLayouts/slideLayout3.xml"/></Relationships>
</file>

<file path=ppt/slides/_rels/slide4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1.xml"/><Relationship Id="rId1" Type="http://schemas.openxmlformats.org/officeDocument/2006/relationships/slideLayout" Target="../slideLayouts/slideLayout3.xml"/></Relationships>
</file>

<file path=ppt/slides/_rels/slide4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2.xml"/><Relationship Id="rId1" Type="http://schemas.openxmlformats.org/officeDocument/2006/relationships/slideLayout" Target="../slideLayouts/slideLayout3.xml"/></Relationships>
</file>

<file path=ppt/slides/_rels/slide4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3.xml"/><Relationship Id="rId1" Type="http://schemas.openxmlformats.org/officeDocument/2006/relationships/slideLayout" Target="../slideLayouts/slideLayout3.xml"/></Relationships>
</file>

<file path=ppt/slides/_rels/slide4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4.xml"/><Relationship Id="rId1" Type="http://schemas.openxmlformats.org/officeDocument/2006/relationships/slideLayout" Target="../slideLayouts/slideLayout3.xml"/></Relationships>
</file>

<file path=ppt/slides/_rels/slide4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5.xml"/><Relationship Id="rId1" Type="http://schemas.openxmlformats.org/officeDocument/2006/relationships/slideLayout" Target="../slideLayouts/slideLayout3.xml"/></Relationships>
</file>

<file path=ppt/slides/_rels/slide5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6.xml"/><Relationship Id="rId1" Type="http://schemas.openxmlformats.org/officeDocument/2006/relationships/slideLayout" Target="../slideLayouts/slideLayout3.xml"/></Relationships>
</file>

<file path=ppt/slides/_rels/slide5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7.xml"/><Relationship Id="rId1" Type="http://schemas.openxmlformats.org/officeDocument/2006/relationships/slideLayout" Target="../slideLayouts/slideLayout3.xml"/></Relationships>
</file>

<file path=ppt/slides/_rels/slide5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notesSlide" Target="../notesSlides/notesSlide48.xml"/><Relationship Id="rId1" Type="http://schemas.openxmlformats.org/officeDocument/2006/relationships/slideLayout" Target="../slideLayouts/slideLayout3.xml"/></Relationships>
</file>

<file path=ppt/slides/_rels/slide5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9.xml"/><Relationship Id="rId1" Type="http://schemas.openxmlformats.org/officeDocument/2006/relationships/slideLayout" Target="../slideLayouts/slideLayout2.xml"/></Relationships>
</file>

<file path=ppt/slides/_rels/slide5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0.png"/><Relationship Id="rId1" Type="http://schemas.openxmlformats.org/officeDocument/2006/relationships/slideLayout" Target="../slideLayouts/slideLayout2.xml"/></Relationships>
</file>

<file path=ppt/slides/_rels/slide5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notesSlide" Target="../notesSlides/notesSlide50.xml"/><Relationship Id="rId1" Type="http://schemas.openxmlformats.org/officeDocument/2006/relationships/slideLayout" Target="../slideLayouts/slideLayout3.xml"/></Relationships>
</file>

<file path=ppt/slides/_rels/slide6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1.png"/><Relationship Id="rId2" Type="http://schemas.openxmlformats.org/officeDocument/2006/relationships/notesSlide" Target="../notesSlides/notesSlide51.xml"/><Relationship Id="rId1" Type="http://schemas.openxmlformats.org/officeDocument/2006/relationships/slideLayout" Target="../slideLayouts/slideLayout2.xml"/></Relationships>
</file>

<file path=ppt/slides/_rels/slide6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2.xml"/><Relationship Id="rId1" Type="http://schemas.openxmlformats.org/officeDocument/2006/relationships/slideLayout" Target="../slideLayouts/slideLayout2.xml"/></Relationships>
</file>

<file path=ppt/slides/_rels/slide6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3.xml"/><Relationship Id="rId1" Type="http://schemas.openxmlformats.org/officeDocument/2006/relationships/slideLayout" Target="../slideLayouts/slideLayout2.xml"/></Relationships>
</file>

<file path=ppt/slides/_rels/slide6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notesSlide" Target="../notesSlides/notesSlide54.xml"/><Relationship Id="rId1" Type="http://schemas.openxmlformats.org/officeDocument/2006/relationships/slideLayout" Target="../slideLayouts/slideLayout3.xml"/></Relationships>
</file>

<file path=ppt/slides/_rels/slide6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8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55.xml"/><Relationship Id="rId1" Type="http://schemas.openxmlformats.org/officeDocument/2006/relationships/slideLayout" Target="../slideLayouts/slideLayout8.xml"/><Relationship Id="rId4" Type="http://schemas.openxmlformats.org/officeDocument/2006/relationships/image" Target="../media/image4.emf"/></Relationships>
</file>

<file path=ppt/slides/_rels/slide6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6.xml"/><Relationship Id="rId1" Type="http://schemas.openxmlformats.org/officeDocument/2006/relationships/slideLayout" Target="../slideLayouts/slideLayout8.xml"/></Relationships>
</file>

<file path=ppt/slides/_rels/slide7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7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3.png"/><Relationship Id="rId2" Type="http://schemas.openxmlformats.org/officeDocument/2006/relationships/image" Target="../media/image32.jpeg"/><Relationship Id="rId1" Type="http://schemas.openxmlformats.org/officeDocument/2006/relationships/slideLayout" Target="../slideLayouts/slideLayout6.xml"/><Relationship Id="rId6" Type="http://schemas.openxmlformats.org/officeDocument/2006/relationships/image" Target="../media/image36.jpeg"/><Relationship Id="rId5" Type="http://schemas.openxmlformats.org/officeDocument/2006/relationships/image" Target="../media/image35.png"/><Relationship Id="rId4" Type="http://schemas.openxmlformats.org/officeDocument/2006/relationships/image" Target="../media/image34.png"/></Relationships>
</file>

<file path=ppt/slides/_rels/slide7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7.png"/><Relationship Id="rId1" Type="http://schemas.openxmlformats.org/officeDocument/2006/relationships/slideLayout" Target="../slideLayouts/slideLayout6.xml"/></Relationships>
</file>

<file path=ppt/slides/_rels/slide7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7.png"/><Relationship Id="rId1" Type="http://schemas.openxmlformats.org/officeDocument/2006/relationships/slideLayout" Target="../slideLayouts/slideLayout6.xml"/></Relationships>
</file>

<file path=ppt/slides/_rels/slide7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7.png"/><Relationship Id="rId1" Type="http://schemas.openxmlformats.org/officeDocument/2006/relationships/slideLayout" Target="../slideLayouts/slideLayout6.xml"/></Relationships>
</file>

<file path=ppt/slides/_rels/slide7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7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7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7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7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8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8.png"/><Relationship Id="rId2" Type="http://schemas.openxmlformats.org/officeDocument/2006/relationships/notesSlide" Target="../notesSlides/notesSlide57.xml"/><Relationship Id="rId1" Type="http://schemas.openxmlformats.org/officeDocument/2006/relationships/slideLayout" Target="../slideLayouts/slideLayout6.xml"/></Relationships>
</file>

<file path=ppt/slides/_rels/slide8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8.png"/><Relationship Id="rId2" Type="http://schemas.openxmlformats.org/officeDocument/2006/relationships/notesSlide" Target="../notesSlides/notesSlide58.xml"/><Relationship Id="rId1" Type="http://schemas.openxmlformats.org/officeDocument/2006/relationships/slideLayout" Target="../slideLayouts/slideLayout6.xml"/></Relationships>
</file>

<file path=ppt/slides/_rels/slide8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8.png"/><Relationship Id="rId2" Type="http://schemas.openxmlformats.org/officeDocument/2006/relationships/notesSlide" Target="../notesSlides/notesSlide59.xml"/><Relationship Id="rId1" Type="http://schemas.openxmlformats.org/officeDocument/2006/relationships/slideLayout" Target="../slideLayouts/slideLayout6.xml"/></Relationships>
</file>

<file path=ppt/slides/_rels/slide8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0.xml"/><Relationship Id="rId1" Type="http://schemas.openxmlformats.org/officeDocument/2006/relationships/slideLayout" Target="../slideLayouts/slideLayout6.xml"/></Relationships>
</file>

<file path=ppt/slides/_rels/slide8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1.xml"/><Relationship Id="rId1" Type="http://schemas.openxmlformats.org/officeDocument/2006/relationships/slideLayout" Target="../slideLayouts/slideLayout6.xml"/></Relationships>
</file>

<file path=ppt/slides/_rels/slide8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9.png"/><Relationship Id="rId2" Type="http://schemas.openxmlformats.org/officeDocument/2006/relationships/notesSlide" Target="../notesSlides/notesSlide62.xml"/><Relationship Id="rId1" Type="http://schemas.openxmlformats.org/officeDocument/2006/relationships/slideLayout" Target="../slideLayouts/slideLayout6.xml"/></Relationships>
</file>

<file path=ppt/slides/_rels/slide8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3.xml"/><Relationship Id="rId1" Type="http://schemas.openxmlformats.org/officeDocument/2006/relationships/slideLayout" Target="../slideLayouts/slideLayout6.xml"/></Relationships>
</file>

<file path=ppt/slides/_rels/slide8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4.xml"/><Relationship Id="rId1" Type="http://schemas.openxmlformats.org/officeDocument/2006/relationships/slideLayout" Target="../slideLayouts/slideLayout6.xml"/></Relationships>
</file>

<file path=ppt/slides/_rels/slide8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8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0.png"/><Relationship Id="rId1" Type="http://schemas.openxmlformats.org/officeDocument/2006/relationships/slideLayout" Target="../slideLayouts/slideLayout6.xml"/></Relationships>
</file>

<file path=ppt/slides/_rels/slide9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notesSlide" Target="../notesSlides/notesSlide65.xml"/><Relationship Id="rId1" Type="http://schemas.openxmlformats.org/officeDocument/2006/relationships/slideLayout" Target="../slideLayouts/slideLayout3.xml"/></Relationships>
</file>

<file path=ppt/slides/_rels/slide9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92.xml.rels><?xml version="1.0" encoding="UTF-8" standalone="yes"?>
<Relationships xmlns="http://schemas.openxmlformats.org/package/2006/relationships"><Relationship Id="rId2" Type="http://schemas.openxmlformats.org/officeDocument/2006/relationships/image" Target="../media/image40.png"/><Relationship Id="rId1" Type="http://schemas.openxmlformats.org/officeDocument/2006/relationships/slideLayout" Target="../slideLayouts/slideLayout6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>
            <a:extLst>
              <a:ext uri="{FF2B5EF4-FFF2-40B4-BE49-F238E27FC236}">
                <a16:creationId xmlns:a16="http://schemas.microsoft.com/office/drawing/2014/main" id="{099C77C5-A377-3E44-9802-7A06ED6AD0D8}"/>
              </a:ext>
            </a:extLst>
          </p:cNvPr>
          <p:cNvSpPr>
            <a:spLocks noChangeArrowheads="1"/>
          </p:cNvSpPr>
          <p:nvPr/>
        </p:nvSpPr>
        <p:spPr bwMode="auto">
          <a:xfrm>
            <a:off x="7981312" y="4289908"/>
            <a:ext cx="3981504" cy="2860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eaLnBrk="1" hangingPunct="1">
              <a:lnSpc>
                <a:spcPct val="85000"/>
              </a:lnSpc>
            </a:pPr>
            <a:r>
              <a:rPr lang="en-US" altLang="en-US" sz="2800" i="1" dirty="0">
                <a:solidFill>
                  <a:srgbClr val="0000A3"/>
                </a:solidFill>
                <a:latin typeface="+mn-lt"/>
              </a:rPr>
              <a:t>Computer Networking: A Top-Down Approach </a:t>
            </a:r>
            <a:br>
              <a:rPr lang="en-US" altLang="en-US" sz="2800" dirty="0">
                <a:solidFill>
                  <a:srgbClr val="008000"/>
                </a:solidFill>
                <a:latin typeface="+mn-lt"/>
              </a:rPr>
            </a:br>
            <a:r>
              <a:rPr lang="en-US" altLang="en-US" sz="1800" dirty="0">
                <a:latin typeface="+mn-lt"/>
              </a:rPr>
              <a:t>8</a:t>
            </a:r>
            <a:r>
              <a:rPr lang="en-US" altLang="en-US" sz="1800" baseline="30000" dirty="0">
                <a:latin typeface="+mn-lt"/>
              </a:rPr>
              <a:t>th</a:t>
            </a:r>
            <a:r>
              <a:rPr lang="en-US" altLang="en-US" sz="1800" dirty="0">
                <a:latin typeface="+mn-lt"/>
              </a:rPr>
              <a:t> edition </a:t>
            </a:r>
            <a:br>
              <a:rPr lang="en-US" altLang="en-US" sz="1800" dirty="0">
                <a:latin typeface="+mn-lt"/>
              </a:rPr>
            </a:br>
            <a:r>
              <a:rPr lang="en-US" altLang="en-US" sz="1800" dirty="0">
                <a:latin typeface="+mn-lt"/>
              </a:rPr>
              <a:t>Jim Kurose, Keith Ross</a:t>
            </a:r>
            <a:br>
              <a:rPr lang="en-US" altLang="en-US" sz="1800" dirty="0">
                <a:latin typeface="+mn-lt"/>
              </a:rPr>
            </a:br>
            <a:r>
              <a:rPr lang="en-US" altLang="en-US" sz="1800" dirty="0">
                <a:latin typeface="+mn-lt"/>
              </a:rPr>
              <a:t>Pearson, 2020</a:t>
            </a:r>
            <a:endParaRPr lang="en-US" altLang="en-US" sz="2000" dirty="0">
              <a:latin typeface="+mn-lt"/>
            </a:endParaRPr>
          </a:p>
        </p:txBody>
      </p:sp>
      <p:sp>
        <p:nvSpPr>
          <p:cNvPr id="6" name="Rectangle 3">
            <a:extLst>
              <a:ext uri="{FF2B5EF4-FFF2-40B4-BE49-F238E27FC236}">
                <a16:creationId xmlns:a16="http://schemas.microsoft.com/office/drawing/2014/main" id="{9A9F684E-5DD1-6543-95D2-8EB5E7619BE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25034" y="561975"/>
            <a:ext cx="5127523" cy="193968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eaLnBrk="1" hangingPunct="1">
              <a:lnSpc>
                <a:spcPct val="85000"/>
              </a:lnSpc>
            </a:pPr>
            <a:r>
              <a:rPr lang="en-US" altLang="en-US" sz="5400" b="1" dirty="0">
                <a:solidFill>
                  <a:srgbClr val="000099"/>
                </a:solidFill>
                <a:latin typeface="+mj-lt"/>
              </a:rPr>
              <a:t>Chapter 5</a:t>
            </a:r>
            <a:br>
              <a:rPr lang="en-US" altLang="en-US" sz="6000" b="1" dirty="0">
                <a:solidFill>
                  <a:srgbClr val="000099"/>
                </a:solidFill>
                <a:latin typeface="+mj-lt"/>
              </a:rPr>
            </a:br>
            <a:r>
              <a:rPr lang="en-US" altLang="en-US" sz="5400" b="1" dirty="0">
                <a:solidFill>
                  <a:srgbClr val="000099"/>
                </a:solidFill>
                <a:latin typeface="+mj-lt"/>
              </a:rPr>
              <a:t>Network Layer:</a:t>
            </a:r>
          </a:p>
          <a:p>
            <a:pPr eaLnBrk="1" hangingPunct="1">
              <a:lnSpc>
                <a:spcPct val="85000"/>
              </a:lnSpc>
            </a:pPr>
            <a:r>
              <a:rPr lang="en-US" altLang="en-US" sz="5400" b="1" dirty="0">
                <a:solidFill>
                  <a:srgbClr val="000099"/>
                </a:solidFill>
                <a:latin typeface="+mj-lt"/>
              </a:rPr>
              <a:t>Control Plane</a:t>
            </a:r>
          </a:p>
        </p:txBody>
      </p:sp>
      <p:sp>
        <p:nvSpPr>
          <p:cNvPr id="7" name="Text Box 6">
            <a:extLst>
              <a:ext uri="{FF2B5EF4-FFF2-40B4-BE49-F238E27FC236}">
                <a16:creationId xmlns:a16="http://schemas.microsoft.com/office/drawing/2014/main" id="{8A719B73-7005-5F48-AB23-FCC253DE1BC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50014" y="2647662"/>
            <a:ext cx="5378450" cy="16296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800" dirty="0">
                <a:latin typeface="+mn-lt"/>
              </a:rPr>
              <a:t>A note on the use of these PowerPoint slides:</a:t>
            </a:r>
          </a:p>
          <a:p>
            <a:r>
              <a:rPr lang="en-US" altLang="en-US" sz="1400" dirty="0">
                <a:latin typeface="+mn-lt"/>
              </a:rPr>
              <a:t>We’</a:t>
            </a:r>
            <a:r>
              <a:rPr lang="en-US" altLang="ja-JP" sz="1400" dirty="0">
                <a:latin typeface="+mn-lt"/>
              </a:rPr>
              <a:t>re making these slides freely available to all (faculty, students, readers). They’re in PowerPoint form so you see the animations; and can add, modify, and delete slides  (including this one) and slide content to suit your needs. They obviously represent a </a:t>
            </a:r>
            <a:r>
              <a:rPr lang="en-US" altLang="ja-JP" sz="1400" i="1" dirty="0">
                <a:latin typeface="+mn-lt"/>
              </a:rPr>
              <a:t>lot</a:t>
            </a:r>
            <a:r>
              <a:rPr lang="en-US" altLang="ja-JP" sz="1400" dirty="0">
                <a:latin typeface="+mn-lt"/>
              </a:rPr>
              <a:t> of work on our part. In return for use, we only ask the following:</a:t>
            </a:r>
          </a:p>
          <a:p>
            <a:pPr>
              <a:lnSpc>
                <a:spcPct val="85000"/>
              </a:lnSpc>
            </a:pPr>
            <a:endParaRPr lang="en-US" altLang="en-US" sz="1400" dirty="0"/>
          </a:p>
        </p:txBody>
      </p:sp>
      <p:sp>
        <p:nvSpPr>
          <p:cNvPr id="8" name="Text Box 7">
            <a:extLst>
              <a:ext uri="{FF2B5EF4-FFF2-40B4-BE49-F238E27FC236}">
                <a16:creationId xmlns:a16="http://schemas.microsoft.com/office/drawing/2014/main" id="{BD221538-7929-D34F-8387-EA57F966E19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25035" y="3894603"/>
            <a:ext cx="5378450" cy="263617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marL="173038" indent="-17303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85000"/>
              </a:lnSpc>
            </a:pPr>
            <a:endParaRPr lang="en-US" altLang="en-US" sz="1400" dirty="0">
              <a:latin typeface="Gill Sans MT" panose="020B0502020104020203" pitchFamily="34" charset="77"/>
            </a:endParaRPr>
          </a:p>
          <a:p>
            <a:pPr marL="290513" indent="-168275">
              <a:buClr>
                <a:srgbClr val="0000A8"/>
              </a:buClr>
              <a:buSzPct val="75000"/>
              <a:buFont typeface="Wingdings" pitchFamily="2" charset="2"/>
              <a:buChar char="§"/>
            </a:pPr>
            <a:r>
              <a:rPr lang="en-US" altLang="en-US" sz="1400" dirty="0">
                <a:latin typeface="+mn-lt"/>
                <a:cs typeface="Calibri" panose="020F0502020204030204" pitchFamily="34" charset="0"/>
              </a:rPr>
              <a:t>If you use these slides (e.g., in a class) that you mention their source (after all, we’</a:t>
            </a:r>
            <a:r>
              <a:rPr lang="en-US" altLang="ja-JP" sz="1400" dirty="0">
                <a:latin typeface="+mn-lt"/>
                <a:cs typeface="Calibri" panose="020F0502020204030204" pitchFamily="34" charset="0"/>
              </a:rPr>
              <a:t>d like people to use our book!)</a:t>
            </a:r>
          </a:p>
          <a:p>
            <a:pPr marL="290513" indent="-168275">
              <a:buClr>
                <a:srgbClr val="0000A8"/>
              </a:buClr>
              <a:buSzPct val="75000"/>
              <a:buFont typeface="Wingdings" pitchFamily="2" charset="2"/>
              <a:buChar char="§"/>
            </a:pPr>
            <a:r>
              <a:rPr lang="en-US" altLang="en-US" sz="1400" dirty="0">
                <a:latin typeface="+mn-lt"/>
                <a:cs typeface="Calibri" panose="020F0502020204030204" pitchFamily="34" charset="0"/>
              </a:rPr>
              <a:t>If you post any slides on a www site, that you note that they are adapted from (or perhaps identical to) our slides, and note our copyright of this material.</a:t>
            </a:r>
          </a:p>
          <a:p>
            <a:pPr>
              <a:lnSpc>
                <a:spcPct val="85000"/>
              </a:lnSpc>
              <a:buClr>
                <a:schemeClr val="accent2"/>
              </a:buClr>
              <a:buFont typeface="Wingdings" pitchFamily="2" charset="2"/>
              <a:buNone/>
            </a:pPr>
            <a:endParaRPr lang="en-US" altLang="en-US" sz="1400" dirty="0">
              <a:latin typeface="+mn-lt"/>
            </a:endParaRPr>
          </a:p>
          <a:p>
            <a:pPr marL="15875" indent="0">
              <a:lnSpc>
                <a:spcPct val="85000"/>
              </a:lnSpc>
              <a:buClr>
                <a:schemeClr val="accent2"/>
              </a:buClr>
              <a:buFont typeface="Wingdings" pitchFamily="2" charset="2"/>
              <a:buNone/>
            </a:pPr>
            <a:r>
              <a:rPr lang="en-US" altLang="en-US" sz="1400" dirty="0">
                <a:latin typeface="+mn-lt"/>
              </a:rPr>
              <a:t>For a revision history, see the slide note for this page. </a:t>
            </a:r>
          </a:p>
          <a:p>
            <a:pPr marL="15875" indent="0">
              <a:lnSpc>
                <a:spcPct val="85000"/>
              </a:lnSpc>
              <a:buClr>
                <a:schemeClr val="accent2"/>
              </a:buClr>
              <a:buFont typeface="Wingdings" pitchFamily="2" charset="2"/>
              <a:buNone/>
            </a:pPr>
            <a:endParaRPr lang="en-US" altLang="en-US" sz="1400" dirty="0">
              <a:latin typeface="+mn-lt"/>
            </a:endParaRPr>
          </a:p>
          <a:p>
            <a:pPr marL="15875" indent="0">
              <a:lnSpc>
                <a:spcPct val="85000"/>
              </a:lnSpc>
              <a:buClr>
                <a:schemeClr val="accent2"/>
              </a:buClr>
              <a:buFont typeface="Wingdings" pitchFamily="2" charset="2"/>
              <a:buNone/>
            </a:pPr>
            <a:r>
              <a:rPr lang="en-US" altLang="en-US" sz="1400" dirty="0">
                <a:latin typeface="+mn-lt"/>
              </a:rPr>
              <a:t>Thanks and enjoy!  JFK/KWR</a:t>
            </a:r>
          </a:p>
          <a:p>
            <a:pPr>
              <a:lnSpc>
                <a:spcPct val="85000"/>
              </a:lnSpc>
            </a:pPr>
            <a:endParaRPr lang="en-US" altLang="en-US" sz="1400" dirty="0">
              <a:latin typeface="+mn-lt"/>
            </a:endParaRPr>
          </a:p>
          <a:p>
            <a:pPr>
              <a:lnSpc>
                <a:spcPct val="85000"/>
              </a:lnSpc>
            </a:pPr>
            <a:r>
              <a:rPr lang="en-US" altLang="en-US" sz="1400" dirty="0">
                <a:latin typeface="+mn-lt"/>
              </a:rPr>
              <a:t>     All material copyright 1996-2023</a:t>
            </a:r>
          </a:p>
          <a:p>
            <a:pPr>
              <a:lnSpc>
                <a:spcPct val="85000"/>
              </a:lnSpc>
            </a:pPr>
            <a:r>
              <a:rPr lang="en-US" altLang="en-US" sz="1400" dirty="0">
                <a:latin typeface="+mn-lt"/>
              </a:rPr>
              <a:t>     J.F Kurose and K.W. Ross, All Rights Reserved</a:t>
            </a:r>
            <a:endParaRPr lang="en-US" altLang="en-US" sz="1200" dirty="0">
              <a:latin typeface="+mn-lt"/>
            </a:endParaRPr>
          </a:p>
        </p:txBody>
      </p:sp>
      <p:pic>
        <p:nvPicPr>
          <p:cNvPr id="9" name="Picture 8" descr="A picture containing outdoor, water, bridge, building&#10;&#10;Description automatically generated">
            <a:extLst>
              <a:ext uri="{FF2B5EF4-FFF2-40B4-BE49-F238E27FC236}">
                <a16:creationId xmlns:a16="http://schemas.microsoft.com/office/drawing/2014/main" id="{F92E998D-891C-8C4D-A1FD-4079E0691FBD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135257" y="887185"/>
            <a:ext cx="3040743" cy="380092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31482551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50F6FC3-7DD0-8D48-A73C-1EC08DB3BAF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en-US" dirty="0">
                <a:cs typeface="Calibri" panose="020F0502020204030204" pitchFamily="34" charset="0"/>
              </a:rPr>
              <a:t>Network layer control plane: our goals</a:t>
            </a:r>
            <a:endParaRPr lang="en-US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99183EDA-C355-9A48-9A7B-13CAE9D049C3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38200" y="1572572"/>
            <a:ext cx="5181600" cy="4698465"/>
          </a:xfrm>
        </p:spPr>
        <p:txBody>
          <a:bodyPr>
            <a:normAutofit/>
          </a:bodyPr>
          <a:lstStyle/>
          <a:p>
            <a:pPr marL="342900" indent="-212725">
              <a:buFont typeface="Wingdings" charset="2"/>
              <a:buChar char="§"/>
              <a:defRPr/>
            </a:pPr>
            <a:r>
              <a:rPr lang="en-US" sz="3200" dirty="0"/>
              <a:t>understand principles behind network control plane:</a:t>
            </a:r>
          </a:p>
          <a:p>
            <a:pPr lvl="1">
              <a:buFont typeface="Arial"/>
              <a:buChar char="•"/>
              <a:defRPr/>
            </a:pPr>
            <a:r>
              <a:rPr lang="en-US" sz="2800" dirty="0"/>
              <a:t>traditional routing algorithms</a:t>
            </a:r>
          </a:p>
          <a:p>
            <a:pPr lvl="1">
              <a:buFont typeface="Arial"/>
              <a:buChar char="•"/>
              <a:defRPr/>
            </a:pPr>
            <a:r>
              <a:rPr lang="en-US" sz="2800" dirty="0"/>
              <a:t>SDN controllers</a:t>
            </a:r>
          </a:p>
          <a:p>
            <a:pPr lvl="1">
              <a:buFont typeface="Arial"/>
              <a:buChar char="•"/>
              <a:defRPr/>
            </a:pPr>
            <a:r>
              <a:rPr lang="en-US" sz="2800" dirty="0"/>
              <a:t>network management, configuration</a:t>
            </a:r>
          </a:p>
          <a:p>
            <a:pPr marL="130175" indent="0">
              <a:buNone/>
            </a:pPr>
            <a:endParaRPr lang="en-US" dirty="0"/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9B6A4EEF-90EE-424B-9F5F-D32E647EF1B0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304934" y="1602070"/>
            <a:ext cx="5584371" cy="4351338"/>
          </a:xfrm>
        </p:spPr>
        <p:txBody>
          <a:bodyPr>
            <a:normAutofit/>
          </a:bodyPr>
          <a:lstStyle/>
          <a:p>
            <a:pPr marL="407988" indent="-277813"/>
            <a:r>
              <a:rPr lang="en-US" sz="3200" dirty="0"/>
              <a:t>instantiation, implementation in the Internet:</a:t>
            </a:r>
          </a:p>
          <a:p>
            <a:pPr lvl="1"/>
            <a:r>
              <a:rPr lang="en-US" sz="2800" dirty="0"/>
              <a:t>OSPF, BGP</a:t>
            </a:r>
          </a:p>
          <a:p>
            <a:pPr lvl="1"/>
            <a:r>
              <a:rPr lang="en-US" sz="2800" dirty="0"/>
              <a:t>Internet Control Message Protocol: ICMP</a:t>
            </a:r>
          </a:p>
        </p:txBody>
      </p:sp>
      <p:sp>
        <p:nvSpPr>
          <p:cNvPr id="6" name="Slide Number Placeholder 4">
            <a:extLst>
              <a:ext uri="{FF2B5EF4-FFF2-40B4-BE49-F238E27FC236}">
                <a16:creationId xmlns:a16="http://schemas.microsoft.com/office/drawing/2014/main" id="{20951948-B008-E644-A413-AF8F2E6FBCAF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101334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8" dur="500"/>
                                        <p:tgtEl>
                                          <p:spTgt spid="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1" dur="500"/>
                                        <p:tgtEl>
                                          <p:spTgt spid="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uiExpand="1" build="p"/>
      <p:bldP spid="4" grpId="0" uiExpand="1" build="p"/>
    </p:bld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cs typeface="Calibri" panose="020F0502020204030204" pitchFamily="34" charset="0"/>
              </a:rPr>
              <a:t>Network layer: “control plane” roadmap</a:t>
            </a:r>
            <a:endParaRPr lang="en-US" sz="4400" dirty="0"/>
          </a:p>
        </p:txBody>
      </p:sp>
      <p:pic>
        <p:nvPicPr>
          <p:cNvPr id="6" name="Picture 5" descr="A train crossing a bridge over a body of water&#10;&#10;Description automatically generated">
            <a:extLst>
              <a:ext uri="{FF2B5EF4-FFF2-40B4-BE49-F238E27FC236}">
                <a16:creationId xmlns:a16="http://schemas.microsoft.com/office/drawing/2014/main" id="{8B05C88C-8150-3A41-8E34-0D407B652F32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015288" y="1379196"/>
            <a:ext cx="3102316" cy="2326737"/>
          </a:xfrm>
          <a:prstGeom prst="rect">
            <a:avLst/>
          </a:prstGeom>
        </p:spPr>
      </p:pic>
      <p:sp>
        <p:nvSpPr>
          <p:cNvPr id="10" name="Rectangle 4">
            <a:extLst>
              <a:ext uri="{FF2B5EF4-FFF2-40B4-BE49-F238E27FC236}">
                <a16:creationId xmlns:a16="http://schemas.microsoft.com/office/drawing/2014/main" id="{2935D8EE-730D-3846-8ED3-CF147CA4A373}"/>
              </a:ext>
            </a:extLst>
          </p:cNvPr>
          <p:cNvSpPr txBox="1">
            <a:spLocks noChangeArrowheads="1"/>
          </p:cNvSpPr>
          <p:nvPr/>
        </p:nvSpPr>
        <p:spPr>
          <a:xfrm>
            <a:off x="622456" y="1361615"/>
            <a:ext cx="5571867" cy="5039185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5750" indent="-274638">
              <a:spcBef>
                <a:spcPts val="600"/>
              </a:spcBef>
              <a:buClr>
                <a:srgbClr val="0000A8"/>
              </a:buClr>
            </a:pPr>
            <a:r>
              <a:rPr lang="en-US" altLang="en-US" sz="3600" dirty="0">
                <a:solidFill>
                  <a:srgbClr val="C00000"/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introduction</a:t>
            </a:r>
          </a:p>
          <a:p>
            <a:pPr marL="285750" indent="-274638">
              <a:spcBef>
                <a:spcPts val="600"/>
              </a:spcBef>
              <a:buClr>
                <a:srgbClr val="0000A8"/>
              </a:buClr>
            </a:pPr>
            <a:r>
              <a:rPr lang="en-US" altLang="en-US" sz="3200" dirty="0">
                <a:ea typeface="ＭＳ Ｐゴシック" panose="020B0600070205080204" pitchFamily="34" charset="-128"/>
                <a:cs typeface="Arial" panose="020B0604020202020204" pitchFamily="34" charset="0"/>
              </a:rPr>
              <a:t>routing protocols</a:t>
            </a:r>
          </a:p>
          <a:p>
            <a:pPr marL="746125" lvl="1" indent="-273050">
              <a:spcBef>
                <a:spcPts val="600"/>
              </a:spcBef>
              <a:buFont typeface="Wingdings" pitchFamily="2" charset="2"/>
              <a:buChar char="§"/>
            </a:pPr>
            <a:r>
              <a:rPr lang="en-US" altLang="en-US" sz="2800" dirty="0">
                <a:ea typeface="ＭＳ Ｐゴシック" panose="020B0600070205080204" pitchFamily="34" charset="-128"/>
                <a:cs typeface="Arial" panose="020B0604020202020204" pitchFamily="34" charset="0"/>
              </a:rPr>
              <a:t>link state</a:t>
            </a:r>
          </a:p>
          <a:p>
            <a:pPr marL="746125" lvl="1" indent="-273050">
              <a:spcBef>
                <a:spcPts val="600"/>
              </a:spcBef>
              <a:buFont typeface="Wingdings" pitchFamily="2" charset="2"/>
              <a:buChar char="§"/>
            </a:pPr>
            <a:r>
              <a:rPr lang="en-US" altLang="en-US" sz="2800" dirty="0">
                <a:ea typeface="ＭＳ Ｐゴシック" panose="020B0600070205080204" pitchFamily="34" charset="-128"/>
                <a:cs typeface="Arial" panose="020B0604020202020204" pitchFamily="34" charset="0"/>
              </a:rPr>
              <a:t>distance vector</a:t>
            </a:r>
          </a:p>
          <a:p>
            <a:pPr marL="285750" indent="-285750">
              <a:spcBef>
                <a:spcPts val="600"/>
              </a:spcBef>
              <a:buClr>
                <a:srgbClr val="0000A8"/>
              </a:buClr>
            </a:pPr>
            <a:r>
              <a:rPr lang="en-US" altLang="en-US" sz="3200" dirty="0">
                <a:ea typeface="ＭＳ Ｐゴシック" panose="020B0600070205080204" pitchFamily="34" charset="-128"/>
                <a:cs typeface="Arial" panose="020B0604020202020204" pitchFamily="34" charset="0"/>
              </a:rPr>
              <a:t>intra-ISP routing: OSPF</a:t>
            </a:r>
          </a:p>
          <a:p>
            <a:pPr marL="285750" indent="-285750">
              <a:spcBef>
                <a:spcPts val="600"/>
              </a:spcBef>
              <a:buClr>
                <a:srgbClr val="0000A8"/>
              </a:buClr>
            </a:pPr>
            <a:r>
              <a:rPr lang="en-US" altLang="en-US" sz="3200" dirty="0">
                <a:ea typeface="ＭＳ Ｐゴシック" panose="020B0600070205080204" pitchFamily="34" charset="-128"/>
                <a:cs typeface="Arial" panose="020B0604020202020204" pitchFamily="34" charset="0"/>
              </a:rPr>
              <a:t>routing among ISPs: BGP</a:t>
            </a:r>
          </a:p>
          <a:p>
            <a:pPr marL="285750" indent="-285750">
              <a:spcBef>
                <a:spcPts val="600"/>
              </a:spcBef>
              <a:buClr>
                <a:srgbClr val="0000A8"/>
              </a:buClr>
            </a:pPr>
            <a:r>
              <a:rPr lang="en-US" altLang="en-US" sz="3200" dirty="0">
                <a:ea typeface="ＭＳ Ｐゴシック" panose="020B0600070205080204" pitchFamily="34" charset="-128"/>
                <a:cs typeface="Arial" panose="020B0604020202020204" pitchFamily="34" charset="0"/>
              </a:rPr>
              <a:t>SDN control plane</a:t>
            </a:r>
          </a:p>
          <a:p>
            <a:pPr marL="285750" indent="-285750">
              <a:spcBef>
                <a:spcPts val="600"/>
              </a:spcBef>
              <a:buClr>
                <a:srgbClr val="0000A8"/>
              </a:buClr>
            </a:pPr>
            <a:r>
              <a:rPr lang="en-US" altLang="en-US" sz="3200" dirty="0"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Internet Control Message Protocol </a:t>
            </a:r>
          </a:p>
          <a:p>
            <a:pPr marL="466725" indent="-409575">
              <a:spcBef>
                <a:spcPts val="600"/>
              </a:spcBef>
              <a:buNone/>
            </a:pPr>
            <a:endParaRPr lang="en-US" altLang="en-US" sz="3200" dirty="0">
              <a:ea typeface="ＭＳ Ｐゴシック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11" name="Slide Number Placeholder 4">
            <a:extLst>
              <a:ext uri="{FF2B5EF4-FFF2-40B4-BE49-F238E27FC236}">
                <a16:creationId xmlns:a16="http://schemas.microsoft.com/office/drawing/2014/main" id="{60E442AF-0FD6-9040-9BFF-CE4BE886AA4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14765118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1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10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10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8" dur="500"/>
                                        <p:tgtEl>
                                          <p:spTgt spid="10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3" dur="500"/>
                                        <p:tgtEl>
                                          <p:spTgt spid="10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>
                      <p:stCondLst>
                        <p:cond delay="indefinite"/>
                      </p:stCondLst>
                      <p:childTnLst>
                        <p:par>
                          <p:cTn id="35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8" dur="500"/>
                                        <p:tgtEl>
                                          <p:spTgt spid="10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 build="p"/>
    </p:bld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Content Placeholder 6">
            <a:extLst>
              <a:ext uri="{FF2B5EF4-FFF2-40B4-BE49-F238E27FC236}">
                <a16:creationId xmlns:a16="http://schemas.microsoft.com/office/drawing/2014/main" id="{0FCA6316-79A6-B14E-8F63-A42967EB3B2A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970936" y="4247536"/>
            <a:ext cx="10515600" cy="1473868"/>
          </a:xfrm>
        </p:spPr>
        <p:txBody>
          <a:bodyPr>
            <a:normAutofit lnSpcReduction="10000"/>
          </a:bodyPr>
          <a:lstStyle/>
          <a:p>
            <a:pPr marL="130175" indent="0">
              <a:buNone/>
            </a:pPr>
            <a:r>
              <a:rPr lang="en-US" sz="3200" dirty="0">
                <a:solidFill>
                  <a:srgbClr val="C00000"/>
                </a:solidFill>
              </a:rPr>
              <a:t>Two approaches to structuring network control plane:</a:t>
            </a:r>
          </a:p>
          <a:p>
            <a:pPr marL="466725" indent="-249238"/>
            <a:r>
              <a:rPr lang="en-US" dirty="0"/>
              <a:t>per-router control (traditional)</a:t>
            </a:r>
          </a:p>
          <a:p>
            <a:pPr marL="466725" indent="-249238"/>
            <a:r>
              <a:rPr lang="en-US" dirty="0"/>
              <a:t>logically centralized control (software defined networking)</a:t>
            </a:r>
          </a:p>
          <a:p>
            <a:endParaRPr lang="en-US" dirty="0"/>
          </a:p>
        </p:txBody>
      </p:sp>
      <p:sp>
        <p:nvSpPr>
          <p:cNvPr id="6" name="Title 5">
            <a:extLst>
              <a:ext uri="{FF2B5EF4-FFF2-40B4-BE49-F238E27FC236}">
                <a16:creationId xmlns:a16="http://schemas.microsoft.com/office/drawing/2014/main" id="{E6933BFA-FFE1-0149-8120-54BF3A2DA78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sz="4800" dirty="0"/>
              <a:t>Network-layer functions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C959312D-6602-054C-94D1-70724062AE9B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4</a:t>
            </a:fld>
            <a:endParaRPr lang="en-US" dirty="0"/>
          </a:p>
        </p:txBody>
      </p:sp>
      <p:grpSp>
        <p:nvGrpSpPr>
          <p:cNvPr id="12" name="Group 11">
            <a:extLst>
              <a:ext uri="{FF2B5EF4-FFF2-40B4-BE49-F238E27FC236}">
                <a16:creationId xmlns:a16="http://schemas.microsoft.com/office/drawing/2014/main" id="{6FDE94C0-73F6-B048-AAAB-8D0D8D89E2D1}"/>
              </a:ext>
            </a:extLst>
          </p:cNvPr>
          <p:cNvGrpSpPr/>
          <p:nvPr/>
        </p:nvGrpSpPr>
        <p:grpSpPr>
          <a:xfrm>
            <a:off x="817202" y="1662139"/>
            <a:ext cx="9934373" cy="918829"/>
            <a:chOff x="817202" y="1662139"/>
            <a:chExt cx="9934373" cy="918829"/>
          </a:xfrm>
        </p:grpSpPr>
        <p:sp>
          <p:nvSpPr>
            <p:cNvPr id="8" name="Rectangle 3">
              <a:extLst>
                <a:ext uri="{FF2B5EF4-FFF2-40B4-BE49-F238E27FC236}">
                  <a16:creationId xmlns:a16="http://schemas.microsoft.com/office/drawing/2014/main" id="{FEAC7B53-78D6-1B48-9942-0293ECA70C35}"/>
                </a:ext>
              </a:extLst>
            </p:cNvPr>
            <p:cNvSpPr txBox="1">
              <a:spLocks noChangeArrowheads="1"/>
            </p:cNvSpPr>
            <p:nvPr/>
          </p:nvSpPr>
          <p:spPr>
            <a:xfrm>
              <a:off x="817202" y="1662139"/>
              <a:ext cx="6556992" cy="918829"/>
            </a:xfrm>
            <a:prstGeom prst="rect">
              <a:avLst/>
            </a:prstGeom>
          </p:spPr>
          <p:txBody>
            <a:bodyPr vert="horz" lIns="91440" tIns="45720" rIns="91440" bIns="45720" rtlCol="0">
              <a:normAutofit/>
            </a:bodyPr>
            <a:lstStyle>
              <a:lvl1pPr marL="352425" indent="-222250" algn="l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Clr>
                  <a:srgbClr val="0000A3"/>
                </a:buClr>
                <a:buFont typeface="Wingdings" pitchFamily="2" charset="2"/>
                <a:buChar char="§"/>
                <a:tabLst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695325" indent="-231775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rgbClr val="0000A8"/>
                </a:buClr>
                <a:buFont typeface="Arial" panose="020B0604020202020204" pitchFamily="34" charset="0"/>
                <a:buChar char="•"/>
                <a:tabLst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466725" indent="-336550">
                <a:spcBef>
                  <a:spcPts val="1200"/>
                </a:spcBef>
                <a:defRPr/>
              </a:pPr>
              <a:r>
                <a:rPr lang="en-US" dirty="0">
                  <a:solidFill>
                    <a:srgbClr val="C00000"/>
                  </a:solidFill>
                </a:rPr>
                <a:t>forwarding: </a:t>
              </a:r>
              <a:r>
                <a:rPr lang="en-US" dirty="0"/>
                <a:t>move packets from router’</a:t>
              </a:r>
              <a:r>
                <a:rPr lang="en-US" altLang="ja-JP" dirty="0"/>
                <a:t>s input to appropriate router output</a:t>
              </a:r>
            </a:p>
            <a:p>
              <a:pPr>
                <a:buFont typeface="Wingdings" charset="0"/>
                <a:buNone/>
                <a:defRPr/>
              </a:pPr>
              <a:endParaRPr lang="en-US" dirty="0"/>
            </a:p>
          </p:txBody>
        </p:sp>
        <p:sp>
          <p:nvSpPr>
            <p:cNvPr id="9" name="Rectangle 4">
              <a:extLst>
                <a:ext uri="{FF2B5EF4-FFF2-40B4-BE49-F238E27FC236}">
                  <a16:creationId xmlns:a16="http://schemas.microsoft.com/office/drawing/2014/main" id="{921A3F06-1DC8-C24B-9C1D-D833C15E3F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68781" y="1807341"/>
              <a:ext cx="2882794" cy="5081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342900" indent="-342900">
                <a:lnSpc>
                  <a:spcPct val="85000"/>
                </a:lnSpc>
                <a:spcBef>
                  <a:spcPts val="600"/>
                </a:spcBef>
                <a:buClr>
                  <a:srgbClr val="000099"/>
                </a:buClr>
                <a:buSzPct val="65000"/>
                <a:buFont typeface="Wingdings" charset="0"/>
                <a:buNone/>
                <a:defRPr/>
              </a:pPr>
              <a:r>
                <a:rPr lang="en-US" sz="3600" i="1" dirty="0">
                  <a:solidFill>
                    <a:srgbClr val="000090"/>
                  </a:solidFill>
                </a:rPr>
                <a:t>data plane</a:t>
              </a:r>
            </a:p>
            <a:p>
              <a:pPr marL="342900" indent="-342900">
                <a:lnSpc>
                  <a:spcPct val="85000"/>
                </a:lnSpc>
                <a:spcBef>
                  <a:spcPts val="600"/>
                </a:spcBef>
                <a:buClr>
                  <a:srgbClr val="000099"/>
                </a:buClr>
                <a:buSzPct val="65000"/>
                <a:buFont typeface="Wingdings" charset="0"/>
                <a:buNone/>
                <a:defRPr/>
              </a:pPr>
              <a:endParaRPr lang="en-US" sz="2800" dirty="0"/>
            </a:p>
            <a:p>
              <a:pPr marL="342900" indent="-34290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charset="0"/>
                <a:buChar char="v"/>
                <a:defRPr/>
              </a:pPr>
              <a:endParaRPr lang="en-US" sz="2800" dirty="0"/>
            </a:p>
          </p:txBody>
        </p:sp>
      </p:grpSp>
      <p:grpSp>
        <p:nvGrpSpPr>
          <p:cNvPr id="13" name="Group 12">
            <a:extLst>
              <a:ext uri="{FF2B5EF4-FFF2-40B4-BE49-F238E27FC236}">
                <a16:creationId xmlns:a16="http://schemas.microsoft.com/office/drawing/2014/main" id="{DF499515-ACC5-5E44-BAC7-0535D920E0BE}"/>
              </a:ext>
            </a:extLst>
          </p:cNvPr>
          <p:cNvGrpSpPr/>
          <p:nvPr/>
        </p:nvGrpSpPr>
        <p:grpSpPr>
          <a:xfrm>
            <a:off x="1285300" y="2660651"/>
            <a:ext cx="9825520" cy="920619"/>
            <a:chOff x="1314797" y="2881877"/>
            <a:chExt cx="9825520" cy="920619"/>
          </a:xfrm>
        </p:grpSpPr>
        <p:sp>
          <p:nvSpPr>
            <p:cNvPr id="10" name="Rectangle 4">
              <a:extLst>
                <a:ext uri="{FF2B5EF4-FFF2-40B4-BE49-F238E27FC236}">
                  <a16:creationId xmlns:a16="http://schemas.microsoft.com/office/drawing/2014/main" id="{F4BDCF0F-801F-9241-A6B1-11645A67C7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47249" y="3047636"/>
              <a:ext cx="3293068" cy="56374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lnSpc>
                  <a:spcPct val="85000"/>
                </a:lnSpc>
                <a:spcBef>
                  <a:spcPts val="600"/>
                </a:spcBef>
                <a:buClr>
                  <a:srgbClr val="000099"/>
                </a:buClr>
                <a:buSzPct val="100000"/>
                <a:defRPr/>
              </a:pPr>
              <a:r>
                <a:rPr lang="en-US" sz="3600" i="1" dirty="0">
                  <a:solidFill>
                    <a:srgbClr val="000099"/>
                  </a:solidFill>
                </a:rPr>
                <a:t>control</a:t>
              </a:r>
              <a:r>
                <a:rPr lang="en-US" sz="3600" b="1" i="1" dirty="0">
                  <a:solidFill>
                    <a:srgbClr val="000099"/>
                  </a:solidFill>
                </a:rPr>
                <a:t> </a:t>
              </a:r>
              <a:r>
                <a:rPr lang="en-US" sz="3600" i="1" dirty="0">
                  <a:solidFill>
                    <a:srgbClr val="000099"/>
                  </a:solidFill>
                </a:rPr>
                <a:t>plane</a:t>
              </a:r>
              <a:endParaRPr lang="en-US" sz="3600" i="1" dirty="0"/>
            </a:p>
            <a:p>
              <a:pPr marL="342900" indent="-342900">
                <a:lnSpc>
                  <a:spcPct val="85000"/>
                </a:lnSpc>
                <a:spcBef>
                  <a:spcPct val="70000"/>
                </a:spcBef>
                <a:buClr>
                  <a:srgbClr val="000099"/>
                </a:buClr>
                <a:buSzPct val="65000"/>
                <a:buFont typeface="Wingdings" charset="0"/>
                <a:buChar char="v"/>
                <a:defRPr/>
              </a:pPr>
              <a:endParaRPr lang="en-US" sz="2800" dirty="0"/>
            </a:p>
            <a:p>
              <a: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defRPr/>
              </a:pPr>
              <a:endParaRPr lang="en-US" sz="2800" dirty="0"/>
            </a:p>
          </p:txBody>
        </p:sp>
        <p:sp>
          <p:nvSpPr>
            <p:cNvPr id="11" name="Rectangle 3">
              <a:extLst>
                <a:ext uri="{FF2B5EF4-FFF2-40B4-BE49-F238E27FC236}">
                  <a16:creationId xmlns:a16="http://schemas.microsoft.com/office/drawing/2014/main" id="{470A0826-D747-A94C-89BA-1620D77E318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314797" y="2881877"/>
              <a:ext cx="6529016" cy="92061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FAA26D3D-D897-4be2-8F04-BA451C77F1D7}">
                <ma14:placeholderFlag xmlns:ma14="http://schemas.microsoft.com/office/mac/drawingml/2011/main" xmlns="" val="1"/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lvl1pPr marL="342900" indent="-342900" algn="l" rtl="0" eaLnBrk="0" fontAlgn="base" hangingPunct="0">
                <a:lnSpc>
                  <a:spcPct val="85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SzPct val="100000"/>
                <a:buFont typeface="Wingdings" charset="2"/>
                <a:buChar char="§"/>
                <a:defRPr sz="2800">
                  <a:solidFill>
                    <a:schemeClr val="tx1"/>
                  </a:solidFill>
                  <a:latin typeface="+mn-lt"/>
                  <a:ea typeface="ＭＳ Ｐゴシック" charset="0"/>
                  <a:cs typeface="ＭＳ Ｐゴシック" charset="0"/>
                </a:defRPr>
              </a:lvl1pPr>
              <a:lvl2pPr marL="742950" indent="-285750" algn="l" rtl="0" eaLnBrk="0" fontAlgn="base" hangingPunct="0">
                <a:lnSpc>
                  <a:spcPct val="85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Font typeface="Arial"/>
                <a:buChar char="•"/>
                <a:defRPr sz="2400">
                  <a:solidFill>
                    <a:schemeClr val="tx1"/>
                  </a:solidFill>
                  <a:latin typeface="+mn-lt"/>
                  <a:ea typeface="ＭＳ Ｐゴシック" charset="0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000">
                  <a:solidFill>
                    <a:schemeClr val="tx1"/>
                  </a:solidFill>
                  <a:latin typeface="Comic Sans MS" pitchFamily="66" charset="0"/>
                  <a:ea typeface="ＭＳ Ｐゴシック" charset="0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>
                  <a:solidFill>
                    <a:schemeClr val="tx1"/>
                  </a:solidFill>
                  <a:latin typeface="Times New Roman" pitchFamily="-109" charset="0"/>
                  <a:ea typeface="ＭＳ Ｐゴシック" charset="0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-109" charset="0"/>
                  <a:ea typeface="ＭＳ Ｐゴシック" charset="0"/>
                </a:defRPr>
              </a:lvl5pPr>
              <a:lvl6pPr marL="25146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-109" charset="0"/>
                </a:defRPr>
              </a:lvl6pPr>
              <a:lvl7pPr marL="29718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-109" charset="0"/>
                </a:defRPr>
              </a:lvl7pPr>
              <a:lvl8pPr marL="3429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-109" charset="0"/>
                </a:defRPr>
              </a:lvl8pPr>
              <a:lvl9pPr marL="3886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-109" charset="0"/>
                </a:defRPr>
              </a:lvl9pPr>
            </a:lstStyle>
            <a:p>
              <a:pPr>
                <a:lnSpc>
                  <a:spcPct val="90000"/>
                </a:lnSpc>
                <a:spcBef>
                  <a:spcPts val="1200"/>
                </a:spcBef>
                <a:defRPr/>
              </a:pPr>
              <a:r>
                <a:rPr lang="en-US" dirty="0">
                  <a:solidFill>
                    <a:srgbClr val="C00000"/>
                  </a:solidFill>
                </a:rPr>
                <a:t>routing: </a:t>
              </a:r>
              <a:r>
                <a:rPr lang="en-US" dirty="0"/>
                <a:t>determine route taken by packets from source to destination</a:t>
              </a:r>
            </a:p>
            <a:p>
              <a:pPr>
                <a:buFont typeface="Wingdings" charset="0"/>
                <a:buNone/>
                <a:defRPr/>
              </a:pPr>
              <a:endParaRPr lang="en-US" dirty="0"/>
            </a:p>
          </p:txBody>
        </p:sp>
      </p:grpSp>
    </p:spTree>
    <p:extLst>
      <p:ext uri="{BB962C8B-B14F-4D97-AF65-F5344CB8AC3E}">
        <p14:creationId xmlns:p14="http://schemas.microsoft.com/office/powerpoint/2010/main" val="248646576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build="p"/>
    </p:bld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A53B46D7-DEDF-364B-99E9-3FB1F889B8A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279543"/>
            <a:ext cx="10515600" cy="894622"/>
          </a:xfrm>
        </p:spPr>
        <p:txBody>
          <a:bodyPr>
            <a:normAutofit/>
          </a:bodyPr>
          <a:lstStyle/>
          <a:p>
            <a:r>
              <a:rPr lang="en-US" sz="4800" dirty="0"/>
              <a:t>Per-router control plane</a:t>
            </a:r>
          </a:p>
        </p:txBody>
      </p:sp>
      <p:sp>
        <p:nvSpPr>
          <p:cNvPr id="4" name="TextBox 257">
            <a:extLst>
              <a:ext uri="{FF2B5EF4-FFF2-40B4-BE49-F238E27FC236}">
                <a16:creationId xmlns:a16="http://schemas.microsoft.com/office/drawing/2014/main" id="{8EB40520-A927-A94E-975A-4093319F1CF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0773" y="1101105"/>
            <a:ext cx="10987157" cy="107721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Individual routing algorithm components </a:t>
            </a: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00009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in each and every router 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interact in the control plane</a:t>
            </a:r>
          </a:p>
        </p:txBody>
      </p:sp>
      <p:sp>
        <p:nvSpPr>
          <p:cNvPr id="238" name="Freeform 2">
            <a:extLst>
              <a:ext uri="{FF2B5EF4-FFF2-40B4-BE49-F238E27FC236}">
                <a16:creationId xmlns:a16="http://schemas.microsoft.com/office/drawing/2014/main" id="{66A80B54-F93B-A94A-938E-DFA6C3C90E64}"/>
              </a:ext>
            </a:extLst>
          </p:cNvPr>
          <p:cNvSpPr>
            <a:spLocks/>
          </p:cNvSpPr>
          <p:nvPr/>
        </p:nvSpPr>
        <p:spPr bwMode="auto">
          <a:xfrm>
            <a:off x="4182648" y="5476945"/>
            <a:ext cx="4027487" cy="939800"/>
          </a:xfrm>
          <a:custGeom>
            <a:avLst/>
            <a:gdLst>
              <a:gd name="T0" fmla="*/ 2147483647 w 10001"/>
              <a:gd name="T1" fmla="*/ 2147483647 h 10125"/>
              <a:gd name="T2" fmla="*/ 2147483647 w 10001"/>
              <a:gd name="T3" fmla="*/ 2147483647 h 10125"/>
              <a:gd name="T4" fmla="*/ 2147483647 w 10001"/>
              <a:gd name="T5" fmla="*/ 2147483647 h 10125"/>
              <a:gd name="T6" fmla="*/ 2147483647 w 10001"/>
              <a:gd name="T7" fmla="*/ 0 h 10125"/>
              <a:gd name="T8" fmla="*/ 2147483647 w 10001"/>
              <a:gd name="T9" fmla="*/ 2147483647 h 10125"/>
              <a:gd name="T10" fmla="*/ 2147483647 w 10001"/>
              <a:gd name="T11" fmla="*/ 2147483647 h 10125"/>
              <a:gd name="T12" fmla="*/ 2147483647 w 10001"/>
              <a:gd name="T13" fmla="*/ 2147483647 h 10125"/>
              <a:gd name="T14" fmla="*/ 2147483647 w 10001"/>
              <a:gd name="T15" fmla="*/ 2147483647 h 10125"/>
              <a:gd name="T16" fmla="*/ 2147483647 w 10001"/>
              <a:gd name="T17" fmla="*/ 2147483647 h 10125"/>
              <a:gd name="T18" fmla="*/ 2147483647 w 10001"/>
              <a:gd name="T19" fmla="*/ 2147483647 h 10125"/>
              <a:gd name="T20" fmla="*/ 2147483647 w 10001"/>
              <a:gd name="T21" fmla="*/ 2147483647 h 10125"/>
              <a:gd name="T22" fmla="*/ 2147483647 w 10001"/>
              <a:gd name="T23" fmla="*/ 2147483647 h 10125"/>
              <a:gd name="T24" fmla="*/ 2147483647 w 10001"/>
              <a:gd name="T25" fmla="*/ 2147483647 h 10125"/>
              <a:gd name="T26" fmla="*/ 2147483647 w 10001"/>
              <a:gd name="T27" fmla="*/ 2147483647 h 10125"/>
              <a:gd name="T28" fmla="*/ 2147483647 w 10001"/>
              <a:gd name="T29" fmla="*/ 2147483647 h 10125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</a:gdLst>
            <a:ahLst/>
            <a:cxnLst>
              <a:cxn ang="T30">
                <a:pos x="T0" y="T1"/>
              </a:cxn>
              <a:cxn ang="T31">
                <a:pos x="T2" y="T3"/>
              </a:cxn>
              <a:cxn ang="T32">
                <a:pos x="T4" y="T5"/>
              </a:cxn>
              <a:cxn ang="T33">
                <a:pos x="T6" y="T7"/>
              </a:cxn>
              <a:cxn ang="T34">
                <a:pos x="T8" y="T9"/>
              </a:cxn>
              <a:cxn ang="T35">
                <a:pos x="T10" y="T11"/>
              </a:cxn>
              <a:cxn ang="T36">
                <a:pos x="T12" y="T13"/>
              </a:cxn>
              <a:cxn ang="T37">
                <a:pos x="T14" y="T15"/>
              </a:cxn>
              <a:cxn ang="T38">
                <a:pos x="T16" y="T17"/>
              </a:cxn>
              <a:cxn ang="T39">
                <a:pos x="T18" y="T19"/>
              </a:cxn>
              <a:cxn ang="T40">
                <a:pos x="T20" y="T21"/>
              </a:cxn>
              <a:cxn ang="T41">
                <a:pos x="T22" y="T23"/>
              </a:cxn>
              <a:cxn ang="T42">
                <a:pos x="T24" y="T25"/>
              </a:cxn>
              <a:cxn ang="T43">
                <a:pos x="T26" y="T27"/>
              </a:cxn>
              <a:cxn ang="T44">
                <a:pos x="T28" y="T29"/>
              </a:cxn>
            </a:cxnLst>
            <a:rect l="0" t="0" r="r" b="b"/>
            <a:pathLst>
              <a:path w="10001" h="10125">
                <a:moveTo>
                  <a:pt x="4" y="4039"/>
                </a:moveTo>
                <a:cubicBezTo>
                  <a:pt x="-29" y="2271"/>
                  <a:pt x="194" y="2100"/>
                  <a:pt x="715" y="1595"/>
                </a:cubicBezTo>
                <a:cubicBezTo>
                  <a:pt x="1236" y="1089"/>
                  <a:pt x="2417" y="1272"/>
                  <a:pt x="3130" y="1006"/>
                </a:cubicBezTo>
                <a:cubicBezTo>
                  <a:pt x="3843" y="740"/>
                  <a:pt x="4397" y="0"/>
                  <a:pt x="4995" y="0"/>
                </a:cubicBezTo>
                <a:cubicBezTo>
                  <a:pt x="5593" y="1"/>
                  <a:pt x="6206" y="926"/>
                  <a:pt x="6720" y="1009"/>
                </a:cubicBezTo>
                <a:cubicBezTo>
                  <a:pt x="7234" y="1092"/>
                  <a:pt x="7536" y="241"/>
                  <a:pt x="8082" y="497"/>
                </a:cubicBezTo>
                <a:cubicBezTo>
                  <a:pt x="8628" y="756"/>
                  <a:pt x="9854" y="442"/>
                  <a:pt x="9989" y="2989"/>
                </a:cubicBezTo>
                <a:cubicBezTo>
                  <a:pt x="10124" y="5536"/>
                  <a:pt x="9098" y="5742"/>
                  <a:pt x="8599" y="6797"/>
                </a:cubicBezTo>
                <a:cubicBezTo>
                  <a:pt x="8100" y="7852"/>
                  <a:pt x="7544" y="8981"/>
                  <a:pt x="6995" y="9322"/>
                </a:cubicBezTo>
                <a:cubicBezTo>
                  <a:pt x="6446" y="9663"/>
                  <a:pt x="5793" y="8957"/>
                  <a:pt x="5307" y="8843"/>
                </a:cubicBezTo>
                <a:cubicBezTo>
                  <a:pt x="4819" y="8726"/>
                  <a:pt x="4628" y="10048"/>
                  <a:pt x="4371" y="9912"/>
                </a:cubicBezTo>
                <a:cubicBezTo>
                  <a:pt x="4114" y="9775"/>
                  <a:pt x="3505" y="10355"/>
                  <a:pt x="3140" y="10019"/>
                </a:cubicBezTo>
                <a:cubicBezTo>
                  <a:pt x="2774" y="9683"/>
                  <a:pt x="2820" y="8138"/>
                  <a:pt x="2179" y="7895"/>
                </a:cubicBezTo>
                <a:cubicBezTo>
                  <a:pt x="1586" y="6800"/>
                  <a:pt x="1549" y="8137"/>
                  <a:pt x="1187" y="7495"/>
                </a:cubicBezTo>
                <a:cubicBezTo>
                  <a:pt x="825" y="6852"/>
                  <a:pt x="-7" y="6157"/>
                  <a:pt x="4" y="4039"/>
                </a:cubicBezTo>
                <a:close/>
              </a:path>
            </a:pathLst>
          </a:custGeom>
          <a:solidFill>
            <a:srgbClr val="66CC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cxnSp>
        <p:nvCxnSpPr>
          <p:cNvPr id="239" name="Straight Connector 238">
            <a:extLst>
              <a:ext uri="{FF2B5EF4-FFF2-40B4-BE49-F238E27FC236}">
                <a16:creationId xmlns:a16="http://schemas.microsoft.com/office/drawing/2014/main" id="{6B89A56E-4B45-1449-B1CC-C8EF7ABE50B3}"/>
              </a:ext>
            </a:extLst>
          </p:cNvPr>
          <p:cNvCxnSpPr/>
          <p:nvPr/>
        </p:nvCxnSpPr>
        <p:spPr>
          <a:xfrm flipV="1">
            <a:off x="4812885" y="5629345"/>
            <a:ext cx="1316038" cy="131762"/>
          </a:xfrm>
          <a:prstGeom prst="line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240" name="Straight Connector 239">
            <a:extLst>
              <a:ext uri="{FF2B5EF4-FFF2-40B4-BE49-F238E27FC236}">
                <a16:creationId xmlns:a16="http://schemas.microsoft.com/office/drawing/2014/main" id="{2740CBE6-0A59-E645-A69D-A9AE662529A8}"/>
              </a:ext>
            </a:extLst>
          </p:cNvPr>
          <p:cNvCxnSpPr/>
          <p:nvPr/>
        </p:nvCxnSpPr>
        <p:spPr>
          <a:xfrm>
            <a:off x="4701760" y="5815082"/>
            <a:ext cx="2259013" cy="300038"/>
          </a:xfrm>
          <a:prstGeom prst="line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241" name="Straight Connector 240">
            <a:extLst>
              <a:ext uri="{FF2B5EF4-FFF2-40B4-BE49-F238E27FC236}">
                <a16:creationId xmlns:a16="http://schemas.microsoft.com/office/drawing/2014/main" id="{FEDEF0D8-C674-7A42-948E-7E305FE7E98D}"/>
              </a:ext>
            </a:extLst>
          </p:cNvPr>
          <p:cNvCxnSpPr/>
          <p:nvPr/>
        </p:nvCxnSpPr>
        <p:spPr>
          <a:xfrm>
            <a:off x="4714460" y="5921445"/>
            <a:ext cx="714375" cy="274637"/>
          </a:xfrm>
          <a:prstGeom prst="line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242" name="Straight Connector 241">
            <a:extLst>
              <a:ext uri="{FF2B5EF4-FFF2-40B4-BE49-F238E27FC236}">
                <a16:creationId xmlns:a16="http://schemas.microsoft.com/office/drawing/2014/main" id="{88FEC270-B253-8E44-A411-9C7971EEB2C5}"/>
              </a:ext>
            </a:extLst>
          </p:cNvPr>
          <p:cNvCxnSpPr/>
          <p:nvPr/>
        </p:nvCxnSpPr>
        <p:spPr>
          <a:xfrm flipV="1">
            <a:off x="5732048" y="6115120"/>
            <a:ext cx="1247775" cy="80962"/>
          </a:xfrm>
          <a:prstGeom prst="line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243" name="Straight Connector 242">
            <a:extLst>
              <a:ext uri="{FF2B5EF4-FFF2-40B4-BE49-F238E27FC236}">
                <a16:creationId xmlns:a16="http://schemas.microsoft.com/office/drawing/2014/main" id="{829E7CD6-E2DF-3F41-969B-DA845A408D9F}"/>
              </a:ext>
            </a:extLst>
          </p:cNvPr>
          <p:cNvCxnSpPr/>
          <p:nvPr/>
        </p:nvCxnSpPr>
        <p:spPr>
          <a:xfrm>
            <a:off x="6392448" y="5661095"/>
            <a:ext cx="1057275" cy="123825"/>
          </a:xfrm>
          <a:prstGeom prst="line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244" name="Straight Connector 243">
            <a:extLst>
              <a:ext uri="{FF2B5EF4-FFF2-40B4-BE49-F238E27FC236}">
                <a16:creationId xmlns:a16="http://schemas.microsoft.com/office/drawing/2014/main" id="{DE601DF1-8D2D-2A46-BC8F-F868A11F76CA}"/>
              </a:ext>
            </a:extLst>
          </p:cNvPr>
          <p:cNvCxnSpPr/>
          <p:nvPr/>
        </p:nvCxnSpPr>
        <p:spPr>
          <a:xfrm flipV="1">
            <a:off x="5676485" y="5815082"/>
            <a:ext cx="1790700" cy="300038"/>
          </a:xfrm>
          <a:prstGeom prst="line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245" name="Straight Connector 244">
            <a:extLst>
              <a:ext uri="{FF2B5EF4-FFF2-40B4-BE49-F238E27FC236}">
                <a16:creationId xmlns:a16="http://schemas.microsoft.com/office/drawing/2014/main" id="{A11DDE0B-F575-FA48-8F6B-03D4A7733DCF}"/>
              </a:ext>
            </a:extLst>
          </p:cNvPr>
          <p:cNvCxnSpPr/>
          <p:nvPr/>
        </p:nvCxnSpPr>
        <p:spPr>
          <a:xfrm flipV="1">
            <a:off x="7003635" y="5843657"/>
            <a:ext cx="588963" cy="271463"/>
          </a:xfrm>
          <a:prstGeom prst="line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246" name="Straight Connector 245">
            <a:extLst>
              <a:ext uri="{FF2B5EF4-FFF2-40B4-BE49-F238E27FC236}">
                <a16:creationId xmlns:a16="http://schemas.microsoft.com/office/drawing/2014/main" id="{ADA6CD88-616E-B24E-8E41-831DCFC74F88}"/>
              </a:ext>
            </a:extLst>
          </p:cNvPr>
          <p:cNvCxnSpPr/>
          <p:nvPr/>
        </p:nvCxnSpPr>
        <p:spPr>
          <a:xfrm>
            <a:off x="6146385" y="5629345"/>
            <a:ext cx="814388" cy="400050"/>
          </a:xfrm>
          <a:prstGeom prst="line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</p:cxnSp>
      <p:grpSp>
        <p:nvGrpSpPr>
          <p:cNvPr id="247" name="Group 7">
            <a:extLst>
              <a:ext uri="{FF2B5EF4-FFF2-40B4-BE49-F238E27FC236}">
                <a16:creationId xmlns:a16="http://schemas.microsoft.com/office/drawing/2014/main" id="{F23FF8D1-2C6B-9448-B97C-26AA0FF38328}"/>
              </a:ext>
            </a:extLst>
          </p:cNvPr>
          <p:cNvGrpSpPr>
            <a:grpSpLocks/>
          </p:cNvGrpSpPr>
          <p:nvPr/>
        </p:nvGrpSpPr>
        <p:grpSpPr bwMode="auto">
          <a:xfrm>
            <a:off x="5271673" y="6054795"/>
            <a:ext cx="563562" cy="293687"/>
            <a:chOff x="1871277" y="1576300"/>
            <a:chExt cx="1128371" cy="437861"/>
          </a:xfrm>
        </p:grpSpPr>
        <p:sp>
          <p:nvSpPr>
            <p:cNvPr id="248" name="Oval 247">
              <a:extLst>
                <a:ext uri="{FF2B5EF4-FFF2-40B4-BE49-F238E27FC236}">
                  <a16:creationId xmlns:a16="http://schemas.microsoft.com/office/drawing/2014/main" id="{F781E7E0-A5A4-AD4A-A844-E9A7BB7A7970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455" y="1694641"/>
              <a:ext cx="1125193" cy="319520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49" name="Rectangle 248">
              <a:extLst>
                <a:ext uri="{FF2B5EF4-FFF2-40B4-BE49-F238E27FC236}">
                  <a16:creationId xmlns:a16="http://schemas.microsoft.com/office/drawing/2014/main" id="{3D5BD08E-FA2E-E04F-A545-2E0866784F93}"/>
                </a:ext>
              </a:extLst>
            </p:cNvPr>
            <p:cNvSpPr/>
            <p:nvPr/>
          </p:nvSpPr>
          <p:spPr bwMode="auto">
            <a:xfrm>
              <a:off x="1871277" y="1739610"/>
              <a:ext cx="1128371" cy="115975"/>
            </a:xfrm>
            <a:prstGeom prst="rect">
              <a:avLst/>
            </a:prstGeom>
            <a:gradFill rotWithShape="1">
              <a:gsLst>
                <a:gs pos="0">
                  <a:srgbClr val="3333CC">
                    <a:lumMod val="75000"/>
                  </a:srgbClr>
                </a:gs>
                <a:gs pos="53000">
                  <a:srgbClr val="3333CC">
                    <a:lumMod val="60000"/>
                    <a:lumOff val="40000"/>
                  </a:srgbClr>
                </a:gs>
                <a:gs pos="100000">
                  <a:srgbClr val="3333CC">
                    <a:lumMod val="75000"/>
                  </a:srgbClr>
                </a:gs>
              </a:gsLst>
              <a:lin ang="10800000" scaled="0"/>
            </a:gradFill>
            <a:ln w="25400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250" name="Oval 249">
              <a:extLst>
                <a:ext uri="{FF2B5EF4-FFF2-40B4-BE49-F238E27FC236}">
                  <a16:creationId xmlns:a16="http://schemas.microsoft.com/office/drawing/2014/main" id="{01E234FF-7C0E-FD47-9DA3-FA9619013171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193" cy="319520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51" name="Freeform 250">
              <a:extLst>
                <a:ext uri="{FF2B5EF4-FFF2-40B4-BE49-F238E27FC236}">
                  <a16:creationId xmlns:a16="http://schemas.microsoft.com/office/drawing/2014/main" id="{563210E5-D710-8E45-8417-02EB79B5C81A}"/>
                </a:ext>
              </a:extLst>
            </p:cNvPr>
            <p:cNvSpPr/>
            <p:nvPr/>
          </p:nvSpPr>
          <p:spPr bwMode="auto">
            <a:xfrm>
              <a:off x="2160521" y="1673339"/>
              <a:ext cx="546704" cy="160944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rgbClr val="3333CC">
                <a:lumMod val="60000"/>
                <a:lumOff val="40000"/>
              </a:srgbClr>
            </a:solidFill>
            <a:ln w="952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252" name="Freeform 251">
              <a:extLst>
                <a:ext uri="{FF2B5EF4-FFF2-40B4-BE49-F238E27FC236}">
                  <a16:creationId xmlns:a16="http://schemas.microsoft.com/office/drawing/2014/main" id="{430FD04E-46A2-3749-B589-BEE902C8D5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3307" y="1633104"/>
              <a:ext cx="661131" cy="111240"/>
            </a:xfrm>
            <a:custGeom>
              <a:avLst/>
              <a:gdLst>
                <a:gd name="T0" fmla="*/ 0 w 3723451"/>
                <a:gd name="T1" fmla="*/ 27215 h 932950"/>
                <a:gd name="T2" fmla="*/ 116331 w 3723451"/>
                <a:gd name="T3" fmla="*/ 321 h 932950"/>
                <a:gd name="T4" fmla="*/ 329509 w 3723451"/>
                <a:gd name="T5" fmla="*/ 62069 h 932950"/>
                <a:gd name="T6" fmla="*/ 532884 w 3723451"/>
                <a:gd name="T7" fmla="*/ 0 h 932950"/>
                <a:gd name="T8" fmla="*/ 661131 w 3723451"/>
                <a:gd name="T9" fmla="*/ 24699 h 932950"/>
                <a:gd name="T10" fmla="*/ 565716 w 3723451"/>
                <a:gd name="T11" fmla="*/ 55071 h 932950"/>
                <a:gd name="T12" fmla="*/ 534996 w 3723451"/>
                <a:gd name="T13" fmla="*/ 46883 h 932950"/>
                <a:gd name="T14" fmla="*/ 333255 w 3723451"/>
                <a:gd name="T15" fmla="*/ 111240 h 932950"/>
                <a:gd name="T16" fmla="*/ 126353 w 3723451"/>
                <a:gd name="T17" fmla="*/ 49250 h 932950"/>
                <a:gd name="T18" fmla="*/ 92901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53" name="Freeform 252">
              <a:extLst>
                <a:ext uri="{FF2B5EF4-FFF2-40B4-BE49-F238E27FC236}">
                  <a16:creationId xmlns:a16="http://schemas.microsoft.com/office/drawing/2014/main" id="{BDBA4CA4-485A-D94A-B148-5C44318A19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8765" y="1727776"/>
              <a:ext cx="241567" cy="97039"/>
            </a:xfrm>
            <a:custGeom>
              <a:avLst/>
              <a:gdLst>
                <a:gd name="T0" fmla="*/ 0 w 1366596"/>
                <a:gd name="T1" fmla="*/ 0 h 809868"/>
                <a:gd name="T2" fmla="*/ 241567 w 1366596"/>
                <a:gd name="T3" fmla="*/ 74985 h 809868"/>
                <a:gd name="T4" fmla="*/ 152911 w 1366596"/>
                <a:gd name="T5" fmla="*/ 97039 h 809868"/>
                <a:gd name="T6" fmla="*/ 813 w 1366596"/>
                <a:gd name="T7" fmla="*/ 51276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54" name="Freeform 253">
              <a:extLst>
                <a:ext uri="{FF2B5EF4-FFF2-40B4-BE49-F238E27FC236}">
                  <a16:creationId xmlns:a16="http://schemas.microsoft.com/office/drawing/2014/main" id="{4F7BCFB0-4862-0040-98EF-79148CCE20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0593" y="1730143"/>
              <a:ext cx="238389" cy="97040"/>
            </a:xfrm>
            <a:custGeom>
              <a:avLst/>
              <a:gdLst>
                <a:gd name="T0" fmla="*/ 235135 w 1348191"/>
                <a:gd name="T1" fmla="*/ 0 h 791462"/>
                <a:gd name="T2" fmla="*/ 238389 w 1348191"/>
                <a:gd name="T3" fmla="*/ 46827 h 791462"/>
                <a:gd name="T4" fmla="*/ 86243 w 1348191"/>
                <a:gd name="T5" fmla="*/ 97040 h 791462"/>
                <a:gd name="T6" fmla="*/ 0 w 1348191"/>
                <a:gd name="T7" fmla="*/ 75037 h 791462"/>
                <a:gd name="T8" fmla="*/ 235135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cxnSp>
          <p:nvCxnSpPr>
            <p:cNvPr id="255" name="Straight Connector 254">
              <a:extLst>
                <a:ext uri="{FF2B5EF4-FFF2-40B4-BE49-F238E27FC236}">
                  <a16:creationId xmlns:a16="http://schemas.microsoft.com/office/drawing/2014/main" id="{FA80ECE7-29EF-E045-8DE9-443E8B56CBA4}"/>
                </a:ext>
              </a:extLst>
            </p:cNvPr>
            <p:cNvCxnSpPr>
              <a:cxnSpLocks noChangeShapeType="1"/>
              <a:endCxn id="250" idx="2"/>
            </p:cNvCxnSpPr>
            <p:nvPr/>
          </p:nvCxnSpPr>
          <p:spPr bwMode="auto">
            <a:xfrm flipH="1" flipV="1">
              <a:off x="1871277" y="1737244"/>
              <a:ext cx="3178" cy="123075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56" name="Straight Connector 255">
              <a:extLst>
                <a:ext uri="{FF2B5EF4-FFF2-40B4-BE49-F238E27FC236}">
                  <a16:creationId xmlns:a16="http://schemas.microsoft.com/office/drawing/2014/main" id="{886C4C8B-81F8-494E-B3C9-F2C152BA755D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470" y="1734876"/>
              <a:ext cx="3178" cy="123075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257" name="Group 327">
            <a:extLst>
              <a:ext uri="{FF2B5EF4-FFF2-40B4-BE49-F238E27FC236}">
                <a16:creationId xmlns:a16="http://schemas.microsoft.com/office/drawing/2014/main" id="{C6D6E434-396F-824D-B42D-39B257E17412}"/>
              </a:ext>
            </a:extLst>
          </p:cNvPr>
          <p:cNvGrpSpPr>
            <a:grpSpLocks/>
          </p:cNvGrpSpPr>
          <p:nvPr/>
        </p:nvGrpSpPr>
        <p:grpSpPr bwMode="auto">
          <a:xfrm>
            <a:off x="5966998" y="5513457"/>
            <a:ext cx="565150" cy="292100"/>
            <a:chOff x="1871277" y="1576300"/>
            <a:chExt cx="1128371" cy="437861"/>
          </a:xfrm>
        </p:grpSpPr>
        <p:sp>
          <p:nvSpPr>
            <p:cNvPr id="258" name="Oval 257">
              <a:extLst>
                <a:ext uri="{FF2B5EF4-FFF2-40B4-BE49-F238E27FC236}">
                  <a16:creationId xmlns:a16="http://schemas.microsoft.com/office/drawing/2014/main" id="{BD523501-0761-ED43-9FA5-AEA15E2D1C9C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446" y="1692905"/>
              <a:ext cx="1125202" cy="321256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59" name="Rectangle 258">
              <a:extLst>
                <a:ext uri="{FF2B5EF4-FFF2-40B4-BE49-F238E27FC236}">
                  <a16:creationId xmlns:a16="http://schemas.microsoft.com/office/drawing/2014/main" id="{1B2C53EE-99C4-9041-B078-E1DEA73E56F8}"/>
                </a:ext>
              </a:extLst>
            </p:cNvPr>
            <p:cNvSpPr/>
            <p:nvPr/>
          </p:nvSpPr>
          <p:spPr bwMode="auto">
            <a:xfrm>
              <a:off x="1871277" y="1740499"/>
              <a:ext cx="1128371" cy="114225"/>
            </a:xfrm>
            <a:prstGeom prst="rect">
              <a:avLst/>
            </a:prstGeom>
            <a:gradFill rotWithShape="1">
              <a:gsLst>
                <a:gs pos="0">
                  <a:srgbClr val="3333CC">
                    <a:lumMod val="75000"/>
                  </a:srgbClr>
                </a:gs>
                <a:gs pos="53000">
                  <a:srgbClr val="3333CC">
                    <a:lumMod val="60000"/>
                    <a:lumOff val="40000"/>
                  </a:srgbClr>
                </a:gs>
                <a:gs pos="100000">
                  <a:srgbClr val="3333CC">
                    <a:lumMod val="75000"/>
                  </a:srgbClr>
                </a:gs>
              </a:gsLst>
              <a:lin ang="10800000" scaled="0"/>
            </a:gradFill>
            <a:ln w="25400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260" name="Oval 259">
              <a:extLst>
                <a:ext uri="{FF2B5EF4-FFF2-40B4-BE49-F238E27FC236}">
                  <a16:creationId xmlns:a16="http://schemas.microsoft.com/office/drawing/2014/main" id="{27361595-2FF4-1B46-839D-326969B484FA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200" cy="321257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61" name="Freeform 260">
              <a:extLst>
                <a:ext uri="{FF2B5EF4-FFF2-40B4-BE49-F238E27FC236}">
                  <a16:creationId xmlns:a16="http://schemas.microsoft.com/office/drawing/2014/main" id="{89642470-FD74-1047-9747-D0EB2363B800}"/>
                </a:ext>
              </a:extLst>
            </p:cNvPr>
            <p:cNvSpPr/>
            <p:nvPr/>
          </p:nvSpPr>
          <p:spPr bwMode="auto">
            <a:xfrm>
              <a:off x="2159708" y="1673868"/>
              <a:ext cx="548339" cy="159438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rgbClr val="3333CC">
                <a:lumMod val="60000"/>
                <a:lumOff val="40000"/>
              </a:srgbClr>
            </a:solidFill>
            <a:ln w="952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262" name="Freeform 261">
              <a:extLst>
                <a:ext uri="{FF2B5EF4-FFF2-40B4-BE49-F238E27FC236}">
                  <a16:creationId xmlns:a16="http://schemas.microsoft.com/office/drawing/2014/main" id="{12E17BAF-3675-9946-91CF-C0BD05A47A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655" y="1633412"/>
              <a:ext cx="662444" cy="111846"/>
            </a:xfrm>
            <a:custGeom>
              <a:avLst/>
              <a:gdLst>
                <a:gd name="T0" fmla="*/ 0 w 3723451"/>
                <a:gd name="T1" fmla="*/ 27363 h 932950"/>
                <a:gd name="T2" fmla="*/ 116562 w 3723451"/>
                <a:gd name="T3" fmla="*/ 322 h 932950"/>
                <a:gd name="T4" fmla="*/ 330164 w 3723451"/>
                <a:gd name="T5" fmla="*/ 62407 h 932950"/>
                <a:gd name="T6" fmla="*/ 533943 w 3723451"/>
                <a:gd name="T7" fmla="*/ 0 h 932950"/>
                <a:gd name="T8" fmla="*/ 662444 w 3723451"/>
                <a:gd name="T9" fmla="*/ 24834 h 932950"/>
                <a:gd name="T10" fmla="*/ 566839 w 3723451"/>
                <a:gd name="T11" fmla="*/ 55371 h 932950"/>
                <a:gd name="T12" fmla="*/ 536059 w 3723451"/>
                <a:gd name="T13" fmla="*/ 47138 h 932950"/>
                <a:gd name="T14" fmla="*/ 333917 w 3723451"/>
                <a:gd name="T15" fmla="*/ 111846 h 932950"/>
                <a:gd name="T16" fmla="*/ 126604 w 3723451"/>
                <a:gd name="T17" fmla="*/ 49519 h 932950"/>
                <a:gd name="T18" fmla="*/ 93086 w 3723451"/>
                <a:gd name="T19" fmla="*/ 56246 h 932950"/>
                <a:gd name="T20" fmla="*/ 0 w 3723451"/>
                <a:gd name="T21" fmla="*/ 27363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63" name="Freeform 262">
              <a:extLst>
                <a:ext uri="{FF2B5EF4-FFF2-40B4-BE49-F238E27FC236}">
                  <a16:creationId xmlns:a16="http://schemas.microsoft.com/office/drawing/2014/main" id="{FB02D5C9-E16C-D545-9658-9B08CD700F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889" y="1728599"/>
              <a:ext cx="244057" cy="97568"/>
            </a:xfrm>
            <a:custGeom>
              <a:avLst/>
              <a:gdLst>
                <a:gd name="T0" fmla="*/ 0 w 1366596"/>
                <a:gd name="T1" fmla="*/ 0 h 809868"/>
                <a:gd name="T2" fmla="*/ 244057 w 1366596"/>
                <a:gd name="T3" fmla="*/ 75393 h 809868"/>
                <a:gd name="T4" fmla="*/ 154487 w 1366596"/>
                <a:gd name="T5" fmla="*/ 97568 h 809868"/>
                <a:gd name="T6" fmla="*/ 822 w 1366596"/>
                <a:gd name="T7" fmla="*/ 51556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64" name="Freeform 263">
              <a:extLst>
                <a:ext uri="{FF2B5EF4-FFF2-40B4-BE49-F238E27FC236}">
                  <a16:creationId xmlns:a16="http://schemas.microsoft.com/office/drawing/2014/main" id="{43C530C6-57F7-D943-BF8C-3B8BE501FC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9977" y="1730980"/>
              <a:ext cx="240888" cy="95187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5933 h 791462"/>
                <a:gd name="T4" fmla="*/ 87147 w 1348191"/>
                <a:gd name="T5" fmla="*/ 95187 h 791462"/>
                <a:gd name="T6" fmla="*/ 0 w 1348191"/>
                <a:gd name="T7" fmla="*/ 73604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cxnSp>
          <p:nvCxnSpPr>
            <p:cNvPr id="265" name="Straight Connector 264">
              <a:extLst>
                <a:ext uri="{FF2B5EF4-FFF2-40B4-BE49-F238E27FC236}">
                  <a16:creationId xmlns:a16="http://schemas.microsoft.com/office/drawing/2014/main" id="{04998C4B-6CC3-804D-8149-EB9753D18CA7}"/>
                </a:ext>
              </a:extLst>
            </p:cNvPr>
            <p:cNvCxnSpPr>
              <a:cxnSpLocks noChangeShapeType="1"/>
              <a:endCxn id="260" idx="2"/>
            </p:cNvCxnSpPr>
            <p:nvPr/>
          </p:nvCxnSpPr>
          <p:spPr bwMode="auto">
            <a:xfrm flipH="1" flipV="1">
              <a:off x="1871277" y="1735739"/>
              <a:ext cx="3169" cy="123743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66" name="Straight Connector 265">
              <a:extLst>
                <a:ext uri="{FF2B5EF4-FFF2-40B4-BE49-F238E27FC236}">
                  <a16:creationId xmlns:a16="http://schemas.microsoft.com/office/drawing/2014/main" id="{565D2A47-CC6C-8440-A5DF-83E670BCAF12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477" y="1733359"/>
              <a:ext cx="3171" cy="123743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267" name="Group 337">
            <a:extLst>
              <a:ext uri="{FF2B5EF4-FFF2-40B4-BE49-F238E27FC236}">
                <a16:creationId xmlns:a16="http://schemas.microsoft.com/office/drawing/2014/main" id="{82B40A4C-BCB9-0F49-86D8-65358510B247}"/>
              </a:ext>
            </a:extLst>
          </p:cNvPr>
          <p:cNvGrpSpPr>
            <a:grpSpLocks/>
          </p:cNvGrpSpPr>
          <p:nvPr/>
        </p:nvGrpSpPr>
        <p:grpSpPr bwMode="auto">
          <a:xfrm>
            <a:off x="6609935" y="5967482"/>
            <a:ext cx="563563" cy="293688"/>
            <a:chOff x="1871277" y="1576300"/>
            <a:chExt cx="1128371" cy="437861"/>
          </a:xfrm>
        </p:grpSpPr>
        <p:sp>
          <p:nvSpPr>
            <p:cNvPr id="268" name="Oval 267">
              <a:extLst>
                <a:ext uri="{FF2B5EF4-FFF2-40B4-BE49-F238E27FC236}">
                  <a16:creationId xmlns:a16="http://schemas.microsoft.com/office/drawing/2014/main" id="{683F4F4C-42FD-9846-A017-5B90A1CDF30A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457" y="1694641"/>
              <a:ext cx="1125191" cy="319520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69" name="Rectangle 268">
              <a:extLst>
                <a:ext uri="{FF2B5EF4-FFF2-40B4-BE49-F238E27FC236}">
                  <a16:creationId xmlns:a16="http://schemas.microsoft.com/office/drawing/2014/main" id="{3F600344-6D5A-5149-9480-8AD325F910A2}"/>
                </a:ext>
              </a:extLst>
            </p:cNvPr>
            <p:cNvSpPr/>
            <p:nvPr/>
          </p:nvSpPr>
          <p:spPr bwMode="auto">
            <a:xfrm>
              <a:off x="1871277" y="1739611"/>
              <a:ext cx="1128371" cy="115973"/>
            </a:xfrm>
            <a:prstGeom prst="rect">
              <a:avLst/>
            </a:prstGeom>
            <a:gradFill rotWithShape="1">
              <a:gsLst>
                <a:gs pos="0">
                  <a:srgbClr val="3333CC">
                    <a:lumMod val="75000"/>
                  </a:srgbClr>
                </a:gs>
                <a:gs pos="53000">
                  <a:srgbClr val="3333CC">
                    <a:lumMod val="60000"/>
                    <a:lumOff val="40000"/>
                  </a:srgbClr>
                </a:gs>
                <a:gs pos="100000">
                  <a:srgbClr val="3333CC">
                    <a:lumMod val="75000"/>
                  </a:srgbClr>
                </a:gs>
              </a:gsLst>
              <a:lin ang="10800000" scaled="0"/>
            </a:gradFill>
            <a:ln w="25400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270" name="Oval 269">
              <a:extLst>
                <a:ext uri="{FF2B5EF4-FFF2-40B4-BE49-F238E27FC236}">
                  <a16:creationId xmlns:a16="http://schemas.microsoft.com/office/drawing/2014/main" id="{358912A5-2365-7548-98D1-05C254AB8C93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191" cy="319520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71" name="Freeform 270">
              <a:extLst>
                <a:ext uri="{FF2B5EF4-FFF2-40B4-BE49-F238E27FC236}">
                  <a16:creationId xmlns:a16="http://schemas.microsoft.com/office/drawing/2014/main" id="{856A4118-FA0A-BF49-876A-9D235E6C6E2E}"/>
                </a:ext>
              </a:extLst>
            </p:cNvPr>
            <p:cNvSpPr/>
            <p:nvPr/>
          </p:nvSpPr>
          <p:spPr bwMode="auto">
            <a:xfrm>
              <a:off x="2160522" y="1673340"/>
              <a:ext cx="546703" cy="160943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rgbClr val="3333CC">
                <a:lumMod val="60000"/>
                <a:lumOff val="40000"/>
              </a:srgbClr>
            </a:solidFill>
            <a:ln w="952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272" name="Freeform 271">
              <a:extLst>
                <a:ext uri="{FF2B5EF4-FFF2-40B4-BE49-F238E27FC236}">
                  <a16:creationId xmlns:a16="http://schemas.microsoft.com/office/drawing/2014/main" id="{73066D64-2E3F-F24D-B741-44F8F9E6C3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3309" y="1633103"/>
              <a:ext cx="661129" cy="111241"/>
            </a:xfrm>
            <a:custGeom>
              <a:avLst/>
              <a:gdLst>
                <a:gd name="T0" fmla="*/ 0 w 3723451"/>
                <a:gd name="T1" fmla="*/ 27215 h 932950"/>
                <a:gd name="T2" fmla="*/ 116330 w 3723451"/>
                <a:gd name="T3" fmla="*/ 321 h 932950"/>
                <a:gd name="T4" fmla="*/ 329508 w 3723451"/>
                <a:gd name="T5" fmla="*/ 62070 h 932950"/>
                <a:gd name="T6" fmla="*/ 532883 w 3723451"/>
                <a:gd name="T7" fmla="*/ 0 h 932950"/>
                <a:gd name="T8" fmla="*/ 661129 w 3723451"/>
                <a:gd name="T9" fmla="*/ 24700 h 932950"/>
                <a:gd name="T10" fmla="*/ 565714 w 3723451"/>
                <a:gd name="T11" fmla="*/ 55072 h 932950"/>
                <a:gd name="T12" fmla="*/ 534995 w 3723451"/>
                <a:gd name="T13" fmla="*/ 46883 h 932950"/>
                <a:gd name="T14" fmla="*/ 333254 w 3723451"/>
                <a:gd name="T15" fmla="*/ 111241 h 932950"/>
                <a:gd name="T16" fmla="*/ 126353 w 3723451"/>
                <a:gd name="T17" fmla="*/ 49251 h 932950"/>
                <a:gd name="T18" fmla="*/ 92901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73" name="Freeform 272">
              <a:extLst>
                <a:ext uri="{FF2B5EF4-FFF2-40B4-BE49-F238E27FC236}">
                  <a16:creationId xmlns:a16="http://schemas.microsoft.com/office/drawing/2014/main" id="{63C7C818-A6BA-5B46-8663-C7EB1B1CEB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8763" y="1727776"/>
              <a:ext cx="241567" cy="97040"/>
            </a:xfrm>
            <a:custGeom>
              <a:avLst/>
              <a:gdLst>
                <a:gd name="T0" fmla="*/ 0 w 1366596"/>
                <a:gd name="T1" fmla="*/ 0 h 809868"/>
                <a:gd name="T2" fmla="*/ 241567 w 1366596"/>
                <a:gd name="T3" fmla="*/ 74985 h 809868"/>
                <a:gd name="T4" fmla="*/ 152911 w 1366596"/>
                <a:gd name="T5" fmla="*/ 97040 h 809868"/>
                <a:gd name="T6" fmla="*/ 813 w 1366596"/>
                <a:gd name="T7" fmla="*/ 51277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74" name="Freeform 273">
              <a:extLst>
                <a:ext uri="{FF2B5EF4-FFF2-40B4-BE49-F238E27FC236}">
                  <a16:creationId xmlns:a16="http://schemas.microsoft.com/office/drawing/2014/main" id="{958FEB88-75FB-2D44-9A10-0367FDB3A4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0595" y="1730144"/>
              <a:ext cx="238387" cy="97039"/>
            </a:xfrm>
            <a:custGeom>
              <a:avLst/>
              <a:gdLst>
                <a:gd name="T0" fmla="*/ 235133 w 1348191"/>
                <a:gd name="T1" fmla="*/ 0 h 791462"/>
                <a:gd name="T2" fmla="*/ 238387 w 1348191"/>
                <a:gd name="T3" fmla="*/ 46827 h 791462"/>
                <a:gd name="T4" fmla="*/ 86242 w 1348191"/>
                <a:gd name="T5" fmla="*/ 97039 h 791462"/>
                <a:gd name="T6" fmla="*/ 0 w 1348191"/>
                <a:gd name="T7" fmla="*/ 75036 h 791462"/>
                <a:gd name="T8" fmla="*/ 235133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cxnSp>
          <p:nvCxnSpPr>
            <p:cNvPr id="275" name="Straight Connector 274">
              <a:extLst>
                <a:ext uri="{FF2B5EF4-FFF2-40B4-BE49-F238E27FC236}">
                  <a16:creationId xmlns:a16="http://schemas.microsoft.com/office/drawing/2014/main" id="{E5F8810D-58B9-1B41-9069-743A57CBD942}"/>
                </a:ext>
              </a:extLst>
            </p:cNvPr>
            <p:cNvCxnSpPr>
              <a:cxnSpLocks noChangeShapeType="1"/>
              <a:endCxn id="270" idx="2"/>
            </p:cNvCxnSpPr>
            <p:nvPr/>
          </p:nvCxnSpPr>
          <p:spPr bwMode="auto">
            <a:xfrm flipH="1" flipV="1">
              <a:off x="1871277" y="1737243"/>
              <a:ext cx="3180" cy="123074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76" name="Straight Connector 275">
              <a:extLst>
                <a:ext uri="{FF2B5EF4-FFF2-40B4-BE49-F238E27FC236}">
                  <a16:creationId xmlns:a16="http://schemas.microsoft.com/office/drawing/2014/main" id="{B7248C01-1BC9-084D-9C19-4C517E66801B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468" y="1734877"/>
              <a:ext cx="3180" cy="123074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277" name="Group 347">
            <a:extLst>
              <a:ext uri="{FF2B5EF4-FFF2-40B4-BE49-F238E27FC236}">
                <a16:creationId xmlns:a16="http://schemas.microsoft.com/office/drawing/2014/main" id="{EA66C38A-2A9F-054D-B190-0607C48440C0}"/>
              </a:ext>
            </a:extLst>
          </p:cNvPr>
          <p:cNvGrpSpPr>
            <a:grpSpLocks/>
          </p:cNvGrpSpPr>
          <p:nvPr/>
        </p:nvGrpSpPr>
        <p:grpSpPr bwMode="auto">
          <a:xfrm>
            <a:off x="7332248" y="5653157"/>
            <a:ext cx="565150" cy="293688"/>
            <a:chOff x="1871277" y="1576300"/>
            <a:chExt cx="1128371" cy="437861"/>
          </a:xfrm>
        </p:grpSpPr>
        <p:sp>
          <p:nvSpPr>
            <p:cNvPr id="278" name="Oval 277">
              <a:extLst>
                <a:ext uri="{FF2B5EF4-FFF2-40B4-BE49-F238E27FC236}">
                  <a16:creationId xmlns:a16="http://schemas.microsoft.com/office/drawing/2014/main" id="{578C6C8A-3C2C-CA47-A52F-E5336E397A8C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446" y="1694641"/>
              <a:ext cx="1125202" cy="319520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79" name="Rectangle 278">
              <a:extLst>
                <a:ext uri="{FF2B5EF4-FFF2-40B4-BE49-F238E27FC236}">
                  <a16:creationId xmlns:a16="http://schemas.microsoft.com/office/drawing/2014/main" id="{40527894-E8D6-8847-A758-9F4A98B89D5B}"/>
                </a:ext>
              </a:extLst>
            </p:cNvPr>
            <p:cNvSpPr/>
            <p:nvPr/>
          </p:nvSpPr>
          <p:spPr bwMode="auto">
            <a:xfrm>
              <a:off x="1871277" y="1739611"/>
              <a:ext cx="1128371" cy="115973"/>
            </a:xfrm>
            <a:prstGeom prst="rect">
              <a:avLst/>
            </a:prstGeom>
            <a:gradFill rotWithShape="1">
              <a:gsLst>
                <a:gs pos="0">
                  <a:srgbClr val="3333CC">
                    <a:lumMod val="75000"/>
                  </a:srgbClr>
                </a:gs>
                <a:gs pos="53000">
                  <a:srgbClr val="3333CC">
                    <a:lumMod val="60000"/>
                    <a:lumOff val="40000"/>
                  </a:srgbClr>
                </a:gs>
                <a:gs pos="100000">
                  <a:srgbClr val="3333CC">
                    <a:lumMod val="75000"/>
                  </a:srgbClr>
                </a:gs>
              </a:gsLst>
              <a:lin ang="10800000" scaled="0"/>
            </a:gradFill>
            <a:ln w="25400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280" name="Oval 279">
              <a:extLst>
                <a:ext uri="{FF2B5EF4-FFF2-40B4-BE49-F238E27FC236}">
                  <a16:creationId xmlns:a16="http://schemas.microsoft.com/office/drawing/2014/main" id="{50FCBF9F-6CE0-7B47-94FC-CD5787B788A2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200" cy="319520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81" name="Freeform 280">
              <a:extLst>
                <a:ext uri="{FF2B5EF4-FFF2-40B4-BE49-F238E27FC236}">
                  <a16:creationId xmlns:a16="http://schemas.microsoft.com/office/drawing/2014/main" id="{5D5ADD21-3F21-8E47-B87D-2BDC146712B9}"/>
                </a:ext>
              </a:extLst>
            </p:cNvPr>
            <p:cNvSpPr/>
            <p:nvPr/>
          </p:nvSpPr>
          <p:spPr bwMode="auto">
            <a:xfrm>
              <a:off x="2159708" y="1673340"/>
              <a:ext cx="548339" cy="160943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rgbClr val="3333CC">
                <a:lumMod val="60000"/>
                <a:lumOff val="40000"/>
              </a:srgbClr>
            </a:solidFill>
            <a:ln w="952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282" name="Freeform 281">
              <a:extLst>
                <a:ext uri="{FF2B5EF4-FFF2-40B4-BE49-F238E27FC236}">
                  <a16:creationId xmlns:a16="http://schemas.microsoft.com/office/drawing/2014/main" id="{0FF22D66-78A9-2245-ACA6-A35063B954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655" y="1633103"/>
              <a:ext cx="662444" cy="111241"/>
            </a:xfrm>
            <a:custGeom>
              <a:avLst/>
              <a:gdLst>
                <a:gd name="T0" fmla="*/ 0 w 3723451"/>
                <a:gd name="T1" fmla="*/ 27215 h 932950"/>
                <a:gd name="T2" fmla="*/ 116562 w 3723451"/>
                <a:gd name="T3" fmla="*/ 321 h 932950"/>
                <a:gd name="T4" fmla="*/ 330164 w 3723451"/>
                <a:gd name="T5" fmla="*/ 62070 h 932950"/>
                <a:gd name="T6" fmla="*/ 533943 w 3723451"/>
                <a:gd name="T7" fmla="*/ 0 h 932950"/>
                <a:gd name="T8" fmla="*/ 662444 w 3723451"/>
                <a:gd name="T9" fmla="*/ 24700 h 932950"/>
                <a:gd name="T10" fmla="*/ 566839 w 3723451"/>
                <a:gd name="T11" fmla="*/ 55072 h 932950"/>
                <a:gd name="T12" fmla="*/ 536059 w 3723451"/>
                <a:gd name="T13" fmla="*/ 46883 h 932950"/>
                <a:gd name="T14" fmla="*/ 333917 w 3723451"/>
                <a:gd name="T15" fmla="*/ 111241 h 932950"/>
                <a:gd name="T16" fmla="*/ 126604 w 3723451"/>
                <a:gd name="T17" fmla="*/ 49251 h 932950"/>
                <a:gd name="T18" fmla="*/ 93086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83" name="Freeform 282">
              <a:extLst>
                <a:ext uri="{FF2B5EF4-FFF2-40B4-BE49-F238E27FC236}">
                  <a16:creationId xmlns:a16="http://schemas.microsoft.com/office/drawing/2014/main" id="{A86BA2E2-E459-454D-98E3-2CB0E41E1E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889" y="1727776"/>
              <a:ext cx="244057" cy="97040"/>
            </a:xfrm>
            <a:custGeom>
              <a:avLst/>
              <a:gdLst>
                <a:gd name="T0" fmla="*/ 0 w 1366596"/>
                <a:gd name="T1" fmla="*/ 0 h 809868"/>
                <a:gd name="T2" fmla="*/ 244057 w 1366596"/>
                <a:gd name="T3" fmla="*/ 74985 h 809868"/>
                <a:gd name="T4" fmla="*/ 154487 w 1366596"/>
                <a:gd name="T5" fmla="*/ 97040 h 809868"/>
                <a:gd name="T6" fmla="*/ 822 w 1366596"/>
                <a:gd name="T7" fmla="*/ 51277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84" name="Freeform 283">
              <a:extLst>
                <a:ext uri="{FF2B5EF4-FFF2-40B4-BE49-F238E27FC236}">
                  <a16:creationId xmlns:a16="http://schemas.microsoft.com/office/drawing/2014/main" id="{32EB212F-0575-FD42-B1AF-F3AAD1FDE6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9977" y="1730144"/>
              <a:ext cx="240888" cy="97039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6827 h 791462"/>
                <a:gd name="T4" fmla="*/ 87147 w 1348191"/>
                <a:gd name="T5" fmla="*/ 97039 h 791462"/>
                <a:gd name="T6" fmla="*/ 0 w 1348191"/>
                <a:gd name="T7" fmla="*/ 75036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cxnSp>
          <p:nvCxnSpPr>
            <p:cNvPr id="285" name="Straight Connector 284">
              <a:extLst>
                <a:ext uri="{FF2B5EF4-FFF2-40B4-BE49-F238E27FC236}">
                  <a16:creationId xmlns:a16="http://schemas.microsoft.com/office/drawing/2014/main" id="{913FC001-18AF-3A49-BFB4-0B914F19FFD8}"/>
                </a:ext>
              </a:extLst>
            </p:cNvPr>
            <p:cNvCxnSpPr>
              <a:cxnSpLocks noChangeShapeType="1"/>
              <a:endCxn id="280" idx="2"/>
            </p:cNvCxnSpPr>
            <p:nvPr/>
          </p:nvCxnSpPr>
          <p:spPr bwMode="auto">
            <a:xfrm flipH="1" flipV="1">
              <a:off x="1871277" y="1737243"/>
              <a:ext cx="3169" cy="123074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86" name="Straight Connector 285">
              <a:extLst>
                <a:ext uri="{FF2B5EF4-FFF2-40B4-BE49-F238E27FC236}">
                  <a16:creationId xmlns:a16="http://schemas.microsoft.com/office/drawing/2014/main" id="{7194EB53-3E3D-024D-B0D2-5596DAD2A331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477" y="1734877"/>
              <a:ext cx="3171" cy="123074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287" name="Group 286">
            <a:extLst>
              <a:ext uri="{FF2B5EF4-FFF2-40B4-BE49-F238E27FC236}">
                <a16:creationId xmlns:a16="http://schemas.microsoft.com/office/drawing/2014/main" id="{7169FC3C-178E-6048-AB6C-8493893B17E5}"/>
              </a:ext>
            </a:extLst>
          </p:cNvPr>
          <p:cNvGrpSpPr>
            <a:grpSpLocks/>
          </p:cNvGrpSpPr>
          <p:nvPr/>
        </p:nvGrpSpPr>
        <p:grpSpPr bwMode="auto">
          <a:xfrm>
            <a:off x="3347623" y="2370207"/>
            <a:ext cx="5270500" cy="3805238"/>
            <a:chOff x="1757805" y="2331054"/>
            <a:chExt cx="5270058" cy="3804634"/>
          </a:xfrm>
        </p:grpSpPr>
        <p:sp>
          <p:nvSpPr>
            <p:cNvPr id="288" name="Freeform 287">
              <a:extLst>
                <a:ext uri="{FF2B5EF4-FFF2-40B4-BE49-F238E27FC236}">
                  <a16:creationId xmlns:a16="http://schemas.microsoft.com/office/drawing/2014/main" id="{440C625E-763F-DC45-B239-42BFE9E9081B}"/>
                </a:ext>
              </a:extLst>
            </p:cNvPr>
            <p:cNvSpPr/>
            <p:nvPr/>
          </p:nvSpPr>
          <p:spPr>
            <a:xfrm>
              <a:off x="1776853" y="4829382"/>
              <a:ext cx="1220685" cy="920604"/>
            </a:xfrm>
            <a:custGeom>
              <a:avLst/>
              <a:gdLst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418712 w 1040633"/>
                <a:gd name="connsiteY4" fmla="*/ 1189324 h 1219697"/>
                <a:gd name="connsiteX5" fmla="*/ 139870 w 1040633"/>
                <a:gd name="connsiteY5" fmla="*/ 1191723 h 1219697"/>
                <a:gd name="connsiteX0" fmla="*/ 139870 w 1040633"/>
                <a:gd name="connsiteY0" fmla="*/ 1191723 h 1355926"/>
                <a:gd name="connsiteX1" fmla="*/ 0 w 1040633"/>
                <a:gd name="connsiteY1" fmla="*/ 0 h 1355926"/>
                <a:gd name="connsiteX2" fmla="*/ 1040633 w 1040633"/>
                <a:gd name="connsiteY2" fmla="*/ 16785 h 1355926"/>
                <a:gd name="connsiteX3" fmla="*/ 833625 w 1040633"/>
                <a:gd name="connsiteY3" fmla="*/ 1219697 h 1355926"/>
                <a:gd name="connsiteX4" fmla="*/ 139870 w 1040633"/>
                <a:gd name="connsiteY4" fmla="*/ 1191723 h 1355926"/>
                <a:gd name="connsiteX0" fmla="*/ 139870 w 1040633"/>
                <a:gd name="connsiteY0" fmla="*/ 1191723 h 1289901"/>
                <a:gd name="connsiteX1" fmla="*/ 0 w 1040633"/>
                <a:gd name="connsiteY1" fmla="*/ 0 h 1289901"/>
                <a:gd name="connsiteX2" fmla="*/ 1040633 w 1040633"/>
                <a:gd name="connsiteY2" fmla="*/ 16785 h 1289901"/>
                <a:gd name="connsiteX3" fmla="*/ 833625 w 1040633"/>
                <a:gd name="connsiteY3" fmla="*/ 1219697 h 1289901"/>
                <a:gd name="connsiteX4" fmla="*/ 139870 w 1040633"/>
                <a:gd name="connsiteY4" fmla="*/ 1191723 h 1289901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191723"/>
                <a:gd name="connsiteX1" fmla="*/ 0 w 1040633"/>
                <a:gd name="connsiteY1" fmla="*/ 0 h 1191723"/>
                <a:gd name="connsiteX2" fmla="*/ 1040633 w 1040633"/>
                <a:gd name="connsiteY2" fmla="*/ 16785 h 1191723"/>
                <a:gd name="connsiteX3" fmla="*/ 671988 w 1040633"/>
                <a:gd name="connsiteY3" fmla="*/ 1158121 h 1191723"/>
                <a:gd name="connsiteX4" fmla="*/ 139870 w 1040633"/>
                <a:gd name="connsiteY4" fmla="*/ 1191723 h 1191723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363082 w 1040633"/>
                <a:gd name="connsiteY4" fmla="*/ 1160935 h 1160935"/>
                <a:gd name="connsiteX0" fmla="*/ 448507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448507 w 1040633"/>
                <a:gd name="connsiteY4" fmla="*/ 1160935 h 1160935"/>
                <a:gd name="connsiteX0" fmla="*/ 448507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448507 w 1040633"/>
                <a:gd name="connsiteY4" fmla="*/ 1160935 h 1160935"/>
                <a:gd name="connsiteX0" fmla="*/ 448507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448507 w 1040633"/>
                <a:gd name="connsiteY4" fmla="*/ 1160935 h 1160935"/>
                <a:gd name="connsiteX0" fmla="*/ 448507 w 1325315"/>
                <a:gd name="connsiteY0" fmla="*/ 1160935 h 1160935"/>
                <a:gd name="connsiteX1" fmla="*/ 0 w 1325315"/>
                <a:gd name="connsiteY1" fmla="*/ 0 h 1160935"/>
                <a:gd name="connsiteX2" fmla="*/ 1040633 w 1325315"/>
                <a:gd name="connsiteY2" fmla="*/ 16785 h 1160935"/>
                <a:gd name="connsiteX3" fmla="*/ 1214315 w 1325315"/>
                <a:gd name="connsiteY3" fmla="*/ 1064597 h 1160935"/>
                <a:gd name="connsiteX4" fmla="*/ 448507 w 1325315"/>
                <a:gd name="connsiteY4" fmla="*/ 1160935 h 1160935"/>
                <a:gd name="connsiteX0" fmla="*/ 448507 w 1214315"/>
                <a:gd name="connsiteY0" fmla="*/ 1160935 h 1160935"/>
                <a:gd name="connsiteX1" fmla="*/ 0 w 1214315"/>
                <a:gd name="connsiteY1" fmla="*/ 0 h 1160935"/>
                <a:gd name="connsiteX2" fmla="*/ 1040633 w 1214315"/>
                <a:gd name="connsiteY2" fmla="*/ 16785 h 1160935"/>
                <a:gd name="connsiteX3" fmla="*/ 1214315 w 1214315"/>
                <a:gd name="connsiteY3" fmla="*/ 1064597 h 1160935"/>
                <a:gd name="connsiteX4" fmla="*/ 448507 w 1214315"/>
                <a:gd name="connsiteY4" fmla="*/ 1160935 h 1160935"/>
                <a:gd name="connsiteX0" fmla="*/ 448507 w 1214315"/>
                <a:gd name="connsiteY0" fmla="*/ 1160935 h 1160935"/>
                <a:gd name="connsiteX1" fmla="*/ 0 w 1214315"/>
                <a:gd name="connsiteY1" fmla="*/ 0 h 1160935"/>
                <a:gd name="connsiteX2" fmla="*/ 1040633 w 1214315"/>
                <a:gd name="connsiteY2" fmla="*/ 16785 h 1160935"/>
                <a:gd name="connsiteX3" fmla="*/ 1214315 w 1214315"/>
                <a:gd name="connsiteY3" fmla="*/ 1064597 h 1160935"/>
                <a:gd name="connsiteX4" fmla="*/ 448507 w 1214315"/>
                <a:gd name="connsiteY4" fmla="*/ 1160935 h 1160935"/>
                <a:gd name="connsiteX0" fmla="*/ 1053964 w 1214315"/>
                <a:gd name="connsiteY0" fmla="*/ 1136323 h 1136323"/>
                <a:gd name="connsiteX1" fmla="*/ 0 w 1214315"/>
                <a:gd name="connsiteY1" fmla="*/ 0 h 1136323"/>
                <a:gd name="connsiteX2" fmla="*/ 1040633 w 1214315"/>
                <a:gd name="connsiteY2" fmla="*/ 16785 h 1136323"/>
                <a:gd name="connsiteX3" fmla="*/ 1214315 w 1214315"/>
                <a:gd name="connsiteY3" fmla="*/ 1064597 h 1136323"/>
                <a:gd name="connsiteX4" fmla="*/ 1053964 w 1214315"/>
                <a:gd name="connsiteY4" fmla="*/ 1136323 h 1136323"/>
                <a:gd name="connsiteX0" fmla="*/ 1053964 w 1214315"/>
                <a:gd name="connsiteY0" fmla="*/ 1136323 h 1136323"/>
                <a:gd name="connsiteX1" fmla="*/ 0 w 1214315"/>
                <a:gd name="connsiteY1" fmla="*/ 0 h 1136323"/>
                <a:gd name="connsiteX2" fmla="*/ 1040633 w 1214315"/>
                <a:gd name="connsiteY2" fmla="*/ 16785 h 1136323"/>
                <a:gd name="connsiteX3" fmla="*/ 1214315 w 1214315"/>
                <a:gd name="connsiteY3" fmla="*/ 1064597 h 1136323"/>
                <a:gd name="connsiteX4" fmla="*/ 1053964 w 1214315"/>
                <a:gd name="connsiteY4" fmla="*/ 1136323 h 1136323"/>
                <a:gd name="connsiteX0" fmla="*/ 1053964 w 1214315"/>
                <a:gd name="connsiteY0" fmla="*/ 1136323 h 1136323"/>
                <a:gd name="connsiteX1" fmla="*/ 0 w 1214315"/>
                <a:gd name="connsiteY1" fmla="*/ 0 h 1136323"/>
                <a:gd name="connsiteX2" fmla="*/ 1040633 w 1214315"/>
                <a:gd name="connsiteY2" fmla="*/ 16785 h 1136323"/>
                <a:gd name="connsiteX3" fmla="*/ 1214315 w 1214315"/>
                <a:gd name="connsiteY3" fmla="*/ 1064597 h 1136323"/>
                <a:gd name="connsiteX4" fmla="*/ 1053964 w 1214315"/>
                <a:gd name="connsiteY4" fmla="*/ 1136323 h 1136323"/>
                <a:gd name="connsiteX0" fmla="*/ 1060159 w 1220510"/>
                <a:gd name="connsiteY0" fmla="*/ 1119627 h 1119627"/>
                <a:gd name="connsiteX1" fmla="*/ 0 w 1220510"/>
                <a:gd name="connsiteY1" fmla="*/ 249694 h 1119627"/>
                <a:gd name="connsiteX2" fmla="*/ 1046828 w 1220510"/>
                <a:gd name="connsiteY2" fmla="*/ 89 h 1119627"/>
                <a:gd name="connsiteX3" fmla="*/ 1220510 w 1220510"/>
                <a:gd name="connsiteY3" fmla="*/ 1047901 h 1119627"/>
                <a:gd name="connsiteX4" fmla="*/ 1060159 w 1220510"/>
                <a:gd name="connsiteY4" fmla="*/ 1119627 h 1119627"/>
                <a:gd name="connsiteX0" fmla="*/ 1060159 w 1220510"/>
                <a:gd name="connsiteY0" fmla="*/ 1119627 h 1119627"/>
                <a:gd name="connsiteX1" fmla="*/ 0 w 1220510"/>
                <a:gd name="connsiteY1" fmla="*/ 249694 h 1119627"/>
                <a:gd name="connsiteX2" fmla="*/ 1046828 w 1220510"/>
                <a:gd name="connsiteY2" fmla="*/ 89 h 1119627"/>
                <a:gd name="connsiteX3" fmla="*/ 1220510 w 1220510"/>
                <a:gd name="connsiteY3" fmla="*/ 1047901 h 1119627"/>
                <a:gd name="connsiteX4" fmla="*/ 1060159 w 1220510"/>
                <a:gd name="connsiteY4" fmla="*/ 1119627 h 1119627"/>
                <a:gd name="connsiteX0" fmla="*/ 1060159 w 1220510"/>
                <a:gd name="connsiteY0" fmla="*/ 1119627 h 1119627"/>
                <a:gd name="connsiteX1" fmla="*/ 0 w 1220510"/>
                <a:gd name="connsiteY1" fmla="*/ 249694 h 1119627"/>
                <a:gd name="connsiteX2" fmla="*/ 1046828 w 1220510"/>
                <a:gd name="connsiteY2" fmla="*/ 89 h 1119627"/>
                <a:gd name="connsiteX3" fmla="*/ 1220510 w 1220510"/>
                <a:gd name="connsiteY3" fmla="*/ 1047901 h 1119627"/>
                <a:gd name="connsiteX4" fmla="*/ 1060159 w 1220510"/>
                <a:gd name="connsiteY4" fmla="*/ 1119627 h 1119627"/>
                <a:gd name="connsiteX0" fmla="*/ 1060159 w 1220510"/>
                <a:gd name="connsiteY0" fmla="*/ 921649 h 921649"/>
                <a:gd name="connsiteX1" fmla="*/ 0 w 1220510"/>
                <a:gd name="connsiteY1" fmla="*/ 51716 h 921649"/>
                <a:gd name="connsiteX2" fmla="*/ 1059218 w 1220510"/>
                <a:gd name="connsiteY2" fmla="*/ 355 h 921649"/>
                <a:gd name="connsiteX3" fmla="*/ 1220510 w 1220510"/>
                <a:gd name="connsiteY3" fmla="*/ 849923 h 921649"/>
                <a:gd name="connsiteX4" fmla="*/ 1060159 w 1220510"/>
                <a:gd name="connsiteY4" fmla="*/ 921649 h 921649"/>
                <a:gd name="connsiteX0" fmla="*/ 1060159 w 1220510"/>
                <a:gd name="connsiteY0" fmla="*/ 921649 h 921649"/>
                <a:gd name="connsiteX1" fmla="*/ 0 w 1220510"/>
                <a:gd name="connsiteY1" fmla="*/ 51716 h 921649"/>
                <a:gd name="connsiteX2" fmla="*/ 1059218 w 1220510"/>
                <a:gd name="connsiteY2" fmla="*/ 355 h 921649"/>
                <a:gd name="connsiteX3" fmla="*/ 1220510 w 1220510"/>
                <a:gd name="connsiteY3" fmla="*/ 849923 h 921649"/>
                <a:gd name="connsiteX4" fmla="*/ 1060159 w 1220510"/>
                <a:gd name="connsiteY4" fmla="*/ 921649 h 921649"/>
                <a:gd name="connsiteX0" fmla="*/ 1060159 w 1220510"/>
                <a:gd name="connsiteY0" fmla="*/ 921649 h 921649"/>
                <a:gd name="connsiteX1" fmla="*/ 0 w 1220510"/>
                <a:gd name="connsiteY1" fmla="*/ 51716 h 921649"/>
                <a:gd name="connsiteX2" fmla="*/ 1059218 w 1220510"/>
                <a:gd name="connsiteY2" fmla="*/ 355 h 921649"/>
                <a:gd name="connsiteX3" fmla="*/ 1220510 w 1220510"/>
                <a:gd name="connsiteY3" fmla="*/ 849923 h 921649"/>
                <a:gd name="connsiteX4" fmla="*/ 1060159 w 1220510"/>
                <a:gd name="connsiteY4" fmla="*/ 921649 h 921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20510" h="921649">
                  <a:moveTo>
                    <a:pt x="1060159" y="921649"/>
                  </a:moveTo>
                  <a:cubicBezTo>
                    <a:pt x="166591" y="183345"/>
                    <a:pt x="908943" y="790884"/>
                    <a:pt x="0" y="51716"/>
                  </a:cubicBezTo>
                  <a:cubicBezTo>
                    <a:pt x="346878" y="57311"/>
                    <a:pt x="712340" y="-5240"/>
                    <a:pt x="1059218" y="355"/>
                  </a:cubicBezTo>
                  <a:cubicBezTo>
                    <a:pt x="1192967" y="751903"/>
                    <a:pt x="1090859" y="157699"/>
                    <a:pt x="1220510" y="849923"/>
                  </a:cubicBezTo>
                  <a:cubicBezTo>
                    <a:pt x="1126090" y="855456"/>
                    <a:pt x="1222187" y="863235"/>
                    <a:pt x="1060159" y="921649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>
                    <a:lumMod val="95000"/>
                  </a:srgbClr>
                </a:gs>
                <a:gs pos="100000">
                  <a:srgbClr val="FFFFFF">
                    <a:lumMod val="7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FFFFFF">
                  <a:lumMod val="75000"/>
                </a:srgbClr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289" name="Freeform 288">
              <a:extLst>
                <a:ext uri="{FF2B5EF4-FFF2-40B4-BE49-F238E27FC236}">
                  <a16:creationId xmlns:a16="http://schemas.microsoft.com/office/drawing/2014/main" id="{7B2A49C4-873B-2743-B356-AA474598AAC7}"/>
                </a:ext>
              </a:extLst>
            </p:cNvPr>
            <p:cNvSpPr/>
            <p:nvPr/>
          </p:nvSpPr>
          <p:spPr>
            <a:xfrm>
              <a:off x="6102428" y="4916682"/>
              <a:ext cx="925435" cy="757117"/>
            </a:xfrm>
            <a:custGeom>
              <a:avLst/>
              <a:gdLst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418712 w 1040633"/>
                <a:gd name="connsiteY4" fmla="*/ 1189324 h 1219697"/>
                <a:gd name="connsiteX5" fmla="*/ 139870 w 1040633"/>
                <a:gd name="connsiteY5" fmla="*/ 1191723 h 1219697"/>
                <a:gd name="connsiteX0" fmla="*/ 139870 w 1040633"/>
                <a:gd name="connsiteY0" fmla="*/ 1191723 h 1355926"/>
                <a:gd name="connsiteX1" fmla="*/ 0 w 1040633"/>
                <a:gd name="connsiteY1" fmla="*/ 0 h 1355926"/>
                <a:gd name="connsiteX2" fmla="*/ 1040633 w 1040633"/>
                <a:gd name="connsiteY2" fmla="*/ 16785 h 1355926"/>
                <a:gd name="connsiteX3" fmla="*/ 833625 w 1040633"/>
                <a:gd name="connsiteY3" fmla="*/ 1219697 h 1355926"/>
                <a:gd name="connsiteX4" fmla="*/ 139870 w 1040633"/>
                <a:gd name="connsiteY4" fmla="*/ 1191723 h 1355926"/>
                <a:gd name="connsiteX0" fmla="*/ 139870 w 1040633"/>
                <a:gd name="connsiteY0" fmla="*/ 1191723 h 1289901"/>
                <a:gd name="connsiteX1" fmla="*/ 0 w 1040633"/>
                <a:gd name="connsiteY1" fmla="*/ 0 h 1289901"/>
                <a:gd name="connsiteX2" fmla="*/ 1040633 w 1040633"/>
                <a:gd name="connsiteY2" fmla="*/ 16785 h 1289901"/>
                <a:gd name="connsiteX3" fmla="*/ 833625 w 1040633"/>
                <a:gd name="connsiteY3" fmla="*/ 1219697 h 1289901"/>
                <a:gd name="connsiteX4" fmla="*/ 139870 w 1040633"/>
                <a:gd name="connsiteY4" fmla="*/ 1191723 h 1289901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191723"/>
                <a:gd name="connsiteX1" fmla="*/ 0 w 1040633"/>
                <a:gd name="connsiteY1" fmla="*/ 0 h 1191723"/>
                <a:gd name="connsiteX2" fmla="*/ 1040633 w 1040633"/>
                <a:gd name="connsiteY2" fmla="*/ 16785 h 1191723"/>
                <a:gd name="connsiteX3" fmla="*/ 671988 w 1040633"/>
                <a:gd name="connsiteY3" fmla="*/ 1158121 h 1191723"/>
                <a:gd name="connsiteX4" fmla="*/ 139870 w 1040633"/>
                <a:gd name="connsiteY4" fmla="*/ 1191723 h 1191723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71988 w 778664"/>
                <a:gd name="connsiteY3" fmla="*/ 1158121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23004 w 954755"/>
                <a:gd name="connsiteY0" fmla="*/ 943771 h 976186"/>
                <a:gd name="connsiteX1" fmla="*/ 455145 w 954755"/>
                <a:gd name="connsiteY1" fmla="*/ 11688 h 976186"/>
                <a:gd name="connsiteX2" fmla="*/ 954755 w 954755"/>
                <a:gd name="connsiteY2" fmla="*/ 0 h 976186"/>
                <a:gd name="connsiteX3" fmla="*/ 728484 w 954755"/>
                <a:gd name="connsiteY3" fmla="*/ 976186 h 976186"/>
                <a:gd name="connsiteX4" fmla="*/ 23004 w 954755"/>
                <a:gd name="connsiteY4" fmla="*/ 943771 h 976186"/>
                <a:gd name="connsiteX0" fmla="*/ 0 w 931751"/>
                <a:gd name="connsiteY0" fmla="*/ 943771 h 976186"/>
                <a:gd name="connsiteX1" fmla="*/ 432141 w 931751"/>
                <a:gd name="connsiteY1" fmla="*/ 11688 h 976186"/>
                <a:gd name="connsiteX2" fmla="*/ 931751 w 931751"/>
                <a:gd name="connsiteY2" fmla="*/ 0 h 976186"/>
                <a:gd name="connsiteX3" fmla="*/ 705480 w 931751"/>
                <a:gd name="connsiteY3" fmla="*/ 976186 h 976186"/>
                <a:gd name="connsiteX4" fmla="*/ 0 w 931751"/>
                <a:gd name="connsiteY4" fmla="*/ 943771 h 976186"/>
                <a:gd name="connsiteX0" fmla="*/ 0 w 931751"/>
                <a:gd name="connsiteY0" fmla="*/ 943771 h 976186"/>
                <a:gd name="connsiteX1" fmla="*/ 432141 w 931751"/>
                <a:gd name="connsiteY1" fmla="*/ 11688 h 976186"/>
                <a:gd name="connsiteX2" fmla="*/ 931751 w 931751"/>
                <a:gd name="connsiteY2" fmla="*/ 0 h 976186"/>
                <a:gd name="connsiteX3" fmla="*/ 705480 w 931751"/>
                <a:gd name="connsiteY3" fmla="*/ 976186 h 976186"/>
                <a:gd name="connsiteX4" fmla="*/ 0 w 931751"/>
                <a:gd name="connsiteY4" fmla="*/ 943771 h 976186"/>
                <a:gd name="connsiteX0" fmla="*/ 0 w 931751"/>
                <a:gd name="connsiteY0" fmla="*/ 943771 h 976186"/>
                <a:gd name="connsiteX1" fmla="*/ 432141 w 931751"/>
                <a:gd name="connsiteY1" fmla="*/ 11688 h 976186"/>
                <a:gd name="connsiteX2" fmla="*/ 931751 w 931751"/>
                <a:gd name="connsiteY2" fmla="*/ 0 h 976186"/>
                <a:gd name="connsiteX3" fmla="*/ 705480 w 931751"/>
                <a:gd name="connsiteY3" fmla="*/ 976186 h 976186"/>
                <a:gd name="connsiteX4" fmla="*/ 0 w 931751"/>
                <a:gd name="connsiteY4" fmla="*/ 943771 h 976186"/>
                <a:gd name="connsiteX0" fmla="*/ 0 w 931751"/>
                <a:gd name="connsiteY0" fmla="*/ 943771 h 966342"/>
                <a:gd name="connsiteX1" fmla="*/ 432141 w 931751"/>
                <a:gd name="connsiteY1" fmla="*/ 11688 h 966342"/>
                <a:gd name="connsiteX2" fmla="*/ 931751 w 931751"/>
                <a:gd name="connsiteY2" fmla="*/ 0 h 966342"/>
                <a:gd name="connsiteX3" fmla="*/ 183705 w 931751"/>
                <a:gd name="connsiteY3" fmla="*/ 966342 h 966342"/>
                <a:gd name="connsiteX4" fmla="*/ 0 w 931751"/>
                <a:gd name="connsiteY4" fmla="*/ 943771 h 966342"/>
                <a:gd name="connsiteX0" fmla="*/ 0 w 931751"/>
                <a:gd name="connsiteY0" fmla="*/ 943771 h 966342"/>
                <a:gd name="connsiteX1" fmla="*/ 432141 w 931751"/>
                <a:gd name="connsiteY1" fmla="*/ 11688 h 966342"/>
                <a:gd name="connsiteX2" fmla="*/ 931751 w 931751"/>
                <a:gd name="connsiteY2" fmla="*/ 0 h 966342"/>
                <a:gd name="connsiteX3" fmla="*/ 183705 w 931751"/>
                <a:gd name="connsiteY3" fmla="*/ 966342 h 966342"/>
                <a:gd name="connsiteX4" fmla="*/ 0 w 931751"/>
                <a:gd name="connsiteY4" fmla="*/ 943771 h 966342"/>
                <a:gd name="connsiteX0" fmla="*/ 0 w 931751"/>
                <a:gd name="connsiteY0" fmla="*/ 943771 h 966342"/>
                <a:gd name="connsiteX1" fmla="*/ 432141 w 931751"/>
                <a:gd name="connsiteY1" fmla="*/ 11688 h 966342"/>
                <a:gd name="connsiteX2" fmla="*/ 931751 w 931751"/>
                <a:gd name="connsiteY2" fmla="*/ 0 h 966342"/>
                <a:gd name="connsiteX3" fmla="*/ 183705 w 931751"/>
                <a:gd name="connsiteY3" fmla="*/ 966342 h 966342"/>
                <a:gd name="connsiteX4" fmla="*/ 0 w 931751"/>
                <a:gd name="connsiteY4" fmla="*/ 943771 h 966342"/>
                <a:gd name="connsiteX0" fmla="*/ 0 w 956363"/>
                <a:gd name="connsiteY0" fmla="*/ 932083 h 954654"/>
                <a:gd name="connsiteX1" fmla="*/ 432141 w 956363"/>
                <a:gd name="connsiteY1" fmla="*/ 0 h 954654"/>
                <a:gd name="connsiteX2" fmla="*/ 956363 w 956363"/>
                <a:gd name="connsiteY2" fmla="*/ 12924 h 954654"/>
                <a:gd name="connsiteX3" fmla="*/ 183705 w 956363"/>
                <a:gd name="connsiteY3" fmla="*/ 954654 h 954654"/>
                <a:gd name="connsiteX4" fmla="*/ 0 w 956363"/>
                <a:gd name="connsiteY4" fmla="*/ 932083 h 954654"/>
                <a:gd name="connsiteX0" fmla="*/ 0 w 956363"/>
                <a:gd name="connsiteY0" fmla="*/ 919226 h 941797"/>
                <a:gd name="connsiteX1" fmla="*/ 405840 w 956363"/>
                <a:gd name="connsiteY1" fmla="*/ 197551 h 941797"/>
                <a:gd name="connsiteX2" fmla="*/ 956363 w 956363"/>
                <a:gd name="connsiteY2" fmla="*/ 67 h 941797"/>
                <a:gd name="connsiteX3" fmla="*/ 183705 w 956363"/>
                <a:gd name="connsiteY3" fmla="*/ 941797 h 941797"/>
                <a:gd name="connsiteX4" fmla="*/ 0 w 956363"/>
                <a:gd name="connsiteY4" fmla="*/ 919226 h 941797"/>
                <a:gd name="connsiteX0" fmla="*/ 0 w 956363"/>
                <a:gd name="connsiteY0" fmla="*/ 919226 h 941797"/>
                <a:gd name="connsiteX1" fmla="*/ 405840 w 956363"/>
                <a:gd name="connsiteY1" fmla="*/ 197551 h 941797"/>
                <a:gd name="connsiteX2" fmla="*/ 956363 w 956363"/>
                <a:gd name="connsiteY2" fmla="*/ 67 h 941797"/>
                <a:gd name="connsiteX3" fmla="*/ 183705 w 956363"/>
                <a:gd name="connsiteY3" fmla="*/ 941797 h 941797"/>
                <a:gd name="connsiteX4" fmla="*/ 0 w 956363"/>
                <a:gd name="connsiteY4" fmla="*/ 919226 h 941797"/>
                <a:gd name="connsiteX0" fmla="*/ 0 w 956363"/>
                <a:gd name="connsiteY0" fmla="*/ 919226 h 941797"/>
                <a:gd name="connsiteX1" fmla="*/ 405840 w 956363"/>
                <a:gd name="connsiteY1" fmla="*/ 197551 h 941797"/>
                <a:gd name="connsiteX2" fmla="*/ 956363 w 956363"/>
                <a:gd name="connsiteY2" fmla="*/ 67 h 941797"/>
                <a:gd name="connsiteX3" fmla="*/ 183705 w 956363"/>
                <a:gd name="connsiteY3" fmla="*/ 941797 h 941797"/>
                <a:gd name="connsiteX4" fmla="*/ 0 w 956363"/>
                <a:gd name="connsiteY4" fmla="*/ 919226 h 941797"/>
                <a:gd name="connsiteX0" fmla="*/ 0 w 926304"/>
                <a:gd name="connsiteY0" fmla="*/ 735614 h 758185"/>
                <a:gd name="connsiteX1" fmla="*/ 405840 w 926304"/>
                <a:gd name="connsiteY1" fmla="*/ 13939 h 758185"/>
                <a:gd name="connsiteX2" fmla="*/ 926304 w 926304"/>
                <a:gd name="connsiteY2" fmla="*/ 563 h 758185"/>
                <a:gd name="connsiteX3" fmla="*/ 183705 w 926304"/>
                <a:gd name="connsiteY3" fmla="*/ 758185 h 758185"/>
                <a:gd name="connsiteX4" fmla="*/ 0 w 926304"/>
                <a:gd name="connsiteY4" fmla="*/ 735614 h 758185"/>
                <a:gd name="connsiteX0" fmla="*/ 0 w 926304"/>
                <a:gd name="connsiteY0" fmla="*/ 735614 h 758185"/>
                <a:gd name="connsiteX1" fmla="*/ 405840 w 926304"/>
                <a:gd name="connsiteY1" fmla="*/ 13939 h 758185"/>
                <a:gd name="connsiteX2" fmla="*/ 926304 w 926304"/>
                <a:gd name="connsiteY2" fmla="*/ 563 h 758185"/>
                <a:gd name="connsiteX3" fmla="*/ 183705 w 926304"/>
                <a:gd name="connsiteY3" fmla="*/ 758185 h 758185"/>
                <a:gd name="connsiteX4" fmla="*/ 0 w 926304"/>
                <a:gd name="connsiteY4" fmla="*/ 735614 h 758185"/>
                <a:gd name="connsiteX0" fmla="*/ 0 w 926304"/>
                <a:gd name="connsiteY0" fmla="*/ 735614 h 758185"/>
                <a:gd name="connsiteX1" fmla="*/ 405840 w 926304"/>
                <a:gd name="connsiteY1" fmla="*/ 13939 h 758185"/>
                <a:gd name="connsiteX2" fmla="*/ 926304 w 926304"/>
                <a:gd name="connsiteY2" fmla="*/ 563 h 758185"/>
                <a:gd name="connsiteX3" fmla="*/ 183705 w 926304"/>
                <a:gd name="connsiteY3" fmla="*/ 758185 h 758185"/>
                <a:gd name="connsiteX4" fmla="*/ 0 w 926304"/>
                <a:gd name="connsiteY4" fmla="*/ 735614 h 758185"/>
                <a:gd name="connsiteX0" fmla="*/ 0 w 926304"/>
                <a:gd name="connsiteY0" fmla="*/ 735614 h 758185"/>
                <a:gd name="connsiteX1" fmla="*/ 405840 w 926304"/>
                <a:gd name="connsiteY1" fmla="*/ 13939 h 758185"/>
                <a:gd name="connsiteX2" fmla="*/ 926304 w 926304"/>
                <a:gd name="connsiteY2" fmla="*/ 563 h 758185"/>
                <a:gd name="connsiteX3" fmla="*/ 183705 w 926304"/>
                <a:gd name="connsiteY3" fmla="*/ 758185 h 758185"/>
                <a:gd name="connsiteX4" fmla="*/ 0 w 926304"/>
                <a:gd name="connsiteY4" fmla="*/ 735614 h 758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26304" h="758185">
                  <a:moveTo>
                    <a:pt x="0" y="735614"/>
                  </a:moveTo>
                  <a:cubicBezTo>
                    <a:pt x="309918" y="169731"/>
                    <a:pt x="59088" y="622691"/>
                    <a:pt x="405840" y="13939"/>
                  </a:cubicBezTo>
                  <a:cubicBezTo>
                    <a:pt x="580581" y="18247"/>
                    <a:pt x="751563" y="-3745"/>
                    <a:pt x="926304" y="563"/>
                  </a:cubicBezTo>
                  <a:cubicBezTo>
                    <a:pt x="312762" y="607705"/>
                    <a:pt x="474902" y="459041"/>
                    <a:pt x="183705" y="758185"/>
                  </a:cubicBezTo>
                  <a:cubicBezTo>
                    <a:pt x="49420" y="729549"/>
                    <a:pt x="196198" y="734148"/>
                    <a:pt x="0" y="735614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>
                    <a:lumMod val="95000"/>
                    <a:alpha val="55000"/>
                  </a:srgbClr>
                </a:gs>
                <a:gs pos="100000">
                  <a:srgbClr val="FFFFFF">
                    <a:lumMod val="7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FFFFFF">
                  <a:lumMod val="75000"/>
                </a:srgbClr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290" name="Freeform 289">
              <a:extLst>
                <a:ext uri="{FF2B5EF4-FFF2-40B4-BE49-F238E27FC236}">
                  <a16:creationId xmlns:a16="http://schemas.microsoft.com/office/drawing/2014/main" id="{0D9AB348-D7F2-A742-9B0C-84535C1F8A96}"/>
                </a:ext>
              </a:extLst>
            </p:cNvPr>
            <p:cNvSpPr/>
            <p:nvPr/>
          </p:nvSpPr>
          <p:spPr>
            <a:xfrm>
              <a:off x="5288109" y="4937315"/>
              <a:ext cx="725426" cy="1099963"/>
            </a:xfrm>
            <a:custGeom>
              <a:avLst/>
              <a:gdLst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418712 w 1040633"/>
                <a:gd name="connsiteY4" fmla="*/ 1189324 h 1219697"/>
                <a:gd name="connsiteX5" fmla="*/ 139870 w 1040633"/>
                <a:gd name="connsiteY5" fmla="*/ 1191723 h 1219697"/>
                <a:gd name="connsiteX0" fmla="*/ 139870 w 1040633"/>
                <a:gd name="connsiteY0" fmla="*/ 1191723 h 1355926"/>
                <a:gd name="connsiteX1" fmla="*/ 0 w 1040633"/>
                <a:gd name="connsiteY1" fmla="*/ 0 h 1355926"/>
                <a:gd name="connsiteX2" fmla="*/ 1040633 w 1040633"/>
                <a:gd name="connsiteY2" fmla="*/ 16785 h 1355926"/>
                <a:gd name="connsiteX3" fmla="*/ 833625 w 1040633"/>
                <a:gd name="connsiteY3" fmla="*/ 1219697 h 1355926"/>
                <a:gd name="connsiteX4" fmla="*/ 139870 w 1040633"/>
                <a:gd name="connsiteY4" fmla="*/ 1191723 h 1355926"/>
                <a:gd name="connsiteX0" fmla="*/ 139870 w 1040633"/>
                <a:gd name="connsiteY0" fmla="*/ 1191723 h 1289901"/>
                <a:gd name="connsiteX1" fmla="*/ 0 w 1040633"/>
                <a:gd name="connsiteY1" fmla="*/ 0 h 1289901"/>
                <a:gd name="connsiteX2" fmla="*/ 1040633 w 1040633"/>
                <a:gd name="connsiteY2" fmla="*/ 16785 h 1289901"/>
                <a:gd name="connsiteX3" fmla="*/ 833625 w 1040633"/>
                <a:gd name="connsiteY3" fmla="*/ 1219697 h 1289901"/>
                <a:gd name="connsiteX4" fmla="*/ 139870 w 1040633"/>
                <a:gd name="connsiteY4" fmla="*/ 1191723 h 1289901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191723"/>
                <a:gd name="connsiteX1" fmla="*/ 0 w 1040633"/>
                <a:gd name="connsiteY1" fmla="*/ 0 h 1191723"/>
                <a:gd name="connsiteX2" fmla="*/ 1040633 w 1040633"/>
                <a:gd name="connsiteY2" fmla="*/ 16785 h 1191723"/>
                <a:gd name="connsiteX3" fmla="*/ 671988 w 1040633"/>
                <a:gd name="connsiteY3" fmla="*/ 1158121 h 1191723"/>
                <a:gd name="connsiteX4" fmla="*/ 139870 w 1040633"/>
                <a:gd name="connsiteY4" fmla="*/ 1191723 h 1191723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71988 w 778664"/>
                <a:gd name="connsiteY3" fmla="*/ 1158121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27977 w 802211"/>
                <a:gd name="connsiteY0" fmla="*/ 815791 h 976186"/>
                <a:gd name="connsiteX1" fmla="*/ 302601 w 802211"/>
                <a:gd name="connsiteY1" fmla="*/ 11688 h 976186"/>
                <a:gd name="connsiteX2" fmla="*/ 802211 w 802211"/>
                <a:gd name="connsiteY2" fmla="*/ 0 h 976186"/>
                <a:gd name="connsiteX3" fmla="*/ 575940 w 802211"/>
                <a:gd name="connsiteY3" fmla="*/ 976186 h 976186"/>
                <a:gd name="connsiteX4" fmla="*/ 27977 w 802211"/>
                <a:gd name="connsiteY4" fmla="*/ 815791 h 976186"/>
                <a:gd name="connsiteX0" fmla="*/ 27977 w 802211"/>
                <a:gd name="connsiteY0" fmla="*/ 815791 h 815791"/>
                <a:gd name="connsiteX1" fmla="*/ 302601 w 802211"/>
                <a:gd name="connsiteY1" fmla="*/ 11688 h 815791"/>
                <a:gd name="connsiteX2" fmla="*/ 802211 w 802211"/>
                <a:gd name="connsiteY2" fmla="*/ 0 h 815791"/>
                <a:gd name="connsiteX3" fmla="*/ 236294 w 802211"/>
                <a:gd name="connsiteY3" fmla="*/ 808828 h 815791"/>
                <a:gd name="connsiteX4" fmla="*/ 27977 w 802211"/>
                <a:gd name="connsiteY4" fmla="*/ 815791 h 815791"/>
                <a:gd name="connsiteX0" fmla="*/ 27977 w 802211"/>
                <a:gd name="connsiteY0" fmla="*/ 815791 h 815791"/>
                <a:gd name="connsiteX1" fmla="*/ 302601 w 802211"/>
                <a:gd name="connsiteY1" fmla="*/ 11688 h 815791"/>
                <a:gd name="connsiteX2" fmla="*/ 802211 w 802211"/>
                <a:gd name="connsiteY2" fmla="*/ 0 h 815791"/>
                <a:gd name="connsiteX3" fmla="*/ 236294 w 802211"/>
                <a:gd name="connsiteY3" fmla="*/ 808828 h 815791"/>
                <a:gd name="connsiteX4" fmla="*/ 27977 w 802211"/>
                <a:gd name="connsiteY4" fmla="*/ 815791 h 815791"/>
                <a:gd name="connsiteX0" fmla="*/ 27977 w 802211"/>
                <a:gd name="connsiteY0" fmla="*/ 815791 h 815791"/>
                <a:gd name="connsiteX1" fmla="*/ 302601 w 802211"/>
                <a:gd name="connsiteY1" fmla="*/ 11688 h 815791"/>
                <a:gd name="connsiteX2" fmla="*/ 802211 w 802211"/>
                <a:gd name="connsiteY2" fmla="*/ 0 h 815791"/>
                <a:gd name="connsiteX3" fmla="*/ 236294 w 802211"/>
                <a:gd name="connsiteY3" fmla="*/ 808828 h 815791"/>
                <a:gd name="connsiteX4" fmla="*/ 27977 w 802211"/>
                <a:gd name="connsiteY4" fmla="*/ 815791 h 815791"/>
                <a:gd name="connsiteX0" fmla="*/ 27977 w 802211"/>
                <a:gd name="connsiteY0" fmla="*/ 828714 h 828714"/>
                <a:gd name="connsiteX1" fmla="*/ 302601 w 802211"/>
                <a:gd name="connsiteY1" fmla="*/ 0 h 828714"/>
                <a:gd name="connsiteX2" fmla="*/ 802211 w 802211"/>
                <a:gd name="connsiteY2" fmla="*/ 12923 h 828714"/>
                <a:gd name="connsiteX3" fmla="*/ 236294 w 802211"/>
                <a:gd name="connsiteY3" fmla="*/ 821751 h 828714"/>
                <a:gd name="connsiteX4" fmla="*/ 27977 w 802211"/>
                <a:gd name="connsiteY4" fmla="*/ 828714 h 828714"/>
                <a:gd name="connsiteX0" fmla="*/ 56213 w 830447"/>
                <a:gd name="connsiteY0" fmla="*/ 828714 h 828714"/>
                <a:gd name="connsiteX1" fmla="*/ 330837 w 830447"/>
                <a:gd name="connsiteY1" fmla="*/ 0 h 828714"/>
                <a:gd name="connsiteX2" fmla="*/ 830447 w 830447"/>
                <a:gd name="connsiteY2" fmla="*/ 12923 h 828714"/>
                <a:gd name="connsiteX3" fmla="*/ 264530 w 830447"/>
                <a:gd name="connsiteY3" fmla="*/ 821751 h 828714"/>
                <a:gd name="connsiteX4" fmla="*/ 56213 w 830447"/>
                <a:gd name="connsiteY4" fmla="*/ 828714 h 828714"/>
                <a:gd name="connsiteX0" fmla="*/ 64130 w 789139"/>
                <a:gd name="connsiteY0" fmla="*/ 794258 h 821751"/>
                <a:gd name="connsiteX1" fmla="*/ 289529 w 789139"/>
                <a:gd name="connsiteY1" fmla="*/ 0 h 821751"/>
                <a:gd name="connsiteX2" fmla="*/ 789139 w 789139"/>
                <a:gd name="connsiteY2" fmla="*/ 12923 h 821751"/>
                <a:gd name="connsiteX3" fmla="*/ 223222 w 789139"/>
                <a:gd name="connsiteY3" fmla="*/ 821751 h 821751"/>
                <a:gd name="connsiteX4" fmla="*/ 64130 w 789139"/>
                <a:gd name="connsiteY4" fmla="*/ 794258 h 821751"/>
                <a:gd name="connsiteX0" fmla="*/ 0 w 725009"/>
                <a:gd name="connsiteY0" fmla="*/ 794258 h 821751"/>
                <a:gd name="connsiteX1" fmla="*/ 225399 w 725009"/>
                <a:gd name="connsiteY1" fmla="*/ 0 h 821751"/>
                <a:gd name="connsiteX2" fmla="*/ 725009 w 725009"/>
                <a:gd name="connsiteY2" fmla="*/ 12923 h 821751"/>
                <a:gd name="connsiteX3" fmla="*/ 159092 w 725009"/>
                <a:gd name="connsiteY3" fmla="*/ 821751 h 821751"/>
                <a:gd name="connsiteX4" fmla="*/ 0 w 725009"/>
                <a:gd name="connsiteY4" fmla="*/ 794258 h 821751"/>
                <a:gd name="connsiteX0" fmla="*/ 0 w 725009"/>
                <a:gd name="connsiteY0" fmla="*/ 1203768 h 1231261"/>
                <a:gd name="connsiteX1" fmla="*/ 225399 w 725009"/>
                <a:gd name="connsiteY1" fmla="*/ 0 h 1231261"/>
                <a:gd name="connsiteX2" fmla="*/ 725009 w 725009"/>
                <a:gd name="connsiteY2" fmla="*/ 422433 h 1231261"/>
                <a:gd name="connsiteX3" fmla="*/ 159092 w 725009"/>
                <a:gd name="connsiteY3" fmla="*/ 1231261 h 1231261"/>
                <a:gd name="connsiteX4" fmla="*/ 0 w 725009"/>
                <a:gd name="connsiteY4" fmla="*/ 1203768 h 1231261"/>
                <a:gd name="connsiteX0" fmla="*/ 0 w 725009"/>
                <a:gd name="connsiteY0" fmla="*/ 1217334 h 1244827"/>
                <a:gd name="connsiteX1" fmla="*/ 225399 w 725009"/>
                <a:gd name="connsiteY1" fmla="*/ 13566 h 1244827"/>
                <a:gd name="connsiteX2" fmla="*/ 725009 w 725009"/>
                <a:gd name="connsiteY2" fmla="*/ 571 h 1244827"/>
                <a:gd name="connsiteX3" fmla="*/ 159092 w 725009"/>
                <a:gd name="connsiteY3" fmla="*/ 1244827 h 1244827"/>
                <a:gd name="connsiteX4" fmla="*/ 0 w 725009"/>
                <a:gd name="connsiteY4" fmla="*/ 1217334 h 1244827"/>
                <a:gd name="connsiteX0" fmla="*/ 0 w 725009"/>
                <a:gd name="connsiteY0" fmla="*/ 1217334 h 1244827"/>
                <a:gd name="connsiteX1" fmla="*/ 225399 w 725009"/>
                <a:gd name="connsiteY1" fmla="*/ 13566 h 1244827"/>
                <a:gd name="connsiteX2" fmla="*/ 725009 w 725009"/>
                <a:gd name="connsiteY2" fmla="*/ 571 h 1244827"/>
                <a:gd name="connsiteX3" fmla="*/ 159092 w 725009"/>
                <a:gd name="connsiteY3" fmla="*/ 1244827 h 1244827"/>
                <a:gd name="connsiteX4" fmla="*/ 0 w 725009"/>
                <a:gd name="connsiteY4" fmla="*/ 1217334 h 1244827"/>
                <a:gd name="connsiteX0" fmla="*/ 0 w 725009"/>
                <a:gd name="connsiteY0" fmla="*/ 1217334 h 1244827"/>
                <a:gd name="connsiteX1" fmla="*/ 225399 w 725009"/>
                <a:gd name="connsiteY1" fmla="*/ 13566 h 1244827"/>
                <a:gd name="connsiteX2" fmla="*/ 725009 w 725009"/>
                <a:gd name="connsiteY2" fmla="*/ 571 h 1244827"/>
                <a:gd name="connsiteX3" fmla="*/ 159092 w 725009"/>
                <a:gd name="connsiteY3" fmla="*/ 1244827 h 1244827"/>
                <a:gd name="connsiteX4" fmla="*/ 0 w 725009"/>
                <a:gd name="connsiteY4" fmla="*/ 1217334 h 1244827"/>
                <a:gd name="connsiteX0" fmla="*/ 0 w 725009"/>
                <a:gd name="connsiteY0" fmla="*/ 1217334 h 1244827"/>
                <a:gd name="connsiteX1" fmla="*/ 225399 w 725009"/>
                <a:gd name="connsiteY1" fmla="*/ 13566 h 1244827"/>
                <a:gd name="connsiteX2" fmla="*/ 725009 w 725009"/>
                <a:gd name="connsiteY2" fmla="*/ 571 h 1244827"/>
                <a:gd name="connsiteX3" fmla="*/ 159092 w 725009"/>
                <a:gd name="connsiteY3" fmla="*/ 1244827 h 1244827"/>
                <a:gd name="connsiteX4" fmla="*/ 0 w 725009"/>
                <a:gd name="connsiteY4" fmla="*/ 1217334 h 1244827"/>
                <a:gd name="connsiteX0" fmla="*/ 0 w 725009"/>
                <a:gd name="connsiteY0" fmla="*/ 1217334 h 1244827"/>
                <a:gd name="connsiteX1" fmla="*/ 225399 w 725009"/>
                <a:gd name="connsiteY1" fmla="*/ 13566 h 1244827"/>
                <a:gd name="connsiteX2" fmla="*/ 725009 w 725009"/>
                <a:gd name="connsiteY2" fmla="*/ 571 h 1244827"/>
                <a:gd name="connsiteX3" fmla="*/ 159092 w 725009"/>
                <a:gd name="connsiteY3" fmla="*/ 1244827 h 1244827"/>
                <a:gd name="connsiteX4" fmla="*/ 0 w 725009"/>
                <a:gd name="connsiteY4" fmla="*/ 1217334 h 1244827"/>
                <a:gd name="connsiteX0" fmla="*/ 0 w 725009"/>
                <a:gd name="connsiteY0" fmla="*/ 1217334 h 1244827"/>
                <a:gd name="connsiteX1" fmla="*/ 225399 w 725009"/>
                <a:gd name="connsiteY1" fmla="*/ 13566 h 1244827"/>
                <a:gd name="connsiteX2" fmla="*/ 725009 w 725009"/>
                <a:gd name="connsiteY2" fmla="*/ 571 h 1244827"/>
                <a:gd name="connsiteX3" fmla="*/ 159092 w 725009"/>
                <a:gd name="connsiteY3" fmla="*/ 1244827 h 1244827"/>
                <a:gd name="connsiteX4" fmla="*/ 0 w 725009"/>
                <a:gd name="connsiteY4" fmla="*/ 1217334 h 1244827"/>
                <a:gd name="connsiteX0" fmla="*/ 0 w 725009"/>
                <a:gd name="connsiteY0" fmla="*/ 1203768 h 1231261"/>
                <a:gd name="connsiteX1" fmla="*/ 225399 w 725009"/>
                <a:gd name="connsiteY1" fmla="*/ 0 h 1231261"/>
                <a:gd name="connsiteX2" fmla="*/ 725009 w 725009"/>
                <a:gd name="connsiteY2" fmla="*/ 129782 h 1231261"/>
                <a:gd name="connsiteX3" fmla="*/ 159092 w 725009"/>
                <a:gd name="connsiteY3" fmla="*/ 1231261 h 1231261"/>
                <a:gd name="connsiteX4" fmla="*/ 0 w 725009"/>
                <a:gd name="connsiteY4" fmla="*/ 1203768 h 1231261"/>
                <a:gd name="connsiteX0" fmla="*/ 0 w 725009"/>
                <a:gd name="connsiteY0" fmla="*/ 1203768 h 1231261"/>
                <a:gd name="connsiteX1" fmla="*/ 225399 w 725009"/>
                <a:gd name="connsiteY1" fmla="*/ 0 h 1231261"/>
                <a:gd name="connsiteX2" fmla="*/ 725009 w 725009"/>
                <a:gd name="connsiteY2" fmla="*/ 129782 h 1231261"/>
                <a:gd name="connsiteX3" fmla="*/ 159092 w 725009"/>
                <a:gd name="connsiteY3" fmla="*/ 1231261 h 1231261"/>
                <a:gd name="connsiteX4" fmla="*/ 0 w 725009"/>
                <a:gd name="connsiteY4" fmla="*/ 1203768 h 1231261"/>
                <a:gd name="connsiteX0" fmla="*/ 0 w 725009"/>
                <a:gd name="connsiteY0" fmla="*/ 1203768 h 1231261"/>
                <a:gd name="connsiteX1" fmla="*/ 225399 w 725009"/>
                <a:gd name="connsiteY1" fmla="*/ 0 h 1231261"/>
                <a:gd name="connsiteX2" fmla="*/ 725009 w 725009"/>
                <a:gd name="connsiteY2" fmla="*/ 129782 h 1231261"/>
                <a:gd name="connsiteX3" fmla="*/ 159092 w 725009"/>
                <a:gd name="connsiteY3" fmla="*/ 1231261 h 1231261"/>
                <a:gd name="connsiteX4" fmla="*/ 0 w 725009"/>
                <a:gd name="connsiteY4" fmla="*/ 1203768 h 1231261"/>
                <a:gd name="connsiteX0" fmla="*/ 0 w 725497"/>
                <a:gd name="connsiteY0" fmla="*/ 1279028 h 1306521"/>
                <a:gd name="connsiteX1" fmla="*/ 225399 w 725497"/>
                <a:gd name="connsiteY1" fmla="*/ 75260 h 1306521"/>
                <a:gd name="connsiteX2" fmla="*/ 396193 w 725497"/>
                <a:gd name="connsiteY2" fmla="*/ 156799 h 1306521"/>
                <a:gd name="connsiteX3" fmla="*/ 725009 w 725497"/>
                <a:gd name="connsiteY3" fmla="*/ 205042 h 1306521"/>
                <a:gd name="connsiteX4" fmla="*/ 159092 w 725497"/>
                <a:gd name="connsiteY4" fmla="*/ 1306521 h 1306521"/>
                <a:gd name="connsiteX5" fmla="*/ 0 w 725497"/>
                <a:gd name="connsiteY5" fmla="*/ 1279028 h 1306521"/>
                <a:gd name="connsiteX0" fmla="*/ 0 w 725239"/>
                <a:gd name="connsiteY0" fmla="*/ 1295668 h 1323161"/>
                <a:gd name="connsiteX1" fmla="*/ 225399 w 725239"/>
                <a:gd name="connsiteY1" fmla="*/ 91900 h 1323161"/>
                <a:gd name="connsiteX2" fmla="*/ 725009 w 725239"/>
                <a:gd name="connsiteY2" fmla="*/ 221682 h 1323161"/>
                <a:gd name="connsiteX3" fmla="*/ 159092 w 725239"/>
                <a:gd name="connsiteY3" fmla="*/ 1323161 h 1323161"/>
                <a:gd name="connsiteX4" fmla="*/ 0 w 725239"/>
                <a:gd name="connsiteY4" fmla="*/ 1295668 h 1323161"/>
                <a:gd name="connsiteX0" fmla="*/ 0 w 725221"/>
                <a:gd name="connsiteY0" fmla="*/ 1210552 h 1238045"/>
                <a:gd name="connsiteX1" fmla="*/ 191583 w 725221"/>
                <a:gd name="connsiteY1" fmla="*/ 153319 h 1238045"/>
                <a:gd name="connsiteX2" fmla="*/ 725009 w 725221"/>
                <a:gd name="connsiteY2" fmla="*/ 136566 h 1238045"/>
                <a:gd name="connsiteX3" fmla="*/ 159092 w 725221"/>
                <a:gd name="connsiteY3" fmla="*/ 1238045 h 1238045"/>
                <a:gd name="connsiteX4" fmla="*/ 0 w 725221"/>
                <a:gd name="connsiteY4" fmla="*/ 1210552 h 1238045"/>
                <a:gd name="connsiteX0" fmla="*/ 0 w 725305"/>
                <a:gd name="connsiteY0" fmla="*/ 1158512 h 1186005"/>
                <a:gd name="connsiteX1" fmla="*/ 191583 w 725305"/>
                <a:gd name="connsiteY1" fmla="*/ 101279 h 1186005"/>
                <a:gd name="connsiteX2" fmla="*/ 725009 w 725305"/>
                <a:gd name="connsiteY2" fmla="*/ 84526 h 1186005"/>
                <a:gd name="connsiteX3" fmla="*/ 159092 w 725305"/>
                <a:gd name="connsiteY3" fmla="*/ 1186005 h 1186005"/>
                <a:gd name="connsiteX4" fmla="*/ 0 w 725305"/>
                <a:gd name="connsiteY4" fmla="*/ 1158512 h 1186005"/>
                <a:gd name="connsiteX0" fmla="*/ 0 w 725009"/>
                <a:gd name="connsiteY0" fmla="*/ 1073986 h 1101479"/>
                <a:gd name="connsiteX1" fmla="*/ 191583 w 725009"/>
                <a:gd name="connsiteY1" fmla="*/ 16753 h 1101479"/>
                <a:gd name="connsiteX2" fmla="*/ 725009 w 725009"/>
                <a:gd name="connsiteY2" fmla="*/ 0 h 1101479"/>
                <a:gd name="connsiteX3" fmla="*/ 159092 w 725009"/>
                <a:gd name="connsiteY3" fmla="*/ 1101479 h 1101479"/>
                <a:gd name="connsiteX4" fmla="*/ 0 w 725009"/>
                <a:gd name="connsiteY4" fmla="*/ 1073986 h 1101479"/>
                <a:gd name="connsiteX0" fmla="*/ 0 w 725009"/>
                <a:gd name="connsiteY0" fmla="*/ 1073986 h 1101479"/>
                <a:gd name="connsiteX1" fmla="*/ 206612 w 725009"/>
                <a:gd name="connsiteY1" fmla="*/ 1724 h 1101479"/>
                <a:gd name="connsiteX2" fmla="*/ 725009 w 725009"/>
                <a:gd name="connsiteY2" fmla="*/ 0 h 1101479"/>
                <a:gd name="connsiteX3" fmla="*/ 159092 w 725009"/>
                <a:gd name="connsiteY3" fmla="*/ 1101479 h 1101479"/>
                <a:gd name="connsiteX4" fmla="*/ 0 w 725009"/>
                <a:gd name="connsiteY4" fmla="*/ 1073986 h 1101479"/>
                <a:gd name="connsiteX0" fmla="*/ 0 w 725009"/>
                <a:gd name="connsiteY0" fmla="*/ 1073986 h 1101479"/>
                <a:gd name="connsiteX1" fmla="*/ 206612 w 725009"/>
                <a:gd name="connsiteY1" fmla="*/ 1724 h 1101479"/>
                <a:gd name="connsiteX2" fmla="*/ 725009 w 725009"/>
                <a:gd name="connsiteY2" fmla="*/ 0 h 1101479"/>
                <a:gd name="connsiteX3" fmla="*/ 159092 w 725009"/>
                <a:gd name="connsiteY3" fmla="*/ 1101479 h 1101479"/>
                <a:gd name="connsiteX4" fmla="*/ 0 w 725009"/>
                <a:gd name="connsiteY4" fmla="*/ 1073986 h 1101479"/>
                <a:gd name="connsiteX0" fmla="*/ 0 w 725009"/>
                <a:gd name="connsiteY0" fmla="*/ 1073986 h 1101479"/>
                <a:gd name="connsiteX1" fmla="*/ 206612 w 725009"/>
                <a:gd name="connsiteY1" fmla="*/ 1724 h 1101479"/>
                <a:gd name="connsiteX2" fmla="*/ 725009 w 725009"/>
                <a:gd name="connsiteY2" fmla="*/ 0 h 1101479"/>
                <a:gd name="connsiteX3" fmla="*/ 159092 w 725009"/>
                <a:gd name="connsiteY3" fmla="*/ 1101479 h 1101479"/>
                <a:gd name="connsiteX4" fmla="*/ 0 w 725009"/>
                <a:gd name="connsiteY4" fmla="*/ 1073986 h 11014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25009" h="1101479">
                  <a:moveTo>
                    <a:pt x="0" y="1073986"/>
                  </a:moveTo>
                  <a:cubicBezTo>
                    <a:pt x="95638" y="589814"/>
                    <a:pt x="96800" y="618448"/>
                    <a:pt x="206612" y="1724"/>
                  </a:cubicBezTo>
                  <a:cubicBezTo>
                    <a:pt x="451440" y="14348"/>
                    <a:pt x="499346" y="35256"/>
                    <a:pt x="725009" y="0"/>
                  </a:cubicBezTo>
                  <a:cubicBezTo>
                    <a:pt x="326141" y="749497"/>
                    <a:pt x="642687" y="159790"/>
                    <a:pt x="159092" y="1101479"/>
                  </a:cubicBezTo>
                  <a:cubicBezTo>
                    <a:pt x="24807" y="1072843"/>
                    <a:pt x="92525" y="1088071"/>
                    <a:pt x="0" y="1073986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>
                    <a:lumMod val="95000"/>
                    <a:alpha val="55000"/>
                  </a:srgbClr>
                </a:gs>
                <a:gs pos="100000">
                  <a:srgbClr val="FFFFFF">
                    <a:lumMod val="7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FFFFFF">
                  <a:lumMod val="75000"/>
                </a:srgbClr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291" name="Freeform 290">
              <a:extLst>
                <a:ext uri="{FF2B5EF4-FFF2-40B4-BE49-F238E27FC236}">
                  <a16:creationId xmlns:a16="http://schemas.microsoft.com/office/drawing/2014/main" id="{98F06BD2-BA43-1144-B69F-BF325541EB43}"/>
                </a:ext>
              </a:extLst>
            </p:cNvPr>
            <p:cNvSpPr/>
            <p:nvPr/>
          </p:nvSpPr>
          <p:spPr>
            <a:xfrm>
              <a:off x="4300767" y="4956362"/>
              <a:ext cx="514307" cy="577758"/>
            </a:xfrm>
            <a:custGeom>
              <a:avLst/>
              <a:gdLst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418712 w 1040633"/>
                <a:gd name="connsiteY4" fmla="*/ 1189324 h 1219697"/>
                <a:gd name="connsiteX5" fmla="*/ 139870 w 1040633"/>
                <a:gd name="connsiteY5" fmla="*/ 1191723 h 1219697"/>
                <a:gd name="connsiteX0" fmla="*/ 139870 w 1040633"/>
                <a:gd name="connsiteY0" fmla="*/ 1191723 h 1355926"/>
                <a:gd name="connsiteX1" fmla="*/ 0 w 1040633"/>
                <a:gd name="connsiteY1" fmla="*/ 0 h 1355926"/>
                <a:gd name="connsiteX2" fmla="*/ 1040633 w 1040633"/>
                <a:gd name="connsiteY2" fmla="*/ 16785 h 1355926"/>
                <a:gd name="connsiteX3" fmla="*/ 833625 w 1040633"/>
                <a:gd name="connsiteY3" fmla="*/ 1219697 h 1355926"/>
                <a:gd name="connsiteX4" fmla="*/ 139870 w 1040633"/>
                <a:gd name="connsiteY4" fmla="*/ 1191723 h 1355926"/>
                <a:gd name="connsiteX0" fmla="*/ 139870 w 1040633"/>
                <a:gd name="connsiteY0" fmla="*/ 1191723 h 1289901"/>
                <a:gd name="connsiteX1" fmla="*/ 0 w 1040633"/>
                <a:gd name="connsiteY1" fmla="*/ 0 h 1289901"/>
                <a:gd name="connsiteX2" fmla="*/ 1040633 w 1040633"/>
                <a:gd name="connsiteY2" fmla="*/ 16785 h 1289901"/>
                <a:gd name="connsiteX3" fmla="*/ 833625 w 1040633"/>
                <a:gd name="connsiteY3" fmla="*/ 1219697 h 1289901"/>
                <a:gd name="connsiteX4" fmla="*/ 139870 w 1040633"/>
                <a:gd name="connsiteY4" fmla="*/ 1191723 h 1289901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191723"/>
                <a:gd name="connsiteX1" fmla="*/ 0 w 1040633"/>
                <a:gd name="connsiteY1" fmla="*/ 0 h 1191723"/>
                <a:gd name="connsiteX2" fmla="*/ 1040633 w 1040633"/>
                <a:gd name="connsiteY2" fmla="*/ 16785 h 1191723"/>
                <a:gd name="connsiteX3" fmla="*/ 671988 w 1040633"/>
                <a:gd name="connsiteY3" fmla="*/ 1158121 h 1191723"/>
                <a:gd name="connsiteX4" fmla="*/ 139870 w 1040633"/>
                <a:gd name="connsiteY4" fmla="*/ 1191723 h 1191723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71988 w 778664"/>
                <a:gd name="connsiteY3" fmla="*/ 1158121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503138"/>
                <a:gd name="connsiteY0" fmla="*/ 961687 h 964568"/>
                <a:gd name="connsiteX1" fmla="*/ 0 w 503138"/>
                <a:gd name="connsiteY1" fmla="*/ 70 h 964568"/>
                <a:gd name="connsiteX2" fmla="*/ 503138 w 503138"/>
                <a:gd name="connsiteY2" fmla="*/ 154187 h 964568"/>
                <a:gd name="connsiteX3" fmla="*/ 273339 w 503138"/>
                <a:gd name="connsiteY3" fmla="*/ 964568 h 964568"/>
                <a:gd name="connsiteX4" fmla="*/ 197928 w 503138"/>
                <a:gd name="connsiteY4" fmla="*/ 961687 h 964568"/>
                <a:gd name="connsiteX0" fmla="*/ 201456 w 506666"/>
                <a:gd name="connsiteY0" fmla="*/ 807500 h 810381"/>
                <a:gd name="connsiteX1" fmla="*/ 0 w 506666"/>
                <a:gd name="connsiteY1" fmla="*/ 15216 h 810381"/>
                <a:gd name="connsiteX2" fmla="*/ 506666 w 506666"/>
                <a:gd name="connsiteY2" fmla="*/ 0 h 810381"/>
                <a:gd name="connsiteX3" fmla="*/ 276867 w 506666"/>
                <a:gd name="connsiteY3" fmla="*/ 810381 h 810381"/>
                <a:gd name="connsiteX4" fmla="*/ 201456 w 506666"/>
                <a:gd name="connsiteY4" fmla="*/ 807500 h 810381"/>
                <a:gd name="connsiteX0" fmla="*/ 201456 w 506666"/>
                <a:gd name="connsiteY0" fmla="*/ 807500 h 811593"/>
                <a:gd name="connsiteX1" fmla="*/ 0 w 506666"/>
                <a:gd name="connsiteY1" fmla="*/ 15216 h 811593"/>
                <a:gd name="connsiteX2" fmla="*/ 506666 w 506666"/>
                <a:gd name="connsiteY2" fmla="*/ 0 h 811593"/>
                <a:gd name="connsiteX3" fmla="*/ 276867 w 506666"/>
                <a:gd name="connsiteY3" fmla="*/ 810381 h 811593"/>
                <a:gd name="connsiteX4" fmla="*/ 201456 w 506666"/>
                <a:gd name="connsiteY4" fmla="*/ 807500 h 811593"/>
                <a:gd name="connsiteX0" fmla="*/ 135576 w 506666"/>
                <a:gd name="connsiteY0" fmla="*/ 818480 h 818480"/>
                <a:gd name="connsiteX1" fmla="*/ 0 w 506666"/>
                <a:gd name="connsiteY1" fmla="*/ 15216 h 818480"/>
                <a:gd name="connsiteX2" fmla="*/ 506666 w 506666"/>
                <a:gd name="connsiteY2" fmla="*/ 0 h 818480"/>
                <a:gd name="connsiteX3" fmla="*/ 276867 w 506666"/>
                <a:gd name="connsiteY3" fmla="*/ 810381 h 818480"/>
                <a:gd name="connsiteX4" fmla="*/ 135576 w 506666"/>
                <a:gd name="connsiteY4" fmla="*/ 818480 h 818480"/>
                <a:gd name="connsiteX0" fmla="*/ 135576 w 506666"/>
                <a:gd name="connsiteY0" fmla="*/ 818480 h 818480"/>
                <a:gd name="connsiteX1" fmla="*/ 0 w 506666"/>
                <a:gd name="connsiteY1" fmla="*/ 15216 h 818480"/>
                <a:gd name="connsiteX2" fmla="*/ 506666 w 506666"/>
                <a:gd name="connsiteY2" fmla="*/ 0 h 818480"/>
                <a:gd name="connsiteX3" fmla="*/ 331766 w 506666"/>
                <a:gd name="connsiteY3" fmla="*/ 803061 h 818480"/>
                <a:gd name="connsiteX4" fmla="*/ 135576 w 506666"/>
                <a:gd name="connsiteY4" fmla="*/ 818480 h 818480"/>
                <a:gd name="connsiteX0" fmla="*/ 135576 w 506666"/>
                <a:gd name="connsiteY0" fmla="*/ 818480 h 818480"/>
                <a:gd name="connsiteX1" fmla="*/ 0 w 506666"/>
                <a:gd name="connsiteY1" fmla="*/ 15216 h 818480"/>
                <a:gd name="connsiteX2" fmla="*/ 506666 w 506666"/>
                <a:gd name="connsiteY2" fmla="*/ 0 h 818480"/>
                <a:gd name="connsiteX3" fmla="*/ 331766 w 506666"/>
                <a:gd name="connsiteY3" fmla="*/ 803061 h 818480"/>
                <a:gd name="connsiteX4" fmla="*/ 135576 w 506666"/>
                <a:gd name="connsiteY4" fmla="*/ 818480 h 818480"/>
                <a:gd name="connsiteX0" fmla="*/ 135576 w 506666"/>
                <a:gd name="connsiteY0" fmla="*/ 818480 h 818480"/>
                <a:gd name="connsiteX1" fmla="*/ 0 w 506666"/>
                <a:gd name="connsiteY1" fmla="*/ 15216 h 818480"/>
                <a:gd name="connsiteX2" fmla="*/ 506666 w 506666"/>
                <a:gd name="connsiteY2" fmla="*/ 0 h 818480"/>
                <a:gd name="connsiteX3" fmla="*/ 331766 w 506666"/>
                <a:gd name="connsiteY3" fmla="*/ 803061 h 818480"/>
                <a:gd name="connsiteX4" fmla="*/ 135576 w 506666"/>
                <a:gd name="connsiteY4" fmla="*/ 818480 h 818480"/>
                <a:gd name="connsiteX0" fmla="*/ 135576 w 506666"/>
                <a:gd name="connsiteY0" fmla="*/ 818480 h 818480"/>
                <a:gd name="connsiteX1" fmla="*/ 0 w 506666"/>
                <a:gd name="connsiteY1" fmla="*/ 7896 h 818480"/>
                <a:gd name="connsiteX2" fmla="*/ 506666 w 506666"/>
                <a:gd name="connsiteY2" fmla="*/ 0 h 818480"/>
                <a:gd name="connsiteX3" fmla="*/ 331766 w 506666"/>
                <a:gd name="connsiteY3" fmla="*/ 803061 h 818480"/>
                <a:gd name="connsiteX4" fmla="*/ 135576 w 506666"/>
                <a:gd name="connsiteY4" fmla="*/ 818480 h 818480"/>
                <a:gd name="connsiteX0" fmla="*/ 135576 w 506666"/>
                <a:gd name="connsiteY0" fmla="*/ 818480 h 818480"/>
                <a:gd name="connsiteX1" fmla="*/ 0 w 506666"/>
                <a:gd name="connsiteY1" fmla="*/ 7896 h 818480"/>
                <a:gd name="connsiteX2" fmla="*/ 506666 w 506666"/>
                <a:gd name="connsiteY2" fmla="*/ 0 h 818480"/>
                <a:gd name="connsiteX3" fmla="*/ 331766 w 506666"/>
                <a:gd name="connsiteY3" fmla="*/ 803061 h 818480"/>
                <a:gd name="connsiteX4" fmla="*/ 135576 w 506666"/>
                <a:gd name="connsiteY4" fmla="*/ 818480 h 818480"/>
                <a:gd name="connsiteX0" fmla="*/ 45472 w 559302"/>
                <a:gd name="connsiteY0" fmla="*/ 807500 h 807500"/>
                <a:gd name="connsiteX1" fmla="*/ 52636 w 559302"/>
                <a:gd name="connsiteY1" fmla="*/ 7896 h 807500"/>
                <a:gd name="connsiteX2" fmla="*/ 559302 w 559302"/>
                <a:gd name="connsiteY2" fmla="*/ 0 h 807500"/>
                <a:gd name="connsiteX3" fmla="*/ 384402 w 559302"/>
                <a:gd name="connsiteY3" fmla="*/ 803061 h 807500"/>
                <a:gd name="connsiteX4" fmla="*/ 45472 w 559302"/>
                <a:gd name="connsiteY4" fmla="*/ 807500 h 807500"/>
                <a:gd name="connsiteX0" fmla="*/ 21974 w 535804"/>
                <a:gd name="connsiteY0" fmla="*/ 807500 h 807500"/>
                <a:gd name="connsiteX1" fmla="*/ 29138 w 535804"/>
                <a:gd name="connsiteY1" fmla="*/ 7896 h 807500"/>
                <a:gd name="connsiteX2" fmla="*/ 535804 w 535804"/>
                <a:gd name="connsiteY2" fmla="*/ 0 h 807500"/>
                <a:gd name="connsiteX3" fmla="*/ 360904 w 535804"/>
                <a:gd name="connsiteY3" fmla="*/ 803061 h 807500"/>
                <a:gd name="connsiteX4" fmla="*/ 21974 w 535804"/>
                <a:gd name="connsiteY4" fmla="*/ 807500 h 807500"/>
                <a:gd name="connsiteX0" fmla="*/ 128256 w 506666"/>
                <a:gd name="connsiteY0" fmla="*/ 829461 h 829461"/>
                <a:gd name="connsiteX1" fmla="*/ 0 w 506666"/>
                <a:gd name="connsiteY1" fmla="*/ 7896 h 829461"/>
                <a:gd name="connsiteX2" fmla="*/ 506666 w 506666"/>
                <a:gd name="connsiteY2" fmla="*/ 0 h 829461"/>
                <a:gd name="connsiteX3" fmla="*/ 331766 w 506666"/>
                <a:gd name="connsiteY3" fmla="*/ 803061 h 829461"/>
                <a:gd name="connsiteX4" fmla="*/ 128256 w 506666"/>
                <a:gd name="connsiteY4" fmla="*/ 829461 h 829461"/>
                <a:gd name="connsiteX0" fmla="*/ 128256 w 506666"/>
                <a:gd name="connsiteY0" fmla="*/ 829461 h 829461"/>
                <a:gd name="connsiteX1" fmla="*/ 0 w 506666"/>
                <a:gd name="connsiteY1" fmla="*/ 7896 h 829461"/>
                <a:gd name="connsiteX2" fmla="*/ 506666 w 506666"/>
                <a:gd name="connsiteY2" fmla="*/ 0 h 829461"/>
                <a:gd name="connsiteX3" fmla="*/ 331766 w 506666"/>
                <a:gd name="connsiteY3" fmla="*/ 803061 h 829461"/>
                <a:gd name="connsiteX4" fmla="*/ 128256 w 506666"/>
                <a:gd name="connsiteY4" fmla="*/ 829461 h 829461"/>
                <a:gd name="connsiteX0" fmla="*/ 128256 w 506666"/>
                <a:gd name="connsiteY0" fmla="*/ 829461 h 829461"/>
                <a:gd name="connsiteX1" fmla="*/ 0 w 506666"/>
                <a:gd name="connsiteY1" fmla="*/ 7896 h 829461"/>
                <a:gd name="connsiteX2" fmla="*/ 506666 w 506666"/>
                <a:gd name="connsiteY2" fmla="*/ 0 h 829461"/>
                <a:gd name="connsiteX3" fmla="*/ 331766 w 506666"/>
                <a:gd name="connsiteY3" fmla="*/ 803061 h 829461"/>
                <a:gd name="connsiteX4" fmla="*/ 128256 w 506666"/>
                <a:gd name="connsiteY4" fmla="*/ 829461 h 829461"/>
                <a:gd name="connsiteX0" fmla="*/ 128256 w 506666"/>
                <a:gd name="connsiteY0" fmla="*/ 829461 h 830473"/>
                <a:gd name="connsiteX1" fmla="*/ 0 w 506666"/>
                <a:gd name="connsiteY1" fmla="*/ 7896 h 830473"/>
                <a:gd name="connsiteX2" fmla="*/ 506666 w 506666"/>
                <a:gd name="connsiteY2" fmla="*/ 0 h 830473"/>
                <a:gd name="connsiteX3" fmla="*/ 331766 w 506666"/>
                <a:gd name="connsiteY3" fmla="*/ 828681 h 830473"/>
                <a:gd name="connsiteX4" fmla="*/ 128256 w 506666"/>
                <a:gd name="connsiteY4" fmla="*/ 829461 h 830473"/>
                <a:gd name="connsiteX0" fmla="*/ 128256 w 506666"/>
                <a:gd name="connsiteY0" fmla="*/ 829461 h 830473"/>
                <a:gd name="connsiteX1" fmla="*/ 0 w 506666"/>
                <a:gd name="connsiteY1" fmla="*/ 7896 h 830473"/>
                <a:gd name="connsiteX2" fmla="*/ 506666 w 506666"/>
                <a:gd name="connsiteY2" fmla="*/ 0 h 830473"/>
                <a:gd name="connsiteX3" fmla="*/ 331766 w 506666"/>
                <a:gd name="connsiteY3" fmla="*/ 828681 h 830473"/>
                <a:gd name="connsiteX4" fmla="*/ 128256 w 506666"/>
                <a:gd name="connsiteY4" fmla="*/ 829461 h 830473"/>
                <a:gd name="connsiteX0" fmla="*/ 128256 w 506666"/>
                <a:gd name="connsiteY0" fmla="*/ 821565 h 822577"/>
                <a:gd name="connsiteX1" fmla="*/ 0 w 506666"/>
                <a:gd name="connsiteY1" fmla="*/ 0 h 822577"/>
                <a:gd name="connsiteX2" fmla="*/ 506666 w 506666"/>
                <a:gd name="connsiteY2" fmla="*/ 255115 h 822577"/>
                <a:gd name="connsiteX3" fmla="*/ 331766 w 506666"/>
                <a:gd name="connsiteY3" fmla="*/ 820785 h 822577"/>
                <a:gd name="connsiteX4" fmla="*/ 128256 w 506666"/>
                <a:gd name="connsiteY4" fmla="*/ 821565 h 822577"/>
                <a:gd name="connsiteX0" fmla="*/ 128256 w 506666"/>
                <a:gd name="connsiteY0" fmla="*/ 821565 h 822577"/>
                <a:gd name="connsiteX1" fmla="*/ 0 w 506666"/>
                <a:gd name="connsiteY1" fmla="*/ 0 h 822577"/>
                <a:gd name="connsiteX2" fmla="*/ 506666 w 506666"/>
                <a:gd name="connsiteY2" fmla="*/ 255115 h 822577"/>
                <a:gd name="connsiteX3" fmla="*/ 331766 w 506666"/>
                <a:gd name="connsiteY3" fmla="*/ 820785 h 822577"/>
                <a:gd name="connsiteX4" fmla="*/ 128256 w 506666"/>
                <a:gd name="connsiteY4" fmla="*/ 821565 h 822577"/>
                <a:gd name="connsiteX0" fmla="*/ 128256 w 506666"/>
                <a:gd name="connsiteY0" fmla="*/ 821565 h 822577"/>
                <a:gd name="connsiteX1" fmla="*/ 0 w 506666"/>
                <a:gd name="connsiteY1" fmla="*/ 0 h 822577"/>
                <a:gd name="connsiteX2" fmla="*/ 506666 w 506666"/>
                <a:gd name="connsiteY2" fmla="*/ 255115 h 822577"/>
                <a:gd name="connsiteX3" fmla="*/ 331766 w 506666"/>
                <a:gd name="connsiteY3" fmla="*/ 820785 h 822577"/>
                <a:gd name="connsiteX4" fmla="*/ 128256 w 506666"/>
                <a:gd name="connsiteY4" fmla="*/ 821565 h 822577"/>
                <a:gd name="connsiteX0" fmla="*/ 135770 w 514180"/>
                <a:gd name="connsiteY0" fmla="*/ 577341 h 578353"/>
                <a:gd name="connsiteX1" fmla="*/ 0 w 514180"/>
                <a:gd name="connsiteY1" fmla="*/ 0 h 578353"/>
                <a:gd name="connsiteX2" fmla="*/ 514180 w 514180"/>
                <a:gd name="connsiteY2" fmla="*/ 10891 h 578353"/>
                <a:gd name="connsiteX3" fmla="*/ 339280 w 514180"/>
                <a:gd name="connsiteY3" fmla="*/ 576561 h 578353"/>
                <a:gd name="connsiteX4" fmla="*/ 135770 w 514180"/>
                <a:gd name="connsiteY4" fmla="*/ 577341 h 578353"/>
                <a:gd name="connsiteX0" fmla="*/ 135770 w 514180"/>
                <a:gd name="connsiteY0" fmla="*/ 577341 h 578353"/>
                <a:gd name="connsiteX1" fmla="*/ 0 w 514180"/>
                <a:gd name="connsiteY1" fmla="*/ 0 h 578353"/>
                <a:gd name="connsiteX2" fmla="*/ 514180 w 514180"/>
                <a:gd name="connsiteY2" fmla="*/ 10891 h 578353"/>
                <a:gd name="connsiteX3" fmla="*/ 339280 w 514180"/>
                <a:gd name="connsiteY3" fmla="*/ 576561 h 578353"/>
                <a:gd name="connsiteX4" fmla="*/ 135770 w 514180"/>
                <a:gd name="connsiteY4" fmla="*/ 577341 h 578353"/>
                <a:gd name="connsiteX0" fmla="*/ 135770 w 514180"/>
                <a:gd name="connsiteY0" fmla="*/ 577341 h 578353"/>
                <a:gd name="connsiteX1" fmla="*/ 0 w 514180"/>
                <a:gd name="connsiteY1" fmla="*/ 0 h 578353"/>
                <a:gd name="connsiteX2" fmla="*/ 514180 w 514180"/>
                <a:gd name="connsiteY2" fmla="*/ 10891 h 578353"/>
                <a:gd name="connsiteX3" fmla="*/ 339280 w 514180"/>
                <a:gd name="connsiteY3" fmla="*/ 576561 h 578353"/>
                <a:gd name="connsiteX4" fmla="*/ 135770 w 514180"/>
                <a:gd name="connsiteY4" fmla="*/ 577341 h 5783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14180" h="578353">
                  <a:moveTo>
                    <a:pt x="135770" y="577341"/>
                  </a:moveTo>
                  <a:cubicBezTo>
                    <a:pt x="50587" y="214237"/>
                    <a:pt x="96631" y="442038"/>
                    <a:pt x="0" y="0"/>
                  </a:cubicBezTo>
                  <a:lnTo>
                    <a:pt x="514180" y="10891"/>
                  </a:lnTo>
                  <a:cubicBezTo>
                    <a:pt x="417353" y="348331"/>
                    <a:pt x="426658" y="280104"/>
                    <a:pt x="339280" y="576561"/>
                  </a:cubicBezTo>
                  <a:cubicBezTo>
                    <a:pt x="292835" y="580865"/>
                    <a:pt x="203869" y="575875"/>
                    <a:pt x="135770" y="577341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>
                    <a:lumMod val="95000"/>
                    <a:alpha val="55000"/>
                  </a:srgbClr>
                </a:gs>
                <a:gs pos="100000">
                  <a:srgbClr val="FFFFFF">
                    <a:lumMod val="7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FFFFFF">
                  <a:lumMod val="75000"/>
                </a:srgbClr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292" name="Freeform 291">
              <a:extLst>
                <a:ext uri="{FF2B5EF4-FFF2-40B4-BE49-F238E27FC236}">
                  <a16:creationId xmlns:a16="http://schemas.microsoft.com/office/drawing/2014/main" id="{57135A78-79C3-CB4B-8E8E-D9A274265F07}"/>
                </a:ext>
              </a:extLst>
            </p:cNvPr>
            <p:cNvSpPr/>
            <p:nvPr/>
          </p:nvSpPr>
          <p:spPr>
            <a:xfrm>
              <a:off x="3521369" y="4919856"/>
              <a:ext cx="593675" cy="1215832"/>
            </a:xfrm>
            <a:custGeom>
              <a:avLst/>
              <a:gdLst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418712 w 1040633"/>
                <a:gd name="connsiteY4" fmla="*/ 1189324 h 1219697"/>
                <a:gd name="connsiteX5" fmla="*/ 139870 w 1040633"/>
                <a:gd name="connsiteY5" fmla="*/ 1191723 h 1219697"/>
                <a:gd name="connsiteX0" fmla="*/ 139870 w 1040633"/>
                <a:gd name="connsiteY0" fmla="*/ 1191723 h 1355926"/>
                <a:gd name="connsiteX1" fmla="*/ 0 w 1040633"/>
                <a:gd name="connsiteY1" fmla="*/ 0 h 1355926"/>
                <a:gd name="connsiteX2" fmla="*/ 1040633 w 1040633"/>
                <a:gd name="connsiteY2" fmla="*/ 16785 h 1355926"/>
                <a:gd name="connsiteX3" fmla="*/ 833625 w 1040633"/>
                <a:gd name="connsiteY3" fmla="*/ 1219697 h 1355926"/>
                <a:gd name="connsiteX4" fmla="*/ 139870 w 1040633"/>
                <a:gd name="connsiteY4" fmla="*/ 1191723 h 1355926"/>
                <a:gd name="connsiteX0" fmla="*/ 139870 w 1040633"/>
                <a:gd name="connsiteY0" fmla="*/ 1191723 h 1289901"/>
                <a:gd name="connsiteX1" fmla="*/ 0 w 1040633"/>
                <a:gd name="connsiteY1" fmla="*/ 0 h 1289901"/>
                <a:gd name="connsiteX2" fmla="*/ 1040633 w 1040633"/>
                <a:gd name="connsiteY2" fmla="*/ 16785 h 1289901"/>
                <a:gd name="connsiteX3" fmla="*/ 833625 w 1040633"/>
                <a:gd name="connsiteY3" fmla="*/ 1219697 h 1289901"/>
                <a:gd name="connsiteX4" fmla="*/ 139870 w 1040633"/>
                <a:gd name="connsiteY4" fmla="*/ 1191723 h 1289901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191723"/>
                <a:gd name="connsiteX1" fmla="*/ 0 w 1040633"/>
                <a:gd name="connsiteY1" fmla="*/ 0 h 1191723"/>
                <a:gd name="connsiteX2" fmla="*/ 1040633 w 1040633"/>
                <a:gd name="connsiteY2" fmla="*/ 16785 h 1191723"/>
                <a:gd name="connsiteX3" fmla="*/ 671988 w 1040633"/>
                <a:gd name="connsiteY3" fmla="*/ 1158121 h 1191723"/>
                <a:gd name="connsiteX4" fmla="*/ 139870 w 1040633"/>
                <a:gd name="connsiteY4" fmla="*/ 1191723 h 1191723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71988 w 778664"/>
                <a:gd name="connsiteY3" fmla="*/ 1158121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621064"/>
                <a:gd name="connsiteY0" fmla="*/ 973305 h 973305"/>
                <a:gd name="connsiteX1" fmla="*/ 0 w 621064"/>
                <a:gd name="connsiteY1" fmla="*/ 11688 h 973305"/>
                <a:gd name="connsiteX2" fmla="*/ 499610 w 621064"/>
                <a:gd name="connsiteY2" fmla="*/ 0 h 973305"/>
                <a:gd name="connsiteX3" fmla="*/ 558839 w 621064"/>
                <a:gd name="connsiteY3" fmla="*/ 754682 h 973305"/>
                <a:gd name="connsiteX4" fmla="*/ 197928 w 621064"/>
                <a:gd name="connsiteY4" fmla="*/ 973305 h 973305"/>
                <a:gd name="connsiteX0" fmla="*/ 197928 w 558839"/>
                <a:gd name="connsiteY0" fmla="*/ 973305 h 973305"/>
                <a:gd name="connsiteX1" fmla="*/ 0 w 558839"/>
                <a:gd name="connsiteY1" fmla="*/ 11688 h 973305"/>
                <a:gd name="connsiteX2" fmla="*/ 499610 w 558839"/>
                <a:gd name="connsiteY2" fmla="*/ 0 h 973305"/>
                <a:gd name="connsiteX3" fmla="*/ 558839 w 558839"/>
                <a:gd name="connsiteY3" fmla="*/ 754682 h 973305"/>
                <a:gd name="connsiteX4" fmla="*/ 197928 w 558839"/>
                <a:gd name="connsiteY4" fmla="*/ 973305 h 973305"/>
                <a:gd name="connsiteX0" fmla="*/ 197928 w 558839"/>
                <a:gd name="connsiteY0" fmla="*/ 973305 h 973305"/>
                <a:gd name="connsiteX1" fmla="*/ 0 w 558839"/>
                <a:gd name="connsiteY1" fmla="*/ 11688 h 973305"/>
                <a:gd name="connsiteX2" fmla="*/ 499610 w 558839"/>
                <a:gd name="connsiteY2" fmla="*/ 0 h 973305"/>
                <a:gd name="connsiteX3" fmla="*/ 558839 w 558839"/>
                <a:gd name="connsiteY3" fmla="*/ 754682 h 973305"/>
                <a:gd name="connsiteX4" fmla="*/ 197928 w 558839"/>
                <a:gd name="connsiteY4" fmla="*/ 973305 h 973305"/>
                <a:gd name="connsiteX0" fmla="*/ 370213 w 558839"/>
                <a:gd name="connsiteY0" fmla="*/ 796102 h 796102"/>
                <a:gd name="connsiteX1" fmla="*/ 0 w 558839"/>
                <a:gd name="connsiteY1" fmla="*/ 11688 h 796102"/>
                <a:gd name="connsiteX2" fmla="*/ 499610 w 558839"/>
                <a:gd name="connsiteY2" fmla="*/ 0 h 796102"/>
                <a:gd name="connsiteX3" fmla="*/ 558839 w 558839"/>
                <a:gd name="connsiteY3" fmla="*/ 754682 h 796102"/>
                <a:gd name="connsiteX4" fmla="*/ 370213 w 558839"/>
                <a:gd name="connsiteY4" fmla="*/ 796102 h 796102"/>
                <a:gd name="connsiteX0" fmla="*/ 370213 w 558839"/>
                <a:gd name="connsiteY0" fmla="*/ 796102 h 796102"/>
                <a:gd name="connsiteX1" fmla="*/ 0 w 558839"/>
                <a:gd name="connsiteY1" fmla="*/ 11688 h 796102"/>
                <a:gd name="connsiteX2" fmla="*/ 499610 w 558839"/>
                <a:gd name="connsiteY2" fmla="*/ 0 h 796102"/>
                <a:gd name="connsiteX3" fmla="*/ 558839 w 558839"/>
                <a:gd name="connsiteY3" fmla="*/ 754682 h 796102"/>
                <a:gd name="connsiteX4" fmla="*/ 370213 w 558839"/>
                <a:gd name="connsiteY4" fmla="*/ 796102 h 796102"/>
                <a:gd name="connsiteX0" fmla="*/ 370213 w 558839"/>
                <a:gd name="connsiteY0" fmla="*/ 796102 h 796102"/>
                <a:gd name="connsiteX1" fmla="*/ 0 w 558839"/>
                <a:gd name="connsiteY1" fmla="*/ 11688 h 796102"/>
                <a:gd name="connsiteX2" fmla="*/ 499610 w 558839"/>
                <a:gd name="connsiteY2" fmla="*/ 0 h 796102"/>
                <a:gd name="connsiteX3" fmla="*/ 558839 w 558839"/>
                <a:gd name="connsiteY3" fmla="*/ 754682 h 796102"/>
                <a:gd name="connsiteX4" fmla="*/ 370213 w 558839"/>
                <a:gd name="connsiteY4" fmla="*/ 796102 h 796102"/>
                <a:gd name="connsiteX0" fmla="*/ 370213 w 558839"/>
                <a:gd name="connsiteY0" fmla="*/ 1315828 h 1315828"/>
                <a:gd name="connsiteX1" fmla="*/ 0 w 558839"/>
                <a:gd name="connsiteY1" fmla="*/ 531414 h 1315828"/>
                <a:gd name="connsiteX2" fmla="*/ 506930 w 558839"/>
                <a:gd name="connsiteY2" fmla="*/ 0 h 1315828"/>
                <a:gd name="connsiteX3" fmla="*/ 558839 w 558839"/>
                <a:gd name="connsiteY3" fmla="*/ 1274408 h 1315828"/>
                <a:gd name="connsiteX4" fmla="*/ 370213 w 558839"/>
                <a:gd name="connsiteY4" fmla="*/ 1315828 h 1315828"/>
                <a:gd name="connsiteX0" fmla="*/ 384853 w 573479"/>
                <a:gd name="connsiteY0" fmla="*/ 1326654 h 1326654"/>
                <a:gd name="connsiteX1" fmla="*/ 0 w 573479"/>
                <a:gd name="connsiteY1" fmla="*/ 554 h 1326654"/>
                <a:gd name="connsiteX2" fmla="*/ 521570 w 573479"/>
                <a:gd name="connsiteY2" fmla="*/ 10826 h 1326654"/>
                <a:gd name="connsiteX3" fmla="*/ 573479 w 573479"/>
                <a:gd name="connsiteY3" fmla="*/ 1285234 h 1326654"/>
                <a:gd name="connsiteX4" fmla="*/ 384853 w 573479"/>
                <a:gd name="connsiteY4" fmla="*/ 1326654 h 1326654"/>
                <a:gd name="connsiteX0" fmla="*/ 384853 w 573479"/>
                <a:gd name="connsiteY0" fmla="*/ 1326654 h 1326654"/>
                <a:gd name="connsiteX1" fmla="*/ 0 w 573479"/>
                <a:gd name="connsiteY1" fmla="*/ 554 h 1326654"/>
                <a:gd name="connsiteX2" fmla="*/ 521570 w 573479"/>
                <a:gd name="connsiteY2" fmla="*/ 10826 h 1326654"/>
                <a:gd name="connsiteX3" fmla="*/ 573479 w 573479"/>
                <a:gd name="connsiteY3" fmla="*/ 1285234 h 1326654"/>
                <a:gd name="connsiteX4" fmla="*/ 384853 w 573479"/>
                <a:gd name="connsiteY4" fmla="*/ 1326654 h 1326654"/>
                <a:gd name="connsiteX0" fmla="*/ 384853 w 573479"/>
                <a:gd name="connsiteY0" fmla="*/ 1326654 h 1326654"/>
                <a:gd name="connsiteX1" fmla="*/ 0 w 573479"/>
                <a:gd name="connsiteY1" fmla="*/ 554 h 1326654"/>
                <a:gd name="connsiteX2" fmla="*/ 521570 w 573479"/>
                <a:gd name="connsiteY2" fmla="*/ 10826 h 1326654"/>
                <a:gd name="connsiteX3" fmla="*/ 573479 w 573479"/>
                <a:gd name="connsiteY3" fmla="*/ 1285234 h 1326654"/>
                <a:gd name="connsiteX4" fmla="*/ 384853 w 573479"/>
                <a:gd name="connsiteY4" fmla="*/ 1326654 h 1326654"/>
                <a:gd name="connsiteX0" fmla="*/ 384853 w 573479"/>
                <a:gd name="connsiteY0" fmla="*/ 1326654 h 1326654"/>
                <a:gd name="connsiteX1" fmla="*/ 0 w 573479"/>
                <a:gd name="connsiteY1" fmla="*/ 554 h 1326654"/>
                <a:gd name="connsiteX2" fmla="*/ 521570 w 573479"/>
                <a:gd name="connsiteY2" fmla="*/ 10826 h 1326654"/>
                <a:gd name="connsiteX3" fmla="*/ 573479 w 573479"/>
                <a:gd name="connsiteY3" fmla="*/ 1285234 h 1326654"/>
                <a:gd name="connsiteX4" fmla="*/ 384853 w 573479"/>
                <a:gd name="connsiteY4" fmla="*/ 1326654 h 1326654"/>
                <a:gd name="connsiteX0" fmla="*/ 384853 w 573479"/>
                <a:gd name="connsiteY0" fmla="*/ 1326654 h 1326654"/>
                <a:gd name="connsiteX1" fmla="*/ 0 w 573479"/>
                <a:gd name="connsiteY1" fmla="*/ 554 h 1326654"/>
                <a:gd name="connsiteX2" fmla="*/ 521570 w 573479"/>
                <a:gd name="connsiteY2" fmla="*/ 10826 h 1326654"/>
                <a:gd name="connsiteX3" fmla="*/ 573479 w 573479"/>
                <a:gd name="connsiteY3" fmla="*/ 1285234 h 1326654"/>
                <a:gd name="connsiteX4" fmla="*/ 384853 w 573479"/>
                <a:gd name="connsiteY4" fmla="*/ 1326654 h 1326654"/>
                <a:gd name="connsiteX0" fmla="*/ 384853 w 573479"/>
                <a:gd name="connsiteY0" fmla="*/ 1326654 h 1326654"/>
                <a:gd name="connsiteX1" fmla="*/ 0 w 573479"/>
                <a:gd name="connsiteY1" fmla="*/ 554 h 1326654"/>
                <a:gd name="connsiteX2" fmla="*/ 521570 w 573479"/>
                <a:gd name="connsiteY2" fmla="*/ 10826 h 1326654"/>
                <a:gd name="connsiteX3" fmla="*/ 573479 w 573479"/>
                <a:gd name="connsiteY3" fmla="*/ 1285234 h 1326654"/>
                <a:gd name="connsiteX4" fmla="*/ 384853 w 573479"/>
                <a:gd name="connsiteY4" fmla="*/ 1326654 h 1326654"/>
                <a:gd name="connsiteX0" fmla="*/ 384853 w 588119"/>
                <a:gd name="connsiteY0" fmla="*/ 1326654 h 1326654"/>
                <a:gd name="connsiteX1" fmla="*/ 0 w 588119"/>
                <a:gd name="connsiteY1" fmla="*/ 554 h 1326654"/>
                <a:gd name="connsiteX2" fmla="*/ 521570 w 588119"/>
                <a:gd name="connsiteY2" fmla="*/ 10826 h 1326654"/>
                <a:gd name="connsiteX3" fmla="*/ 588119 w 588119"/>
                <a:gd name="connsiteY3" fmla="*/ 1321835 h 1326654"/>
                <a:gd name="connsiteX4" fmla="*/ 384853 w 588119"/>
                <a:gd name="connsiteY4" fmla="*/ 1326654 h 1326654"/>
                <a:gd name="connsiteX0" fmla="*/ 384853 w 588119"/>
                <a:gd name="connsiteY0" fmla="*/ 1326654 h 1326654"/>
                <a:gd name="connsiteX1" fmla="*/ 0 w 588119"/>
                <a:gd name="connsiteY1" fmla="*/ 554 h 1326654"/>
                <a:gd name="connsiteX2" fmla="*/ 521570 w 588119"/>
                <a:gd name="connsiteY2" fmla="*/ 10826 h 1326654"/>
                <a:gd name="connsiteX3" fmla="*/ 588119 w 588119"/>
                <a:gd name="connsiteY3" fmla="*/ 1321835 h 1326654"/>
                <a:gd name="connsiteX4" fmla="*/ 384853 w 588119"/>
                <a:gd name="connsiteY4" fmla="*/ 1326654 h 1326654"/>
                <a:gd name="connsiteX0" fmla="*/ 384853 w 588119"/>
                <a:gd name="connsiteY0" fmla="*/ 1326148 h 1326148"/>
                <a:gd name="connsiteX1" fmla="*/ 0 w 588119"/>
                <a:gd name="connsiteY1" fmla="*/ 48 h 1326148"/>
                <a:gd name="connsiteX2" fmla="*/ 521570 w 588119"/>
                <a:gd name="connsiteY2" fmla="*/ 228243 h 1326148"/>
                <a:gd name="connsiteX3" fmla="*/ 588119 w 588119"/>
                <a:gd name="connsiteY3" fmla="*/ 1321329 h 1326148"/>
                <a:gd name="connsiteX4" fmla="*/ 384853 w 588119"/>
                <a:gd name="connsiteY4" fmla="*/ 1326148 h 1326148"/>
                <a:gd name="connsiteX0" fmla="*/ 384853 w 588119"/>
                <a:gd name="connsiteY0" fmla="*/ 1326148 h 1326148"/>
                <a:gd name="connsiteX1" fmla="*/ 0 w 588119"/>
                <a:gd name="connsiteY1" fmla="*/ 48 h 1326148"/>
                <a:gd name="connsiteX2" fmla="*/ 521570 w 588119"/>
                <a:gd name="connsiteY2" fmla="*/ 228243 h 1326148"/>
                <a:gd name="connsiteX3" fmla="*/ 588119 w 588119"/>
                <a:gd name="connsiteY3" fmla="*/ 1321329 h 1326148"/>
                <a:gd name="connsiteX4" fmla="*/ 384853 w 588119"/>
                <a:gd name="connsiteY4" fmla="*/ 1326148 h 1326148"/>
                <a:gd name="connsiteX0" fmla="*/ 384853 w 588119"/>
                <a:gd name="connsiteY0" fmla="*/ 1326148 h 1326148"/>
                <a:gd name="connsiteX1" fmla="*/ 0 w 588119"/>
                <a:gd name="connsiteY1" fmla="*/ 48 h 1326148"/>
                <a:gd name="connsiteX2" fmla="*/ 521570 w 588119"/>
                <a:gd name="connsiteY2" fmla="*/ 228243 h 1326148"/>
                <a:gd name="connsiteX3" fmla="*/ 588119 w 588119"/>
                <a:gd name="connsiteY3" fmla="*/ 1321329 h 1326148"/>
                <a:gd name="connsiteX4" fmla="*/ 384853 w 588119"/>
                <a:gd name="connsiteY4" fmla="*/ 1326148 h 1326148"/>
                <a:gd name="connsiteX0" fmla="*/ 366066 w 569332"/>
                <a:gd name="connsiteY0" fmla="*/ 1097905 h 1097905"/>
                <a:gd name="connsiteX1" fmla="*/ 0 w 569332"/>
                <a:gd name="connsiteY1" fmla="*/ 4757 h 1097905"/>
                <a:gd name="connsiteX2" fmla="*/ 502783 w 569332"/>
                <a:gd name="connsiteY2" fmla="*/ 0 h 1097905"/>
                <a:gd name="connsiteX3" fmla="*/ 569332 w 569332"/>
                <a:gd name="connsiteY3" fmla="*/ 1093086 h 1097905"/>
                <a:gd name="connsiteX4" fmla="*/ 366066 w 569332"/>
                <a:gd name="connsiteY4" fmla="*/ 1097905 h 1097905"/>
                <a:gd name="connsiteX0" fmla="*/ 366066 w 569332"/>
                <a:gd name="connsiteY0" fmla="*/ 1097905 h 1097905"/>
                <a:gd name="connsiteX1" fmla="*/ 0 w 569332"/>
                <a:gd name="connsiteY1" fmla="*/ 4757 h 1097905"/>
                <a:gd name="connsiteX2" fmla="*/ 502783 w 569332"/>
                <a:gd name="connsiteY2" fmla="*/ 0 h 1097905"/>
                <a:gd name="connsiteX3" fmla="*/ 569332 w 569332"/>
                <a:gd name="connsiteY3" fmla="*/ 1093086 h 1097905"/>
                <a:gd name="connsiteX4" fmla="*/ 366066 w 569332"/>
                <a:gd name="connsiteY4" fmla="*/ 1097905 h 1097905"/>
                <a:gd name="connsiteX0" fmla="*/ 366066 w 569332"/>
                <a:gd name="connsiteY0" fmla="*/ 1097905 h 1097905"/>
                <a:gd name="connsiteX1" fmla="*/ 0 w 569332"/>
                <a:gd name="connsiteY1" fmla="*/ 4757 h 1097905"/>
                <a:gd name="connsiteX2" fmla="*/ 502783 w 569332"/>
                <a:gd name="connsiteY2" fmla="*/ 0 h 1097905"/>
                <a:gd name="connsiteX3" fmla="*/ 569332 w 569332"/>
                <a:gd name="connsiteY3" fmla="*/ 1093086 h 1097905"/>
                <a:gd name="connsiteX4" fmla="*/ 366066 w 569332"/>
                <a:gd name="connsiteY4" fmla="*/ 1097905 h 1097905"/>
                <a:gd name="connsiteX0" fmla="*/ 366066 w 594113"/>
                <a:gd name="connsiteY0" fmla="*/ 1097905 h 1179971"/>
                <a:gd name="connsiteX1" fmla="*/ 0 w 594113"/>
                <a:gd name="connsiteY1" fmla="*/ 4757 h 1179971"/>
                <a:gd name="connsiteX2" fmla="*/ 502783 w 594113"/>
                <a:gd name="connsiteY2" fmla="*/ 0 h 1179971"/>
                <a:gd name="connsiteX3" fmla="*/ 594113 w 594113"/>
                <a:gd name="connsiteY3" fmla="*/ 1179818 h 1179971"/>
                <a:gd name="connsiteX4" fmla="*/ 366066 w 594113"/>
                <a:gd name="connsiteY4" fmla="*/ 1097905 h 1179971"/>
                <a:gd name="connsiteX0" fmla="*/ 403236 w 594113"/>
                <a:gd name="connsiteY0" fmla="*/ 1215612 h 1215612"/>
                <a:gd name="connsiteX1" fmla="*/ 0 w 594113"/>
                <a:gd name="connsiteY1" fmla="*/ 4757 h 1215612"/>
                <a:gd name="connsiteX2" fmla="*/ 502783 w 594113"/>
                <a:gd name="connsiteY2" fmla="*/ 0 h 1215612"/>
                <a:gd name="connsiteX3" fmla="*/ 594113 w 594113"/>
                <a:gd name="connsiteY3" fmla="*/ 1179818 h 1215612"/>
                <a:gd name="connsiteX4" fmla="*/ 403236 w 594113"/>
                <a:gd name="connsiteY4" fmla="*/ 1215612 h 12156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4113" h="1215612">
                  <a:moveTo>
                    <a:pt x="403236" y="1215612"/>
                  </a:moveTo>
                  <a:cubicBezTo>
                    <a:pt x="223947" y="663007"/>
                    <a:pt x="295574" y="908506"/>
                    <a:pt x="0" y="4757"/>
                  </a:cubicBezTo>
                  <a:cubicBezTo>
                    <a:pt x="166537" y="861"/>
                    <a:pt x="336246" y="3896"/>
                    <a:pt x="502783" y="0"/>
                  </a:cubicBezTo>
                  <a:cubicBezTo>
                    <a:pt x="555943" y="995541"/>
                    <a:pt x="557486" y="515061"/>
                    <a:pt x="594113" y="1179818"/>
                  </a:cubicBezTo>
                  <a:cubicBezTo>
                    <a:pt x="496428" y="1184123"/>
                    <a:pt x="599434" y="1214146"/>
                    <a:pt x="403236" y="1215612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>
                    <a:lumMod val="95000"/>
                    <a:alpha val="55000"/>
                  </a:srgbClr>
                </a:gs>
                <a:gs pos="100000">
                  <a:srgbClr val="FFFFFF">
                    <a:lumMod val="7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FFFFFF">
                  <a:lumMod val="75000"/>
                </a:srgbClr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grpSp>
          <p:nvGrpSpPr>
            <p:cNvPr id="293" name="Group 17">
              <a:extLst>
                <a:ext uri="{FF2B5EF4-FFF2-40B4-BE49-F238E27FC236}">
                  <a16:creationId xmlns:a16="http://schemas.microsoft.com/office/drawing/2014/main" id="{3DCFE7AC-3DDA-544E-9FBA-E2013CB1F76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57805" y="2331054"/>
              <a:ext cx="1079500" cy="2674334"/>
              <a:chOff x="1757805" y="2331054"/>
              <a:chExt cx="1079500" cy="2674334"/>
            </a:xfrm>
          </p:grpSpPr>
          <p:sp>
            <p:nvSpPr>
              <p:cNvPr id="380" name="Rectangle 379">
                <a:extLst>
                  <a:ext uri="{FF2B5EF4-FFF2-40B4-BE49-F238E27FC236}">
                    <a16:creationId xmlns:a16="http://schemas.microsoft.com/office/drawing/2014/main" id="{4A6C83BC-7EC5-0F45-B8BB-C3B547B3E007}"/>
                  </a:ext>
                </a:extLst>
              </p:cNvPr>
              <p:cNvSpPr/>
              <p:nvPr/>
            </p:nvSpPr>
            <p:spPr bwMode="auto">
              <a:xfrm rot="10800000">
                <a:off x="1789552" y="2580252"/>
                <a:ext cx="1027025" cy="1084090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grpSp>
            <p:nvGrpSpPr>
              <p:cNvPr id="381" name="Group 104">
                <a:extLst>
                  <a:ext uri="{FF2B5EF4-FFF2-40B4-BE49-F238E27FC236}">
                    <a16:creationId xmlns:a16="http://schemas.microsoft.com/office/drawing/2014/main" id="{C49CCBB3-581C-F744-9C12-88066A544A1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82739" y="4616206"/>
                <a:ext cx="1034710" cy="389182"/>
                <a:chOff x="4128636" y="3606589"/>
                <a:chExt cx="568145" cy="338667"/>
              </a:xfrm>
            </p:grpSpPr>
            <p:sp>
              <p:nvSpPr>
                <p:cNvPr id="395" name="Oval 394">
                  <a:extLst>
                    <a:ext uri="{FF2B5EF4-FFF2-40B4-BE49-F238E27FC236}">
                      <a16:creationId xmlns:a16="http://schemas.microsoft.com/office/drawing/2014/main" id="{1360C793-55DD-E448-BB09-2AF9F40ABA16}"/>
                    </a:ext>
                  </a:extLst>
                </p:cNvPr>
                <p:cNvSpPr/>
                <p:nvPr/>
              </p:nvSpPr>
              <p:spPr>
                <a:xfrm>
                  <a:off x="4128891" y="3720271"/>
                  <a:ext cx="565669" cy="225140"/>
                </a:xfrm>
                <a:prstGeom prst="ellipse">
                  <a:avLst/>
                </a:prstGeom>
                <a:solidFill>
                  <a:srgbClr val="3333CC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96" name="Rectangle 395">
                  <a:extLst>
                    <a:ext uri="{FF2B5EF4-FFF2-40B4-BE49-F238E27FC236}">
                      <a16:creationId xmlns:a16="http://schemas.microsoft.com/office/drawing/2014/main" id="{B5E5E126-5712-074A-827E-49B7AB6291A3}"/>
                    </a:ext>
                  </a:extLst>
                </p:cNvPr>
                <p:cNvSpPr/>
                <p:nvPr/>
              </p:nvSpPr>
              <p:spPr>
                <a:xfrm>
                  <a:off x="4128891" y="3720271"/>
                  <a:ext cx="565669" cy="111880"/>
                </a:xfrm>
                <a:prstGeom prst="rect">
                  <a:avLst/>
                </a:pr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97" name="Oval 396">
                  <a:extLst>
                    <a:ext uri="{FF2B5EF4-FFF2-40B4-BE49-F238E27FC236}">
                      <a16:creationId xmlns:a16="http://schemas.microsoft.com/office/drawing/2014/main" id="{90782D44-406D-1A44-B8FA-7DABB141B919}"/>
                    </a:ext>
                  </a:extLst>
                </p:cNvPr>
                <p:cNvSpPr/>
                <p:nvPr/>
              </p:nvSpPr>
              <p:spPr>
                <a:xfrm>
                  <a:off x="4128891" y="3607011"/>
                  <a:ext cx="565669" cy="225140"/>
                </a:xfrm>
                <a:prstGeom prst="ellipse">
                  <a:avLst/>
                </a:prstGeom>
                <a:solidFill>
                  <a:srgbClr val="3333CC">
                    <a:lumMod val="60000"/>
                    <a:lumOff val="40000"/>
                    <a:alpha val="7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398" name="Straight Connector 397">
                  <a:extLst>
                    <a:ext uri="{FF2B5EF4-FFF2-40B4-BE49-F238E27FC236}">
                      <a16:creationId xmlns:a16="http://schemas.microsoft.com/office/drawing/2014/main" id="{91CE1BD1-E198-874C-A63D-F01D330549A7}"/>
                    </a:ext>
                  </a:extLst>
                </p:cNvPr>
                <p:cNvCxnSpPr/>
                <p:nvPr/>
              </p:nvCxnSpPr>
              <p:spPr>
                <a:xfrm>
                  <a:off x="4694560" y="3720271"/>
                  <a:ext cx="0" cy="111880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399" name="Straight Connector 398">
                  <a:extLst>
                    <a:ext uri="{FF2B5EF4-FFF2-40B4-BE49-F238E27FC236}">
                      <a16:creationId xmlns:a16="http://schemas.microsoft.com/office/drawing/2014/main" id="{5C32A76A-C218-CD4F-A5EA-5F04BEBB7C8B}"/>
                    </a:ext>
                  </a:extLst>
                </p:cNvPr>
                <p:cNvCxnSpPr/>
                <p:nvPr/>
              </p:nvCxnSpPr>
              <p:spPr>
                <a:xfrm>
                  <a:off x="4128891" y="3720271"/>
                  <a:ext cx="0" cy="111880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</p:grpSp>
          <p:sp>
            <p:nvSpPr>
              <p:cNvPr id="382" name="Rectangle 381">
                <a:extLst>
                  <a:ext uri="{FF2B5EF4-FFF2-40B4-BE49-F238E27FC236}">
                    <a16:creationId xmlns:a16="http://schemas.microsoft.com/office/drawing/2014/main" id="{9568C327-A8B8-714A-9EC6-981C762ACAD5}"/>
                  </a:ext>
                </a:extLst>
              </p:cNvPr>
              <p:cNvSpPr/>
              <p:nvPr/>
            </p:nvSpPr>
            <p:spPr bwMode="auto">
              <a:xfrm>
                <a:off x="1802251" y="3602440"/>
                <a:ext cx="1027025" cy="1163452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40000"/>
                      <a:lumOff val="6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383" name="Straight Connector 382">
                <a:extLst>
                  <a:ext uri="{FF2B5EF4-FFF2-40B4-BE49-F238E27FC236}">
                    <a16:creationId xmlns:a16="http://schemas.microsoft.com/office/drawing/2014/main" id="{CE43604B-D39F-7044-94F2-CD4AD82F1987}"/>
                  </a:ext>
                </a:extLst>
              </p:cNvPr>
              <p:cNvCxnSpPr/>
              <p:nvPr/>
            </p:nvCxnSpPr>
            <p:spPr bwMode="auto">
              <a:xfrm>
                <a:off x="1781615" y="2805642"/>
                <a:ext cx="20636" cy="2020566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cxnSp>
            <p:nvCxnSpPr>
              <p:cNvPr id="384" name="Straight Connector 383">
                <a:extLst>
                  <a:ext uri="{FF2B5EF4-FFF2-40B4-BE49-F238E27FC236}">
                    <a16:creationId xmlns:a16="http://schemas.microsoft.com/office/drawing/2014/main" id="{5C4C1EF2-5AB5-114F-AE30-53470A226E36}"/>
                  </a:ext>
                </a:extLst>
              </p:cNvPr>
              <p:cNvCxnSpPr/>
              <p:nvPr/>
            </p:nvCxnSpPr>
            <p:spPr bwMode="auto">
              <a:xfrm flipH="1">
                <a:off x="2818166" y="2805642"/>
                <a:ext cx="4762" cy="1976123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385" name="Group 9">
                <a:extLst>
                  <a:ext uri="{FF2B5EF4-FFF2-40B4-BE49-F238E27FC236}">
                    <a16:creationId xmlns:a16="http://schemas.microsoft.com/office/drawing/2014/main" id="{052F022E-CD26-8744-AC3E-C859146E380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57805" y="2331054"/>
                <a:ext cx="1079500" cy="430213"/>
                <a:chOff x="2183302" y="1574638"/>
                <a:chExt cx="1200154" cy="430181"/>
              </a:xfrm>
            </p:grpSpPr>
            <p:sp>
              <p:nvSpPr>
                <p:cNvPr id="386" name="Oval 385">
                  <a:extLst>
                    <a:ext uri="{FF2B5EF4-FFF2-40B4-BE49-F238E27FC236}">
                      <a16:creationId xmlns:a16="http://schemas.microsoft.com/office/drawing/2014/main" id="{80AE789D-EAFB-F44C-ACC8-D4E9E127F29B}"/>
                    </a:ext>
                  </a:extLst>
                </p:cNvPr>
                <p:cNvSpPr/>
                <p:nvPr/>
              </p:nvSpPr>
              <p:spPr bwMode="auto">
                <a:xfrm flipV="1">
                  <a:off x="2186832" y="1690499"/>
                  <a:ext cx="1194758" cy="314252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31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20000"/>
                        <a:lumOff val="80000"/>
                      </a:srgbClr>
                    </a:gs>
                  </a:gsLst>
                  <a:lin ang="16200000" scaled="0"/>
                  <a:tileRect/>
                </a:gradFill>
                <a:ln w="635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87" name="Rectangle 386">
                  <a:extLst>
                    <a:ext uri="{FF2B5EF4-FFF2-40B4-BE49-F238E27FC236}">
                      <a16:creationId xmlns:a16="http://schemas.microsoft.com/office/drawing/2014/main" id="{5F200699-ED1E-0245-9D7A-C9227AC90EC0}"/>
                    </a:ext>
                  </a:extLst>
                </p:cNvPr>
                <p:cNvSpPr/>
                <p:nvPr/>
              </p:nvSpPr>
              <p:spPr bwMode="auto">
                <a:xfrm>
                  <a:off x="2183302" y="1734939"/>
                  <a:ext cx="1198287" cy="112686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40000"/>
                        <a:lumOff val="60000"/>
                      </a:srgbClr>
                    </a:gs>
                    <a:gs pos="54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62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88" name="Oval 387">
                  <a:extLst>
                    <a:ext uri="{FF2B5EF4-FFF2-40B4-BE49-F238E27FC236}">
                      <a16:creationId xmlns:a16="http://schemas.microsoft.com/office/drawing/2014/main" id="{1653876D-5808-4845-8D45-41E30CCABC5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flipV="1">
                  <a:off x="2183302" y="1574638"/>
                  <a:ext cx="1196523" cy="314252"/>
                </a:xfrm>
                <a:prstGeom prst="ellipse">
                  <a:avLst/>
                </a:prstGeom>
                <a:solidFill>
                  <a:srgbClr val="BFBFBF"/>
                </a:solidFill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0" dist="23000" dir="5400000" rotWithShape="0">
                    <a:srgbClr val="808080">
                      <a:alpha val="34999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89" name="Freeform 388">
                  <a:extLst>
                    <a:ext uri="{FF2B5EF4-FFF2-40B4-BE49-F238E27FC236}">
                      <a16:creationId xmlns:a16="http://schemas.microsoft.com/office/drawing/2014/main" id="{B63C1A57-A326-E44D-89A7-AE4E169A70AE}"/>
                    </a:ext>
                  </a:extLst>
                </p:cNvPr>
                <p:cNvSpPr/>
                <p:nvPr/>
              </p:nvSpPr>
              <p:spPr bwMode="auto">
                <a:xfrm>
                  <a:off x="2490374" y="1671453"/>
                  <a:ext cx="582379" cy="157125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90" name="Freeform 389">
                  <a:extLst>
                    <a:ext uri="{FF2B5EF4-FFF2-40B4-BE49-F238E27FC236}">
                      <a16:creationId xmlns:a16="http://schemas.microsoft.com/office/drawing/2014/main" id="{C060360D-64F4-6C46-9C73-B1B076DAA15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30372" y="1630188"/>
                  <a:ext cx="702384" cy="109512"/>
                </a:xfrm>
                <a:custGeom>
                  <a:avLst/>
                  <a:gdLst>
                    <a:gd name="T0" fmla="*/ 0 w 3723451"/>
                    <a:gd name="T1" fmla="*/ 26792 h 932950"/>
                    <a:gd name="T2" fmla="*/ 123590 w 3723451"/>
                    <a:gd name="T3" fmla="*/ 316 h 932950"/>
                    <a:gd name="T4" fmla="*/ 350070 w 3723451"/>
                    <a:gd name="T5" fmla="*/ 61105 h 932950"/>
                    <a:gd name="T6" fmla="*/ 566135 w 3723451"/>
                    <a:gd name="T7" fmla="*/ 0 h 932950"/>
                    <a:gd name="T8" fmla="*/ 702384 w 3723451"/>
                    <a:gd name="T9" fmla="*/ 24316 h 932950"/>
                    <a:gd name="T10" fmla="*/ 601015 w 3723451"/>
                    <a:gd name="T11" fmla="*/ 54216 h 932950"/>
                    <a:gd name="T12" fmla="*/ 568379 w 3723451"/>
                    <a:gd name="T13" fmla="*/ 46155 h 932950"/>
                    <a:gd name="T14" fmla="*/ 354049 w 3723451"/>
                    <a:gd name="T15" fmla="*/ 109512 h 932950"/>
                    <a:gd name="T16" fmla="*/ 134237 w 3723451"/>
                    <a:gd name="T17" fmla="*/ 48485 h 932950"/>
                    <a:gd name="T18" fmla="*/ 98698 w 3723451"/>
                    <a:gd name="T19" fmla="*/ 55072 h 932950"/>
                    <a:gd name="T20" fmla="*/ 0 w 3723451"/>
                    <a:gd name="T21" fmla="*/ 26792 h 932950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91" name="Freeform 390">
                  <a:extLst>
                    <a:ext uri="{FF2B5EF4-FFF2-40B4-BE49-F238E27FC236}">
                      <a16:creationId xmlns:a16="http://schemas.microsoft.com/office/drawing/2014/main" id="{6762EEAF-2C47-B149-8689-0C95EC53C31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2745" y="1723828"/>
                  <a:ext cx="257658" cy="95228"/>
                </a:xfrm>
                <a:custGeom>
                  <a:avLst/>
                  <a:gdLst>
                    <a:gd name="T0" fmla="*/ 0 w 1366596"/>
                    <a:gd name="T1" fmla="*/ 0 h 809868"/>
                    <a:gd name="T2" fmla="*/ 257658 w 1366596"/>
                    <a:gd name="T3" fmla="*/ 73585 h 809868"/>
                    <a:gd name="T4" fmla="*/ 163097 w 1366596"/>
                    <a:gd name="T5" fmla="*/ 95228 h 809868"/>
                    <a:gd name="T6" fmla="*/ 867 w 1366596"/>
                    <a:gd name="T7" fmla="*/ 50319 h 809868"/>
                    <a:gd name="T8" fmla="*/ 0 w 1366596"/>
                    <a:gd name="T9" fmla="*/ 0 h 8098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92" name="Freeform 391">
                  <a:extLst>
                    <a:ext uri="{FF2B5EF4-FFF2-40B4-BE49-F238E27FC236}">
                      <a16:creationId xmlns:a16="http://schemas.microsoft.com/office/drawing/2014/main" id="{EEF29461-B5AA-2744-A3DA-2814904A2E2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18018" y="1725416"/>
                  <a:ext cx="254129" cy="95228"/>
                </a:xfrm>
                <a:custGeom>
                  <a:avLst/>
                  <a:gdLst>
                    <a:gd name="T0" fmla="*/ 250660 w 1348191"/>
                    <a:gd name="T1" fmla="*/ 0 h 791462"/>
                    <a:gd name="T2" fmla="*/ 254129 w 1348191"/>
                    <a:gd name="T3" fmla="*/ 45953 h 791462"/>
                    <a:gd name="T4" fmla="*/ 91938 w 1348191"/>
                    <a:gd name="T5" fmla="*/ 95228 h 791462"/>
                    <a:gd name="T6" fmla="*/ 0 w 1348191"/>
                    <a:gd name="T7" fmla="*/ 73636 h 791462"/>
                    <a:gd name="T8" fmla="*/ 250660 w 1348191"/>
                    <a:gd name="T9" fmla="*/ 0 h 79146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cxnSp>
              <p:nvCxnSpPr>
                <p:cNvPr id="393" name="Straight Connector 392">
                  <a:extLst>
                    <a:ext uri="{FF2B5EF4-FFF2-40B4-BE49-F238E27FC236}">
                      <a16:creationId xmlns:a16="http://schemas.microsoft.com/office/drawing/2014/main" id="{BE5A273A-2FEE-9545-BB88-87C7E505179F}"/>
                    </a:ext>
                  </a:extLst>
                </p:cNvPr>
                <p:cNvCxnSpPr>
                  <a:cxnSpLocks noChangeShapeType="1"/>
                  <a:endCxn id="388" idx="2"/>
                </p:cNvCxnSpPr>
                <p:nvPr/>
              </p:nvCxnSpPr>
              <p:spPr bwMode="auto">
                <a:xfrm flipH="1" flipV="1">
                  <a:off x="2183302" y="1731764"/>
                  <a:ext cx="3530" cy="122209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394" name="Straight Connector 393">
                  <a:extLst>
                    <a:ext uri="{FF2B5EF4-FFF2-40B4-BE49-F238E27FC236}">
                      <a16:creationId xmlns:a16="http://schemas.microsoft.com/office/drawing/2014/main" id="{3C46EAE7-509B-4E45-A6E7-9A33E4F0FC70}"/>
                    </a:ext>
                  </a:extLst>
                </p:cNvPr>
                <p:cNvCxnSpPr>
                  <a:cxnSpLocks noChangeShapeType="1"/>
                </p:cNvCxnSpPr>
                <p:nvPr/>
              </p:nvCxnSpPr>
              <p:spPr bwMode="auto">
                <a:xfrm flipH="1" flipV="1">
                  <a:off x="3379825" y="1728590"/>
                  <a:ext cx="3530" cy="122209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</p:grpSp>
        </p:grpSp>
        <p:grpSp>
          <p:nvGrpSpPr>
            <p:cNvPr id="294" name="Group 18">
              <a:extLst>
                <a:ext uri="{FF2B5EF4-FFF2-40B4-BE49-F238E27FC236}">
                  <a16:creationId xmlns:a16="http://schemas.microsoft.com/office/drawing/2014/main" id="{482172DC-CB77-9547-9B55-AA80104E7E8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00438" y="3174091"/>
              <a:ext cx="522287" cy="1831297"/>
              <a:chOff x="3500438" y="3174091"/>
              <a:chExt cx="522287" cy="1831297"/>
            </a:xfrm>
          </p:grpSpPr>
          <p:sp>
            <p:nvSpPr>
              <p:cNvPr id="359" name="Rectangle 358">
                <a:extLst>
                  <a:ext uri="{FF2B5EF4-FFF2-40B4-BE49-F238E27FC236}">
                    <a16:creationId xmlns:a16="http://schemas.microsoft.com/office/drawing/2014/main" id="{62075464-1A4E-BF45-A532-01A9C76E55CE}"/>
                  </a:ext>
                </a:extLst>
              </p:cNvPr>
              <p:cNvSpPr/>
              <p:nvPr/>
            </p:nvSpPr>
            <p:spPr bwMode="auto">
              <a:xfrm rot="10800000">
                <a:off x="3507320" y="3287221"/>
                <a:ext cx="498349" cy="306623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360" name="Straight Connector 359">
                <a:extLst>
                  <a:ext uri="{FF2B5EF4-FFF2-40B4-BE49-F238E27FC236}">
                    <a16:creationId xmlns:a16="http://schemas.microsoft.com/office/drawing/2014/main" id="{E6476089-4E8D-9748-8A20-B65AB809DCB0}"/>
                  </a:ext>
                </a:extLst>
              </p:cNvPr>
              <p:cNvCxnSpPr/>
              <p:nvPr/>
            </p:nvCxnSpPr>
            <p:spPr bwMode="auto">
              <a:xfrm flipH="1">
                <a:off x="4019802" y="3321497"/>
                <a:ext cx="1588" cy="1536456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pic>
            <p:nvPicPr>
              <p:cNvPr id="361" name="Picture 86" descr="router_top.png">
                <a:extLst>
                  <a:ext uri="{FF2B5EF4-FFF2-40B4-BE49-F238E27FC236}">
                    <a16:creationId xmlns:a16="http://schemas.microsoft.com/office/drawing/2014/main" id="{903307E4-A9C2-9644-824F-D336213F448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500438" y="3194292"/>
                <a:ext cx="522287" cy="2204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grpSp>
            <p:nvGrpSpPr>
              <p:cNvPr id="362" name="Group 82">
                <a:extLst>
                  <a:ext uri="{FF2B5EF4-FFF2-40B4-BE49-F238E27FC236}">
                    <a16:creationId xmlns:a16="http://schemas.microsoft.com/office/drawing/2014/main" id="{F71CE2FF-B936-C547-A3CE-97AE0CF5BB6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511442" y="4783543"/>
                <a:ext cx="507858" cy="221845"/>
                <a:chOff x="4128636" y="3606589"/>
                <a:chExt cx="568145" cy="338667"/>
              </a:xfrm>
            </p:grpSpPr>
            <p:sp>
              <p:nvSpPr>
                <p:cNvPr id="375" name="Oval 374">
                  <a:extLst>
                    <a:ext uri="{FF2B5EF4-FFF2-40B4-BE49-F238E27FC236}">
                      <a16:creationId xmlns:a16="http://schemas.microsoft.com/office/drawing/2014/main" id="{586404AE-C86C-2743-98EF-9CF4A95F4440}"/>
                    </a:ext>
                  </a:extLst>
                </p:cNvPr>
                <p:cNvSpPr/>
                <p:nvPr/>
              </p:nvSpPr>
              <p:spPr>
                <a:xfrm>
                  <a:off x="4129087" y="3720182"/>
                  <a:ext cx="568256" cy="225348"/>
                </a:xfrm>
                <a:prstGeom prst="ellipse">
                  <a:avLst/>
                </a:prstGeom>
                <a:solidFill>
                  <a:srgbClr val="3333CC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76" name="Rectangle 375">
                  <a:extLst>
                    <a:ext uri="{FF2B5EF4-FFF2-40B4-BE49-F238E27FC236}">
                      <a16:creationId xmlns:a16="http://schemas.microsoft.com/office/drawing/2014/main" id="{5396A314-1026-4E4E-A149-99672789B306}"/>
                    </a:ext>
                  </a:extLst>
                </p:cNvPr>
                <p:cNvSpPr/>
                <p:nvPr/>
              </p:nvSpPr>
              <p:spPr>
                <a:xfrm>
                  <a:off x="4129087" y="3720182"/>
                  <a:ext cx="568256" cy="111462"/>
                </a:xfrm>
                <a:prstGeom prst="rect">
                  <a:avLst/>
                </a:pr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77" name="Oval 376">
                  <a:extLst>
                    <a:ext uri="{FF2B5EF4-FFF2-40B4-BE49-F238E27FC236}">
                      <a16:creationId xmlns:a16="http://schemas.microsoft.com/office/drawing/2014/main" id="{23054A25-C068-9244-9B31-DD0F45D202D9}"/>
                    </a:ext>
                  </a:extLst>
                </p:cNvPr>
                <p:cNvSpPr/>
                <p:nvPr/>
              </p:nvSpPr>
              <p:spPr>
                <a:xfrm>
                  <a:off x="4129087" y="3606297"/>
                  <a:ext cx="568256" cy="225346"/>
                </a:xfrm>
                <a:prstGeom prst="ellipse">
                  <a:avLst/>
                </a:prstGeom>
                <a:solidFill>
                  <a:srgbClr val="3333CC">
                    <a:lumMod val="40000"/>
                    <a:lumOff val="60000"/>
                    <a:alpha val="5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378" name="Straight Connector 377">
                  <a:extLst>
                    <a:ext uri="{FF2B5EF4-FFF2-40B4-BE49-F238E27FC236}">
                      <a16:creationId xmlns:a16="http://schemas.microsoft.com/office/drawing/2014/main" id="{CD4A2AA1-5618-3140-9C21-11DC36124DCC}"/>
                    </a:ext>
                  </a:extLst>
                </p:cNvPr>
                <p:cNvCxnSpPr/>
                <p:nvPr/>
              </p:nvCxnSpPr>
              <p:spPr>
                <a:xfrm>
                  <a:off x="4697343" y="3720182"/>
                  <a:ext cx="0" cy="111462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379" name="Straight Connector 378">
                  <a:extLst>
                    <a:ext uri="{FF2B5EF4-FFF2-40B4-BE49-F238E27FC236}">
                      <a16:creationId xmlns:a16="http://schemas.microsoft.com/office/drawing/2014/main" id="{C0356843-B7EB-A343-9F3C-424592CF11BD}"/>
                    </a:ext>
                  </a:extLst>
                </p:cNvPr>
                <p:cNvCxnSpPr/>
                <p:nvPr/>
              </p:nvCxnSpPr>
              <p:spPr>
                <a:xfrm>
                  <a:off x="4129087" y="3720182"/>
                  <a:ext cx="0" cy="111462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</p:grpSp>
          <p:sp>
            <p:nvSpPr>
              <p:cNvPr id="363" name="Rectangle 362">
                <a:extLst>
                  <a:ext uri="{FF2B5EF4-FFF2-40B4-BE49-F238E27FC236}">
                    <a16:creationId xmlns:a16="http://schemas.microsoft.com/office/drawing/2014/main" id="{AC6DBBE1-F8C8-7C49-A55E-1A360F9F0FF8}"/>
                  </a:ext>
                </a:extLst>
              </p:cNvPr>
              <p:cNvSpPr/>
              <p:nvPr/>
            </p:nvSpPr>
            <p:spPr bwMode="auto">
              <a:xfrm>
                <a:off x="3516608" y="3697675"/>
                <a:ext cx="498433" cy="1163452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364" name="Straight Connector 363">
                <a:extLst>
                  <a:ext uri="{FF2B5EF4-FFF2-40B4-BE49-F238E27FC236}">
                    <a16:creationId xmlns:a16="http://schemas.microsoft.com/office/drawing/2014/main" id="{30264003-6422-A246-8128-339027C2EFE4}"/>
                  </a:ext>
                </a:extLst>
              </p:cNvPr>
              <p:cNvCxnSpPr>
                <a:stCxn id="368" idx="2"/>
              </p:cNvCxnSpPr>
              <p:nvPr/>
            </p:nvCxnSpPr>
            <p:spPr bwMode="auto">
              <a:xfrm flipH="1">
                <a:off x="3507083" y="3262769"/>
                <a:ext cx="4762" cy="1688832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365" name="Group 377">
                <a:extLst>
                  <a:ext uri="{FF2B5EF4-FFF2-40B4-BE49-F238E27FC236}">
                    <a16:creationId xmlns:a16="http://schemas.microsoft.com/office/drawing/2014/main" id="{39ED4179-25C2-BD40-8CB0-2D2D19D3B89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511057" y="3174091"/>
                <a:ext cx="504096" cy="242719"/>
                <a:chOff x="2183302" y="1574638"/>
                <a:chExt cx="1200154" cy="430218"/>
              </a:xfrm>
            </p:grpSpPr>
            <p:sp>
              <p:nvSpPr>
                <p:cNvPr id="366" name="Oval 365">
                  <a:extLst>
                    <a:ext uri="{FF2B5EF4-FFF2-40B4-BE49-F238E27FC236}">
                      <a16:creationId xmlns:a16="http://schemas.microsoft.com/office/drawing/2014/main" id="{8E546C63-6051-664A-A3B3-09898899A0F6}"/>
                    </a:ext>
                  </a:extLst>
                </p:cNvPr>
                <p:cNvSpPr/>
                <p:nvPr/>
              </p:nvSpPr>
              <p:spPr bwMode="auto">
                <a:xfrm flipV="1">
                  <a:off x="2188958" y="1689617"/>
                  <a:ext cx="1194231" cy="315099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31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FFFFFF"/>
                    </a:gs>
                  </a:gsLst>
                  <a:lin ang="16200000" scaled="0"/>
                  <a:tileRect/>
                </a:gradFill>
                <a:ln w="635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67" name="Rectangle 366">
                  <a:extLst>
                    <a:ext uri="{FF2B5EF4-FFF2-40B4-BE49-F238E27FC236}">
                      <a16:creationId xmlns:a16="http://schemas.microsoft.com/office/drawing/2014/main" id="{F85D8891-4691-274F-8A4C-6EB421E1A629}"/>
                    </a:ext>
                  </a:extLst>
                </p:cNvPr>
                <p:cNvSpPr/>
                <p:nvPr/>
              </p:nvSpPr>
              <p:spPr bwMode="auto">
                <a:xfrm>
                  <a:off x="2185178" y="1734631"/>
                  <a:ext cx="1198011" cy="11253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40000"/>
                        <a:lumOff val="60000"/>
                      </a:srgbClr>
                    </a:gs>
                    <a:gs pos="54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62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68" name="Oval 367">
                  <a:extLst>
                    <a:ext uri="{FF2B5EF4-FFF2-40B4-BE49-F238E27FC236}">
                      <a16:creationId xmlns:a16="http://schemas.microsoft.com/office/drawing/2014/main" id="{F6D6309A-F621-8F43-966A-42EE2F5341A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flipV="1">
                  <a:off x="2185178" y="1574269"/>
                  <a:ext cx="1194231" cy="315099"/>
                </a:xfrm>
                <a:prstGeom prst="ellipse">
                  <a:avLst/>
                </a:prstGeom>
                <a:solidFill>
                  <a:srgbClr val="BFBFBF"/>
                </a:solidFill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0" dist="23000" dir="5400000" rotWithShape="0">
                    <a:srgbClr val="808080">
                      <a:alpha val="34999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69" name="Freeform 368">
                  <a:extLst>
                    <a:ext uri="{FF2B5EF4-FFF2-40B4-BE49-F238E27FC236}">
                      <a16:creationId xmlns:a16="http://schemas.microsoft.com/office/drawing/2014/main" id="{E0967AA3-A871-A446-BBBF-E652596BA5E0}"/>
                    </a:ext>
                  </a:extLst>
                </p:cNvPr>
                <p:cNvSpPr/>
                <p:nvPr/>
              </p:nvSpPr>
              <p:spPr bwMode="auto">
                <a:xfrm>
                  <a:off x="2491295" y="1669924"/>
                  <a:ext cx="581999" cy="157549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70" name="Freeform 369">
                  <a:extLst>
                    <a:ext uri="{FF2B5EF4-FFF2-40B4-BE49-F238E27FC236}">
                      <a16:creationId xmlns:a16="http://schemas.microsoft.com/office/drawing/2014/main" id="{928F9198-71DD-1048-BF0F-138BFE3045B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30828" y="1630537"/>
                  <a:ext cx="702933" cy="109721"/>
                </a:xfrm>
                <a:custGeom>
                  <a:avLst/>
                  <a:gdLst>
                    <a:gd name="T0" fmla="*/ 0 w 3723451"/>
                    <a:gd name="T1" fmla="*/ 26843 h 932950"/>
                    <a:gd name="T2" fmla="*/ 123686 w 3723451"/>
                    <a:gd name="T3" fmla="*/ 316 h 932950"/>
                    <a:gd name="T4" fmla="*/ 350344 w 3723451"/>
                    <a:gd name="T5" fmla="*/ 61221 h 932950"/>
                    <a:gd name="T6" fmla="*/ 566578 w 3723451"/>
                    <a:gd name="T7" fmla="*/ 0 h 932950"/>
                    <a:gd name="T8" fmla="*/ 702933 w 3723451"/>
                    <a:gd name="T9" fmla="*/ 24362 h 932950"/>
                    <a:gd name="T10" fmla="*/ 601485 w 3723451"/>
                    <a:gd name="T11" fmla="*/ 54319 h 932950"/>
                    <a:gd name="T12" fmla="*/ 568823 w 3723451"/>
                    <a:gd name="T13" fmla="*/ 46243 h 932950"/>
                    <a:gd name="T14" fmla="*/ 354326 w 3723451"/>
                    <a:gd name="T15" fmla="*/ 109721 h 932950"/>
                    <a:gd name="T16" fmla="*/ 134342 w 3723451"/>
                    <a:gd name="T17" fmla="*/ 48578 h 932950"/>
                    <a:gd name="T18" fmla="*/ 98775 w 3723451"/>
                    <a:gd name="T19" fmla="*/ 55177 h 932950"/>
                    <a:gd name="T20" fmla="*/ 0 w 3723451"/>
                    <a:gd name="T21" fmla="*/ 26843 h 932950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71" name="Freeform 370">
                  <a:extLst>
                    <a:ext uri="{FF2B5EF4-FFF2-40B4-BE49-F238E27FC236}">
                      <a16:creationId xmlns:a16="http://schemas.microsoft.com/office/drawing/2014/main" id="{1C72F53E-6D8A-1247-85AD-4F6DFA9BC40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1892" y="1723378"/>
                  <a:ext cx="260764" cy="95655"/>
                </a:xfrm>
                <a:custGeom>
                  <a:avLst/>
                  <a:gdLst>
                    <a:gd name="T0" fmla="*/ 0 w 1366596"/>
                    <a:gd name="T1" fmla="*/ 0 h 809868"/>
                    <a:gd name="T2" fmla="*/ 260764 w 1366596"/>
                    <a:gd name="T3" fmla="*/ 73915 h 809868"/>
                    <a:gd name="T4" fmla="*/ 165063 w 1366596"/>
                    <a:gd name="T5" fmla="*/ 95655 h 809868"/>
                    <a:gd name="T6" fmla="*/ 878 w 1366596"/>
                    <a:gd name="T7" fmla="*/ 50545 h 809868"/>
                    <a:gd name="T8" fmla="*/ 0 w 1366596"/>
                    <a:gd name="T9" fmla="*/ 0 h 8098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72" name="Freeform 371">
                  <a:extLst>
                    <a:ext uri="{FF2B5EF4-FFF2-40B4-BE49-F238E27FC236}">
                      <a16:creationId xmlns:a16="http://schemas.microsoft.com/office/drawing/2014/main" id="{AC38375A-6308-3C42-8428-1BC8EF1E3EF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19489" y="1726192"/>
                  <a:ext cx="253208" cy="92841"/>
                </a:xfrm>
                <a:custGeom>
                  <a:avLst/>
                  <a:gdLst>
                    <a:gd name="T0" fmla="*/ 249751 w 1348191"/>
                    <a:gd name="T1" fmla="*/ 0 h 791462"/>
                    <a:gd name="T2" fmla="*/ 253208 w 1348191"/>
                    <a:gd name="T3" fmla="*/ 44801 h 791462"/>
                    <a:gd name="T4" fmla="*/ 91604 w 1348191"/>
                    <a:gd name="T5" fmla="*/ 92841 h 791462"/>
                    <a:gd name="T6" fmla="*/ 0 w 1348191"/>
                    <a:gd name="T7" fmla="*/ 71790 h 791462"/>
                    <a:gd name="T8" fmla="*/ 249751 w 1348191"/>
                    <a:gd name="T9" fmla="*/ 0 h 79146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cxnSp>
              <p:nvCxnSpPr>
                <p:cNvPr id="373" name="Straight Connector 372">
                  <a:extLst>
                    <a:ext uri="{FF2B5EF4-FFF2-40B4-BE49-F238E27FC236}">
                      <a16:creationId xmlns:a16="http://schemas.microsoft.com/office/drawing/2014/main" id="{2676B342-72B9-EC4E-BEB9-884A31061112}"/>
                    </a:ext>
                  </a:extLst>
                </p:cNvPr>
                <p:cNvCxnSpPr>
                  <a:cxnSpLocks noChangeShapeType="1"/>
                  <a:endCxn id="368" idx="2"/>
                </p:cNvCxnSpPr>
                <p:nvPr/>
              </p:nvCxnSpPr>
              <p:spPr bwMode="auto">
                <a:xfrm flipH="1" flipV="1">
                  <a:off x="2185178" y="1731819"/>
                  <a:ext cx="3780" cy="120975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374" name="Straight Connector 373">
                  <a:extLst>
                    <a:ext uri="{FF2B5EF4-FFF2-40B4-BE49-F238E27FC236}">
                      <a16:creationId xmlns:a16="http://schemas.microsoft.com/office/drawing/2014/main" id="{C9E5ACD2-0571-394B-B54A-E4FD99B680A6}"/>
                    </a:ext>
                  </a:extLst>
                </p:cNvPr>
                <p:cNvCxnSpPr>
                  <a:cxnSpLocks noChangeShapeType="1"/>
                </p:cNvCxnSpPr>
                <p:nvPr/>
              </p:nvCxnSpPr>
              <p:spPr bwMode="auto">
                <a:xfrm flipH="1" flipV="1">
                  <a:off x="3379409" y="1729005"/>
                  <a:ext cx="3780" cy="120976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</p:grpSp>
        </p:grpSp>
        <p:grpSp>
          <p:nvGrpSpPr>
            <p:cNvPr id="295" name="Group 19">
              <a:extLst>
                <a:ext uri="{FF2B5EF4-FFF2-40B4-BE49-F238E27FC236}">
                  <a16:creationId xmlns:a16="http://schemas.microsoft.com/office/drawing/2014/main" id="{3F4E53BA-5956-854C-B31F-6EC1D0D219D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299212" y="2486508"/>
              <a:ext cx="528376" cy="2517292"/>
              <a:chOff x="4299212" y="2486508"/>
              <a:chExt cx="528376" cy="2517292"/>
            </a:xfrm>
          </p:grpSpPr>
          <p:sp>
            <p:nvSpPr>
              <p:cNvPr id="339" name="Rectangle 338">
                <a:extLst>
                  <a:ext uri="{FF2B5EF4-FFF2-40B4-BE49-F238E27FC236}">
                    <a16:creationId xmlns:a16="http://schemas.microsoft.com/office/drawing/2014/main" id="{E47F6DBD-7B1F-E84E-80B1-B0007CEE2ECA}"/>
                  </a:ext>
                </a:extLst>
              </p:cNvPr>
              <p:cNvSpPr/>
              <p:nvPr/>
            </p:nvSpPr>
            <p:spPr bwMode="auto">
              <a:xfrm rot="10800000">
                <a:off x="4315358" y="2675960"/>
                <a:ext cx="498350" cy="916575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340" name="Straight Connector 339">
                <a:extLst>
                  <a:ext uri="{FF2B5EF4-FFF2-40B4-BE49-F238E27FC236}">
                    <a16:creationId xmlns:a16="http://schemas.microsoft.com/office/drawing/2014/main" id="{AD6BA39E-C72A-2B46-89AC-72BC6ECE8737}"/>
                  </a:ext>
                </a:extLst>
              </p:cNvPr>
              <p:cNvCxnSpPr/>
              <p:nvPr/>
            </p:nvCxnSpPr>
            <p:spPr bwMode="auto">
              <a:xfrm>
                <a:off x="4821424" y="2642154"/>
                <a:ext cx="6349" cy="2214211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341" name="Group 442">
                <a:extLst>
                  <a:ext uri="{FF2B5EF4-FFF2-40B4-BE49-F238E27FC236}">
                    <a16:creationId xmlns:a16="http://schemas.microsoft.com/office/drawing/2014/main" id="{3A2CD557-2097-8643-A2CC-2FC42E11568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19479" y="4781999"/>
                <a:ext cx="507859" cy="221801"/>
                <a:chOff x="4128636" y="3606589"/>
                <a:chExt cx="568145" cy="338667"/>
              </a:xfrm>
            </p:grpSpPr>
            <p:sp>
              <p:nvSpPr>
                <p:cNvPr id="354" name="Oval 353">
                  <a:extLst>
                    <a:ext uri="{FF2B5EF4-FFF2-40B4-BE49-F238E27FC236}">
                      <a16:creationId xmlns:a16="http://schemas.microsoft.com/office/drawing/2014/main" id="{B01BCE74-1665-8347-ABE7-7ED7C4611208}"/>
                    </a:ext>
                  </a:extLst>
                </p:cNvPr>
                <p:cNvSpPr/>
                <p:nvPr/>
              </p:nvSpPr>
              <p:spPr>
                <a:xfrm>
                  <a:off x="4129012" y="3720139"/>
                  <a:ext cx="568256" cy="225391"/>
                </a:xfrm>
                <a:prstGeom prst="ellipse">
                  <a:avLst/>
                </a:prstGeom>
                <a:solidFill>
                  <a:srgbClr val="3333CC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55" name="Rectangle 354">
                  <a:extLst>
                    <a:ext uri="{FF2B5EF4-FFF2-40B4-BE49-F238E27FC236}">
                      <a16:creationId xmlns:a16="http://schemas.microsoft.com/office/drawing/2014/main" id="{3E2DD078-496C-2B4E-9AB7-8E3ED7B0B010}"/>
                    </a:ext>
                  </a:extLst>
                </p:cNvPr>
                <p:cNvSpPr/>
                <p:nvPr/>
              </p:nvSpPr>
              <p:spPr>
                <a:xfrm>
                  <a:off x="4129012" y="3720139"/>
                  <a:ext cx="568256" cy="111484"/>
                </a:xfrm>
                <a:prstGeom prst="rect">
                  <a:avLst/>
                </a:pr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56" name="Oval 355">
                  <a:extLst>
                    <a:ext uri="{FF2B5EF4-FFF2-40B4-BE49-F238E27FC236}">
                      <a16:creationId xmlns:a16="http://schemas.microsoft.com/office/drawing/2014/main" id="{0589AD59-3F91-674B-AB1F-9687AE0A7155}"/>
                    </a:ext>
                  </a:extLst>
                </p:cNvPr>
                <p:cNvSpPr/>
                <p:nvPr/>
              </p:nvSpPr>
              <p:spPr>
                <a:xfrm>
                  <a:off x="4129012" y="3606230"/>
                  <a:ext cx="568256" cy="225392"/>
                </a:xfrm>
                <a:prstGeom prst="ellipse">
                  <a:avLst/>
                </a:prstGeom>
                <a:solidFill>
                  <a:srgbClr val="3333CC">
                    <a:lumMod val="40000"/>
                    <a:lumOff val="60000"/>
                    <a:alpha val="5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357" name="Straight Connector 356">
                  <a:extLst>
                    <a:ext uri="{FF2B5EF4-FFF2-40B4-BE49-F238E27FC236}">
                      <a16:creationId xmlns:a16="http://schemas.microsoft.com/office/drawing/2014/main" id="{D7DF9909-4629-2B41-A097-0EE5060D231F}"/>
                    </a:ext>
                  </a:extLst>
                </p:cNvPr>
                <p:cNvCxnSpPr/>
                <p:nvPr/>
              </p:nvCxnSpPr>
              <p:spPr>
                <a:xfrm>
                  <a:off x="4697268" y="3720139"/>
                  <a:ext cx="0" cy="11148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358" name="Straight Connector 357">
                  <a:extLst>
                    <a:ext uri="{FF2B5EF4-FFF2-40B4-BE49-F238E27FC236}">
                      <a16:creationId xmlns:a16="http://schemas.microsoft.com/office/drawing/2014/main" id="{E00A7AA3-4A7D-5A4A-923D-8190368DDD2A}"/>
                    </a:ext>
                  </a:extLst>
                </p:cNvPr>
                <p:cNvCxnSpPr/>
                <p:nvPr/>
              </p:nvCxnSpPr>
              <p:spPr>
                <a:xfrm>
                  <a:off x="4129012" y="3720139"/>
                  <a:ext cx="0" cy="11148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</p:grpSp>
          <p:sp>
            <p:nvSpPr>
              <p:cNvPr id="342" name="Rectangle 341">
                <a:extLst>
                  <a:ext uri="{FF2B5EF4-FFF2-40B4-BE49-F238E27FC236}">
                    <a16:creationId xmlns:a16="http://schemas.microsoft.com/office/drawing/2014/main" id="{BC350F5D-A217-434B-B0AD-B82598901D58}"/>
                  </a:ext>
                </a:extLst>
              </p:cNvPr>
              <p:cNvSpPr/>
              <p:nvPr/>
            </p:nvSpPr>
            <p:spPr bwMode="auto">
              <a:xfrm>
                <a:off x="4324577" y="3696087"/>
                <a:ext cx="498433" cy="1163453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343" name="Straight Connector 342">
                <a:extLst>
                  <a:ext uri="{FF2B5EF4-FFF2-40B4-BE49-F238E27FC236}">
                    <a16:creationId xmlns:a16="http://schemas.microsoft.com/office/drawing/2014/main" id="{59C23D10-C5AD-324E-A998-0B2D8811551A}"/>
                  </a:ext>
                </a:extLst>
              </p:cNvPr>
              <p:cNvCxnSpPr>
                <a:stCxn id="345" idx="2"/>
              </p:cNvCxnSpPr>
              <p:nvPr/>
            </p:nvCxnSpPr>
            <p:spPr bwMode="auto">
              <a:xfrm>
                <a:off x="4300767" y="2640568"/>
                <a:ext cx="14286" cy="2309445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344" name="Group 456">
                <a:extLst>
                  <a:ext uri="{FF2B5EF4-FFF2-40B4-BE49-F238E27FC236}">
                    <a16:creationId xmlns:a16="http://schemas.microsoft.com/office/drawing/2014/main" id="{3D4ED6A7-656E-564B-9724-777A0E00F8C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299212" y="2486508"/>
                <a:ext cx="504825" cy="242888"/>
                <a:chOff x="2183302" y="1574638"/>
                <a:chExt cx="1200154" cy="430218"/>
              </a:xfrm>
            </p:grpSpPr>
            <p:sp>
              <p:nvSpPr>
                <p:cNvPr id="345" name="Oval 344">
                  <a:extLst>
                    <a:ext uri="{FF2B5EF4-FFF2-40B4-BE49-F238E27FC236}">
                      <a16:creationId xmlns:a16="http://schemas.microsoft.com/office/drawing/2014/main" id="{5CA9CA10-6CB9-8C4D-9798-DE3642585FBF}"/>
                    </a:ext>
                  </a:extLst>
                </p:cNvPr>
                <p:cNvSpPr/>
                <p:nvPr/>
              </p:nvSpPr>
              <p:spPr bwMode="auto">
                <a:xfrm flipV="1">
                  <a:off x="2186998" y="1690077"/>
                  <a:ext cx="1196279" cy="314880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31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FFFFFF"/>
                    </a:gs>
                  </a:gsLst>
                  <a:lin ang="16200000" scaled="0"/>
                  <a:tileRect/>
                </a:gradFill>
                <a:ln w="635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46" name="Rectangle 345">
                  <a:extLst>
                    <a:ext uri="{FF2B5EF4-FFF2-40B4-BE49-F238E27FC236}">
                      <a16:creationId xmlns:a16="http://schemas.microsoft.com/office/drawing/2014/main" id="{ED7DFE49-0AB2-5F4A-8804-D8EE2F5D8051}"/>
                    </a:ext>
                  </a:extLst>
                </p:cNvPr>
                <p:cNvSpPr/>
                <p:nvPr/>
              </p:nvSpPr>
              <p:spPr bwMode="auto">
                <a:xfrm>
                  <a:off x="2183224" y="1735060"/>
                  <a:ext cx="1200054" cy="112457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40000"/>
                        <a:lumOff val="60000"/>
                      </a:srgbClr>
                    </a:gs>
                    <a:gs pos="54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62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47" name="Oval 346">
                  <a:extLst>
                    <a:ext uri="{FF2B5EF4-FFF2-40B4-BE49-F238E27FC236}">
                      <a16:creationId xmlns:a16="http://schemas.microsoft.com/office/drawing/2014/main" id="{D9CC071E-9384-A844-AEDF-4D3D5A3D016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flipV="1">
                  <a:off x="2183224" y="1574808"/>
                  <a:ext cx="1196282" cy="314880"/>
                </a:xfrm>
                <a:prstGeom prst="ellipse">
                  <a:avLst/>
                </a:prstGeom>
                <a:solidFill>
                  <a:srgbClr val="BFBFBF"/>
                </a:solidFill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0" dist="23000" dir="5400000" rotWithShape="0">
                    <a:srgbClr val="808080">
                      <a:alpha val="34999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48" name="Freeform 347">
                  <a:extLst>
                    <a:ext uri="{FF2B5EF4-FFF2-40B4-BE49-F238E27FC236}">
                      <a16:creationId xmlns:a16="http://schemas.microsoft.com/office/drawing/2014/main" id="{9221CFD6-F2B1-BC4A-8685-E97AB592CAEA}"/>
                    </a:ext>
                  </a:extLst>
                </p:cNvPr>
                <p:cNvSpPr/>
                <p:nvPr/>
              </p:nvSpPr>
              <p:spPr bwMode="auto">
                <a:xfrm>
                  <a:off x="2488899" y="1670396"/>
                  <a:ext cx="584931" cy="157440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49" name="Freeform 348">
                  <a:extLst>
                    <a:ext uri="{FF2B5EF4-FFF2-40B4-BE49-F238E27FC236}">
                      <a16:creationId xmlns:a16="http://schemas.microsoft.com/office/drawing/2014/main" id="{E1EB2301-9912-744E-B205-5948ED836C1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28519" y="1631037"/>
                  <a:ext cx="705691" cy="109646"/>
                </a:xfrm>
                <a:custGeom>
                  <a:avLst/>
                  <a:gdLst>
                    <a:gd name="T0" fmla="*/ 0 w 3723451"/>
                    <a:gd name="T1" fmla="*/ 26825 h 932950"/>
                    <a:gd name="T2" fmla="*/ 124171 w 3723451"/>
                    <a:gd name="T3" fmla="*/ 316 h 932950"/>
                    <a:gd name="T4" fmla="*/ 351718 w 3723451"/>
                    <a:gd name="T5" fmla="*/ 61180 h 932950"/>
                    <a:gd name="T6" fmla="*/ 568801 w 3723451"/>
                    <a:gd name="T7" fmla="*/ 0 h 932950"/>
                    <a:gd name="T8" fmla="*/ 705691 w 3723451"/>
                    <a:gd name="T9" fmla="*/ 24345 h 932950"/>
                    <a:gd name="T10" fmla="*/ 603845 w 3723451"/>
                    <a:gd name="T11" fmla="*/ 54282 h 932950"/>
                    <a:gd name="T12" fmla="*/ 571055 w 3723451"/>
                    <a:gd name="T13" fmla="*/ 46211 h 932950"/>
                    <a:gd name="T14" fmla="*/ 355716 w 3723451"/>
                    <a:gd name="T15" fmla="*/ 109646 h 932950"/>
                    <a:gd name="T16" fmla="*/ 134869 w 3723451"/>
                    <a:gd name="T17" fmla="*/ 48545 h 932950"/>
                    <a:gd name="T18" fmla="*/ 99163 w 3723451"/>
                    <a:gd name="T19" fmla="*/ 55139 h 932950"/>
                    <a:gd name="T20" fmla="*/ 0 w 3723451"/>
                    <a:gd name="T21" fmla="*/ 26825 h 932950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50" name="Freeform 349">
                  <a:extLst>
                    <a:ext uri="{FF2B5EF4-FFF2-40B4-BE49-F238E27FC236}">
                      <a16:creationId xmlns:a16="http://schemas.microsoft.com/office/drawing/2014/main" id="{274D27B5-7E68-5C4D-964B-A01609731F2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2690" y="1723814"/>
                  <a:ext cx="256615" cy="95588"/>
                </a:xfrm>
                <a:custGeom>
                  <a:avLst/>
                  <a:gdLst>
                    <a:gd name="T0" fmla="*/ 0 w 1366596"/>
                    <a:gd name="T1" fmla="*/ 0 h 809868"/>
                    <a:gd name="T2" fmla="*/ 256615 w 1366596"/>
                    <a:gd name="T3" fmla="*/ 73863 h 809868"/>
                    <a:gd name="T4" fmla="*/ 162436 w 1366596"/>
                    <a:gd name="T5" fmla="*/ 95588 h 809868"/>
                    <a:gd name="T6" fmla="*/ 864 w 1366596"/>
                    <a:gd name="T7" fmla="*/ 50510 h 809868"/>
                    <a:gd name="T8" fmla="*/ 0 w 1366596"/>
                    <a:gd name="T9" fmla="*/ 0 h 8098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51" name="Freeform 350">
                  <a:extLst>
                    <a:ext uri="{FF2B5EF4-FFF2-40B4-BE49-F238E27FC236}">
                      <a16:creationId xmlns:a16="http://schemas.microsoft.com/office/drawing/2014/main" id="{CCCB88EE-5244-8644-B451-9B5D239AEB9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17196" y="1726625"/>
                  <a:ext cx="252843" cy="92778"/>
                </a:xfrm>
                <a:custGeom>
                  <a:avLst/>
                  <a:gdLst>
                    <a:gd name="T0" fmla="*/ 249391 w 1348191"/>
                    <a:gd name="T1" fmla="*/ 0 h 791462"/>
                    <a:gd name="T2" fmla="*/ 252843 w 1348191"/>
                    <a:gd name="T3" fmla="*/ 44771 h 791462"/>
                    <a:gd name="T4" fmla="*/ 91472 w 1348191"/>
                    <a:gd name="T5" fmla="*/ 92778 h 791462"/>
                    <a:gd name="T6" fmla="*/ 0 w 1348191"/>
                    <a:gd name="T7" fmla="*/ 71741 h 791462"/>
                    <a:gd name="T8" fmla="*/ 249391 w 1348191"/>
                    <a:gd name="T9" fmla="*/ 0 h 79146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cxnSp>
              <p:nvCxnSpPr>
                <p:cNvPr id="352" name="Straight Connector 351">
                  <a:extLst>
                    <a:ext uri="{FF2B5EF4-FFF2-40B4-BE49-F238E27FC236}">
                      <a16:creationId xmlns:a16="http://schemas.microsoft.com/office/drawing/2014/main" id="{4DFA4F03-E97A-1E4E-8C06-5FCF8ACB1D15}"/>
                    </a:ext>
                  </a:extLst>
                </p:cNvPr>
                <p:cNvCxnSpPr>
                  <a:cxnSpLocks noChangeShapeType="1"/>
                  <a:endCxn id="347" idx="2"/>
                </p:cNvCxnSpPr>
                <p:nvPr/>
              </p:nvCxnSpPr>
              <p:spPr bwMode="auto">
                <a:xfrm flipH="1" flipV="1">
                  <a:off x="2183224" y="1732248"/>
                  <a:ext cx="3775" cy="120892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353" name="Straight Connector 352">
                  <a:extLst>
                    <a:ext uri="{FF2B5EF4-FFF2-40B4-BE49-F238E27FC236}">
                      <a16:creationId xmlns:a16="http://schemas.microsoft.com/office/drawing/2014/main" id="{8A9EDB0B-D51F-9C4D-A606-035EEB4B8D26}"/>
                    </a:ext>
                  </a:extLst>
                </p:cNvPr>
                <p:cNvCxnSpPr>
                  <a:cxnSpLocks noChangeShapeType="1"/>
                </p:cNvCxnSpPr>
                <p:nvPr/>
              </p:nvCxnSpPr>
              <p:spPr bwMode="auto">
                <a:xfrm flipH="1" flipV="1">
                  <a:off x="3379505" y="1729437"/>
                  <a:ext cx="3773" cy="120890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</p:grpSp>
        </p:grpSp>
        <p:grpSp>
          <p:nvGrpSpPr>
            <p:cNvPr id="296" name="Group 20">
              <a:extLst>
                <a:ext uri="{FF2B5EF4-FFF2-40B4-BE49-F238E27FC236}">
                  <a16:creationId xmlns:a16="http://schemas.microsoft.com/office/drawing/2014/main" id="{7B3927DE-D2D4-0549-B6FC-DB36E97AF65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491163" y="3179295"/>
              <a:ext cx="522287" cy="1824505"/>
              <a:chOff x="5491163" y="3179295"/>
              <a:chExt cx="522287" cy="1824505"/>
            </a:xfrm>
          </p:grpSpPr>
          <p:sp>
            <p:nvSpPr>
              <p:cNvPr id="318" name="Rectangle 317">
                <a:extLst>
                  <a:ext uri="{FF2B5EF4-FFF2-40B4-BE49-F238E27FC236}">
                    <a16:creationId xmlns:a16="http://schemas.microsoft.com/office/drawing/2014/main" id="{94693F99-2D5B-7E44-B2D3-365FDA0CFBDB}"/>
                  </a:ext>
                </a:extLst>
              </p:cNvPr>
              <p:cNvSpPr/>
              <p:nvPr/>
            </p:nvSpPr>
            <p:spPr bwMode="auto">
              <a:xfrm rot="10800000">
                <a:off x="5498044" y="3266845"/>
                <a:ext cx="498349" cy="325689"/>
              </a:xfrm>
              <a:prstGeom prst="rect">
                <a:avLst/>
              </a:prstGeom>
              <a:gradFill rotWithShape="1">
                <a:gsLst>
                  <a:gs pos="1000">
                    <a:srgbClr val="3333CC">
                      <a:lumMod val="75000"/>
                      <a:alpha val="62000"/>
                    </a:srgbClr>
                  </a:gs>
                  <a:gs pos="5400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319" name="Straight Connector 318">
                <a:extLst>
                  <a:ext uri="{FF2B5EF4-FFF2-40B4-BE49-F238E27FC236}">
                    <a16:creationId xmlns:a16="http://schemas.microsoft.com/office/drawing/2014/main" id="{0BE62149-301B-CD40-877F-421A14409479}"/>
                  </a:ext>
                </a:extLst>
              </p:cNvPr>
              <p:cNvCxnSpPr>
                <a:stCxn id="327" idx="6"/>
              </p:cNvCxnSpPr>
              <p:nvPr/>
            </p:nvCxnSpPr>
            <p:spPr bwMode="auto">
              <a:xfrm>
                <a:off x="6004011" y="3267530"/>
                <a:ext cx="6349" cy="1582486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pic>
            <p:nvPicPr>
              <p:cNvPr id="320" name="Picture 469" descr="router_top.png">
                <a:extLst>
                  <a:ext uri="{FF2B5EF4-FFF2-40B4-BE49-F238E27FC236}">
                    <a16:creationId xmlns:a16="http://schemas.microsoft.com/office/drawing/2014/main" id="{DD59AE55-8859-5841-B6AC-641E9B1FF76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491163" y="3206725"/>
                <a:ext cx="522287" cy="2204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grpSp>
            <p:nvGrpSpPr>
              <p:cNvPr id="321" name="Group 471">
                <a:extLst>
                  <a:ext uri="{FF2B5EF4-FFF2-40B4-BE49-F238E27FC236}">
                    <a16:creationId xmlns:a16="http://schemas.microsoft.com/office/drawing/2014/main" id="{387A8315-A9E2-CD41-9540-BE22EB26471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502167" y="4781999"/>
                <a:ext cx="507858" cy="221801"/>
                <a:chOff x="4128636" y="3606589"/>
                <a:chExt cx="568145" cy="338667"/>
              </a:xfrm>
            </p:grpSpPr>
            <p:sp>
              <p:nvSpPr>
                <p:cNvPr id="334" name="Oval 333">
                  <a:extLst>
                    <a:ext uri="{FF2B5EF4-FFF2-40B4-BE49-F238E27FC236}">
                      <a16:creationId xmlns:a16="http://schemas.microsoft.com/office/drawing/2014/main" id="{5439A4FE-DB6E-D74D-95B5-D1F4AE9642E7}"/>
                    </a:ext>
                  </a:extLst>
                </p:cNvPr>
                <p:cNvSpPr/>
                <p:nvPr/>
              </p:nvSpPr>
              <p:spPr>
                <a:xfrm>
                  <a:off x="4128900" y="3720139"/>
                  <a:ext cx="568256" cy="225391"/>
                </a:xfrm>
                <a:prstGeom prst="ellipse">
                  <a:avLst/>
                </a:prstGeom>
                <a:solidFill>
                  <a:srgbClr val="3333CC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35" name="Rectangle 334">
                  <a:extLst>
                    <a:ext uri="{FF2B5EF4-FFF2-40B4-BE49-F238E27FC236}">
                      <a16:creationId xmlns:a16="http://schemas.microsoft.com/office/drawing/2014/main" id="{FA27B6FA-AB40-0D4B-BBE7-6000E55B03D1}"/>
                    </a:ext>
                  </a:extLst>
                </p:cNvPr>
                <p:cNvSpPr/>
                <p:nvPr/>
              </p:nvSpPr>
              <p:spPr>
                <a:xfrm>
                  <a:off x="4128900" y="3720139"/>
                  <a:ext cx="568256" cy="111484"/>
                </a:xfrm>
                <a:prstGeom prst="rect">
                  <a:avLst/>
                </a:pr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36" name="Oval 335">
                  <a:extLst>
                    <a:ext uri="{FF2B5EF4-FFF2-40B4-BE49-F238E27FC236}">
                      <a16:creationId xmlns:a16="http://schemas.microsoft.com/office/drawing/2014/main" id="{C6FD79C0-1B1A-AB4A-A3BD-6514A1F64FCB}"/>
                    </a:ext>
                  </a:extLst>
                </p:cNvPr>
                <p:cNvSpPr/>
                <p:nvPr/>
              </p:nvSpPr>
              <p:spPr>
                <a:xfrm>
                  <a:off x="4128900" y="3606230"/>
                  <a:ext cx="568256" cy="225392"/>
                </a:xfrm>
                <a:prstGeom prst="ellipse">
                  <a:avLst/>
                </a:prstGeom>
                <a:solidFill>
                  <a:srgbClr val="3333CC">
                    <a:lumMod val="40000"/>
                    <a:lumOff val="60000"/>
                    <a:alpha val="5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337" name="Straight Connector 336">
                  <a:extLst>
                    <a:ext uri="{FF2B5EF4-FFF2-40B4-BE49-F238E27FC236}">
                      <a16:creationId xmlns:a16="http://schemas.microsoft.com/office/drawing/2014/main" id="{C730D6A9-51D0-864D-9F88-3CA108609D03}"/>
                    </a:ext>
                  </a:extLst>
                </p:cNvPr>
                <p:cNvCxnSpPr/>
                <p:nvPr/>
              </p:nvCxnSpPr>
              <p:spPr>
                <a:xfrm>
                  <a:off x="4697156" y="3720139"/>
                  <a:ext cx="0" cy="11148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338" name="Straight Connector 337">
                  <a:extLst>
                    <a:ext uri="{FF2B5EF4-FFF2-40B4-BE49-F238E27FC236}">
                      <a16:creationId xmlns:a16="http://schemas.microsoft.com/office/drawing/2014/main" id="{41EA4558-0D04-634B-A8B0-CAB6FB1D2028}"/>
                    </a:ext>
                  </a:extLst>
                </p:cNvPr>
                <p:cNvCxnSpPr/>
                <p:nvPr/>
              </p:nvCxnSpPr>
              <p:spPr>
                <a:xfrm>
                  <a:off x="4128900" y="3720139"/>
                  <a:ext cx="0" cy="11148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</p:grpSp>
          <p:sp>
            <p:nvSpPr>
              <p:cNvPr id="322" name="Rectangle 321">
                <a:extLst>
                  <a:ext uri="{FF2B5EF4-FFF2-40B4-BE49-F238E27FC236}">
                    <a16:creationId xmlns:a16="http://schemas.microsoft.com/office/drawing/2014/main" id="{3670DAE7-C167-BA4B-9FB3-842EEBB6E0BC}"/>
                  </a:ext>
                </a:extLst>
              </p:cNvPr>
              <p:cNvSpPr/>
              <p:nvPr/>
            </p:nvSpPr>
            <p:spPr bwMode="auto">
              <a:xfrm>
                <a:off x="5507166" y="3694500"/>
                <a:ext cx="498433" cy="1165040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323" name="Straight Connector 322">
                <a:extLst>
                  <a:ext uri="{FF2B5EF4-FFF2-40B4-BE49-F238E27FC236}">
                    <a16:creationId xmlns:a16="http://schemas.microsoft.com/office/drawing/2014/main" id="{FDAD1200-F8CD-4C4C-B862-839CDCE380A4}"/>
                  </a:ext>
                </a:extLst>
              </p:cNvPr>
              <p:cNvCxnSpPr>
                <a:stCxn id="320" idx="1"/>
              </p:cNvCxnSpPr>
              <p:nvPr/>
            </p:nvCxnSpPr>
            <p:spPr bwMode="auto">
              <a:xfrm>
                <a:off x="5491292" y="3316735"/>
                <a:ext cx="6349" cy="1633277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324" name="Group 485">
                <a:extLst>
                  <a:ext uri="{FF2B5EF4-FFF2-40B4-BE49-F238E27FC236}">
                    <a16:creationId xmlns:a16="http://schemas.microsoft.com/office/drawing/2014/main" id="{A6200FD6-2FAC-504D-AC15-41C2E0E5FE4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500688" y="3179295"/>
                <a:ext cx="504825" cy="242888"/>
                <a:chOff x="2183302" y="1574638"/>
                <a:chExt cx="1200154" cy="430218"/>
              </a:xfrm>
            </p:grpSpPr>
            <p:sp>
              <p:nvSpPr>
                <p:cNvPr id="325" name="Oval 324">
                  <a:extLst>
                    <a:ext uri="{FF2B5EF4-FFF2-40B4-BE49-F238E27FC236}">
                      <a16:creationId xmlns:a16="http://schemas.microsoft.com/office/drawing/2014/main" id="{ECDA45FA-C7C9-1D42-AD17-0A94B356D9C2}"/>
                    </a:ext>
                  </a:extLst>
                </p:cNvPr>
                <p:cNvSpPr/>
                <p:nvPr/>
              </p:nvSpPr>
              <p:spPr bwMode="auto">
                <a:xfrm flipV="1">
                  <a:off x="2187379" y="1688754"/>
                  <a:ext cx="1196279" cy="314880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31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FFFFFF"/>
                    </a:gs>
                  </a:gsLst>
                  <a:lin ang="16200000" scaled="0"/>
                  <a:tileRect/>
                </a:gradFill>
                <a:ln w="635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26" name="Rectangle 325">
                  <a:extLst>
                    <a:ext uri="{FF2B5EF4-FFF2-40B4-BE49-F238E27FC236}">
                      <a16:creationId xmlns:a16="http://schemas.microsoft.com/office/drawing/2014/main" id="{66DEE6E1-40E6-CC4A-9BD2-12B0FC5617F6}"/>
                    </a:ext>
                  </a:extLst>
                </p:cNvPr>
                <p:cNvSpPr/>
                <p:nvPr/>
              </p:nvSpPr>
              <p:spPr bwMode="auto">
                <a:xfrm>
                  <a:off x="2183606" y="1733737"/>
                  <a:ext cx="1200052" cy="112457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40000"/>
                        <a:lumOff val="60000"/>
                      </a:srgbClr>
                    </a:gs>
                    <a:gs pos="54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62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27" name="Oval 326">
                  <a:extLst>
                    <a:ext uri="{FF2B5EF4-FFF2-40B4-BE49-F238E27FC236}">
                      <a16:creationId xmlns:a16="http://schemas.microsoft.com/office/drawing/2014/main" id="{3B2579C2-CFB4-C243-A571-87CC4776705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flipV="1">
                  <a:off x="2183606" y="1573485"/>
                  <a:ext cx="1196277" cy="314880"/>
                </a:xfrm>
                <a:prstGeom prst="ellipse">
                  <a:avLst/>
                </a:prstGeom>
                <a:solidFill>
                  <a:srgbClr val="BFBFBF"/>
                </a:solidFill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0" dist="23000" dir="5400000" rotWithShape="0">
                    <a:srgbClr val="808080">
                      <a:alpha val="34999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28" name="Freeform 327">
                  <a:extLst>
                    <a:ext uri="{FF2B5EF4-FFF2-40B4-BE49-F238E27FC236}">
                      <a16:creationId xmlns:a16="http://schemas.microsoft.com/office/drawing/2014/main" id="{8C20CAF5-F7F2-8C4F-BF4C-8061B2C174B5}"/>
                    </a:ext>
                  </a:extLst>
                </p:cNvPr>
                <p:cNvSpPr/>
                <p:nvPr/>
              </p:nvSpPr>
              <p:spPr bwMode="auto">
                <a:xfrm>
                  <a:off x="2489279" y="1669074"/>
                  <a:ext cx="584932" cy="157440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29" name="Freeform 328">
                  <a:extLst>
                    <a:ext uri="{FF2B5EF4-FFF2-40B4-BE49-F238E27FC236}">
                      <a16:creationId xmlns:a16="http://schemas.microsoft.com/office/drawing/2014/main" id="{751DAB4D-7078-0843-8893-ECF4AEBB832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28899" y="1629714"/>
                  <a:ext cx="705692" cy="109646"/>
                </a:xfrm>
                <a:custGeom>
                  <a:avLst/>
                  <a:gdLst>
                    <a:gd name="T0" fmla="*/ 0 w 3723451"/>
                    <a:gd name="T1" fmla="*/ 26825 h 932950"/>
                    <a:gd name="T2" fmla="*/ 124172 w 3723451"/>
                    <a:gd name="T3" fmla="*/ 316 h 932950"/>
                    <a:gd name="T4" fmla="*/ 351719 w 3723451"/>
                    <a:gd name="T5" fmla="*/ 61180 h 932950"/>
                    <a:gd name="T6" fmla="*/ 568801 w 3723451"/>
                    <a:gd name="T7" fmla="*/ 0 h 932950"/>
                    <a:gd name="T8" fmla="*/ 705692 w 3723451"/>
                    <a:gd name="T9" fmla="*/ 24345 h 932950"/>
                    <a:gd name="T10" fmla="*/ 603846 w 3723451"/>
                    <a:gd name="T11" fmla="*/ 54282 h 932950"/>
                    <a:gd name="T12" fmla="*/ 571056 w 3723451"/>
                    <a:gd name="T13" fmla="*/ 46211 h 932950"/>
                    <a:gd name="T14" fmla="*/ 355717 w 3723451"/>
                    <a:gd name="T15" fmla="*/ 109646 h 932950"/>
                    <a:gd name="T16" fmla="*/ 134869 w 3723451"/>
                    <a:gd name="T17" fmla="*/ 48545 h 932950"/>
                    <a:gd name="T18" fmla="*/ 99163 w 3723451"/>
                    <a:gd name="T19" fmla="*/ 55139 h 932950"/>
                    <a:gd name="T20" fmla="*/ 0 w 3723451"/>
                    <a:gd name="T21" fmla="*/ 26825 h 932950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30" name="Freeform 329">
                  <a:extLst>
                    <a:ext uri="{FF2B5EF4-FFF2-40B4-BE49-F238E27FC236}">
                      <a16:creationId xmlns:a16="http://schemas.microsoft.com/office/drawing/2014/main" id="{49F08601-D11A-7246-97C4-4796E28716C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3071" y="1722492"/>
                  <a:ext cx="256615" cy="95588"/>
                </a:xfrm>
                <a:custGeom>
                  <a:avLst/>
                  <a:gdLst>
                    <a:gd name="T0" fmla="*/ 0 w 1366596"/>
                    <a:gd name="T1" fmla="*/ 0 h 809868"/>
                    <a:gd name="T2" fmla="*/ 256615 w 1366596"/>
                    <a:gd name="T3" fmla="*/ 73863 h 809868"/>
                    <a:gd name="T4" fmla="*/ 162436 w 1366596"/>
                    <a:gd name="T5" fmla="*/ 95588 h 809868"/>
                    <a:gd name="T6" fmla="*/ 864 w 1366596"/>
                    <a:gd name="T7" fmla="*/ 50510 h 809868"/>
                    <a:gd name="T8" fmla="*/ 0 w 1366596"/>
                    <a:gd name="T9" fmla="*/ 0 h 8098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31" name="Freeform 330">
                  <a:extLst>
                    <a:ext uri="{FF2B5EF4-FFF2-40B4-BE49-F238E27FC236}">
                      <a16:creationId xmlns:a16="http://schemas.microsoft.com/office/drawing/2014/main" id="{0F35FC16-0782-6242-8A31-B2C90A57D83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17579" y="1725302"/>
                  <a:ext cx="252840" cy="92778"/>
                </a:xfrm>
                <a:custGeom>
                  <a:avLst/>
                  <a:gdLst>
                    <a:gd name="T0" fmla="*/ 249388 w 1348191"/>
                    <a:gd name="T1" fmla="*/ 0 h 791462"/>
                    <a:gd name="T2" fmla="*/ 252840 w 1348191"/>
                    <a:gd name="T3" fmla="*/ 44771 h 791462"/>
                    <a:gd name="T4" fmla="*/ 91471 w 1348191"/>
                    <a:gd name="T5" fmla="*/ 92778 h 791462"/>
                    <a:gd name="T6" fmla="*/ 0 w 1348191"/>
                    <a:gd name="T7" fmla="*/ 71741 h 791462"/>
                    <a:gd name="T8" fmla="*/ 249388 w 1348191"/>
                    <a:gd name="T9" fmla="*/ 0 h 79146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cxnSp>
              <p:nvCxnSpPr>
                <p:cNvPr id="332" name="Straight Connector 331">
                  <a:extLst>
                    <a:ext uri="{FF2B5EF4-FFF2-40B4-BE49-F238E27FC236}">
                      <a16:creationId xmlns:a16="http://schemas.microsoft.com/office/drawing/2014/main" id="{28B38805-D14D-6F4E-9C2D-85288858DC4A}"/>
                    </a:ext>
                  </a:extLst>
                </p:cNvPr>
                <p:cNvCxnSpPr>
                  <a:cxnSpLocks noChangeShapeType="1"/>
                  <a:endCxn id="327" idx="2"/>
                </p:cNvCxnSpPr>
                <p:nvPr/>
              </p:nvCxnSpPr>
              <p:spPr bwMode="auto">
                <a:xfrm flipH="1" flipV="1">
                  <a:off x="2183606" y="1730925"/>
                  <a:ext cx="3773" cy="120892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333" name="Straight Connector 332">
                  <a:extLst>
                    <a:ext uri="{FF2B5EF4-FFF2-40B4-BE49-F238E27FC236}">
                      <a16:creationId xmlns:a16="http://schemas.microsoft.com/office/drawing/2014/main" id="{839A4B18-24F7-8748-BABF-156684EACDA2}"/>
                    </a:ext>
                  </a:extLst>
                </p:cNvPr>
                <p:cNvCxnSpPr>
                  <a:cxnSpLocks noChangeShapeType="1"/>
                </p:cNvCxnSpPr>
                <p:nvPr/>
              </p:nvCxnSpPr>
              <p:spPr bwMode="auto">
                <a:xfrm flipH="1" flipV="1">
                  <a:off x="3379883" y="1728114"/>
                  <a:ext cx="3775" cy="120890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</p:grpSp>
        </p:grpSp>
        <p:grpSp>
          <p:nvGrpSpPr>
            <p:cNvPr id="297" name="Group 21">
              <a:extLst>
                <a:ext uri="{FF2B5EF4-FFF2-40B4-BE49-F238E27FC236}">
                  <a16:creationId xmlns:a16="http://schemas.microsoft.com/office/drawing/2014/main" id="{9CDA8888-DE9C-FA48-880D-EF852C6370C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472366" y="2647932"/>
              <a:ext cx="522159" cy="2354282"/>
              <a:chOff x="6472366" y="2647932"/>
              <a:chExt cx="522159" cy="2354282"/>
            </a:xfrm>
          </p:grpSpPr>
          <p:sp>
            <p:nvSpPr>
              <p:cNvPr id="298" name="Rectangle 297">
                <a:extLst>
                  <a:ext uri="{FF2B5EF4-FFF2-40B4-BE49-F238E27FC236}">
                    <a16:creationId xmlns:a16="http://schemas.microsoft.com/office/drawing/2014/main" id="{995D8FCE-884F-0F40-A676-D4D29F8E694C}"/>
                  </a:ext>
                </a:extLst>
              </p:cNvPr>
              <p:cNvSpPr/>
              <p:nvPr/>
            </p:nvSpPr>
            <p:spPr bwMode="auto">
              <a:xfrm rot="10800000">
                <a:off x="6482296" y="2777838"/>
                <a:ext cx="498349" cy="722037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299" name="Straight Connector 298">
                <a:extLst>
                  <a:ext uri="{FF2B5EF4-FFF2-40B4-BE49-F238E27FC236}">
                    <a16:creationId xmlns:a16="http://schemas.microsoft.com/office/drawing/2014/main" id="{316D5606-0146-DC48-97E2-18F369EDE031}"/>
                  </a:ext>
                </a:extLst>
              </p:cNvPr>
              <p:cNvCxnSpPr/>
              <p:nvPr/>
            </p:nvCxnSpPr>
            <p:spPr bwMode="auto">
              <a:xfrm>
                <a:off x="6994528" y="2846910"/>
                <a:ext cx="0" cy="1998345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300" name="Group 500">
                <a:extLst>
                  <a:ext uri="{FF2B5EF4-FFF2-40B4-BE49-F238E27FC236}">
                    <a16:creationId xmlns:a16="http://schemas.microsoft.com/office/drawing/2014/main" id="{AA425C1A-E91E-6E4A-A356-24012E64277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486417" y="4766099"/>
                <a:ext cx="507858" cy="236115"/>
                <a:chOff x="4128636" y="3606589"/>
                <a:chExt cx="568145" cy="338667"/>
              </a:xfrm>
            </p:grpSpPr>
            <p:sp>
              <p:nvSpPr>
                <p:cNvPr id="313" name="Oval 312">
                  <a:extLst>
                    <a:ext uri="{FF2B5EF4-FFF2-40B4-BE49-F238E27FC236}">
                      <a16:creationId xmlns:a16="http://schemas.microsoft.com/office/drawing/2014/main" id="{16CAB2BE-001A-5849-8EFC-BF1C74D20DA6}"/>
                    </a:ext>
                  </a:extLst>
                </p:cNvPr>
                <p:cNvSpPr/>
                <p:nvPr/>
              </p:nvSpPr>
              <p:spPr>
                <a:xfrm>
                  <a:off x="4128808" y="3720125"/>
                  <a:ext cx="568256" cy="225387"/>
                </a:xfrm>
                <a:prstGeom prst="ellipse">
                  <a:avLst/>
                </a:prstGeom>
                <a:solidFill>
                  <a:srgbClr val="3333CC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14" name="Rectangle 313">
                  <a:extLst>
                    <a:ext uri="{FF2B5EF4-FFF2-40B4-BE49-F238E27FC236}">
                      <a16:creationId xmlns:a16="http://schemas.microsoft.com/office/drawing/2014/main" id="{ED3C727A-F086-5345-9D90-47A10FCD45F2}"/>
                    </a:ext>
                  </a:extLst>
                </p:cNvPr>
                <p:cNvSpPr/>
                <p:nvPr/>
              </p:nvSpPr>
              <p:spPr>
                <a:xfrm>
                  <a:off x="4128808" y="3720125"/>
                  <a:ext cx="568256" cy="111556"/>
                </a:xfrm>
                <a:prstGeom prst="rect">
                  <a:avLst/>
                </a:pr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15" name="Oval 314">
                  <a:extLst>
                    <a:ext uri="{FF2B5EF4-FFF2-40B4-BE49-F238E27FC236}">
                      <a16:creationId xmlns:a16="http://schemas.microsoft.com/office/drawing/2014/main" id="{49C1B443-F565-5F4C-B75C-09F669AC3DE7}"/>
                    </a:ext>
                  </a:extLst>
                </p:cNvPr>
                <p:cNvSpPr/>
                <p:nvPr/>
              </p:nvSpPr>
              <p:spPr>
                <a:xfrm>
                  <a:off x="4128808" y="3606294"/>
                  <a:ext cx="568256" cy="225387"/>
                </a:xfrm>
                <a:prstGeom prst="ellipse">
                  <a:avLst/>
                </a:prstGeom>
                <a:solidFill>
                  <a:srgbClr val="3333CC">
                    <a:lumMod val="40000"/>
                    <a:lumOff val="60000"/>
                    <a:alpha val="5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316" name="Straight Connector 315">
                  <a:extLst>
                    <a:ext uri="{FF2B5EF4-FFF2-40B4-BE49-F238E27FC236}">
                      <a16:creationId xmlns:a16="http://schemas.microsoft.com/office/drawing/2014/main" id="{FBA53D70-9A4D-7E4E-AC09-D42784DF8272}"/>
                    </a:ext>
                  </a:extLst>
                </p:cNvPr>
                <p:cNvCxnSpPr/>
                <p:nvPr/>
              </p:nvCxnSpPr>
              <p:spPr>
                <a:xfrm>
                  <a:off x="4697064" y="3720125"/>
                  <a:ext cx="0" cy="111556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317" name="Straight Connector 316">
                  <a:extLst>
                    <a:ext uri="{FF2B5EF4-FFF2-40B4-BE49-F238E27FC236}">
                      <a16:creationId xmlns:a16="http://schemas.microsoft.com/office/drawing/2014/main" id="{A5C3BEC2-90B0-8B41-88A4-351B428CAFB4}"/>
                    </a:ext>
                  </a:extLst>
                </p:cNvPr>
                <p:cNvCxnSpPr/>
                <p:nvPr/>
              </p:nvCxnSpPr>
              <p:spPr>
                <a:xfrm>
                  <a:off x="4128808" y="3720125"/>
                  <a:ext cx="0" cy="111556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</p:grpSp>
          <p:sp>
            <p:nvSpPr>
              <p:cNvPr id="301" name="Rectangle 300">
                <a:extLst>
                  <a:ext uri="{FF2B5EF4-FFF2-40B4-BE49-F238E27FC236}">
                    <a16:creationId xmlns:a16="http://schemas.microsoft.com/office/drawing/2014/main" id="{2309F1E7-7D26-E941-9221-C8DF0612EE28}"/>
                  </a:ext>
                </a:extLst>
              </p:cNvPr>
              <p:cNvSpPr/>
              <p:nvPr/>
            </p:nvSpPr>
            <p:spPr bwMode="auto">
              <a:xfrm>
                <a:off x="6491333" y="3610376"/>
                <a:ext cx="498433" cy="1238053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302" name="Straight Connector 301">
                <a:extLst>
                  <a:ext uri="{FF2B5EF4-FFF2-40B4-BE49-F238E27FC236}">
                    <a16:creationId xmlns:a16="http://schemas.microsoft.com/office/drawing/2014/main" id="{9C251E47-5FE5-B64D-8E6E-2491993604B5}"/>
                  </a:ext>
                </a:extLst>
              </p:cNvPr>
              <p:cNvCxnSpPr/>
              <p:nvPr/>
            </p:nvCxnSpPr>
            <p:spPr bwMode="auto">
              <a:xfrm>
                <a:off x="6472285" y="2818340"/>
                <a:ext cx="9524" cy="2126912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303" name="Group 514">
                <a:extLst>
                  <a:ext uri="{FF2B5EF4-FFF2-40B4-BE49-F238E27FC236}">
                    <a16:creationId xmlns:a16="http://schemas.microsoft.com/office/drawing/2014/main" id="{9B7D3C6F-466A-3143-9B8E-F60B2AAFD7B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478146" y="2647932"/>
                <a:ext cx="504825" cy="242887"/>
                <a:chOff x="2183302" y="1574638"/>
                <a:chExt cx="1200154" cy="430218"/>
              </a:xfrm>
            </p:grpSpPr>
            <p:sp>
              <p:nvSpPr>
                <p:cNvPr id="304" name="Oval 303">
                  <a:extLst>
                    <a:ext uri="{FF2B5EF4-FFF2-40B4-BE49-F238E27FC236}">
                      <a16:creationId xmlns:a16="http://schemas.microsoft.com/office/drawing/2014/main" id="{12A307F7-5B73-2445-A2F4-C0FA1266E373}"/>
                    </a:ext>
                  </a:extLst>
                </p:cNvPr>
                <p:cNvSpPr/>
                <p:nvPr/>
              </p:nvSpPr>
              <p:spPr bwMode="auto">
                <a:xfrm flipV="1">
                  <a:off x="2188237" y="1690921"/>
                  <a:ext cx="1196279" cy="314881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31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FFFFFF"/>
                    </a:gs>
                  </a:gsLst>
                  <a:lin ang="16200000" scaled="0"/>
                  <a:tileRect/>
                </a:gradFill>
                <a:ln w="635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05" name="Rectangle 304">
                  <a:extLst>
                    <a:ext uri="{FF2B5EF4-FFF2-40B4-BE49-F238E27FC236}">
                      <a16:creationId xmlns:a16="http://schemas.microsoft.com/office/drawing/2014/main" id="{33E19D46-3715-614C-AAF4-022904355894}"/>
                    </a:ext>
                  </a:extLst>
                </p:cNvPr>
                <p:cNvSpPr/>
                <p:nvPr/>
              </p:nvSpPr>
              <p:spPr bwMode="auto">
                <a:xfrm>
                  <a:off x="2184464" y="1735904"/>
                  <a:ext cx="1200052" cy="112457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40000"/>
                        <a:lumOff val="60000"/>
                      </a:srgbClr>
                    </a:gs>
                    <a:gs pos="54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62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06" name="Oval 305">
                  <a:extLst>
                    <a:ext uri="{FF2B5EF4-FFF2-40B4-BE49-F238E27FC236}">
                      <a16:creationId xmlns:a16="http://schemas.microsoft.com/office/drawing/2014/main" id="{E55709E7-7775-884D-A34A-45191B84AF9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flipV="1">
                  <a:off x="2184464" y="1575651"/>
                  <a:ext cx="1196277" cy="314881"/>
                </a:xfrm>
                <a:prstGeom prst="ellipse">
                  <a:avLst/>
                </a:prstGeom>
                <a:solidFill>
                  <a:srgbClr val="BFBFBF"/>
                </a:solidFill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0" dist="23000" dir="5400000" rotWithShape="0">
                    <a:srgbClr val="808080">
                      <a:alpha val="34999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07" name="Freeform 306">
                  <a:extLst>
                    <a:ext uri="{FF2B5EF4-FFF2-40B4-BE49-F238E27FC236}">
                      <a16:creationId xmlns:a16="http://schemas.microsoft.com/office/drawing/2014/main" id="{53C2A2DA-53F1-794E-A987-B42C0AC0022C}"/>
                    </a:ext>
                  </a:extLst>
                </p:cNvPr>
                <p:cNvSpPr/>
                <p:nvPr/>
              </p:nvSpPr>
              <p:spPr bwMode="auto">
                <a:xfrm>
                  <a:off x="2490137" y="1671240"/>
                  <a:ext cx="584932" cy="157440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08" name="Freeform 307">
                  <a:extLst>
                    <a:ext uri="{FF2B5EF4-FFF2-40B4-BE49-F238E27FC236}">
                      <a16:creationId xmlns:a16="http://schemas.microsoft.com/office/drawing/2014/main" id="{9EECC5D2-5F03-5B4A-A066-DEC9954D666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29757" y="1631880"/>
                  <a:ext cx="705692" cy="109647"/>
                </a:xfrm>
                <a:custGeom>
                  <a:avLst/>
                  <a:gdLst>
                    <a:gd name="T0" fmla="*/ 0 w 3723451"/>
                    <a:gd name="T1" fmla="*/ 26825 h 932950"/>
                    <a:gd name="T2" fmla="*/ 124172 w 3723451"/>
                    <a:gd name="T3" fmla="*/ 316 h 932950"/>
                    <a:gd name="T4" fmla="*/ 351719 w 3723451"/>
                    <a:gd name="T5" fmla="*/ 61180 h 932950"/>
                    <a:gd name="T6" fmla="*/ 568801 w 3723451"/>
                    <a:gd name="T7" fmla="*/ 0 h 932950"/>
                    <a:gd name="T8" fmla="*/ 705692 w 3723451"/>
                    <a:gd name="T9" fmla="*/ 24346 h 932950"/>
                    <a:gd name="T10" fmla="*/ 603846 w 3723451"/>
                    <a:gd name="T11" fmla="*/ 54283 h 932950"/>
                    <a:gd name="T12" fmla="*/ 571056 w 3723451"/>
                    <a:gd name="T13" fmla="*/ 46212 h 932950"/>
                    <a:gd name="T14" fmla="*/ 355717 w 3723451"/>
                    <a:gd name="T15" fmla="*/ 109647 h 932950"/>
                    <a:gd name="T16" fmla="*/ 134869 w 3723451"/>
                    <a:gd name="T17" fmla="*/ 48545 h 932950"/>
                    <a:gd name="T18" fmla="*/ 99163 w 3723451"/>
                    <a:gd name="T19" fmla="*/ 55140 h 932950"/>
                    <a:gd name="T20" fmla="*/ 0 w 3723451"/>
                    <a:gd name="T21" fmla="*/ 26825 h 932950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09" name="Freeform 308">
                  <a:extLst>
                    <a:ext uri="{FF2B5EF4-FFF2-40B4-BE49-F238E27FC236}">
                      <a16:creationId xmlns:a16="http://schemas.microsoft.com/office/drawing/2014/main" id="{8388544E-A2CB-0640-A29C-1662E6885FE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3929" y="1724658"/>
                  <a:ext cx="256615" cy="95589"/>
                </a:xfrm>
                <a:custGeom>
                  <a:avLst/>
                  <a:gdLst>
                    <a:gd name="T0" fmla="*/ 0 w 1366596"/>
                    <a:gd name="T1" fmla="*/ 0 h 809868"/>
                    <a:gd name="T2" fmla="*/ 256615 w 1366596"/>
                    <a:gd name="T3" fmla="*/ 73864 h 809868"/>
                    <a:gd name="T4" fmla="*/ 162436 w 1366596"/>
                    <a:gd name="T5" fmla="*/ 95589 h 809868"/>
                    <a:gd name="T6" fmla="*/ 864 w 1366596"/>
                    <a:gd name="T7" fmla="*/ 50510 h 809868"/>
                    <a:gd name="T8" fmla="*/ 0 w 1366596"/>
                    <a:gd name="T9" fmla="*/ 0 h 8098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10" name="Freeform 309">
                  <a:extLst>
                    <a:ext uri="{FF2B5EF4-FFF2-40B4-BE49-F238E27FC236}">
                      <a16:creationId xmlns:a16="http://schemas.microsoft.com/office/drawing/2014/main" id="{0DDF3C4E-5F2E-864E-88A4-D785A5D6EEF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18437" y="1727469"/>
                  <a:ext cx="252840" cy="92778"/>
                </a:xfrm>
                <a:custGeom>
                  <a:avLst/>
                  <a:gdLst>
                    <a:gd name="T0" fmla="*/ 249388 w 1348191"/>
                    <a:gd name="T1" fmla="*/ 0 h 791462"/>
                    <a:gd name="T2" fmla="*/ 252840 w 1348191"/>
                    <a:gd name="T3" fmla="*/ 44771 h 791462"/>
                    <a:gd name="T4" fmla="*/ 91471 w 1348191"/>
                    <a:gd name="T5" fmla="*/ 92778 h 791462"/>
                    <a:gd name="T6" fmla="*/ 0 w 1348191"/>
                    <a:gd name="T7" fmla="*/ 71741 h 791462"/>
                    <a:gd name="T8" fmla="*/ 249388 w 1348191"/>
                    <a:gd name="T9" fmla="*/ 0 h 79146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cxnSp>
              <p:nvCxnSpPr>
                <p:cNvPr id="311" name="Straight Connector 310">
                  <a:extLst>
                    <a:ext uri="{FF2B5EF4-FFF2-40B4-BE49-F238E27FC236}">
                      <a16:creationId xmlns:a16="http://schemas.microsoft.com/office/drawing/2014/main" id="{5A28B5B0-5BAC-8C46-B4B8-9BCB18DCD1DD}"/>
                    </a:ext>
                  </a:extLst>
                </p:cNvPr>
                <p:cNvCxnSpPr>
                  <a:cxnSpLocks noChangeShapeType="1"/>
                  <a:endCxn id="306" idx="2"/>
                </p:cNvCxnSpPr>
                <p:nvPr/>
              </p:nvCxnSpPr>
              <p:spPr bwMode="auto">
                <a:xfrm flipH="1" flipV="1">
                  <a:off x="2184464" y="1733091"/>
                  <a:ext cx="3773" cy="120893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312" name="Straight Connector 311">
                  <a:extLst>
                    <a:ext uri="{FF2B5EF4-FFF2-40B4-BE49-F238E27FC236}">
                      <a16:creationId xmlns:a16="http://schemas.microsoft.com/office/drawing/2014/main" id="{3A010796-660C-4C4D-865E-8D108EDA01B6}"/>
                    </a:ext>
                  </a:extLst>
                </p:cNvPr>
                <p:cNvCxnSpPr>
                  <a:cxnSpLocks noChangeShapeType="1"/>
                </p:cNvCxnSpPr>
                <p:nvPr/>
              </p:nvCxnSpPr>
              <p:spPr bwMode="auto">
                <a:xfrm flipH="1" flipV="1">
                  <a:off x="3380741" y="1730281"/>
                  <a:ext cx="3775" cy="120891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</p:grpSp>
        </p:grpSp>
      </p:grpSp>
      <p:grpSp>
        <p:nvGrpSpPr>
          <p:cNvPr id="400" name="Group 399">
            <a:extLst>
              <a:ext uri="{FF2B5EF4-FFF2-40B4-BE49-F238E27FC236}">
                <a16:creationId xmlns:a16="http://schemas.microsoft.com/office/drawing/2014/main" id="{094E25C2-45E6-0C43-ADA4-684E51DC703A}"/>
              </a:ext>
            </a:extLst>
          </p:cNvPr>
          <p:cNvGrpSpPr>
            <a:grpSpLocks/>
          </p:cNvGrpSpPr>
          <p:nvPr/>
        </p:nvGrpSpPr>
        <p:grpSpPr bwMode="auto">
          <a:xfrm>
            <a:off x="3419060" y="2725807"/>
            <a:ext cx="5111750" cy="879475"/>
            <a:chOff x="1866825" y="707349"/>
            <a:chExt cx="5112820" cy="879389"/>
          </a:xfrm>
        </p:grpSpPr>
        <p:sp>
          <p:nvSpPr>
            <p:cNvPr id="401" name="Oval 400">
              <a:extLst>
                <a:ext uri="{FF2B5EF4-FFF2-40B4-BE49-F238E27FC236}">
                  <a16:creationId xmlns:a16="http://schemas.microsoft.com/office/drawing/2014/main" id="{C759FDA4-4088-0A4C-9E92-BD72D7D52B56}"/>
                </a:ext>
              </a:extLst>
            </p:cNvPr>
            <p:cNvSpPr/>
            <p:nvPr/>
          </p:nvSpPr>
          <p:spPr>
            <a:xfrm>
              <a:off x="1866825" y="785129"/>
              <a:ext cx="954288" cy="492077"/>
            </a:xfrm>
            <a:prstGeom prst="ellipse">
              <a:avLst/>
            </a:prstGeom>
            <a:solidFill>
              <a:srgbClr val="CC0000">
                <a:alpha val="28000"/>
              </a:srgbClr>
            </a:solidFill>
            <a:ln w="3175" cap="flat" cmpd="sng" algn="ctr">
              <a:solidFill>
                <a:srgbClr val="CC0000"/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402" name="TextBox 233">
              <a:extLst>
                <a:ext uri="{FF2B5EF4-FFF2-40B4-BE49-F238E27FC236}">
                  <a16:creationId xmlns:a16="http://schemas.microsoft.com/office/drawing/2014/main" id="{91B4E7D9-6C4B-6C4B-86F5-8BB66F936B0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91781" y="783191"/>
              <a:ext cx="910613" cy="4761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ts val="1475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Routing</a:t>
              </a:r>
            </a:p>
            <a:p>
              <a:pPr marL="0" marR="0" lvl="0" indent="0" algn="ctr" defTabSz="914400" rtl="0" eaLnBrk="0" fontAlgn="base" latinLnBrk="0" hangingPunct="0">
                <a:lnSpc>
                  <a:spcPts val="1475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Algorithm</a:t>
              </a:r>
            </a:p>
          </p:txBody>
        </p:sp>
        <p:cxnSp>
          <p:nvCxnSpPr>
            <p:cNvPr id="403" name="Straight Arrow Connector 402">
              <a:extLst>
                <a:ext uri="{FF2B5EF4-FFF2-40B4-BE49-F238E27FC236}">
                  <a16:creationId xmlns:a16="http://schemas.microsoft.com/office/drawing/2014/main" id="{86DA61DF-3320-724E-9861-CF654B1F47AF}"/>
                </a:ext>
              </a:extLst>
            </p:cNvPr>
            <p:cNvCxnSpPr/>
            <p:nvPr/>
          </p:nvCxnSpPr>
          <p:spPr>
            <a:xfrm flipV="1">
              <a:off x="2833815" y="807352"/>
              <a:ext cx="1517968" cy="214291"/>
            </a:xfrm>
            <a:prstGeom prst="straightConnector1">
              <a:avLst/>
            </a:prstGeom>
            <a:noFill/>
            <a:ln w="25400" cap="flat" cmpd="sng" algn="ctr">
              <a:solidFill>
                <a:srgbClr val="CC0000"/>
              </a:solidFill>
              <a:prstDash val="solid"/>
              <a:headEnd type="triangle"/>
              <a:tailEnd type="triangle"/>
            </a:ln>
            <a:effectLst/>
          </p:spPr>
        </p:cxnSp>
        <p:cxnSp>
          <p:nvCxnSpPr>
            <p:cNvPr id="404" name="Straight Arrow Connector 403">
              <a:extLst>
                <a:ext uri="{FF2B5EF4-FFF2-40B4-BE49-F238E27FC236}">
                  <a16:creationId xmlns:a16="http://schemas.microsoft.com/office/drawing/2014/main" id="{FA99C173-8DEF-3940-BC9B-72CA3FA99281}"/>
                </a:ext>
              </a:extLst>
            </p:cNvPr>
            <p:cNvCxnSpPr/>
            <p:nvPr/>
          </p:nvCxnSpPr>
          <p:spPr>
            <a:xfrm>
              <a:off x="2751248" y="1201014"/>
              <a:ext cx="797092" cy="279373"/>
            </a:xfrm>
            <a:prstGeom prst="straightConnector1">
              <a:avLst/>
            </a:prstGeom>
            <a:noFill/>
            <a:ln w="25400" cap="flat" cmpd="sng" algn="ctr">
              <a:solidFill>
                <a:srgbClr val="CC0000"/>
              </a:solidFill>
              <a:prstDash val="solid"/>
              <a:headEnd type="triangle"/>
              <a:tailEnd type="triangle"/>
            </a:ln>
            <a:effectLst/>
          </p:spPr>
        </p:cxnSp>
        <p:cxnSp>
          <p:nvCxnSpPr>
            <p:cNvPr id="405" name="Straight Arrow Connector 404">
              <a:extLst>
                <a:ext uri="{FF2B5EF4-FFF2-40B4-BE49-F238E27FC236}">
                  <a16:creationId xmlns:a16="http://schemas.microsoft.com/office/drawing/2014/main" id="{57AAE988-13E3-6642-B8CC-252C9113ABCC}"/>
                </a:ext>
              </a:extLst>
            </p:cNvPr>
            <p:cNvCxnSpPr/>
            <p:nvPr/>
          </p:nvCxnSpPr>
          <p:spPr>
            <a:xfrm>
              <a:off x="4685228" y="894656"/>
              <a:ext cx="892362" cy="509538"/>
            </a:xfrm>
            <a:prstGeom prst="straightConnector1">
              <a:avLst/>
            </a:prstGeom>
            <a:noFill/>
            <a:ln w="25400" cap="flat" cmpd="sng" algn="ctr">
              <a:solidFill>
                <a:srgbClr val="CC0000"/>
              </a:solidFill>
              <a:prstDash val="solid"/>
              <a:headEnd type="triangle"/>
              <a:tailEnd type="triangle"/>
            </a:ln>
            <a:effectLst/>
          </p:spPr>
        </p:cxnSp>
        <p:cxnSp>
          <p:nvCxnSpPr>
            <p:cNvPr id="406" name="Straight Arrow Connector 405">
              <a:extLst>
                <a:ext uri="{FF2B5EF4-FFF2-40B4-BE49-F238E27FC236}">
                  <a16:creationId xmlns:a16="http://schemas.microsoft.com/office/drawing/2014/main" id="{286126FC-663F-E140-85FF-EA643857EAAB}"/>
                </a:ext>
              </a:extLst>
            </p:cNvPr>
            <p:cNvCxnSpPr/>
            <p:nvPr/>
          </p:nvCxnSpPr>
          <p:spPr>
            <a:xfrm>
              <a:off x="4801139" y="801003"/>
              <a:ext cx="1695805" cy="130162"/>
            </a:xfrm>
            <a:prstGeom prst="straightConnector1">
              <a:avLst/>
            </a:prstGeom>
            <a:noFill/>
            <a:ln w="25400" cap="flat" cmpd="sng" algn="ctr">
              <a:solidFill>
                <a:srgbClr val="CC0000"/>
              </a:solidFill>
              <a:prstDash val="solid"/>
              <a:headEnd type="triangle"/>
              <a:tailEnd type="triangle"/>
            </a:ln>
            <a:effectLst/>
          </p:spPr>
        </p:cxnSp>
        <p:sp>
          <p:nvSpPr>
            <p:cNvPr id="407" name="Oval 406">
              <a:extLst>
                <a:ext uri="{FF2B5EF4-FFF2-40B4-BE49-F238E27FC236}">
                  <a16:creationId xmlns:a16="http://schemas.microsoft.com/office/drawing/2014/main" id="{4DA7DE45-D335-D548-B5FE-488518B7B2B7}"/>
                </a:ext>
              </a:extLst>
            </p:cNvPr>
            <p:cNvSpPr/>
            <p:nvPr/>
          </p:nvSpPr>
          <p:spPr>
            <a:xfrm>
              <a:off x="6558870" y="894656"/>
              <a:ext cx="420775" cy="180957"/>
            </a:xfrm>
            <a:prstGeom prst="ellipse">
              <a:avLst/>
            </a:prstGeom>
            <a:solidFill>
              <a:srgbClr val="CC0000">
                <a:alpha val="28000"/>
              </a:srgbClr>
            </a:solidFill>
            <a:ln w="3175" cap="flat" cmpd="sng" algn="ctr">
              <a:solidFill>
                <a:srgbClr val="CC0000"/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408" name="Oval 407">
              <a:extLst>
                <a:ext uri="{FF2B5EF4-FFF2-40B4-BE49-F238E27FC236}">
                  <a16:creationId xmlns:a16="http://schemas.microsoft.com/office/drawing/2014/main" id="{E0F6C35C-914C-3B41-9CC4-D8179FFB699E}"/>
                </a:ext>
              </a:extLst>
            </p:cNvPr>
            <p:cNvSpPr/>
            <p:nvPr/>
          </p:nvSpPr>
          <p:spPr>
            <a:xfrm>
              <a:off x="5572826" y="1404194"/>
              <a:ext cx="420776" cy="182544"/>
            </a:xfrm>
            <a:prstGeom prst="ellipse">
              <a:avLst/>
            </a:prstGeom>
            <a:solidFill>
              <a:srgbClr val="CC0000">
                <a:alpha val="28000"/>
              </a:srgbClr>
            </a:solidFill>
            <a:ln w="3175" cap="flat" cmpd="sng" algn="ctr">
              <a:solidFill>
                <a:srgbClr val="CC0000"/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409" name="Oval 408">
              <a:extLst>
                <a:ext uri="{FF2B5EF4-FFF2-40B4-BE49-F238E27FC236}">
                  <a16:creationId xmlns:a16="http://schemas.microsoft.com/office/drawing/2014/main" id="{F2328B0F-766B-A544-ACA3-A1877D849A35}"/>
                </a:ext>
              </a:extLst>
            </p:cNvPr>
            <p:cNvSpPr/>
            <p:nvPr/>
          </p:nvSpPr>
          <p:spPr>
            <a:xfrm>
              <a:off x="4367661" y="707349"/>
              <a:ext cx="420775" cy="182545"/>
            </a:xfrm>
            <a:prstGeom prst="ellipse">
              <a:avLst/>
            </a:prstGeom>
            <a:solidFill>
              <a:srgbClr val="CC0000">
                <a:alpha val="28000"/>
              </a:srgbClr>
            </a:solidFill>
            <a:ln w="3175" cap="flat" cmpd="sng" algn="ctr">
              <a:solidFill>
                <a:srgbClr val="CC0000"/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410" name="Oval 409">
              <a:extLst>
                <a:ext uri="{FF2B5EF4-FFF2-40B4-BE49-F238E27FC236}">
                  <a16:creationId xmlns:a16="http://schemas.microsoft.com/office/drawing/2014/main" id="{4E049E95-C6A9-FE4D-937B-C134ECB1D9AB}"/>
                </a:ext>
              </a:extLst>
            </p:cNvPr>
            <p:cNvSpPr/>
            <p:nvPr/>
          </p:nvSpPr>
          <p:spPr>
            <a:xfrm>
              <a:off x="3572157" y="1402606"/>
              <a:ext cx="420776" cy="180957"/>
            </a:xfrm>
            <a:prstGeom prst="ellipse">
              <a:avLst/>
            </a:prstGeom>
            <a:solidFill>
              <a:srgbClr val="CC0000">
                <a:alpha val="28000"/>
              </a:srgbClr>
            </a:solidFill>
            <a:ln w="3175" cap="flat" cmpd="sng" algn="ctr">
              <a:solidFill>
                <a:srgbClr val="CC0000"/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cxnSp>
          <p:nvCxnSpPr>
            <p:cNvPr id="411" name="Straight Arrow Connector 410">
              <a:extLst>
                <a:ext uri="{FF2B5EF4-FFF2-40B4-BE49-F238E27FC236}">
                  <a16:creationId xmlns:a16="http://schemas.microsoft.com/office/drawing/2014/main" id="{C5FBB1F6-0839-A343-AE4E-8487D7B4403B}"/>
                </a:ext>
              </a:extLst>
            </p:cNvPr>
            <p:cNvCxnSpPr/>
            <p:nvPr/>
          </p:nvCxnSpPr>
          <p:spPr>
            <a:xfrm>
              <a:off x="2821113" y="1105773"/>
              <a:ext cx="2739010" cy="339692"/>
            </a:xfrm>
            <a:prstGeom prst="straightConnector1">
              <a:avLst/>
            </a:prstGeom>
            <a:noFill/>
            <a:ln w="25400" cap="flat" cmpd="sng" algn="ctr">
              <a:solidFill>
                <a:srgbClr val="CC0000"/>
              </a:solidFill>
              <a:prstDash val="solid"/>
              <a:headEnd type="triangle"/>
              <a:tailEnd type="triangle"/>
            </a:ln>
            <a:effectLst/>
          </p:spPr>
        </p:cxnSp>
        <p:cxnSp>
          <p:nvCxnSpPr>
            <p:cNvPr id="412" name="Straight Arrow Connector 411">
              <a:extLst>
                <a:ext uri="{FF2B5EF4-FFF2-40B4-BE49-F238E27FC236}">
                  <a16:creationId xmlns:a16="http://schemas.microsoft.com/office/drawing/2014/main" id="{01507C1D-D7CC-314D-9BC2-599E67963164}"/>
                </a:ext>
              </a:extLst>
            </p:cNvPr>
            <p:cNvCxnSpPr>
              <a:endCxn id="407" idx="2"/>
            </p:cNvCxnSpPr>
            <p:nvPr/>
          </p:nvCxnSpPr>
          <p:spPr>
            <a:xfrm flipV="1">
              <a:off x="3997696" y="985135"/>
              <a:ext cx="2561174" cy="469854"/>
            </a:xfrm>
            <a:prstGeom prst="straightConnector1">
              <a:avLst/>
            </a:prstGeom>
            <a:noFill/>
            <a:ln w="25400" cap="flat" cmpd="sng" algn="ctr">
              <a:solidFill>
                <a:srgbClr val="CC0000"/>
              </a:solidFill>
              <a:prstDash val="solid"/>
              <a:headEnd type="triangle"/>
              <a:tailEnd type="triangle"/>
            </a:ln>
            <a:effectLst/>
          </p:spPr>
        </p:cxnSp>
        <p:cxnSp>
          <p:nvCxnSpPr>
            <p:cNvPr id="413" name="Straight Arrow Connector 412">
              <a:extLst>
                <a:ext uri="{FF2B5EF4-FFF2-40B4-BE49-F238E27FC236}">
                  <a16:creationId xmlns:a16="http://schemas.microsoft.com/office/drawing/2014/main" id="{0D0AA51C-C88C-DA40-BB5F-C90D75401B35}"/>
                </a:ext>
              </a:extLst>
            </p:cNvPr>
            <p:cNvCxnSpPr/>
            <p:nvPr/>
          </p:nvCxnSpPr>
          <p:spPr>
            <a:xfrm flipV="1">
              <a:off x="3991345" y="1508959"/>
              <a:ext cx="1581481" cy="0"/>
            </a:xfrm>
            <a:prstGeom prst="straightConnector1">
              <a:avLst/>
            </a:prstGeom>
            <a:noFill/>
            <a:ln w="25400" cap="flat" cmpd="sng" algn="ctr">
              <a:solidFill>
                <a:srgbClr val="CC0000"/>
              </a:solidFill>
              <a:prstDash val="solid"/>
              <a:headEnd type="triangle"/>
              <a:tailEnd type="triangle"/>
            </a:ln>
            <a:effectLst/>
          </p:spPr>
        </p:cxnSp>
        <p:cxnSp>
          <p:nvCxnSpPr>
            <p:cNvPr id="414" name="Straight Arrow Connector 413">
              <a:extLst>
                <a:ext uri="{FF2B5EF4-FFF2-40B4-BE49-F238E27FC236}">
                  <a16:creationId xmlns:a16="http://schemas.microsoft.com/office/drawing/2014/main" id="{B8B513D7-9162-0648-BC71-8BEBCC27917A}"/>
                </a:ext>
              </a:extLst>
            </p:cNvPr>
            <p:cNvCxnSpPr/>
            <p:nvPr/>
          </p:nvCxnSpPr>
          <p:spPr>
            <a:xfrm flipV="1">
              <a:off x="5996777" y="1083550"/>
              <a:ext cx="751044" cy="396836"/>
            </a:xfrm>
            <a:prstGeom prst="straightConnector1">
              <a:avLst/>
            </a:prstGeom>
            <a:noFill/>
            <a:ln w="25400" cap="flat" cmpd="sng" algn="ctr">
              <a:solidFill>
                <a:srgbClr val="CC0000"/>
              </a:solidFill>
              <a:prstDash val="solid"/>
              <a:headEnd type="triangle"/>
              <a:tailEnd type="triangle"/>
            </a:ln>
            <a:effectLst/>
          </p:spPr>
        </p:cxnSp>
      </p:grpSp>
      <p:grpSp>
        <p:nvGrpSpPr>
          <p:cNvPr id="415" name="Group 414">
            <a:extLst>
              <a:ext uri="{FF2B5EF4-FFF2-40B4-BE49-F238E27FC236}">
                <a16:creationId xmlns:a16="http://schemas.microsoft.com/office/drawing/2014/main" id="{C4AAA334-C4B2-DD48-A566-2EA2C1AA11DF}"/>
              </a:ext>
            </a:extLst>
          </p:cNvPr>
          <p:cNvGrpSpPr>
            <a:grpSpLocks/>
          </p:cNvGrpSpPr>
          <p:nvPr/>
        </p:nvGrpSpPr>
        <p:grpSpPr bwMode="auto">
          <a:xfrm>
            <a:off x="3147598" y="3114745"/>
            <a:ext cx="6375400" cy="1047750"/>
            <a:chOff x="1557338" y="3074988"/>
            <a:chExt cx="6375400" cy="1047750"/>
          </a:xfrm>
        </p:grpSpPr>
        <p:sp>
          <p:nvSpPr>
            <p:cNvPr id="416" name="TextBox 232">
              <a:extLst>
                <a:ext uri="{FF2B5EF4-FFF2-40B4-BE49-F238E27FC236}">
                  <a16:creationId xmlns:a16="http://schemas.microsoft.com/office/drawing/2014/main" id="{97D7EB84-BAC0-D448-A55F-A56C30BB6A4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292975" y="3651250"/>
              <a:ext cx="595313" cy="4714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data</a:t>
              </a:r>
            </a:p>
            <a:p>
              <a:pPr marL="0" marR="0" lvl="0" indent="0" algn="ctr" defTabSz="914400" rtl="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plane</a:t>
              </a:r>
            </a:p>
          </p:txBody>
        </p:sp>
        <p:sp>
          <p:nvSpPr>
            <p:cNvPr id="417" name="TextBox 233">
              <a:extLst>
                <a:ext uri="{FF2B5EF4-FFF2-40B4-BE49-F238E27FC236}">
                  <a16:creationId xmlns:a16="http://schemas.microsoft.com/office/drawing/2014/main" id="{24A4F1C7-4BF4-EB42-A291-47BAC2502CD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224713" y="3074988"/>
              <a:ext cx="708025" cy="4714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control</a:t>
              </a:r>
            </a:p>
            <a:p>
              <a:pPr marL="0" marR="0" lvl="0" indent="0" algn="ctr" defTabSz="914400" rtl="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plane</a:t>
              </a:r>
            </a:p>
          </p:txBody>
        </p:sp>
        <p:cxnSp>
          <p:nvCxnSpPr>
            <p:cNvPr id="418" name="Straight Connector 417">
              <a:extLst>
                <a:ext uri="{FF2B5EF4-FFF2-40B4-BE49-F238E27FC236}">
                  <a16:creationId xmlns:a16="http://schemas.microsoft.com/office/drawing/2014/main" id="{61FEE5A3-FA87-164D-B072-015586DE3B9B}"/>
                </a:ext>
              </a:extLst>
            </p:cNvPr>
            <p:cNvCxnSpPr/>
            <p:nvPr/>
          </p:nvCxnSpPr>
          <p:spPr>
            <a:xfrm>
              <a:off x="1557338" y="3613150"/>
              <a:ext cx="6207125" cy="0"/>
            </a:xfrm>
            <a:prstGeom prst="line">
              <a:avLst/>
            </a:prstGeom>
            <a:noFill/>
            <a:ln w="25400" cap="flat" cmpd="sng" algn="ctr">
              <a:solidFill>
                <a:srgbClr val="000000"/>
              </a:solidFill>
              <a:prstDash val="dash"/>
            </a:ln>
            <a:effectLst/>
          </p:spPr>
        </p:cxnSp>
      </p:grpSp>
      <p:grpSp>
        <p:nvGrpSpPr>
          <p:cNvPr id="419" name="Group 418">
            <a:extLst>
              <a:ext uri="{FF2B5EF4-FFF2-40B4-BE49-F238E27FC236}">
                <a16:creationId xmlns:a16="http://schemas.microsoft.com/office/drawing/2014/main" id="{DB2133B7-0204-944D-9F85-D90FA61B1AAF}"/>
              </a:ext>
            </a:extLst>
          </p:cNvPr>
          <p:cNvGrpSpPr>
            <a:grpSpLocks/>
          </p:cNvGrpSpPr>
          <p:nvPr/>
        </p:nvGrpSpPr>
        <p:grpSpPr bwMode="auto">
          <a:xfrm>
            <a:off x="3419060" y="3741807"/>
            <a:ext cx="5126038" cy="1120775"/>
            <a:chOff x="-4746102" y="4471477"/>
            <a:chExt cx="5126173" cy="1120753"/>
          </a:xfrm>
        </p:grpSpPr>
        <p:pic>
          <p:nvPicPr>
            <p:cNvPr id="420" name="Picture 10" descr="fig42_table.pdf">
              <a:extLst>
                <a:ext uri="{FF2B5EF4-FFF2-40B4-BE49-F238E27FC236}">
                  <a16:creationId xmlns:a16="http://schemas.microsoft.com/office/drawing/2014/main" id="{B9B148BF-D420-D548-A8E4-2E44EE43547A}"/>
                </a:ext>
              </a:extLst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-4746102" y="4471477"/>
              <a:ext cx="966463" cy="966962"/>
            </a:xfrm>
            <a:prstGeom prst="rect">
              <a:avLst/>
            </a:prstGeom>
            <a:noFill/>
            <a:ln w="9525">
              <a:solidFill>
                <a:srgbClr val="CC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grpSp>
          <p:nvGrpSpPr>
            <p:cNvPr id="421" name="Group 25">
              <a:extLst>
                <a:ext uri="{FF2B5EF4-FFF2-40B4-BE49-F238E27FC236}">
                  <a16:creationId xmlns:a16="http://schemas.microsoft.com/office/drawing/2014/main" id="{6DCB3611-5B47-554A-AF9F-B20E8866BE3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3025264" y="5228984"/>
              <a:ext cx="3405335" cy="363246"/>
              <a:chOff x="-3025264" y="5228984"/>
              <a:chExt cx="3405335" cy="363246"/>
            </a:xfrm>
          </p:grpSpPr>
          <p:grpSp>
            <p:nvGrpSpPr>
              <p:cNvPr id="422" name="Group 241">
                <a:extLst>
                  <a:ext uri="{FF2B5EF4-FFF2-40B4-BE49-F238E27FC236}">
                    <a16:creationId xmlns:a16="http://schemas.microsoft.com/office/drawing/2014/main" id="{18B65E09-A0C2-A34F-9844-081D03E2EEE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-3025264" y="5262858"/>
                <a:ext cx="430360" cy="329372"/>
                <a:chOff x="2931664" y="3912603"/>
                <a:chExt cx="430450" cy="329314"/>
              </a:xfrm>
            </p:grpSpPr>
            <p:sp>
              <p:nvSpPr>
                <p:cNvPr id="438" name="Rectangle 437">
                  <a:extLst>
                    <a:ext uri="{FF2B5EF4-FFF2-40B4-BE49-F238E27FC236}">
                      <a16:creationId xmlns:a16="http://schemas.microsoft.com/office/drawing/2014/main" id="{510D7726-2281-144B-B722-F9A0F8992620}"/>
                    </a:ext>
                  </a:extLst>
                </p:cNvPr>
                <p:cNvSpPr/>
                <p:nvPr/>
              </p:nvSpPr>
              <p:spPr>
                <a:xfrm>
                  <a:off x="2936485" y="3908607"/>
                  <a:ext cx="425550" cy="333310"/>
                </a:xfrm>
                <a:prstGeom prst="rect">
                  <a:avLst/>
                </a:prstGeom>
                <a:solidFill>
                  <a:srgbClr val="FFFFFF"/>
                </a:solidFill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439" name="Straight Connector 438">
                  <a:extLst>
                    <a:ext uri="{FF2B5EF4-FFF2-40B4-BE49-F238E27FC236}">
                      <a16:creationId xmlns:a16="http://schemas.microsoft.com/office/drawing/2014/main" id="{B663A8A6-A483-9C45-9694-3F60B5B96577}"/>
                    </a:ext>
                  </a:extLst>
                </p:cNvPr>
                <p:cNvCxnSpPr/>
                <p:nvPr/>
              </p:nvCxnSpPr>
              <p:spPr>
                <a:xfrm>
                  <a:off x="2931721" y="4003838"/>
                  <a:ext cx="425550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440" name="Straight Connector 439">
                  <a:extLst>
                    <a:ext uri="{FF2B5EF4-FFF2-40B4-BE49-F238E27FC236}">
                      <a16:creationId xmlns:a16="http://schemas.microsoft.com/office/drawing/2014/main" id="{50FC0E77-85DF-A44F-A7EA-DB2E7EDC7F79}"/>
                    </a:ext>
                  </a:extLst>
                </p:cNvPr>
                <p:cNvCxnSpPr/>
                <p:nvPr/>
              </p:nvCxnSpPr>
              <p:spPr>
                <a:xfrm>
                  <a:off x="2931721" y="4067326"/>
                  <a:ext cx="425550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441" name="Straight Connector 440">
                  <a:extLst>
                    <a:ext uri="{FF2B5EF4-FFF2-40B4-BE49-F238E27FC236}">
                      <a16:creationId xmlns:a16="http://schemas.microsoft.com/office/drawing/2014/main" id="{6DCCCE94-F2A7-3D41-B0D1-67C30138A31B}"/>
                    </a:ext>
                  </a:extLst>
                </p:cNvPr>
                <p:cNvCxnSpPr>
                  <a:stCxn id="438" idx="2"/>
                </p:cNvCxnSpPr>
                <p:nvPr/>
              </p:nvCxnSpPr>
              <p:spPr>
                <a:xfrm flipH="1" flipV="1">
                  <a:off x="3147672" y="4003838"/>
                  <a:ext cx="1588" cy="238079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</p:grpSp>
          <p:grpSp>
            <p:nvGrpSpPr>
              <p:cNvPr id="423" name="Group 444">
                <a:extLst>
                  <a:ext uri="{FF2B5EF4-FFF2-40B4-BE49-F238E27FC236}">
                    <a16:creationId xmlns:a16="http://schemas.microsoft.com/office/drawing/2014/main" id="{80000B7B-1868-0545-96E2-2F3AE96E33E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-2217227" y="5261364"/>
                <a:ext cx="430361" cy="329307"/>
                <a:chOff x="2931664" y="3912603"/>
                <a:chExt cx="430450" cy="329314"/>
              </a:xfrm>
            </p:grpSpPr>
            <p:sp>
              <p:nvSpPr>
                <p:cNvPr id="434" name="Rectangle 433">
                  <a:extLst>
                    <a:ext uri="{FF2B5EF4-FFF2-40B4-BE49-F238E27FC236}">
                      <a16:creationId xmlns:a16="http://schemas.microsoft.com/office/drawing/2014/main" id="{152E459E-7CA1-E445-B3BA-7DCA2E4A2C56}"/>
                    </a:ext>
                  </a:extLst>
                </p:cNvPr>
                <p:cNvSpPr/>
                <p:nvPr/>
              </p:nvSpPr>
              <p:spPr>
                <a:xfrm>
                  <a:off x="2936506" y="3908513"/>
                  <a:ext cx="425549" cy="333376"/>
                </a:xfrm>
                <a:prstGeom prst="rect">
                  <a:avLst/>
                </a:prstGeom>
                <a:solidFill>
                  <a:srgbClr val="FFFFFF"/>
                </a:solidFill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435" name="Straight Connector 434">
                  <a:extLst>
                    <a:ext uri="{FF2B5EF4-FFF2-40B4-BE49-F238E27FC236}">
                      <a16:creationId xmlns:a16="http://schemas.microsoft.com/office/drawing/2014/main" id="{89A2E2E8-DA8D-6D49-B2DC-12FC2FC6D3C4}"/>
                    </a:ext>
                  </a:extLst>
                </p:cNvPr>
                <p:cNvCxnSpPr/>
                <p:nvPr/>
              </p:nvCxnSpPr>
              <p:spPr>
                <a:xfrm>
                  <a:off x="2931743" y="4003763"/>
                  <a:ext cx="425549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436" name="Straight Connector 435">
                  <a:extLst>
                    <a:ext uri="{FF2B5EF4-FFF2-40B4-BE49-F238E27FC236}">
                      <a16:creationId xmlns:a16="http://schemas.microsoft.com/office/drawing/2014/main" id="{D4FBE92F-02C8-4244-A63E-618F5A912844}"/>
                    </a:ext>
                  </a:extLst>
                </p:cNvPr>
                <p:cNvCxnSpPr/>
                <p:nvPr/>
              </p:nvCxnSpPr>
              <p:spPr>
                <a:xfrm>
                  <a:off x="2931743" y="4067263"/>
                  <a:ext cx="425549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437" name="Straight Connector 436">
                  <a:extLst>
                    <a:ext uri="{FF2B5EF4-FFF2-40B4-BE49-F238E27FC236}">
                      <a16:creationId xmlns:a16="http://schemas.microsoft.com/office/drawing/2014/main" id="{760EDE61-1AAF-D848-91CB-39C5F318690E}"/>
                    </a:ext>
                  </a:extLst>
                </p:cNvPr>
                <p:cNvCxnSpPr>
                  <a:stCxn id="434" idx="2"/>
                </p:cNvCxnSpPr>
                <p:nvPr/>
              </p:nvCxnSpPr>
              <p:spPr>
                <a:xfrm flipH="1" flipV="1">
                  <a:off x="3147693" y="4003763"/>
                  <a:ext cx="1587" cy="238126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</p:grpSp>
          <p:grpSp>
            <p:nvGrpSpPr>
              <p:cNvPr id="424" name="Group 473">
                <a:extLst>
                  <a:ext uri="{FF2B5EF4-FFF2-40B4-BE49-F238E27FC236}">
                    <a16:creationId xmlns:a16="http://schemas.microsoft.com/office/drawing/2014/main" id="{80D1C087-9836-C245-B670-1284428A4A6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-1034539" y="5261364"/>
                <a:ext cx="430360" cy="329307"/>
                <a:chOff x="2931664" y="3912603"/>
                <a:chExt cx="430450" cy="329314"/>
              </a:xfrm>
            </p:grpSpPr>
            <p:sp>
              <p:nvSpPr>
                <p:cNvPr id="430" name="Rectangle 429">
                  <a:extLst>
                    <a:ext uri="{FF2B5EF4-FFF2-40B4-BE49-F238E27FC236}">
                      <a16:creationId xmlns:a16="http://schemas.microsoft.com/office/drawing/2014/main" id="{C9A7D412-65DC-9649-A008-5ED26335CCA7}"/>
                    </a:ext>
                  </a:extLst>
                </p:cNvPr>
                <p:cNvSpPr/>
                <p:nvPr/>
              </p:nvSpPr>
              <p:spPr>
                <a:xfrm>
                  <a:off x="2936538" y="3908513"/>
                  <a:ext cx="425550" cy="333376"/>
                </a:xfrm>
                <a:prstGeom prst="rect">
                  <a:avLst/>
                </a:prstGeom>
                <a:solidFill>
                  <a:srgbClr val="FFFFFF"/>
                </a:solidFill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431" name="Straight Connector 430">
                  <a:extLst>
                    <a:ext uri="{FF2B5EF4-FFF2-40B4-BE49-F238E27FC236}">
                      <a16:creationId xmlns:a16="http://schemas.microsoft.com/office/drawing/2014/main" id="{2F282FB7-7000-B945-8F5A-E39A5A12E34F}"/>
                    </a:ext>
                  </a:extLst>
                </p:cNvPr>
                <p:cNvCxnSpPr/>
                <p:nvPr/>
              </p:nvCxnSpPr>
              <p:spPr>
                <a:xfrm>
                  <a:off x="2931774" y="4003763"/>
                  <a:ext cx="425550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432" name="Straight Connector 431">
                  <a:extLst>
                    <a:ext uri="{FF2B5EF4-FFF2-40B4-BE49-F238E27FC236}">
                      <a16:creationId xmlns:a16="http://schemas.microsoft.com/office/drawing/2014/main" id="{6613E38A-F502-9F4F-9071-21665BB1F3DD}"/>
                    </a:ext>
                  </a:extLst>
                </p:cNvPr>
                <p:cNvCxnSpPr/>
                <p:nvPr/>
              </p:nvCxnSpPr>
              <p:spPr>
                <a:xfrm>
                  <a:off x="2931774" y="4067263"/>
                  <a:ext cx="425550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433" name="Straight Connector 432">
                  <a:extLst>
                    <a:ext uri="{FF2B5EF4-FFF2-40B4-BE49-F238E27FC236}">
                      <a16:creationId xmlns:a16="http://schemas.microsoft.com/office/drawing/2014/main" id="{29B42128-C51A-6040-824E-C554F8EE3D12}"/>
                    </a:ext>
                  </a:extLst>
                </p:cNvPr>
                <p:cNvCxnSpPr>
                  <a:stCxn id="430" idx="2"/>
                </p:cNvCxnSpPr>
                <p:nvPr/>
              </p:nvCxnSpPr>
              <p:spPr>
                <a:xfrm flipH="1" flipV="1">
                  <a:off x="3147725" y="4003763"/>
                  <a:ext cx="1588" cy="238126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</p:grpSp>
          <p:grpSp>
            <p:nvGrpSpPr>
              <p:cNvPr id="425" name="Group 502">
                <a:extLst>
                  <a:ext uri="{FF2B5EF4-FFF2-40B4-BE49-F238E27FC236}">
                    <a16:creationId xmlns:a16="http://schemas.microsoft.com/office/drawing/2014/main" id="{C30D5DDC-A13E-034A-A1BA-1E146390EA7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-50289" y="5228984"/>
                <a:ext cx="430360" cy="350559"/>
                <a:chOff x="2931664" y="3912603"/>
                <a:chExt cx="430450" cy="329314"/>
              </a:xfrm>
            </p:grpSpPr>
            <p:sp>
              <p:nvSpPr>
                <p:cNvPr id="426" name="Rectangle 425">
                  <a:extLst>
                    <a:ext uri="{FF2B5EF4-FFF2-40B4-BE49-F238E27FC236}">
                      <a16:creationId xmlns:a16="http://schemas.microsoft.com/office/drawing/2014/main" id="{63A91007-6182-8647-9879-8292A71EAFEF}"/>
                    </a:ext>
                  </a:extLst>
                </p:cNvPr>
                <p:cNvSpPr/>
                <p:nvPr/>
              </p:nvSpPr>
              <p:spPr>
                <a:xfrm>
                  <a:off x="2936564" y="3912336"/>
                  <a:ext cx="425550" cy="329569"/>
                </a:xfrm>
                <a:prstGeom prst="rect">
                  <a:avLst/>
                </a:prstGeom>
                <a:solidFill>
                  <a:srgbClr val="FFFFFF"/>
                </a:solidFill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427" name="Straight Connector 426">
                  <a:extLst>
                    <a:ext uri="{FF2B5EF4-FFF2-40B4-BE49-F238E27FC236}">
                      <a16:creationId xmlns:a16="http://schemas.microsoft.com/office/drawing/2014/main" id="{0674F85B-15F4-F446-AD9E-DD534F9C342D}"/>
                    </a:ext>
                  </a:extLst>
                </p:cNvPr>
                <p:cNvCxnSpPr/>
                <p:nvPr/>
              </p:nvCxnSpPr>
              <p:spPr>
                <a:xfrm>
                  <a:off x="2931800" y="4003303"/>
                  <a:ext cx="425550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428" name="Straight Connector 427">
                  <a:extLst>
                    <a:ext uri="{FF2B5EF4-FFF2-40B4-BE49-F238E27FC236}">
                      <a16:creationId xmlns:a16="http://schemas.microsoft.com/office/drawing/2014/main" id="{60409E77-E63A-824F-A704-D7AE94C9BA5F}"/>
                    </a:ext>
                  </a:extLst>
                </p:cNvPr>
                <p:cNvCxnSpPr/>
                <p:nvPr/>
              </p:nvCxnSpPr>
              <p:spPr>
                <a:xfrm>
                  <a:off x="2931800" y="4067428"/>
                  <a:ext cx="425550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429" name="Straight Connector 428">
                  <a:extLst>
                    <a:ext uri="{FF2B5EF4-FFF2-40B4-BE49-F238E27FC236}">
                      <a16:creationId xmlns:a16="http://schemas.microsoft.com/office/drawing/2014/main" id="{76DF7BD3-201B-AE4F-909F-AB196C0CDB0D}"/>
                    </a:ext>
                  </a:extLst>
                </p:cNvPr>
                <p:cNvCxnSpPr>
                  <a:stCxn id="426" idx="2"/>
                </p:cNvCxnSpPr>
                <p:nvPr/>
              </p:nvCxnSpPr>
              <p:spPr>
                <a:xfrm flipH="1" flipV="1">
                  <a:off x="3147751" y="4003303"/>
                  <a:ext cx="1588" cy="238602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</p:grpSp>
        </p:grpSp>
      </p:grpSp>
      <p:grpSp>
        <p:nvGrpSpPr>
          <p:cNvPr id="442" name="Group 441">
            <a:extLst>
              <a:ext uri="{FF2B5EF4-FFF2-40B4-BE49-F238E27FC236}">
                <a16:creationId xmlns:a16="http://schemas.microsoft.com/office/drawing/2014/main" id="{DC317182-2E9B-354F-9E6B-904AD53D9670}"/>
              </a:ext>
            </a:extLst>
          </p:cNvPr>
          <p:cNvGrpSpPr>
            <a:grpSpLocks/>
          </p:cNvGrpSpPr>
          <p:nvPr/>
        </p:nvGrpSpPr>
        <p:grpSpPr bwMode="auto">
          <a:xfrm>
            <a:off x="3873085" y="2922657"/>
            <a:ext cx="4437063" cy="1577975"/>
            <a:chOff x="-4267279" y="3655204"/>
            <a:chExt cx="4437063" cy="1578510"/>
          </a:xfrm>
        </p:grpSpPr>
        <p:cxnSp>
          <p:nvCxnSpPr>
            <p:cNvPr id="443" name="Straight Arrow Connector 442">
              <a:extLst>
                <a:ext uri="{FF2B5EF4-FFF2-40B4-BE49-F238E27FC236}">
                  <a16:creationId xmlns:a16="http://schemas.microsoft.com/office/drawing/2014/main" id="{AEBEBCEA-9DEC-FC46-95E5-83FE63BD526A}"/>
                </a:ext>
              </a:extLst>
            </p:cNvPr>
            <p:cNvCxnSpPr/>
            <p:nvPr/>
          </p:nvCxnSpPr>
          <p:spPr bwMode="auto">
            <a:xfrm>
              <a:off x="-4267279" y="4047450"/>
              <a:ext cx="0" cy="422418"/>
            </a:xfrm>
            <a:prstGeom prst="straightConnector1">
              <a:avLst/>
            </a:prstGeom>
            <a:noFill/>
            <a:ln w="12700" cap="flat" cmpd="sng" algn="ctr">
              <a:solidFill>
                <a:srgbClr val="CC0000"/>
              </a:solidFill>
              <a:prstDash val="solid"/>
              <a:tailEnd type="triangle"/>
            </a:ln>
            <a:effectLst/>
          </p:spPr>
        </p:cxnSp>
        <p:cxnSp>
          <p:nvCxnSpPr>
            <p:cNvPr id="444" name="Straight Arrow Connector 443">
              <a:extLst>
                <a:ext uri="{FF2B5EF4-FFF2-40B4-BE49-F238E27FC236}">
                  <a16:creationId xmlns:a16="http://schemas.microsoft.com/office/drawing/2014/main" id="{8ADE9CEC-EEA0-A54D-AC1A-85CC293083F6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-2808366" y="4361882"/>
              <a:ext cx="0" cy="871832"/>
            </a:xfrm>
            <a:prstGeom prst="straightConnector1">
              <a:avLst/>
            </a:prstGeom>
            <a:noFill/>
            <a:ln w="6350">
              <a:solidFill>
                <a:srgbClr val="CC0000"/>
              </a:solidFill>
              <a:round/>
              <a:headEnd/>
              <a:tailEnd type="triangle" w="med" len="med"/>
            </a:ln>
            <a:effectLst>
              <a:outerShdw blurRad="40000" dist="20000" dir="5400000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445" name="Straight Arrow Connector 444">
              <a:extLst>
                <a:ext uri="{FF2B5EF4-FFF2-40B4-BE49-F238E27FC236}">
                  <a16:creationId xmlns:a16="http://schemas.microsoft.com/office/drawing/2014/main" id="{6391DEC8-23F8-A847-ACF3-AD06E6E59A69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-2006679" y="3655204"/>
              <a:ext cx="6350" cy="1576922"/>
            </a:xfrm>
            <a:prstGeom prst="straightConnector1">
              <a:avLst/>
            </a:prstGeom>
            <a:noFill/>
            <a:ln w="6350">
              <a:solidFill>
                <a:srgbClr val="CC0000"/>
              </a:solidFill>
              <a:round/>
              <a:headEnd/>
              <a:tailEnd type="triangle" w="med" len="med"/>
            </a:ln>
            <a:effectLst>
              <a:outerShdw blurRad="40000" dist="20000" dir="5400000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446" name="Straight Arrow Connector 445">
              <a:extLst>
                <a:ext uri="{FF2B5EF4-FFF2-40B4-BE49-F238E27FC236}">
                  <a16:creationId xmlns:a16="http://schemas.microsoft.com/office/drawing/2014/main" id="{C40B4987-DD61-E544-9ED1-243F1836BF7B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-823991" y="4326945"/>
              <a:ext cx="6350" cy="905182"/>
            </a:xfrm>
            <a:prstGeom prst="straightConnector1">
              <a:avLst/>
            </a:prstGeom>
            <a:noFill/>
            <a:ln w="6350">
              <a:solidFill>
                <a:srgbClr val="CC0000"/>
              </a:solidFill>
              <a:round/>
              <a:headEnd/>
              <a:tailEnd type="triangle" w="med" len="med"/>
            </a:ln>
            <a:effectLst>
              <a:outerShdw blurRad="40000" dist="20000" dir="5400000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447" name="Straight Arrow Connector 446">
              <a:extLst>
                <a:ext uri="{FF2B5EF4-FFF2-40B4-BE49-F238E27FC236}">
                  <a16:creationId xmlns:a16="http://schemas.microsoft.com/office/drawing/2014/main" id="{B6FD6F72-9B1A-9E49-BC03-FF4EB3F432F8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166609" y="3798127"/>
              <a:ext cx="3175" cy="1399062"/>
            </a:xfrm>
            <a:prstGeom prst="straightConnector1">
              <a:avLst/>
            </a:prstGeom>
            <a:noFill/>
            <a:ln w="6350">
              <a:solidFill>
                <a:srgbClr val="CC0000"/>
              </a:solidFill>
              <a:round/>
              <a:headEnd/>
              <a:tailEnd type="triangle" w="med" len="med"/>
            </a:ln>
            <a:effectLst>
              <a:outerShdw blurRad="40000" dist="20000" dir="5400000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cxnSp>
        <p:nvCxnSpPr>
          <p:cNvPr id="448" name="Straight Connector 447">
            <a:extLst>
              <a:ext uri="{FF2B5EF4-FFF2-40B4-BE49-F238E27FC236}">
                <a16:creationId xmlns:a16="http://schemas.microsoft.com/office/drawing/2014/main" id="{EBF459C0-AF75-AC4B-82FD-7B57E1803EDC}"/>
              </a:ext>
            </a:extLst>
          </p:cNvPr>
          <p:cNvCxnSpPr/>
          <p:nvPr/>
        </p:nvCxnSpPr>
        <p:spPr>
          <a:xfrm flipH="1">
            <a:off x="2872960" y="5842070"/>
            <a:ext cx="1508125" cy="1587"/>
          </a:xfrm>
          <a:prstGeom prst="line">
            <a:avLst/>
          </a:prstGeom>
          <a:noFill/>
          <a:ln w="9525" cap="flat" cmpd="sng" algn="ctr">
            <a:solidFill>
              <a:srgbClr val="000000"/>
            </a:solidFill>
            <a:prstDash val="solid"/>
          </a:ln>
          <a:effectLst/>
        </p:spPr>
      </p:cxnSp>
      <p:sp>
        <p:nvSpPr>
          <p:cNvPr id="449" name="TextBox 265">
            <a:extLst>
              <a:ext uri="{FF2B5EF4-FFF2-40B4-BE49-F238E27FC236}">
                <a16:creationId xmlns:a16="http://schemas.microsoft.com/office/drawing/2014/main" id="{8D6CC213-50D8-D143-AB2E-8A70AD0BD3D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789073" y="5513457"/>
            <a:ext cx="263525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1</a:t>
            </a:r>
          </a:p>
        </p:txBody>
      </p:sp>
      <p:sp>
        <p:nvSpPr>
          <p:cNvPr id="450" name="TextBox 281">
            <a:extLst>
              <a:ext uri="{FF2B5EF4-FFF2-40B4-BE49-F238E27FC236}">
                <a16:creationId xmlns:a16="http://schemas.microsoft.com/office/drawing/2014/main" id="{FD871173-63C8-004A-B893-95B0B94D0C3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963698" y="5800795"/>
            <a:ext cx="263525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2</a:t>
            </a:r>
          </a:p>
        </p:txBody>
      </p:sp>
      <p:grpSp>
        <p:nvGrpSpPr>
          <p:cNvPr id="451" name="Group 5">
            <a:extLst>
              <a:ext uri="{FF2B5EF4-FFF2-40B4-BE49-F238E27FC236}">
                <a16:creationId xmlns:a16="http://schemas.microsoft.com/office/drawing/2014/main" id="{57C14B28-467E-9240-8CC3-03FBD986B649}"/>
              </a:ext>
            </a:extLst>
          </p:cNvPr>
          <p:cNvGrpSpPr>
            <a:grpSpLocks/>
          </p:cNvGrpSpPr>
          <p:nvPr/>
        </p:nvGrpSpPr>
        <p:grpSpPr bwMode="auto">
          <a:xfrm>
            <a:off x="2528473" y="5276920"/>
            <a:ext cx="1616075" cy="487362"/>
            <a:chOff x="-4079003" y="2717403"/>
            <a:chExt cx="1616718" cy="488475"/>
          </a:xfrm>
        </p:grpSpPr>
        <p:sp>
          <p:nvSpPr>
            <p:cNvPr id="453" name="Rectangle 98">
              <a:extLst>
                <a:ext uri="{FF2B5EF4-FFF2-40B4-BE49-F238E27FC236}">
                  <a16:creationId xmlns:a16="http://schemas.microsoft.com/office/drawing/2014/main" id="{693A8054-41EF-F147-A07F-2F6F499255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4079003" y="2985994"/>
              <a:ext cx="1281675" cy="208750"/>
            </a:xfrm>
            <a:prstGeom prst="rect">
              <a:avLst/>
            </a:prstGeom>
            <a:solidFill>
              <a:srgbClr val="3333CC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>
              <a:outerShdw blurRad="50800" dist="38100" dir="18900000" algn="bl" rotWithShape="0">
                <a:prstClr val="black">
                  <a:alpha val="40000"/>
                </a:prstClr>
              </a:outerShdw>
            </a:effec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54" name="Line 99">
              <a:extLst>
                <a:ext uri="{FF2B5EF4-FFF2-40B4-BE49-F238E27FC236}">
                  <a16:creationId xmlns:a16="http://schemas.microsoft.com/office/drawing/2014/main" id="{F72989E1-2AE2-724E-BB5A-C3EDBBB6AF6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-2933828" y="3101502"/>
              <a:ext cx="471543" cy="0"/>
            </a:xfrm>
            <a:prstGeom prst="line">
              <a:avLst/>
            </a:prstGeom>
            <a:noFill/>
            <a:ln w="9525">
              <a:solidFill>
                <a:srgbClr val="3333CC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55" name="Rectangle 104">
              <a:extLst>
                <a:ext uri="{FF2B5EF4-FFF2-40B4-BE49-F238E27FC236}">
                  <a16:creationId xmlns:a16="http://schemas.microsoft.com/office/drawing/2014/main" id="{5AC95A09-8057-7147-9F57-6EFF2A5E53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3377007" y="2988777"/>
              <a:ext cx="476861" cy="210142"/>
            </a:xfrm>
            <a:prstGeom prst="rect">
              <a:avLst/>
            </a:prstGeom>
            <a:solidFill>
              <a:srgbClr val="00CC9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56" name="Text Box 105">
              <a:extLst>
                <a:ext uri="{FF2B5EF4-FFF2-40B4-BE49-F238E27FC236}">
                  <a16:creationId xmlns:a16="http://schemas.microsoft.com/office/drawing/2014/main" id="{47FDF11B-1F9E-D148-996F-69ECC9F11F2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-3430189" y="2965119"/>
              <a:ext cx="581451" cy="24075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0111</a:t>
              </a:r>
            </a:p>
          </p:txBody>
        </p:sp>
        <p:sp>
          <p:nvSpPr>
            <p:cNvPr id="457" name="Line 119">
              <a:extLst>
                <a:ext uri="{FF2B5EF4-FFF2-40B4-BE49-F238E27FC236}">
                  <a16:creationId xmlns:a16="http://schemas.microsoft.com/office/drawing/2014/main" id="{CD73CAA3-C367-7049-8128-3C09B270BBE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-3621642" y="2717403"/>
              <a:ext cx="405953" cy="30060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458" name="Freeform 120">
            <a:extLst>
              <a:ext uri="{FF2B5EF4-FFF2-40B4-BE49-F238E27FC236}">
                <a16:creationId xmlns:a16="http://schemas.microsoft.com/office/drawing/2014/main" id="{9B17F469-9813-DD46-ADCC-A6A37DCBE4CD}"/>
              </a:ext>
            </a:extLst>
          </p:cNvPr>
          <p:cNvSpPr>
            <a:spLocks/>
          </p:cNvSpPr>
          <p:nvPr/>
        </p:nvSpPr>
        <p:spPr bwMode="auto">
          <a:xfrm>
            <a:off x="4084223" y="5708720"/>
            <a:ext cx="982662" cy="233362"/>
          </a:xfrm>
          <a:custGeom>
            <a:avLst/>
            <a:gdLst>
              <a:gd name="T0" fmla="*/ 0 w 554"/>
              <a:gd name="T1" fmla="*/ 2147483647 h 167"/>
              <a:gd name="T2" fmla="*/ 2147483647 w 554"/>
              <a:gd name="T3" fmla="*/ 2147483647 h 167"/>
              <a:gd name="T4" fmla="*/ 2147483647 w 554"/>
              <a:gd name="T5" fmla="*/ 2147483647 h 167"/>
              <a:gd name="T6" fmla="*/ 0 60000 65536"/>
              <a:gd name="T7" fmla="*/ 0 60000 65536"/>
              <a:gd name="T8" fmla="*/ 0 60000 65536"/>
              <a:gd name="T9" fmla="*/ 0 w 554"/>
              <a:gd name="T10" fmla="*/ 0 h 167"/>
              <a:gd name="T11" fmla="*/ 554 w 554"/>
              <a:gd name="T12" fmla="*/ 167 h 167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554" h="167">
                <a:moveTo>
                  <a:pt x="0" y="10"/>
                </a:moveTo>
                <a:cubicBezTo>
                  <a:pt x="102" y="0"/>
                  <a:pt x="240" y="5"/>
                  <a:pt x="324" y="26"/>
                </a:cubicBezTo>
                <a:cubicBezTo>
                  <a:pt x="416" y="52"/>
                  <a:pt x="502" y="120"/>
                  <a:pt x="554" y="167"/>
                </a:cubicBezTo>
              </a:path>
            </a:pathLst>
          </a:custGeom>
          <a:noFill/>
          <a:ln w="57150" cmpd="sng">
            <a:solidFill>
              <a:srgbClr val="FF33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459" name="Group 357">
            <a:extLst>
              <a:ext uri="{FF2B5EF4-FFF2-40B4-BE49-F238E27FC236}">
                <a16:creationId xmlns:a16="http://schemas.microsoft.com/office/drawing/2014/main" id="{F5E5FC5C-1765-2446-9583-0A67B919000D}"/>
              </a:ext>
            </a:extLst>
          </p:cNvPr>
          <p:cNvGrpSpPr>
            <a:grpSpLocks/>
          </p:cNvGrpSpPr>
          <p:nvPr/>
        </p:nvGrpSpPr>
        <p:grpSpPr bwMode="auto">
          <a:xfrm>
            <a:off x="4304885" y="5699195"/>
            <a:ext cx="565150" cy="293687"/>
            <a:chOff x="1871277" y="1576300"/>
            <a:chExt cx="1128371" cy="437861"/>
          </a:xfrm>
        </p:grpSpPr>
        <p:sp>
          <p:nvSpPr>
            <p:cNvPr id="460" name="Oval 459">
              <a:extLst>
                <a:ext uri="{FF2B5EF4-FFF2-40B4-BE49-F238E27FC236}">
                  <a16:creationId xmlns:a16="http://schemas.microsoft.com/office/drawing/2014/main" id="{BE27647C-3DCE-C848-8559-90456AA1A4C1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448" y="1694641"/>
              <a:ext cx="1125200" cy="319520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61" name="Rectangle 460">
              <a:extLst>
                <a:ext uri="{FF2B5EF4-FFF2-40B4-BE49-F238E27FC236}">
                  <a16:creationId xmlns:a16="http://schemas.microsoft.com/office/drawing/2014/main" id="{59B28033-FF2E-0D49-AE8B-150A3DAC870E}"/>
                </a:ext>
              </a:extLst>
            </p:cNvPr>
            <p:cNvSpPr/>
            <p:nvPr/>
          </p:nvSpPr>
          <p:spPr bwMode="auto">
            <a:xfrm>
              <a:off x="1871277" y="1739610"/>
              <a:ext cx="1128371" cy="115975"/>
            </a:xfrm>
            <a:prstGeom prst="rect">
              <a:avLst/>
            </a:prstGeom>
            <a:gradFill rotWithShape="1">
              <a:gsLst>
                <a:gs pos="0">
                  <a:srgbClr val="3333CC">
                    <a:lumMod val="75000"/>
                  </a:srgbClr>
                </a:gs>
                <a:gs pos="53000">
                  <a:srgbClr val="3333CC">
                    <a:lumMod val="60000"/>
                    <a:lumOff val="40000"/>
                  </a:srgbClr>
                </a:gs>
                <a:gs pos="100000">
                  <a:srgbClr val="3333CC">
                    <a:lumMod val="75000"/>
                  </a:srgbClr>
                </a:gs>
              </a:gsLst>
              <a:lin ang="10800000" scaled="0"/>
            </a:gradFill>
            <a:ln w="25400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462" name="Oval 461">
              <a:extLst>
                <a:ext uri="{FF2B5EF4-FFF2-40B4-BE49-F238E27FC236}">
                  <a16:creationId xmlns:a16="http://schemas.microsoft.com/office/drawing/2014/main" id="{90E87BE2-8DD5-F949-9609-CEE42558EC64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202" cy="319520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63" name="Freeform 462">
              <a:extLst>
                <a:ext uri="{FF2B5EF4-FFF2-40B4-BE49-F238E27FC236}">
                  <a16:creationId xmlns:a16="http://schemas.microsoft.com/office/drawing/2014/main" id="{E67E4AB2-89E6-9547-93D2-34CED5D46ECE}"/>
                </a:ext>
              </a:extLst>
            </p:cNvPr>
            <p:cNvSpPr/>
            <p:nvPr/>
          </p:nvSpPr>
          <p:spPr bwMode="auto">
            <a:xfrm>
              <a:off x="2159710" y="1673339"/>
              <a:ext cx="548337" cy="160944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rgbClr val="3333CC">
                <a:lumMod val="60000"/>
                <a:lumOff val="40000"/>
              </a:srgbClr>
            </a:solidFill>
            <a:ln w="952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464" name="Freeform 463">
              <a:extLst>
                <a:ext uri="{FF2B5EF4-FFF2-40B4-BE49-F238E27FC236}">
                  <a16:creationId xmlns:a16="http://schemas.microsoft.com/office/drawing/2014/main" id="{E0013E89-2E09-C94F-888A-0764BFC4C3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657" y="1633104"/>
              <a:ext cx="662442" cy="111240"/>
            </a:xfrm>
            <a:custGeom>
              <a:avLst/>
              <a:gdLst>
                <a:gd name="T0" fmla="*/ 0 w 3723451"/>
                <a:gd name="T1" fmla="*/ 27215 h 932950"/>
                <a:gd name="T2" fmla="*/ 116561 w 3723451"/>
                <a:gd name="T3" fmla="*/ 321 h 932950"/>
                <a:gd name="T4" fmla="*/ 330163 w 3723451"/>
                <a:gd name="T5" fmla="*/ 62069 h 932950"/>
                <a:gd name="T6" fmla="*/ 533941 w 3723451"/>
                <a:gd name="T7" fmla="*/ 0 h 932950"/>
                <a:gd name="T8" fmla="*/ 662442 w 3723451"/>
                <a:gd name="T9" fmla="*/ 24699 h 932950"/>
                <a:gd name="T10" fmla="*/ 566838 w 3723451"/>
                <a:gd name="T11" fmla="*/ 55071 h 932950"/>
                <a:gd name="T12" fmla="*/ 536057 w 3723451"/>
                <a:gd name="T13" fmla="*/ 46883 h 932950"/>
                <a:gd name="T14" fmla="*/ 333916 w 3723451"/>
                <a:gd name="T15" fmla="*/ 111240 h 932950"/>
                <a:gd name="T16" fmla="*/ 126604 w 3723451"/>
                <a:gd name="T17" fmla="*/ 49250 h 932950"/>
                <a:gd name="T18" fmla="*/ 93085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65" name="Freeform 464">
              <a:extLst>
                <a:ext uri="{FF2B5EF4-FFF2-40B4-BE49-F238E27FC236}">
                  <a16:creationId xmlns:a16="http://schemas.microsoft.com/office/drawing/2014/main" id="{D4D31051-3F76-8D4A-A94B-F0DCA0AFF2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889" y="1727776"/>
              <a:ext cx="244059" cy="97039"/>
            </a:xfrm>
            <a:custGeom>
              <a:avLst/>
              <a:gdLst>
                <a:gd name="T0" fmla="*/ 0 w 1366596"/>
                <a:gd name="T1" fmla="*/ 0 h 809868"/>
                <a:gd name="T2" fmla="*/ 244059 w 1366596"/>
                <a:gd name="T3" fmla="*/ 74985 h 809868"/>
                <a:gd name="T4" fmla="*/ 154488 w 1366596"/>
                <a:gd name="T5" fmla="*/ 97039 h 809868"/>
                <a:gd name="T6" fmla="*/ 822 w 1366596"/>
                <a:gd name="T7" fmla="*/ 51276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66" name="Freeform 465">
              <a:extLst>
                <a:ext uri="{FF2B5EF4-FFF2-40B4-BE49-F238E27FC236}">
                  <a16:creationId xmlns:a16="http://schemas.microsoft.com/office/drawing/2014/main" id="{DFC93EA6-DE5D-3E40-831C-1084B477EA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9979" y="1730143"/>
              <a:ext cx="240888" cy="97040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6827 h 791462"/>
                <a:gd name="T4" fmla="*/ 87147 w 1348191"/>
                <a:gd name="T5" fmla="*/ 97040 h 791462"/>
                <a:gd name="T6" fmla="*/ 0 w 1348191"/>
                <a:gd name="T7" fmla="*/ 75037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cxnSp>
          <p:nvCxnSpPr>
            <p:cNvPr id="467" name="Straight Connector 466">
              <a:extLst>
                <a:ext uri="{FF2B5EF4-FFF2-40B4-BE49-F238E27FC236}">
                  <a16:creationId xmlns:a16="http://schemas.microsoft.com/office/drawing/2014/main" id="{4C149BB2-DFC7-984A-98E9-3C4AA2DDC501}"/>
                </a:ext>
              </a:extLst>
            </p:cNvPr>
            <p:cNvCxnSpPr>
              <a:cxnSpLocks noChangeShapeType="1"/>
              <a:endCxn id="462" idx="2"/>
            </p:cNvCxnSpPr>
            <p:nvPr/>
          </p:nvCxnSpPr>
          <p:spPr bwMode="auto">
            <a:xfrm flipH="1" flipV="1">
              <a:off x="1871277" y="1737244"/>
              <a:ext cx="3171" cy="123075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468" name="Straight Connector 467">
              <a:extLst>
                <a:ext uri="{FF2B5EF4-FFF2-40B4-BE49-F238E27FC236}">
                  <a16:creationId xmlns:a16="http://schemas.microsoft.com/office/drawing/2014/main" id="{7AD8C9C3-3ED3-FC4C-9678-8E0AF3B54004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479" y="1734876"/>
              <a:ext cx="3169" cy="123075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sp>
        <p:nvSpPr>
          <p:cNvPr id="469" name="TextBox 6">
            <a:extLst>
              <a:ext uri="{FF2B5EF4-FFF2-40B4-BE49-F238E27FC236}">
                <a16:creationId xmlns:a16="http://schemas.microsoft.com/office/drawing/2014/main" id="{EED866B1-9598-C54F-A0E0-D641030E175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87110" y="4943545"/>
            <a:ext cx="1992313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values in arriving 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packet header</a:t>
            </a:r>
            <a:endParaRPr kumimoji="0" lang="en-US" alt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470" name="TextBox 282">
            <a:extLst>
              <a:ext uri="{FF2B5EF4-FFF2-40B4-BE49-F238E27FC236}">
                <a16:creationId xmlns:a16="http://schemas.microsoft.com/office/drawing/2014/main" id="{CE2B3699-263C-CA42-8354-6E8A61868F0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58898" y="5902395"/>
            <a:ext cx="261937" cy="2778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3</a:t>
            </a:r>
          </a:p>
        </p:txBody>
      </p:sp>
      <p:sp>
        <p:nvSpPr>
          <p:cNvPr id="237" name="Slide Number Placeholder 4">
            <a:extLst>
              <a:ext uri="{FF2B5EF4-FFF2-40B4-BE49-F238E27FC236}">
                <a16:creationId xmlns:a16="http://schemas.microsoft.com/office/drawing/2014/main" id="{57716A65-23C0-8B48-AA5A-19283D05DC3A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5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80894881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1000"/>
                                        <p:tgtEl>
                                          <p:spTgt spid="2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4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4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2" dur="500"/>
                                        <p:tgtEl>
                                          <p:spTgt spid="4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4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A53B46D7-DEDF-364B-99E9-3FB1F889B8A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17576" y="261255"/>
            <a:ext cx="11213592" cy="894622"/>
          </a:xfrm>
        </p:spPr>
        <p:txBody>
          <a:bodyPr>
            <a:normAutofit fontScale="90000"/>
          </a:bodyPr>
          <a:lstStyle/>
          <a:p>
            <a:r>
              <a:rPr lang="en-US" sz="4800" dirty="0"/>
              <a:t>Software-Defined Networking (SDN) control plane</a:t>
            </a:r>
          </a:p>
        </p:txBody>
      </p:sp>
      <p:sp>
        <p:nvSpPr>
          <p:cNvPr id="4" name="TextBox 257">
            <a:extLst>
              <a:ext uri="{FF2B5EF4-FFF2-40B4-BE49-F238E27FC236}">
                <a16:creationId xmlns:a16="http://schemas.microsoft.com/office/drawing/2014/main" id="{8EB40520-A927-A94E-975A-4093319F1CF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4483" y="1080571"/>
            <a:ext cx="11310730" cy="584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Remote controller computes, installs forwarding tables in routers</a:t>
            </a:r>
          </a:p>
        </p:txBody>
      </p:sp>
      <p:grpSp>
        <p:nvGrpSpPr>
          <p:cNvPr id="817" name="Group 816">
            <a:extLst>
              <a:ext uri="{FF2B5EF4-FFF2-40B4-BE49-F238E27FC236}">
                <a16:creationId xmlns:a16="http://schemas.microsoft.com/office/drawing/2014/main" id="{0035B262-335A-2042-8F0A-4D25C5CCAA4C}"/>
              </a:ext>
            </a:extLst>
          </p:cNvPr>
          <p:cNvGrpSpPr>
            <a:grpSpLocks/>
          </p:cNvGrpSpPr>
          <p:nvPr/>
        </p:nvGrpSpPr>
        <p:grpSpPr bwMode="auto">
          <a:xfrm>
            <a:off x="3203430" y="1967880"/>
            <a:ext cx="6027738" cy="1439862"/>
            <a:chOff x="1492879" y="2061336"/>
            <a:chExt cx="6027737" cy="1440135"/>
          </a:xfrm>
        </p:grpSpPr>
        <p:sp>
          <p:nvSpPr>
            <p:cNvPr id="818" name="Rectangle 817">
              <a:extLst>
                <a:ext uri="{FF2B5EF4-FFF2-40B4-BE49-F238E27FC236}">
                  <a16:creationId xmlns:a16="http://schemas.microsoft.com/office/drawing/2014/main" id="{2911F90D-6E6D-8D44-A029-2BB47782B47E}"/>
                </a:ext>
              </a:extLst>
            </p:cNvPr>
            <p:cNvSpPr/>
            <p:nvPr/>
          </p:nvSpPr>
          <p:spPr bwMode="auto">
            <a:xfrm>
              <a:off x="1929442" y="2064512"/>
              <a:ext cx="5043486" cy="1017780"/>
            </a:xfrm>
            <a:prstGeom prst="rect">
              <a:avLst/>
            </a:prstGeom>
            <a:solidFill>
              <a:srgbClr val="2D2DB9">
                <a:lumMod val="20000"/>
                <a:lumOff val="80000"/>
              </a:srgbClr>
            </a:solidFill>
            <a:ln w="317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819" name="Freeform 818">
              <a:extLst>
                <a:ext uri="{FF2B5EF4-FFF2-40B4-BE49-F238E27FC236}">
                  <a16:creationId xmlns:a16="http://schemas.microsoft.com/office/drawing/2014/main" id="{24B8DF14-13D1-7B4D-AA8E-6D4B866768A6}"/>
                </a:ext>
              </a:extLst>
            </p:cNvPr>
            <p:cNvSpPr/>
            <p:nvPr/>
          </p:nvSpPr>
          <p:spPr bwMode="auto">
            <a:xfrm>
              <a:off x="1740529" y="2067687"/>
              <a:ext cx="198438" cy="1386150"/>
            </a:xfrm>
            <a:custGeom>
              <a:avLst/>
              <a:gdLst>
                <a:gd name="connsiteX0" fmla="*/ 0 w 312616"/>
                <a:gd name="connsiteY0" fmla="*/ 644770 h 1367693"/>
                <a:gd name="connsiteX1" fmla="*/ 312616 w 312616"/>
                <a:gd name="connsiteY1" fmla="*/ 0 h 1367693"/>
                <a:gd name="connsiteX2" fmla="*/ 312616 w 312616"/>
                <a:gd name="connsiteY2" fmla="*/ 1016000 h 1367693"/>
                <a:gd name="connsiteX3" fmla="*/ 117231 w 312616"/>
                <a:gd name="connsiteY3" fmla="*/ 1367693 h 1367693"/>
                <a:gd name="connsiteX4" fmla="*/ 0 w 312616"/>
                <a:gd name="connsiteY4" fmla="*/ 644770 h 1367693"/>
                <a:gd name="connsiteX0" fmla="*/ 0 w 199855"/>
                <a:gd name="connsiteY0" fmla="*/ 733787 h 1367693"/>
                <a:gd name="connsiteX1" fmla="*/ 199855 w 199855"/>
                <a:gd name="connsiteY1" fmla="*/ 0 h 1367693"/>
                <a:gd name="connsiteX2" fmla="*/ 199855 w 199855"/>
                <a:gd name="connsiteY2" fmla="*/ 1016000 h 1367693"/>
                <a:gd name="connsiteX3" fmla="*/ 4470 w 199855"/>
                <a:gd name="connsiteY3" fmla="*/ 1367693 h 1367693"/>
                <a:gd name="connsiteX4" fmla="*/ 0 w 199855"/>
                <a:gd name="connsiteY4" fmla="*/ 733787 h 1367693"/>
                <a:gd name="connsiteX0" fmla="*/ 25203 w 225058"/>
                <a:gd name="connsiteY0" fmla="*/ 733787 h 1361758"/>
                <a:gd name="connsiteX1" fmla="*/ 225058 w 225058"/>
                <a:gd name="connsiteY1" fmla="*/ 0 h 1361758"/>
                <a:gd name="connsiteX2" fmla="*/ 225058 w 225058"/>
                <a:gd name="connsiteY2" fmla="*/ 1016000 h 1361758"/>
                <a:gd name="connsiteX3" fmla="*/ 0 w 225058"/>
                <a:gd name="connsiteY3" fmla="*/ 1361758 h 1361758"/>
                <a:gd name="connsiteX4" fmla="*/ 25203 w 225058"/>
                <a:gd name="connsiteY4" fmla="*/ 733787 h 1361758"/>
                <a:gd name="connsiteX0" fmla="*/ 25203 w 230992"/>
                <a:gd name="connsiteY0" fmla="*/ 787197 h 1415168"/>
                <a:gd name="connsiteX1" fmla="*/ 230992 w 230992"/>
                <a:gd name="connsiteY1" fmla="*/ 0 h 1415168"/>
                <a:gd name="connsiteX2" fmla="*/ 225058 w 230992"/>
                <a:gd name="connsiteY2" fmla="*/ 1069410 h 1415168"/>
                <a:gd name="connsiteX3" fmla="*/ 0 w 230992"/>
                <a:gd name="connsiteY3" fmla="*/ 1415168 h 1415168"/>
                <a:gd name="connsiteX4" fmla="*/ 25203 w 230992"/>
                <a:gd name="connsiteY4" fmla="*/ 787197 h 1415168"/>
                <a:gd name="connsiteX0" fmla="*/ 0 w 205789"/>
                <a:gd name="connsiteY0" fmla="*/ 787197 h 1427037"/>
                <a:gd name="connsiteX1" fmla="*/ 205789 w 205789"/>
                <a:gd name="connsiteY1" fmla="*/ 0 h 1427037"/>
                <a:gd name="connsiteX2" fmla="*/ 199855 w 205789"/>
                <a:gd name="connsiteY2" fmla="*/ 1069410 h 1427037"/>
                <a:gd name="connsiteX3" fmla="*/ 4471 w 205789"/>
                <a:gd name="connsiteY3" fmla="*/ 1427037 h 1427037"/>
                <a:gd name="connsiteX4" fmla="*/ 0 w 205789"/>
                <a:gd name="connsiteY4" fmla="*/ 787197 h 1427037"/>
                <a:gd name="connsiteX0" fmla="*/ 0 w 199855"/>
                <a:gd name="connsiteY0" fmla="*/ 745656 h 1385496"/>
                <a:gd name="connsiteX1" fmla="*/ 193920 w 199855"/>
                <a:gd name="connsiteY1" fmla="*/ 0 h 1385496"/>
                <a:gd name="connsiteX2" fmla="*/ 199855 w 199855"/>
                <a:gd name="connsiteY2" fmla="*/ 1027869 h 1385496"/>
                <a:gd name="connsiteX3" fmla="*/ 4471 w 199855"/>
                <a:gd name="connsiteY3" fmla="*/ 1385496 h 1385496"/>
                <a:gd name="connsiteX4" fmla="*/ 0 w 199855"/>
                <a:gd name="connsiteY4" fmla="*/ 745656 h 13854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9855" h="1385496">
                  <a:moveTo>
                    <a:pt x="0" y="745656"/>
                  </a:moveTo>
                  <a:lnTo>
                    <a:pt x="193920" y="0"/>
                  </a:lnTo>
                  <a:cubicBezTo>
                    <a:pt x="195898" y="342623"/>
                    <a:pt x="197877" y="685246"/>
                    <a:pt x="199855" y="1027869"/>
                  </a:cubicBezTo>
                  <a:lnTo>
                    <a:pt x="4471" y="1385496"/>
                  </a:lnTo>
                  <a:cubicBezTo>
                    <a:pt x="2981" y="1172216"/>
                    <a:pt x="1490" y="958936"/>
                    <a:pt x="0" y="745656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>
                    <a:lumMod val="95000"/>
                  </a:srgbClr>
                </a:gs>
                <a:gs pos="100000">
                  <a:srgbClr val="2D2DB9">
                    <a:lumMod val="20000"/>
                    <a:lumOff val="80000"/>
                  </a:srgbClr>
                </a:gs>
              </a:gsLst>
              <a:lin ang="0" scaled="0"/>
            </a:gradFill>
            <a:ln w="952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820" name="Freeform 819">
              <a:extLst>
                <a:ext uri="{FF2B5EF4-FFF2-40B4-BE49-F238E27FC236}">
                  <a16:creationId xmlns:a16="http://schemas.microsoft.com/office/drawing/2014/main" id="{B3477997-2171-D144-8F62-1363F13885FD}"/>
                </a:ext>
              </a:extLst>
            </p:cNvPr>
            <p:cNvSpPr/>
            <p:nvPr/>
          </p:nvSpPr>
          <p:spPr bwMode="auto">
            <a:xfrm flipH="1">
              <a:off x="6969753" y="2061336"/>
              <a:ext cx="219075" cy="1370272"/>
            </a:xfrm>
            <a:custGeom>
              <a:avLst/>
              <a:gdLst>
                <a:gd name="connsiteX0" fmla="*/ 0 w 312616"/>
                <a:gd name="connsiteY0" fmla="*/ 644770 h 1367693"/>
                <a:gd name="connsiteX1" fmla="*/ 312616 w 312616"/>
                <a:gd name="connsiteY1" fmla="*/ 0 h 1367693"/>
                <a:gd name="connsiteX2" fmla="*/ 312616 w 312616"/>
                <a:gd name="connsiteY2" fmla="*/ 1016000 h 1367693"/>
                <a:gd name="connsiteX3" fmla="*/ 117231 w 312616"/>
                <a:gd name="connsiteY3" fmla="*/ 1367693 h 1367693"/>
                <a:gd name="connsiteX4" fmla="*/ 0 w 312616"/>
                <a:gd name="connsiteY4" fmla="*/ 644770 h 1367693"/>
                <a:gd name="connsiteX0" fmla="*/ 0 w 199855"/>
                <a:gd name="connsiteY0" fmla="*/ 733787 h 1367693"/>
                <a:gd name="connsiteX1" fmla="*/ 199855 w 199855"/>
                <a:gd name="connsiteY1" fmla="*/ 0 h 1367693"/>
                <a:gd name="connsiteX2" fmla="*/ 199855 w 199855"/>
                <a:gd name="connsiteY2" fmla="*/ 1016000 h 1367693"/>
                <a:gd name="connsiteX3" fmla="*/ 4470 w 199855"/>
                <a:gd name="connsiteY3" fmla="*/ 1367693 h 1367693"/>
                <a:gd name="connsiteX4" fmla="*/ 0 w 199855"/>
                <a:gd name="connsiteY4" fmla="*/ 733787 h 1367693"/>
                <a:gd name="connsiteX0" fmla="*/ 25203 w 225058"/>
                <a:gd name="connsiteY0" fmla="*/ 733787 h 1361758"/>
                <a:gd name="connsiteX1" fmla="*/ 225058 w 225058"/>
                <a:gd name="connsiteY1" fmla="*/ 0 h 1361758"/>
                <a:gd name="connsiteX2" fmla="*/ 225058 w 225058"/>
                <a:gd name="connsiteY2" fmla="*/ 1016000 h 1361758"/>
                <a:gd name="connsiteX3" fmla="*/ 0 w 225058"/>
                <a:gd name="connsiteY3" fmla="*/ 1361758 h 1361758"/>
                <a:gd name="connsiteX4" fmla="*/ 25203 w 225058"/>
                <a:gd name="connsiteY4" fmla="*/ 733787 h 1361758"/>
                <a:gd name="connsiteX0" fmla="*/ 25203 w 230992"/>
                <a:gd name="connsiteY0" fmla="*/ 787197 h 1415168"/>
                <a:gd name="connsiteX1" fmla="*/ 230992 w 230992"/>
                <a:gd name="connsiteY1" fmla="*/ 0 h 1415168"/>
                <a:gd name="connsiteX2" fmla="*/ 225058 w 230992"/>
                <a:gd name="connsiteY2" fmla="*/ 1069410 h 1415168"/>
                <a:gd name="connsiteX3" fmla="*/ 0 w 230992"/>
                <a:gd name="connsiteY3" fmla="*/ 1415168 h 1415168"/>
                <a:gd name="connsiteX4" fmla="*/ 25203 w 230992"/>
                <a:gd name="connsiteY4" fmla="*/ 787197 h 1415168"/>
                <a:gd name="connsiteX0" fmla="*/ 0 w 205789"/>
                <a:gd name="connsiteY0" fmla="*/ 787197 h 1427037"/>
                <a:gd name="connsiteX1" fmla="*/ 205789 w 205789"/>
                <a:gd name="connsiteY1" fmla="*/ 0 h 1427037"/>
                <a:gd name="connsiteX2" fmla="*/ 199855 w 205789"/>
                <a:gd name="connsiteY2" fmla="*/ 1069410 h 1427037"/>
                <a:gd name="connsiteX3" fmla="*/ 4471 w 205789"/>
                <a:gd name="connsiteY3" fmla="*/ 1427037 h 1427037"/>
                <a:gd name="connsiteX4" fmla="*/ 0 w 205789"/>
                <a:gd name="connsiteY4" fmla="*/ 787197 h 1427037"/>
                <a:gd name="connsiteX0" fmla="*/ 0 w 199855"/>
                <a:gd name="connsiteY0" fmla="*/ 745656 h 1385496"/>
                <a:gd name="connsiteX1" fmla="*/ 193920 w 199855"/>
                <a:gd name="connsiteY1" fmla="*/ 0 h 1385496"/>
                <a:gd name="connsiteX2" fmla="*/ 199855 w 199855"/>
                <a:gd name="connsiteY2" fmla="*/ 1027869 h 1385496"/>
                <a:gd name="connsiteX3" fmla="*/ 4471 w 199855"/>
                <a:gd name="connsiteY3" fmla="*/ 1385496 h 1385496"/>
                <a:gd name="connsiteX4" fmla="*/ 0 w 199855"/>
                <a:gd name="connsiteY4" fmla="*/ 745656 h 1385496"/>
                <a:gd name="connsiteX0" fmla="*/ 0 w 219519"/>
                <a:gd name="connsiteY0" fmla="*/ 730359 h 1370199"/>
                <a:gd name="connsiteX1" fmla="*/ 219401 w 219519"/>
                <a:gd name="connsiteY1" fmla="*/ 0 h 1370199"/>
                <a:gd name="connsiteX2" fmla="*/ 199855 w 219519"/>
                <a:gd name="connsiteY2" fmla="*/ 1012572 h 1370199"/>
                <a:gd name="connsiteX3" fmla="*/ 4471 w 219519"/>
                <a:gd name="connsiteY3" fmla="*/ 1370199 h 1370199"/>
                <a:gd name="connsiteX4" fmla="*/ 0 w 219519"/>
                <a:gd name="connsiteY4" fmla="*/ 730359 h 1370199"/>
                <a:gd name="connsiteX0" fmla="*/ 0 w 219602"/>
                <a:gd name="connsiteY0" fmla="*/ 730359 h 1370199"/>
                <a:gd name="connsiteX1" fmla="*/ 219401 w 219602"/>
                <a:gd name="connsiteY1" fmla="*/ 0 h 1370199"/>
                <a:gd name="connsiteX2" fmla="*/ 210047 w 219602"/>
                <a:gd name="connsiteY2" fmla="*/ 1007473 h 1370199"/>
                <a:gd name="connsiteX3" fmla="*/ 4471 w 219602"/>
                <a:gd name="connsiteY3" fmla="*/ 1370199 h 1370199"/>
                <a:gd name="connsiteX4" fmla="*/ 0 w 219602"/>
                <a:gd name="connsiteY4" fmla="*/ 730359 h 1370199"/>
                <a:gd name="connsiteX0" fmla="*/ 0 w 220239"/>
                <a:gd name="connsiteY0" fmla="*/ 730359 h 1370199"/>
                <a:gd name="connsiteX1" fmla="*/ 219401 w 220239"/>
                <a:gd name="connsiteY1" fmla="*/ 0 h 1370199"/>
                <a:gd name="connsiteX2" fmla="*/ 220239 w 220239"/>
                <a:gd name="connsiteY2" fmla="*/ 1007473 h 1370199"/>
                <a:gd name="connsiteX3" fmla="*/ 4471 w 220239"/>
                <a:gd name="connsiteY3" fmla="*/ 1370199 h 1370199"/>
                <a:gd name="connsiteX4" fmla="*/ 0 w 220239"/>
                <a:gd name="connsiteY4" fmla="*/ 730359 h 13701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0239" h="1370199">
                  <a:moveTo>
                    <a:pt x="0" y="730359"/>
                  </a:moveTo>
                  <a:cubicBezTo>
                    <a:pt x="64640" y="481807"/>
                    <a:pt x="154761" y="248552"/>
                    <a:pt x="219401" y="0"/>
                  </a:cubicBezTo>
                  <a:cubicBezTo>
                    <a:pt x="221379" y="342623"/>
                    <a:pt x="218261" y="664850"/>
                    <a:pt x="220239" y="1007473"/>
                  </a:cubicBezTo>
                  <a:lnTo>
                    <a:pt x="4471" y="1370199"/>
                  </a:lnTo>
                  <a:cubicBezTo>
                    <a:pt x="2981" y="1156919"/>
                    <a:pt x="1490" y="943639"/>
                    <a:pt x="0" y="730359"/>
                  </a:cubicBezTo>
                  <a:close/>
                </a:path>
              </a:pathLst>
            </a:custGeom>
            <a:gradFill rotWithShape="1">
              <a:gsLst>
                <a:gs pos="0">
                  <a:srgbClr val="2D2DB9">
                    <a:lumMod val="20000"/>
                    <a:lumOff val="80000"/>
                  </a:srgbClr>
                </a:gs>
                <a:gs pos="100000">
                  <a:srgbClr val="FFFFFF"/>
                </a:gs>
              </a:gsLst>
              <a:lin ang="10800000" scaled="0"/>
            </a:gradFill>
            <a:ln w="952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grpSp>
          <p:nvGrpSpPr>
            <p:cNvPr id="821" name="Group 950">
              <a:extLst>
                <a:ext uri="{FF2B5EF4-FFF2-40B4-BE49-F238E27FC236}">
                  <a16:creationId xmlns:a16="http://schemas.microsoft.com/office/drawing/2014/main" id="{DB6AE1A4-24E9-664C-A51D-C17F6021B3E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492879" y="2820676"/>
              <a:ext cx="338137" cy="653816"/>
              <a:chOff x="4140" y="429"/>
              <a:chExt cx="1425" cy="2396"/>
            </a:xfrm>
          </p:grpSpPr>
          <p:sp>
            <p:nvSpPr>
              <p:cNvPr id="855" name="Freeform 951">
                <a:extLst>
                  <a:ext uri="{FF2B5EF4-FFF2-40B4-BE49-F238E27FC236}">
                    <a16:creationId xmlns:a16="http://schemas.microsoft.com/office/drawing/2014/main" id="{BFB37BD8-4427-2A47-AE85-B992137B4E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2 w 354"/>
                  <a:gd name="T1" fmla="*/ 0 h 2742"/>
                  <a:gd name="T2" fmla="*/ 8 w 354"/>
                  <a:gd name="T3" fmla="*/ 16 h 2742"/>
                  <a:gd name="T4" fmla="*/ 8 w 354"/>
                  <a:gd name="T5" fmla="*/ 119 h 2742"/>
                  <a:gd name="T6" fmla="*/ 0 w 354"/>
                  <a:gd name="T7" fmla="*/ 124 h 2742"/>
                  <a:gd name="T8" fmla="*/ 2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56" name="Rectangle 952">
                <a:extLst>
                  <a:ext uri="{FF2B5EF4-FFF2-40B4-BE49-F238E27FC236}">
                    <a16:creationId xmlns:a16="http://schemas.microsoft.com/office/drawing/2014/main" id="{D33ED3AE-893B-0641-B3D0-6332B98270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429"/>
                <a:ext cx="1046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57" name="Freeform 953">
                <a:extLst>
                  <a:ext uri="{FF2B5EF4-FFF2-40B4-BE49-F238E27FC236}">
                    <a16:creationId xmlns:a16="http://schemas.microsoft.com/office/drawing/2014/main" id="{7F8B5734-537E-2D40-ABC5-1153CA76F0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5 w 211"/>
                  <a:gd name="T3" fmla="*/ 11 h 2537"/>
                  <a:gd name="T4" fmla="*/ 2 w 211"/>
                  <a:gd name="T5" fmla="*/ 113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58" name="Freeform 954">
                <a:extLst>
                  <a:ext uri="{FF2B5EF4-FFF2-40B4-BE49-F238E27FC236}">
                    <a16:creationId xmlns:a16="http://schemas.microsoft.com/office/drawing/2014/main" id="{A27CC3E2-8472-FE49-B22C-8BAD36D3F1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7 w 328"/>
                  <a:gd name="T3" fmla="*/ 7 h 226"/>
                  <a:gd name="T4" fmla="*/ 7 w 328"/>
                  <a:gd name="T5" fmla="*/ 11 h 226"/>
                  <a:gd name="T6" fmla="*/ 0 w 328"/>
                  <a:gd name="T7" fmla="*/ 5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59" name="Rectangle 955">
                <a:extLst>
                  <a:ext uri="{FF2B5EF4-FFF2-40B4-BE49-F238E27FC236}">
                    <a16:creationId xmlns:a16="http://schemas.microsoft.com/office/drawing/2014/main" id="{11CD015D-401B-EC42-A713-37F4F58064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860" name="Group 956">
                <a:extLst>
                  <a:ext uri="{FF2B5EF4-FFF2-40B4-BE49-F238E27FC236}">
                    <a16:creationId xmlns:a16="http://schemas.microsoft.com/office/drawing/2014/main" id="{A208DF6A-EF9F-044D-8302-1B9476D1841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885" name="AutoShape 957">
                  <a:extLst>
                    <a:ext uri="{FF2B5EF4-FFF2-40B4-BE49-F238E27FC236}">
                      <a16:creationId xmlns:a16="http://schemas.microsoft.com/office/drawing/2014/main" id="{FCC50AD6-31B9-FD4A-9D12-E293AC79E31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1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886" name="AutoShape 958">
                  <a:extLst>
                    <a:ext uri="{FF2B5EF4-FFF2-40B4-BE49-F238E27FC236}">
                      <a16:creationId xmlns:a16="http://schemas.microsoft.com/office/drawing/2014/main" id="{9515A907-A38B-AC46-9351-9821F9262FD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1"/>
                  <a:ext cx="696" cy="11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861" name="Rectangle 959">
                <a:extLst>
                  <a:ext uri="{FF2B5EF4-FFF2-40B4-BE49-F238E27FC236}">
                    <a16:creationId xmlns:a16="http://schemas.microsoft.com/office/drawing/2014/main" id="{DA74175D-E323-954D-B321-A525406F9D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022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862" name="Group 960">
                <a:extLst>
                  <a:ext uri="{FF2B5EF4-FFF2-40B4-BE49-F238E27FC236}">
                    <a16:creationId xmlns:a16="http://schemas.microsoft.com/office/drawing/2014/main" id="{28DE356C-C6F7-BA40-87C6-C5B5BE6C2BF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883" name="AutoShape 961">
                  <a:extLst>
                    <a:ext uri="{FF2B5EF4-FFF2-40B4-BE49-F238E27FC236}">
                      <a16:creationId xmlns:a16="http://schemas.microsoft.com/office/drawing/2014/main" id="{9643844A-45E6-7443-A468-4BC3D1762A7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4"/>
                  <a:ext cx="721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884" name="AutoShape 962">
                  <a:extLst>
                    <a:ext uri="{FF2B5EF4-FFF2-40B4-BE49-F238E27FC236}">
                      <a16:creationId xmlns:a16="http://schemas.microsoft.com/office/drawing/2014/main" id="{60C84F35-0A59-8349-91F6-D5FECFED742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8" y="2581"/>
                  <a:ext cx="696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863" name="Rectangle 963">
                <a:extLst>
                  <a:ext uri="{FF2B5EF4-FFF2-40B4-BE49-F238E27FC236}">
                    <a16:creationId xmlns:a16="http://schemas.microsoft.com/office/drawing/2014/main" id="{92014399-9751-FC4F-9035-A395245BCD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354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64" name="Rectangle 964">
                <a:extLst>
                  <a:ext uri="{FF2B5EF4-FFF2-40B4-BE49-F238E27FC236}">
                    <a16:creationId xmlns:a16="http://schemas.microsoft.com/office/drawing/2014/main" id="{9B818A3E-FD1D-F04D-8158-62E78EE4B0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5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865" name="Group 965">
                <a:extLst>
                  <a:ext uri="{FF2B5EF4-FFF2-40B4-BE49-F238E27FC236}">
                    <a16:creationId xmlns:a16="http://schemas.microsoft.com/office/drawing/2014/main" id="{4CE95AA0-C88F-3D48-98E7-F3E038739D8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881" name="AutoShape 966">
                  <a:extLst>
                    <a:ext uri="{FF2B5EF4-FFF2-40B4-BE49-F238E27FC236}">
                      <a16:creationId xmlns:a16="http://schemas.microsoft.com/office/drawing/2014/main" id="{5B978760-D630-664D-941B-E0517C2034E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8" y="2586"/>
                  <a:ext cx="720" cy="124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882" name="AutoShape 967">
                  <a:extLst>
                    <a:ext uri="{FF2B5EF4-FFF2-40B4-BE49-F238E27FC236}">
                      <a16:creationId xmlns:a16="http://schemas.microsoft.com/office/drawing/2014/main" id="{66581CC6-E163-4349-98BB-7B8F11B5842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6"/>
                  <a:ext cx="695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866" name="Freeform 968">
                <a:extLst>
                  <a:ext uri="{FF2B5EF4-FFF2-40B4-BE49-F238E27FC236}">
                    <a16:creationId xmlns:a16="http://schemas.microsoft.com/office/drawing/2014/main" id="{0C578B43-7341-984A-8E2E-758C1FE627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7 w 328"/>
                  <a:gd name="T3" fmla="*/ 6 h 226"/>
                  <a:gd name="T4" fmla="*/ 7 w 328"/>
                  <a:gd name="T5" fmla="*/ 10 h 226"/>
                  <a:gd name="T6" fmla="*/ 0 w 328"/>
                  <a:gd name="T7" fmla="*/ 4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867" name="Group 969">
                <a:extLst>
                  <a:ext uri="{FF2B5EF4-FFF2-40B4-BE49-F238E27FC236}">
                    <a16:creationId xmlns:a16="http://schemas.microsoft.com/office/drawing/2014/main" id="{00F4A952-5D56-894B-BE04-57FD8D9A8FC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879" name="AutoShape 970">
                  <a:extLst>
                    <a:ext uri="{FF2B5EF4-FFF2-40B4-BE49-F238E27FC236}">
                      <a16:creationId xmlns:a16="http://schemas.microsoft.com/office/drawing/2014/main" id="{C6D2E1F8-9BE6-1340-A97F-25C96F4EA32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71"/>
                  <a:ext cx="732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880" name="AutoShape 971">
                  <a:extLst>
                    <a:ext uri="{FF2B5EF4-FFF2-40B4-BE49-F238E27FC236}">
                      <a16:creationId xmlns:a16="http://schemas.microsoft.com/office/drawing/2014/main" id="{076B7F4B-58FD-394A-A7D1-825421A0DDC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7"/>
                  <a:ext cx="720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868" name="Rectangle 972">
                <a:extLst>
                  <a:ext uri="{FF2B5EF4-FFF2-40B4-BE49-F238E27FC236}">
                    <a16:creationId xmlns:a16="http://schemas.microsoft.com/office/drawing/2014/main" id="{9CF6079F-A485-B34F-BAE1-E461B27BC0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6" y="429"/>
                <a:ext cx="70" cy="228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69" name="Freeform 973">
                <a:extLst>
                  <a:ext uri="{FF2B5EF4-FFF2-40B4-BE49-F238E27FC236}">
                    <a16:creationId xmlns:a16="http://schemas.microsoft.com/office/drawing/2014/main" id="{4D22F667-50F0-554D-A2A3-06E318F920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7 w 296"/>
                  <a:gd name="T3" fmla="*/ 6 h 256"/>
                  <a:gd name="T4" fmla="*/ 7 w 296"/>
                  <a:gd name="T5" fmla="*/ 11 h 256"/>
                  <a:gd name="T6" fmla="*/ 0 w 296"/>
                  <a:gd name="T7" fmla="*/ 4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70" name="Freeform 974">
                <a:extLst>
                  <a:ext uri="{FF2B5EF4-FFF2-40B4-BE49-F238E27FC236}">
                    <a16:creationId xmlns:a16="http://schemas.microsoft.com/office/drawing/2014/main" id="{FEA6AA77-7341-EC44-9A1C-8FF6D3429B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7 w 304"/>
                  <a:gd name="T3" fmla="*/ 8 h 288"/>
                  <a:gd name="T4" fmla="*/ 6 w 304"/>
                  <a:gd name="T5" fmla="*/ 13 h 288"/>
                  <a:gd name="T6" fmla="*/ 2 w 304"/>
                  <a:gd name="T7" fmla="*/ 6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71" name="Oval 975">
                <a:extLst>
                  <a:ext uri="{FF2B5EF4-FFF2-40B4-BE49-F238E27FC236}">
                    <a16:creationId xmlns:a16="http://schemas.microsoft.com/office/drawing/2014/main" id="{A02843C6-28FA-9945-9CEB-7717E68BC3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5" y="2611"/>
                <a:ext cx="50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72" name="Freeform 976">
                <a:extLst>
                  <a:ext uri="{FF2B5EF4-FFF2-40B4-BE49-F238E27FC236}">
                    <a16:creationId xmlns:a16="http://schemas.microsoft.com/office/drawing/2014/main" id="{B41467ED-71ED-774D-B5B1-0E498264B3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6 h 240"/>
                  <a:gd name="T2" fmla="*/ 2 w 306"/>
                  <a:gd name="T3" fmla="*/ 11 h 240"/>
                  <a:gd name="T4" fmla="*/ 7 w 306"/>
                  <a:gd name="T5" fmla="*/ 6 h 240"/>
                  <a:gd name="T6" fmla="*/ 7 w 306"/>
                  <a:gd name="T7" fmla="*/ 0 h 240"/>
                  <a:gd name="T8" fmla="*/ 0 w 306"/>
                  <a:gd name="T9" fmla="*/ 6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73" name="AutoShape 977">
                <a:extLst>
                  <a:ext uri="{FF2B5EF4-FFF2-40B4-BE49-F238E27FC236}">
                    <a16:creationId xmlns:a16="http://schemas.microsoft.com/office/drawing/2014/main" id="{9B5749F0-C743-D247-9288-DD5C4B670C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196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74" name="AutoShape 978">
                <a:extLst>
                  <a:ext uri="{FF2B5EF4-FFF2-40B4-BE49-F238E27FC236}">
                    <a16:creationId xmlns:a16="http://schemas.microsoft.com/office/drawing/2014/main" id="{990B835A-E601-8B4A-913C-86C2C6F75D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2714"/>
                <a:ext cx="1066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00"/>
                  </a:gs>
                  <a:gs pos="100000">
                    <a:srgbClr val="808080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75" name="Oval 979">
                <a:extLst>
                  <a:ext uri="{FF2B5EF4-FFF2-40B4-BE49-F238E27FC236}">
                    <a16:creationId xmlns:a16="http://schemas.microsoft.com/office/drawing/2014/main" id="{54D6634C-D1A9-6142-9854-19C444BA4C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9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76" name="Oval 980">
                <a:extLst>
                  <a:ext uri="{FF2B5EF4-FFF2-40B4-BE49-F238E27FC236}">
                    <a16:creationId xmlns:a16="http://schemas.microsoft.com/office/drawing/2014/main" id="{4B663C71-DBAC-684F-AC10-C3062136DE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9" y="2382"/>
                <a:ext cx="159" cy="142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77" name="Oval 981">
                <a:extLst>
                  <a:ext uri="{FF2B5EF4-FFF2-40B4-BE49-F238E27FC236}">
                    <a16:creationId xmlns:a16="http://schemas.microsoft.com/office/drawing/2014/main" id="{89DA651A-7990-3046-B6A9-BDF3A76B18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8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78" name="Rectangle 982">
                <a:extLst>
                  <a:ext uri="{FF2B5EF4-FFF2-40B4-BE49-F238E27FC236}">
                    <a16:creationId xmlns:a16="http://schemas.microsoft.com/office/drawing/2014/main" id="{97BCC976-FD19-5C44-A0F3-970A14677F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7" y="1837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822" name="Group 950">
              <a:extLst>
                <a:ext uri="{FF2B5EF4-FFF2-40B4-BE49-F238E27FC236}">
                  <a16:creationId xmlns:a16="http://schemas.microsoft.com/office/drawing/2014/main" id="{408FB985-1A5F-F147-891F-C6EE203F172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182479" y="2847655"/>
              <a:ext cx="338137" cy="653816"/>
              <a:chOff x="4140" y="429"/>
              <a:chExt cx="1425" cy="2396"/>
            </a:xfrm>
          </p:grpSpPr>
          <p:sp>
            <p:nvSpPr>
              <p:cNvPr id="823" name="Freeform 951">
                <a:extLst>
                  <a:ext uri="{FF2B5EF4-FFF2-40B4-BE49-F238E27FC236}">
                    <a16:creationId xmlns:a16="http://schemas.microsoft.com/office/drawing/2014/main" id="{E5433180-28F2-BE4A-AA7C-A7B21A6324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2 w 354"/>
                  <a:gd name="T1" fmla="*/ 0 h 2742"/>
                  <a:gd name="T2" fmla="*/ 8 w 354"/>
                  <a:gd name="T3" fmla="*/ 16 h 2742"/>
                  <a:gd name="T4" fmla="*/ 8 w 354"/>
                  <a:gd name="T5" fmla="*/ 119 h 2742"/>
                  <a:gd name="T6" fmla="*/ 0 w 354"/>
                  <a:gd name="T7" fmla="*/ 124 h 2742"/>
                  <a:gd name="T8" fmla="*/ 2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24" name="Rectangle 952">
                <a:extLst>
                  <a:ext uri="{FF2B5EF4-FFF2-40B4-BE49-F238E27FC236}">
                    <a16:creationId xmlns:a16="http://schemas.microsoft.com/office/drawing/2014/main" id="{8C5BD778-66FD-3945-B836-91E6ED4A0B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429"/>
                <a:ext cx="1046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25" name="Freeform 953">
                <a:extLst>
                  <a:ext uri="{FF2B5EF4-FFF2-40B4-BE49-F238E27FC236}">
                    <a16:creationId xmlns:a16="http://schemas.microsoft.com/office/drawing/2014/main" id="{2A91ACBD-8D41-DD4C-A2B1-048B348B9E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5 w 211"/>
                  <a:gd name="T3" fmla="*/ 11 h 2537"/>
                  <a:gd name="T4" fmla="*/ 2 w 211"/>
                  <a:gd name="T5" fmla="*/ 113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26" name="Freeform 954">
                <a:extLst>
                  <a:ext uri="{FF2B5EF4-FFF2-40B4-BE49-F238E27FC236}">
                    <a16:creationId xmlns:a16="http://schemas.microsoft.com/office/drawing/2014/main" id="{FD9AFB84-DB6D-6046-8467-AD372F4138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7 w 328"/>
                  <a:gd name="T3" fmla="*/ 7 h 226"/>
                  <a:gd name="T4" fmla="*/ 7 w 328"/>
                  <a:gd name="T5" fmla="*/ 11 h 226"/>
                  <a:gd name="T6" fmla="*/ 0 w 328"/>
                  <a:gd name="T7" fmla="*/ 5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27" name="Rectangle 955">
                <a:extLst>
                  <a:ext uri="{FF2B5EF4-FFF2-40B4-BE49-F238E27FC236}">
                    <a16:creationId xmlns:a16="http://schemas.microsoft.com/office/drawing/2014/main" id="{77DBE4BA-8D67-5B43-8297-B9D264FE9B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828" name="Group 956">
                <a:extLst>
                  <a:ext uri="{FF2B5EF4-FFF2-40B4-BE49-F238E27FC236}">
                    <a16:creationId xmlns:a16="http://schemas.microsoft.com/office/drawing/2014/main" id="{F3DA3736-9C54-FD40-9182-376547A2AE8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853" name="AutoShape 957">
                  <a:extLst>
                    <a:ext uri="{FF2B5EF4-FFF2-40B4-BE49-F238E27FC236}">
                      <a16:creationId xmlns:a16="http://schemas.microsoft.com/office/drawing/2014/main" id="{AF6DA2C1-3BA8-9F42-8082-1828FAC4EDA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1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854" name="AutoShape 958">
                  <a:extLst>
                    <a:ext uri="{FF2B5EF4-FFF2-40B4-BE49-F238E27FC236}">
                      <a16:creationId xmlns:a16="http://schemas.microsoft.com/office/drawing/2014/main" id="{7E65A1C9-4BD5-C648-BDA4-FE7A4B1268D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1"/>
                  <a:ext cx="696" cy="11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829" name="Rectangle 959">
                <a:extLst>
                  <a:ext uri="{FF2B5EF4-FFF2-40B4-BE49-F238E27FC236}">
                    <a16:creationId xmlns:a16="http://schemas.microsoft.com/office/drawing/2014/main" id="{EC0E4CD1-FF46-4441-8D14-832711884C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022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830" name="Group 960">
                <a:extLst>
                  <a:ext uri="{FF2B5EF4-FFF2-40B4-BE49-F238E27FC236}">
                    <a16:creationId xmlns:a16="http://schemas.microsoft.com/office/drawing/2014/main" id="{E64F3582-6063-6041-8631-63DD7426A47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851" name="AutoShape 961">
                  <a:extLst>
                    <a:ext uri="{FF2B5EF4-FFF2-40B4-BE49-F238E27FC236}">
                      <a16:creationId xmlns:a16="http://schemas.microsoft.com/office/drawing/2014/main" id="{C34EAECD-E1EF-8646-9F61-922B7F0EA0B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4"/>
                  <a:ext cx="721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852" name="AutoShape 962">
                  <a:extLst>
                    <a:ext uri="{FF2B5EF4-FFF2-40B4-BE49-F238E27FC236}">
                      <a16:creationId xmlns:a16="http://schemas.microsoft.com/office/drawing/2014/main" id="{9D855FB6-3F8B-4F48-BB63-40E93ACB20A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8" y="2581"/>
                  <a:ext cx="696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831" name="Rectangle 963">
                <a:extLst>
                  <a:ext uri="{FF2B5EF4-FFF2-40B4-BE49-F238E27FC236}">
                    <a16:creationId xmlns:a16="http://schemas.microsoft.com/office/drawing/2014/main" id="{F062D5F9-755C-724B-955A-7A2BDC06D5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354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32" name="Rectangle 964">
                <a:extLst>
                  <a:ext uri="{FF2B5EF4-FFF2-40B4-BE49-F238E27FC236}">
                    <a16:creationId xmlns:a16="http://schemas.microsoft.com/office/drawing/2014/main" id="{177A8ED0-5EFF-1249-9487-CD3CEB431A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5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833" name="Group 965">
                <a:extLst>
                  <a:ext uri="{FF2B5EF4-FFF2-40B4-BE49-F238E27FC236}">
                    <a16:creationId xmlns:a16="http://schemas.microsoft.com/office/drawing/2014/main" id="{A1DF88D1-CA38-D94A-B614-BF080EB3891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849" name="AutoShape 966">
                  <a:extLst>
                    <a:ext uri="{FF2B5EF4-FFF2-40B4-BE49-F238E27FC236}">
                      <a16:creationId xmlns:a16="http://schemas.microsoft.com/office/drawing/2014/main" id="{F38F11ED-A8CE-5249-99B7-BC200E46CAC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8" y="2586"/>
                  <a:ext cx="720" cy="124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850" name="AutoShape 967">
                  <a:extLst>
                    <a:ext uri="{FF2B5EF4-FFF2-40B4-BE49-F238E27FC236}">
                      <a16:creationId xmlns:a16="http://schemas.microsoft.com/office/drawing/2014/main" id="{BE8854EE-7F90-844A-B45E-E7DD53A00DD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6"/>
                  <a:ext cx="695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834" name="Freeform 968">
                <a:extLst>
                  <a:ext uri="{FF2B5EF4-FFF2-40B4-BE49-F238E27FC236}">
                    <a16:creationId xmlns:a16="http://schemas.microsoft.com/office/drawing/2014/main" id="{C685DB2D-2CAC-9042-82A0-DF8A8A5C76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7 w 328"/>
                  <a:gd name="T3" fmla="*/ 6 h 226"/>
                  <a:gd name="T4" fmla="*/ 7 w 328"/>
                  <a:gd name="T5" fmla="*/ 10 h 226"/>
                  <a:gd name="T6" fmla="*/ 0 w 328"/>
                  <a:gd name="T7" fmla="*/ 4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835" name="Group 969">
                <a:extLst>
                  <a:ext uri="{FF2B5EF4-FFF2-40B4-BE49-F238E27FC236}">
                    <a16:creationId xmlns:a16="http://schemas.microsoft.com/office/drawing/2014/main" id="{17E8E7C0-53DA-9845-A7EC-5C2E647C987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847" name="AutoShape 970">
                  <a:extLst>
                    <a:ext uri="{FF2B5EF4-FFF2-40B4-BE49-F238E27FC236}">
                      <a16:creationId xmlns:a16="http://schemas.microsoft.com/office/drawing/2014/main" id="{B5CA9A5E-F11C-004B-9937-AD191292AEA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71"/>
                  <a:ext cx="732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848" name="AutoShape 971">
                  <a:extLst>
                    <a:ext uri="{FF2B5EF4-FFF2-40B4-BE49-F238E27FC236}">
                      <a16:creationId xmlns:a16="http://schemas.microsoft.com/office/drawing/2014/main" id="{96386543-71E7-1D42-9624-7949180883C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7"/>
                  <a:ext cx="720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836" name="Rectangle 972">
                <a:extLst>
                  <a:ext uri="{FF2B5EF4-FFF2-40B4-BE49-F238E27FC236}">
                    <a16:creationId xmlns:a16="http://schemas.microsoft.com/office/drawing/2014/main" id="{C1AF9949-5911-9240-A6AD-91975A73F0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6" y="429"/>
                <a:ext cx="70" cy="228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37" name="Freeform 973">
                <a:extLst>
                  <a:ext uri="{FF2B5EF4-FFF2-40B4-BE49-F238E27FC236}">
                    <a16:creationId xmlns:a16="http://schemas.microsoft.com/office/drawing/2014/main" id="{27BBB8ED-9D76-4E4F-BF4D-5A7FF56435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7 w 296"/>
                  <a:gd name="T3" fmla="*/ 6 h 256"/>
                  <a:gd name="T4" fmla="*/ 7 w 296"/>
                  <a:gd name="T5" fmla="*/ 11 h 256"/>
                  <a:gd name="T6" fmla="*/ 0 w 296"/>
                  <a:gd name="T7" fmla="*/ 4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38" name="Freeform 974">
                <a:extLst>
                  <a:ext uri="{FF2B5EF4-FFF2-40B4-BE49-F238E27FC236}">
                    <a16:creationId xmlns:a16="http://schemas.microsoft.com/office/drawing/2014/main" id="{02E9A54F-05AA-404E-91E8-11085F7EBD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7 w 304"/>
                  <a:gd name="T3" fmla="*/ 8 h 288"/>
                  <a:gd name="T4" fmla="*/ 6 w 304"/>
                  <a:gd name="T5" fmla="*/ 13 h 288"/>
                  <a:gd name="T6" fmla="*/ 2 w 304"/>
                  <a:gd name="T7" fmla="*/ 6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39" name="Oval 975">
                <a:extLst>
                  <a:ext uri="{FF2B5EF4-FFF2-40B4-BE49-F238E27FC236}">
                    <a16:creationId xmlns:a16="http://schemas.microsoft.com/office/drawing/2014/main" id="{9AC3BA29-CFE0-7A41-866E-F884B95B87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5" y="2611"/>
                <a:ext cx="50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40" name="Freeform 976">
                <a:extLst>
                  <a:ext uri="{FF2B5EF4-FFF2-40B4-BE49-F238E27FC236}">
                    <a16:creationId xmlns:a16="http://schemas.microsoft.com/office/drawing/2014/main" id="{E7FFF245-8A0A-2749-A793-25B6F30E96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6 h 240"/>
                  <a:gd name="T2" fmla="*/ 2 w 306"/>
                  <a:gd name="T3" fmla="*/ 11 h 240"/>
                  <a:gd name="T4" fmla="*/ 7 w 306"/>
                  <a:gd name="T5" fmla="*/ 6 h 240"/>
                  <a:gd name="T6" fmla="*/ 7 w 306"/>
                  <a:gd name="T7" fmla="*/ 0 h 240"/>
                  <a:gd name="T8" fmla="*/ 0 w 306"/>
                  <a:gd name="T9" fmla="*/ 6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41" name="AutoShape 977">
                <a:extLst>
                  <a:ext uri="{FF2B5EF4-FFF2-40B4-BE49-F238E27FC236}">
                    <a16:creationId xmlns:a16="http://schemas.microsoft.com/office/drawing/2014/main" id="{774C1F7E-EF61-9041-A67B-B2D38BDB14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196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42" name="AutoShape 978">
                <a:extLst>
                  <a:ext uri="{FF2B5EF4-FFF2-40B4-BE49-F238E27FC236}">
                    <a16:creationId xmlns:a16="http://schemas.microsoft.com/office/drawing/2014/main" id="{8321AD11-FD38-2140-803F-0861F460D9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2714"/>
                <a:ext cx="1066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00"/>
                  </a:gs>
                  <a:gs pos="100000">
                    <a:srgbClr val="808080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43" name="Oval 979">
                <a:extLst>
                  <a:ext uri="{FF2B5EF4-FFF2-40B4-BE49-F238E27FC236}">
                    <a16:creationId xmlns:a16="http://schemas.microsoft.com/office/drawing/2014/main" id="{3B03DD16-3989-194B-BD6E-9FAE3F6CDA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9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44" name="Oval 980">
                <a:extLst>
                  <a:ext uri="{FF2B5EF4-FFF2-40B4-BE49-F238E27FC236}">
                    <a16:creationId xmlns:a16="http://schemas.microsoft.com/office/drawing/2014/main" id="{FB43C4D6-3355-2049-A335-F477077CE1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9" y="2382"/>
                <a:ext cx="159" cy="142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45" name="Oval 981">
                <a:extLst>
                  <a:ext uri="{FF2B5EF4-FFF2-40B4-BE49-F238E27FC236}">
                    <a16:creationId xmlns:a16="http://schemas.microsoft.com/office/drawing/2014/main" id="{8045FE53-47F3-754E-922B-AF14C03606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8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46" name="Rectangle 982">
                <a:extLst>
                  <a:ext uri="{FF2B5EF4-FFF2-40B4-BE49-F238E27FC236}">
                    <a16:creationId xmlns:a16="http://schemas.microsoft.com/office/drawing/2014/main" id="{970F4A74-CE34-AE4C-A565-ABAC41470B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7" y="1837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</p:grpSp>
      <p:sp>
        <p:nvSpPr>
          <p:cNvPr id="887" name="Freeform 2">
            <a:extLst>
              <a:ext uri="{FF2B5EF4-FFF2-40B4-BE49-F238E27FC236}">
                <a16:creationId xmlns:a16="http://schemas.microsoft.com/office/drawing/2014/main" id="{73B896A4-C009-EC47-9EB3-507C0C7CCB88}"/>
              </a:ext>
            </a:extLst>
          </p:cNvPr>
          <p:cNvSpPr>
            <a:spLocks/>
          </p:cNvSpPr>
          <p:nvPr/>
        </p:nvSpPr>
        <p:spPr bwMode="auto">
          <a:xfrm>
            <a:off x="4341668" y="5696917"/>
            <a:ext cx="4027487" cy="939800"/>
          </a:xfrm>
          <a:custGeom>
            <a:avLst/>
            <a:gdLst>
              <a:gd name="T0" fmla="*/ 2147483647 w 10001"/>
              <a:gd name="T1" fmla="*/ 2147483647 h 10125"/>
              <a:gd name="T2" fmla="*/ 2147483647 w 10001"/>
              <a:gd name="T3" fmla="*/ 2147483647 h 10125"/>
              <a:gd name="T4" fmla="*/ 2147483647 w 10001"/>
              <a:gd name="T5" fmla="*/ 2147483647 h 10125"/>
              <a:gd name="T6" fmla="*/ 2147483647 w 10001"/>
              <a:gd name="T7" fmla="*/ 0 h 10125"/>
              <a:gd name="T8" fmla="*/ 2147483647 w 10001"/>
              <a:gd name="T9" fmla="*/ 2147483647 h 10125"/>
              <a:gd name="T10" fmla="*/ 2147483647 w 10001"/>
              <a:gd name="T11" fmla="*/ 2147483647 h 10125"/>
              <a:gd name="T12" fmla="*/ 2147483647 w 10001"/>
              <a:gd name="T13" fmla="*/ 2147483647 h 10125"/>
              <a:gd name="T14" fmla="*/ 2147483647 w 10001"/>
              <a:gd name="T15" fmla="*/ 2147483647 h 10125"/>
              <a:gd name="T16" fmla="*/ 2147483647 w 10001"/>
              <a:gd name="T17" fmla="*/ 2147483647 h 10125"/>
              <a:gd name="T18" fmla="*/ 2147483647 w 10001"/>
              <a:gd name="T19" fmla="*/ 2147483647 h 10125"/>
              <a:gd name="T20" fmla="*/ 2147483647 w 10001"/>
              <a:gd name="T21" fmla="*/ 2147483647 h 10125"/>
              <a:gd name="T22" fmla="*/ 2147483647 w 10001"/>
              <a:gd name="T23" fmla="*/ 2147483647 h 10125"/>
              <a:gd name="T24" fmla="*/ 2147483647 w 10001"/>
              <a:gd name="T25" fmla="*/ 2147483647 h 10125"/>
              <a:gd name="T26" fmla="*/ 2147483647 w 10001"/>
              <a:gd name="T27" fmla="*/ 2147483647 h 10125"/>
              <a:gd name="T28" fmla="*/ 2147483647 w 10001"/>
              <a:gd name="T29" fmla="*/ 2147483647 h 10125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</a:gdLst>
            <a:ahLst/>
            <a:cxnLst>
              <a:cxn ang="T30">
                <a:pos x="T0" y="T1"/>
              </a:cxn>
              <a:cxn ang="T31">
                <a:pos x="T2" y="T3"/>
              </a:cxn>
              <a:cxn ang="T32">
                <a:pos x="T4" y="T5"/>
              </a:cxn>
              <a:cxn ang="T33">
                <a:pos x="T6" y="T7"/>
              </a:cxn>
              <a:cxn ang="T34">
                <a:pos x="T8" y="T9"/>
              </a:cxn>
              <a:cxn ang="T35">
                <a:pos x="T10" y="T11"/>
              </a:cxn>
              <a:cxn ang="T36">
                <a:pos x="T12" y="T13"/>
              </a:cxn>
              <a:cxn ang="T37">
                <a:pos x="T14" y="T15"/>
              </a:cxn>
              <a:cxn ang="T38">
                <a:pos x="T16" y="T17"/>
              </a:cxn>
              <a:cxn ang="T39">
                <a:pos x="T18" y="T19"/>
              </a:cxn>
              <a:cxn ang="T40">
                <a:pos x="T20" y="T21"/>
              </a:cxn>
              <a:cxn ang="T41">
                <a:pos x="T22" y="T23"/>
              </a:cxn>
              <a:cxn ang="T42">
                <a:pos x="T24" y="T25"/>
              </a:cxn>
              <a:cxn ang="T43">
                <a:pos x="T26" y="T27"/>
              </a:cxn>
              <a:cxn ang="T44">
                <a:pos x="T28" y="T29"/>
              </a:cxn>
            </a:cxnLst>
            <a:rect l="0" t="0" r="r" b="b"/>
            <a:pathLst>
              <a:path w="10001" h="10125">
                <a:moveTo>
                  <a:pt x="4" y="4039"/>
                </a:moveTo>
                <a:cubicBezTo>
                  <a:pt x="-29" y="2271"/>
                  <a:pt x="194" y="2100"/>
                  <a:pt x="715" y="1595"/>
                </a:cubicBezTo>
                <a:cubicBezTo>
                  <a:pt x="1236" y="1089"/>
                  <a:pt x="2417" y="1272"/>
                  <a:pt x="3130" y="1006"/>
                </a:cubicBezTo>
                <a:cubicBezTo>
                  <a:pt x="3843" y="740"/>
                  <a:pt x="4397" y="0"/>
                  <a:pt x="4995" y="0"/>
                </a:cubicBezTo>
                <a:cubicBezTo>
                  <a:pt x="5593" y="1"/>
                  <a:pt x="6206" y="926"/>
                  <a:pt x="6720" y="1009"/>
                </a:cubicBezTo>
                <a:cubicBezTo>
                  <a:pt x="7234" y="1092"/>
                  <a:pt x="7536" y="241"/>
                  <a:pt x="8082" y="497"/>
                </a:cubicBezTo>
                <a:cubicBezTo>
                  <a:pt x="8628" y="756"/>
                  <a:pt x="9854" y="442"/>
                  <a:pt x="9989" y="2989"/>
                </a:cubicBezTo>
                <a:cubicBezTo>
                  <a:pt x="10124" y="5536"/>
                  <a:pt x="9098" y="5742"/>
                  <a:pt x="8599" y="6797"/>
                </a:cubicBezTo>
                <a:cubicBezTo>
                  <a:pt x="8100" y="7852"/>
                  <a:pt x="7544" y="8981"/>
                  <a:pt x="6995" y="9322"/>
                </a:cubicBezTo>
                <a:cubicBezTo>
                  <a:pt x="6446" y="9663"/>
                  <a:pt x="5793" y="8957"/>
                  <a:pt x="5307" y="8843"/>
                </a:cubicBezTo>
                <a:cubicBezTo>
                  <a:pt x="4819" y="8726"/>
                  <a:pt x="4628" y="10048"/>
                  <a:pt x="4371" y="9912"/>
                </a:cubicBezTo>
                <a:cubicBezTo>
                  <a:pt x="4114" y="9775"/>
                  <a:pt x="3505" y="10355"/>
                  <a:pt x="3140" y="10019"/>
                </a:cubicBezTo>
                <a:cubicBezTo>
                  <a:pt x="2774" y="9683"/>
                  <a:pt x="2820" y="8138"/>
                  <a:pt x="2179" y="7895"/>
                </a:cubicBezTo>
                <a:cubicBezTo>
                  <a:pt x="1586" y="6800"/>
                  <a:pt x="1549" y="8137"/>
                  <a:pt x="1187" y="7495"/>
                </a:cubicBezTo>
                <a:cubicBezTo>
                  <a:pt x="825" y="6852"/>
                  <a:pt x="-7" y="6157"/>
                  <a:pt x="4" y="4039"/>
                </a:cubicBezTo>
                <a:close/>
              </a:path>
            </a:pathLst>
          </a:custGeom>
          <a:solidFill>
            <a:srgbClr val="66CC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cxnSp>
        <p:nvCxnSpPr>
          <p:cNvPr id="888" name="Straight Connector 887">
            <a:extLst>
              <a:ext uri="{FF2B5EF4-FFF2-40B4-BE49-F238E27FC236}">
                <a16:creationId xmlns:a16="http://schemas.microsoft.com/office/drawing/2014/main" id="{BFDE916B-AF97-DB4F-88E3-3211F74E07F5}"/>
              </a:ext>
            </a:extLst>
          </p:cNvPr>
          <p:cNvCxnSpPr/>
          <p:nvPr/>
        </p:nvCxnSpPr>
        <p:spPr>
          <a:xfrm flipV="1">
            <a:off x="5011593" y="5847730"/>
            <a:ext cx="1316037" cy="131762"/>
          </a:xfrm>
          <a:prstGeom prst="line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889" name="Straight Connector 888">
            <a:extLst>
              <a:ext uri="{FF2B5EF4-FFF2-40B4-BE49-F238E27FC236}">
                <a16:creationId xmlns:a16="http://schemas.microsoft.com/office/drawing/2014/main" id="{11A6A20F-5B1F-E34C-A889-7D7216BC52A6}"/>
              </a:ext>
            </a:extLst>
          </p:cNvPr>
          <p:cNvCxnSpPr/>
          <p:nvPr/>
        </p:nvCxnSpPr>
        <p:spPr>
          <a:xfrm>
            <a:off x="4900468" y="6035055"/>
            <a:ext cx="2259012" cy="298450"/>
          </a:xfrm>
          <a:prstGeom prst="line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890" name="Straight Connector 889">
            <a:extLst>
              <a:ext uri="{FF2B5EF4-FFF2-40B4-BE49-F238E27FC236}">
                <a16:creationId xmlns:a16="http://schemas.microsoft.com/office/drawing/2014/main" id="{EC3A188E-9403-584D-9DE4-BD063B6A9984}"/>
              </a:ext>
            </a:extLst>
          </p:cNvPr>
          <p:cNvCxnSpPr/>
          <p:nvPr/>
        </p:nvCxnSpPr>
        <p:spPr>
          <a:xfrm>
            <a:off x="4913168" y="6139830"/>
            <a:ext cx="714375" cy="276225"/>
          </a:xfrm>
          <a:prstGeom prst="line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891" name="Straight Connector 890">
            <a:extLst>
              <a:ext uri="{FF2B5EF4-FFF2-40B4-BE49-F238E27FC236}">
                <a16:creationId xmlns:a16="http://schemas.microsoft.com/office/drawing/2014/main" id="{CA8EFEA7-A8AA-F945-BA1D-4ACB721622E5}"/>
              </a:ext>
            </a:extLst>
          </p:cNvPr>
          <p:cNvCxnSpPr/>
          <p:nvPr/>
        </p:nvCxnSpPr>
        <p:spPr>
          <a:xfrm flipV="1">
            <a:off x="5930755" y="6333505"/>
            <a:ext cx="1247775" cy="82550"/>
          </a:xfrm>
          <a:prstGeom prst="line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892" name="Straight Connector 891">
            <a:extLst>
              <a:ext uri="{FF2B5EF4-FFF2-40B4-BE49-F238E27FC236}">
                <a16:creationId xmlns:a16="http://schemas.microsoft.com/office/drawing/2014/main" id="{B2D0340F-062D-4B43-ADB5-74954D542D1B}"/>
              </a:ext>
            </a:extLst>
          </p:cNvPr>
          <p:cNvCxnSpPr/>
          <p:nvPr/>
        </p:nvCxnSpPr>
        <p:spPr>
          <a:xfrm>
            <a:off x="6591155" y="5881067"/>
            <a:ext cx="1057275" cy="123825"/>
          </a:xfrm>
          <a:prstGeom prst="line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893" name="Straight Connector 892">
            <a:extLst>
              <a:ext uri="{FF2B5EF4-FFF2-40B4-BE49-F238E27FC236}">
                <a16:creationId xmlns:a16="http://schemas.microsoft.com/office/drawing/2014/main" id="{694966F7-E79E-AC42-A981-710223649ACC}"/>
              </a:ext>
            </a:extLst>
          </p:cNvPr>
          <p:cNvCxnSpPr/>
          <p:nvPr/>
        </p:nvCxnSpPr>
        <p:spPr>
          <a:xfrm flipV="1">
            <a:off x="5875193" y="6035055"/>
            <a:ext cx="1790700" cy="298450"/>
          </a:xfrm>
          <a:prstGeom prst="line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894" name="Straight Connector 893">
            <a:extLst>
              <a:ext uri="{FF2B5EF4-FFF2-40B4-BE49-F238E27FC236}">
                <a16:creationId xmlns:a16="http://schemas.microsoft.com/office/drawing/2014/main" id="{E084439A-562F-9047-916D-8BFA8D983C78}"/>
              </a:ext>
            </a:extLst>
          </p:cNvPr>
          <p:cNvCxnSpPr/>
          <p:nvPr/>
        </p:nvCxnSpPr>
        <p:spPr>
          <a:xfrm flipV="1">
            <a:off x="7202343" y="6063630"/>
            <a:ext cx="588962" cy="269875"/>
          </a:xfrm>
          <a:prstGeom prst="line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895" name="Straight Connector 894">
            <a:extLst>
              <a:ext uri="{FF2B5EF4-FFF2-40B4-BE49-F238E27FC236}">
                <a16:creationId xmlns:a16="http://schemas.microsoft.com/office/drawing/2014/main" id="{B834EF84-01CE-DB43-AA3A-31C4F6601F10}"/>
              </a:ext>
            </a:extLst>
          </p:cNvPr>
          <p:cNvCxnSpPr/>
          <p:nvPr/>
        </p:nvCxnSpPr>
        <p:spPr>
          <a:xfrm>
            <a:off x="6345093" y="5847730"/>
            <a:ext cx="814387" cy="401637"/>
          </a:xfrm>
          <a:prstGeom prst="line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</p:cxnSp>
      <p:grpSp>
        <p:nvGrpSpPr>
          <p:cNvPr id="896" name="Group 895">
            <a:extLst>
              <a:ext uri="{FF2B5EF4-FFF2-40B4-BE49-F238E27FC236}">
                <a16:creationId xmlns:a16="http://schemas.microsoft.com/office/drawing/2014/main" id="{711F93EB-336F-294F-9B30-EC65C9DC0F9C}"/>
              </a:ext>
            </a:extLst>
          </p:cNvPr>
          <p:cNvGrpSpPr>
            <a:grpSpLocks/>
          </p:cNvGrpSpPr>
          <p:nvPr/>
        </p:nvGrpSpPr>
        <p:grpSpPr bwMode="auto">
          <a:xfrm>
            <a:off x="3274868" y="2950542"/>
            <a:ext cx="6978650" cy="1096963"/>
            <a:chOff x="1526216" y="3003498"/>
            <a:chExt cx="6978041" cy="1096962"/>
          </a:xfrm>
        </p:grpSpPr>
        <p:sp>
          <p:nvSpPr>
            <p:cNvPr id="897" name="TextBox 399">
              <a:extLst>
                <a:ext uri="{FF2B5EF4-FFF2-40B4-BE49-F238E27FC236}">
                  <a16:creationId xmlns:a16="http://schemas.microsoft.com/office/drawing/2014/main" id="{02C371D3-2C1E-5244-9747-22984982BA7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714291" y="3628973"/>
              <a:ext cx="595313" cy="4714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data</a:t>
              </a:r>
            </a:p>
            <a:p>
              <a:pPr marL="0" marR="0" lvl="0" indent="0" algn="ctr" defTabSz="914400" rtl="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plane</a:t>
              </a:r>
            </a:p>
          </p:txBody>
        </p:sp>
        <p:sp>
          <p:nvSpPr>
            <p:cNvPr id="898" name="TextBox 400">
              <a:extLst>
                <a:ext uri="{FF2B5EF4-FFF2-40B4-BE49-F238E27FC236}">
                  <a16:creationId xmlns:a16="http://schemas.microsoft.com/office/drawing/2014/main" id="{E9FCEA42-739D-C647-B0B2-29DF6799176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728579" y="3003498"/>
              <a:ext cx="709612" cy="4714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control</a:t>
              </a:r>
            </a:p>
            <a:p>
              <a:pPr marL="0" marR="0" lvl="0" indent="0" algn="ctr" defTabSz="914400" rtl="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plane</a:t>
              </a:r>
            </a:p>
          </p:txBody>
        </p:sp>
        <p:cxnSp>
          <p:nvCxnSpPr>
            <p:cNvPr id="899" name="Straight Connector 898">
              <a:extLst>
                <a:ext uri="{FF2B5EF4-FFF2-40B4-BE49-F238E27FC236}">
                  <a16:creationId xmlns:a16="http://schemas.microsoft.com/office/drawing/2014/main" id="{B4D02647-EB69-3549-8B8C-C214B4362D0C}"/>
                </a:ext>
              </a:extLst>
            </p:cNvPr>
            <p:cNvCxnSpPr/>
            <p:nvPr/>
          </p:nvCxnSpPr>
          <p:spPr bwMode="auto">
            <a:xfrm flipV="1">
              <a:off x="1526216" y="3579760"/>
              <a:ext cx="6978041" cy="11112"/>
            </a:xfrm>
            <a:prstGeom prst="line">
              <a:avLst/>
            </a:prstGeom>
            <a:noFill/>
            <a:ln w="25400" cap="flat" cmpd="sng" algn="ctr">
              <a:solidFill>
                <a:srgbClr val="000000"/>
              </a:solidFill>
              <a:prstDash val="dash"/>
            </a:ln>
            <a:effectLst/>
          </p:spPr>
        </p:cxnSp>
      </p:grpSp>
      <p:grpSp>
        <p:nvGrpSpPr>
          <p:cNvPr id="900" name="Group 899">
            <a:extLst>
              <a:ext uri="{FF2B5EF4-FFF2-40B4-BE49-F238E27FC236}">
                <a16:creationId xmlns:a16="http://schemas.microsoft.com/office/drawing/2014/main" id="{D1C980A1-7A81-E64E-86E7-AE4ADB468ED3}"/>
              </a:ext>
            </a:extLst>
          </p:cNvPr>
          <p:cNvGrpSpPr>
            <a:grpSpLocks/>
          </p:cNvGrpSpPr>
          <p:nvPr/>
        </p:nvGrpSpPr>
        <p:grpSpPr bwMode="auto">
          <a:xfrm>
            <a:off x="4186093" y="2682255"/>
            <a:ext cx="4295775" cy="320675"/>
            <a:chOff x="2433511" y="2792111"/>
            <a:chExt cx="4296530" cy="320561"/>
          </a:xfrm>
        </p:grpSpPr>
        <p:grpSp>
          <p:nvGrpSpPr>
            <p:cNvPr id="901" name="Group 401">
              <a:extLst>
                <a:ext uri="{FF2B5EF4-FFF2-40B4-BE49-F238E27FC236}">
                  <a16:creationId xmlns:a16="http://schemas.microsoft.com/office/drawing/2014/main" id="{0C7ACA51-7903-9B4D-A9BA-79FE11C0D1D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433511" y="2794083"/>
              <a:ext cx="349250" cy="317387"/>
              <a:chOff x="2931664" y="3912603"/>
              <a:chExt cx="430450" cy="329314"/>
            </a:xfrm>
          </p:grpSpPr>
          <p:sp>
            <p:nvSpPr>
              <p:cNvPr id="922" name="Rectangle 921">
                <a:extLst>
                  <a:ext uri="{FF2B5EF4-FFF2-40B4-BE49-F238E27FC236}">
                    <a16:creationId xmlns:a16="http://schemas.microsoft.com/office/drawing/2014/main" id="{4D33FA09-AAF7-044A-A5A8-F3F23C68AF3C}"/>
                  </a:ext>
                </a:extLst>
              </p:cNvPr>
              <p:cNvSpPr/>
              <p:nvPr/>
            </p:nvSpPr>
            <p:spPr>
              <a:xfrm>
                <a:off x="2937534" y="3912203"/>
                <a:ext cx="424655" cy="329314"/>
              </a:xfrm>
              <a:prstGeom prst="rect">
                <a:avLst/>
              </a:prstGeom>
              <a:solidFill>
                <a:srgbClr val="FFFFFF"/>
              </a:solidFill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923" name="Straight Connector 922">
                <a:extLst>
                  <a:ext uri="{FF2B5EF4-FFF2-40B4-BE49-F238E27FC236}">
                    <a16:creationId xmlns:a16="http://schemas.microsoft.com/office/drawing/2014/main" id="{C201AD05-8A56-4949-B304-A2A9AB5DD587}"/>
                  </a:ext>
                </a:extLst>
              </p:cNvPr>
              <p:cNvCxnSpPr/>
              <p:nvPr/>
            </p:nvCxnSpPr>
            <p:spPr>
              <a:xfrm>
                <a:off x="2931664" y="4004411"/>
                <a:ext cx="424654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924" name="Straight Connector 923">
                <a:extLst>
                  <a:ext uri="{FF2B5EF4-FFF2-40B4-BE49-F238E27FC236}">
                    <a16:creationId xmlns:a16="http://schemas.microsoft.com/office/drawing/2014/main" id="{ED7C9AD7-08A8-D942-BF3A-F53E94AF4B95}"/>
                  </a:ext>
                </a:extLst>
              </p:cNvPr>
              <p:cNvCxnSpPr/>
              <p:nvPr/>
            </p:nvCxnSpPr>
            <p:spPr>
              <a:xfrm>
                <a:off x="2931664" y="4066980"/>
                <a:ext cx="424654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925" name="Straight Connector 924">
                <a:extLst>
                  <a:ext uri="{FF2B5EF4-FFF2-40B4-BE49-F238E27FC236}">
                    <a16:creationId xmlns:a16="http://schemas.microsoft.com/office/drawing/2014/main" id="{143A10B8-06CC-D647-AEF7-2670CD772003}"/>
                  </a:ext>
                </a:extLst>
              </p:cNvPr>
              <p:cNvCxnSpPr>
                <a:stCxn id="922" idx="2"/>
              </p:cNvCxnSpPr>
              <p:nvPr/>
            </p:nvCxnSpPr>
            <p:spPr>
              <a:xfrm flipH="1" flipV="1">
                <a:off x="3148883" y="4004411"/>
                <a:ext cx="0" cy="237106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</p:grpSp>
        <p:grpSp>
          <p:nvGrpSpPr>
            <p:cNvPr id="902" name="Group 406">
              <a:extLst>
                <a:ext uri="{FF2B5EF4-FFF2-40B4-BE49-F238E27FC236}">
                  <a16:creationId xmlns:a16="http://schemas.microsoft.com/office/drawing/2014/main" id="{508A07A5-EEA9-904C-A972-4C4DADB5268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348666" y="2792111"/>
              <a:ext cx="350838" cy="317387"/>
              <a:chOff x="2931664" y="3912603"/>
              <a:chExt cx="430450" cy="329314"/>
            </a:xfrm>
          </p:grpSpPr>
          <p:sp>
            <p:nvSpPr>
              <p:cNvPr id="918" name="Rectangle 917">
                <a:extLst>
                  <a:ext uri="{FF2B5EF4-FFF2-40B4-BE49-F238E27FC236}">
                    <a16:creationId xmlns:a16="http://schemas.microsoft.com/office/drawing/2014/main" id="{3F286581-2453-1F47-8CC7-5657614015DB}"/>
                  </a:ext>
                </a:extLst>
              </p:cNvPr>
              <p:cNvSpPr/>
              <p:nvPr/>
            </p:nvSpPr>
            <p:spPr>
              <a:xfrm>
                <a:off x="2936779" y="3912603"/>
                <a:ext cx="424681" cy="329314"/>
              </a:xfrm>
              <a:prstGeom prst="rect">
                <a:avLst/>
              </a:prstGeom>
              <a:solidFill>
                <a:srgbClr val="FFFFFF"/>
              </a:solidFill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919" name="Straight Connector 918">
                <a:extLst>
                  <a:ext uri="{FF2B5EF4-FFF2-40B4-BE49-F238E27FC236}">
                    <a16:creationId xmlns:a16="http://schemas.microsoft.com/office/drawing/2014/main" id="{30F55D65-689B-184E-A7EE-17D45743B000}"/>
                  </a:ext>
                </a:extLst>
              </p:cNvPr>
              <p:cNvCxnSpPr/>
              <p:nvPr/>
            </p:nvCxnSpPr>
            <p:spPr>
              <a:xfrm>
                <a:off x="2930935" y="4004811"/>
                <a:ext cx="424681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920" name="Straight Connector 919">
                <a:extLst>
                  <a:ext uri="{FF2B5EF4-FFF2-40B4-BE49-F238E27FC236}">
                    <a16:creationId xmlns:a16="http://schemas.microsoft.com/office/drawing/2014/main" id="{076ADE22-2AEF-5040-9FA3-121B2C370E3A}"/>
                  </a:ext>
                </a:extLst>
              </p:cNvPr>
              <p:cNvCxnSpPr/>
              <p:nvPr/>
            </p:nvCxnSpPr>
            <p:spPr>
              <a:xfrm>
                <a:off x="2930935" y="4067381"/>
                <a:ext cx="424681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921" name="Straight Connector 920">
                <a:extLst>
                  <a:ext uri="{FF2B5EF4-FFF2-40B4-BE49-F238E27FC236}">
                    <a16:creationId xmlns:a16="http://schemas.microsoft.com/office/drawing/2014/main" id="{F2B6C973-6DE4-2349-9A6A-64B1F7541845}"/>
                  </a:ext>
                </a:extLst>
              </p:cNvPr>
              <p:cNvCxnSpPr>
                <a:stCxn id="918" idx="2"/>
              </p:cNvCxnSpPr>
              <p:nvPr/>
            </p:nvCxnSpPr>
            <p:spPr>
              <a:xfrm flipH="1" flipV="1">
                <a:off x="3147171" y="4004811"/>
                <a:ext cx="1949" cy="237106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</p:grpSp>
        <p:grpSp>
          <p:nvGrpSpPr>
            <p:cNvPr id="903" name="Group 411">
              <a:extLst>
                <a:ext uri="{FF2B5EF4-FFF2-40B4-BE49-F238E27FC236}">
                  <a16:creationId xmlns:a16="http://schemas.microsoft.com/office/drawing/2014/main" id="{AB449866-D0BC-6B4F-801B-0FA210DD832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182104" y="2792111"/>
              <a:ext cx="350837" cy="317387"/>
              <a:chOff x="2931664" y="3912603"/>
              <a:chExt cx="430450" cy="329314"/>
            </a:xfrm>
          </p:grpSpPr>
          <p:sp>
            <p:nvSpPr>
              <p:cNvPr id="914" name="Rectangle 913">
                <a:extLst>
                  <a:ext uri="{FF2B5EF4-FFF2-40B4-BE49-F238E27FC236}">
                    <a16:creationId xmlns:a16="http://schemas.microsoft.com/office/drawing/2014/main" id="{4E4F9BC1-F5BE-B344-A249-E838C680C739}"/>
                  </a:ext>
                </a:extLst>
              </p:cNvPr>
              <p:cNvSpPr/>
              <p:nvPr/>
            </p:nvSpPr>
            <p:spPr>
              <a:xfrm>
                <a:off x="2936958" y="3912603"/>
                <a:ext cx="424682" cy="329314"/>
              </a:xfrm>
              <a:prstGeom prst="rect">
                <a:avLst/>
              </a:prstGeom>
              <a:solidFill>
                <a:srgbClr val="FFFFFF"/>
              </a:solidFill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915" name="Straight Connector 914">
                <a:extLst>
                  <a:ext uri="{FF2B5EF4-FFF2-40B4-BE49-F238E27FC236}">
                    <a16:creationId xmlns:a16="http://schemas.microsoft.com/office/drawing/2014/main" id="{DB20F410-274B-C043-A0B4-75FDB2F514FF}"/>
                  </a:ext>
                </a:extLst>
              </p:cNvPr>
              <p:cNvCxnSpPr/>
              <p:nvPr/>
            </p:nvCxnSpPr>
            <p:spPr>
              <a:xfrm>
                <a:off x="2931113" y="4004811"/>
                <a:ext cx="424682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916" name="Straight Connector 915">
                <a:extLst>
                  <a:ext uri="{FF2B5EF4-FFF2-40B4-BE49-F238E27FC236}">
                    <a16:creationId xmlns:a16="http://schemas.microsoft.com/office/drawing/2014/main" id="{7E028785-0101-4B45-BBD3-8308680B4792}"/>
                  </a:ext>
                </a:extLst>
              </p:cNvPr>
              <p:cNvCxnSpPr/>
              <p:nvPr/>
            </p:nvCxnSpPr>
            <p:spPr>
              <a:xfrm>
                <a:off x="2931113" y="4067381"/>
                <a:ext cx="424682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917" name="Straight Connector 916">
                <a:extLst>
                  <a:ext uri="{FF2B5EF4-FFF2-40B4-BE49-F238E27FC236}">
                    <a16:creationId xmlns:a16="http://schemas.microsoft.com/office/drawing/2014/main" id="{A47B9AA0-7155-B643-A937-D99E939A959D}"/>
                  </a:ext>
                </a:extLst>
              </p:cNvPr>
              <p:cNvCxnSpPr>
                <a:stCxn id="914" idx="2"/>
              </p:cNvCxnSpPr>
              <p:nvPr/>
            </p:nvCxnSpPr>
            <p:spPr>
              <a:xfrm flipH="1" flipV="1">
                <a:off x="3147351" y="4004811"/>
                <a:ext cx="1947" cy="237106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</p:grpSp>
        <p:grpSp>
          <p:nvGrpSpPr>
            <p:cNvPr id="904" name="Group 416">
              <a:extLst>
                <a:ext uri="{FF2B5EF4-FFF2-40B4-BE49-F238E27FC236}">
                  <a16:creationId xmlns:a16="http://schemas.microsoft.com/office/drawing/2014/main" id="{6CFC219B-7363-534F-BBB9-2940C18F6DD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374316" y="2795285"/>
              <a:ext cx="349250" cy="317387"/>
              <a:chOff x="2931664" y="3912603"/>
              <a:chExt cx="430450" cy="329314"/>
            </a:xfrm>
          </p:grpSpPr>
          <p:sp>
            <p:nvSpPr>
              <p:cNvPr id="910" name="Rectangle 909">
                <a:extLst>
                  <a:ext uri="{FF2B5EF4-FFF2-40B4-BE49-F238E27FC236}">
                    <a16:creationId xmlns:a16="http://schemas.microsoft.com/office/drawing/2014/main" id="{A90F17FE-7DC7-C744-AC85-74012E165AB3}"/>
                  </a:ext>
                </a:extLst>
              </p:cNvPr>
              <p:cNvSpPr/>
              <p:nvPr/>
            </p:nvSpPr>
            <p:spPr>
              <a:xfrm>
                <a:off x="2937241" y="3912603"/>
                <a:ext cx="424655" cy="329314"/>
              </a:xfrm>
              <a:prstGeom prst="rect">
                <a:avLst/>
              </a:prstGeom>
              <a:solidFill>
                <a:srgbClr val="FFFFFF"/>
              </a:solidFill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911" name="Straight Connector 910">
                <a:extLst>
                  <a:ext uri="{FF2B5EF4-FFF2-40B4-BE49-F238E27FC236}">
                    <a16:creationId xmlns:a16="http://schemas.microsoft.com/office/drawing/2014/main" id="{493DE14E-A2F1-A249-AD60-B96754D395E1}"/>
                  </a:ext>
                </a:extLst>
              </p:cNvPr>
              <p:cNvCxnSpPr/>
              <p:nvPr/>
            </p:nvCxnSpPr>
            <p:spPr>
              <a:xfrm>
                <a:off x="2931371" y="4004811"/>
                <a:ext cx="424654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912" name="Straight Connector 911">
                <a:extLst>
                  <a:ext uri="{FF2B5EF4-FFF2-40B4-BE49-F238E27FC236}">
                    <a16:creationId xmlns:a16="http://schemas.microsoft.com/office/drawing/2014/main" id="{8DFE02DA-2A86-4844-B164-F4DC02A4123A}"/>
                  </a:ext>
                </a:extLst>
              </p:cNvPr>
              <p:cNvCxnSpPr/>
              <p:nvPr/>
            </p:nvCxnSpPr>
            <p:spPr>
              <a:xfrm>
                <a:off x="2931371" y="4067381"/>
                <a:ext cx="424654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913" name="Straight Connector 912">
                <a:extLst>
                  <a:ext uri="{FF2B5EF4-FFF2-40B4-BE49-F238E27FC236}">
                    <a16:creationId xmlns:a16="http://schemas.microsoft.com/office/drawing/2014/main" id="{C4AA7EE7-5C2E-8D48-989F-F7194666A353}"/>
                  </a:ext>
                </a:extLst>
              </p:cNvPr>
              <p:cNvCxnSpPr>
                <a:stCxn id="910" idx="2"/>
              </p:cNvCxnSpPr>
              <p:nvPr/>
            </p:nvCxnSpPr>
            <p:spPr>
              <a:xfrm flipH="1" flipV="1">
                <a:off x="3148590" y="4004811"/>
                <a:ext cx="0" cy="237106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</p:grpSp>
        <p:grpSp>
          <p:nvGrpSpPr>
            <p:cNvPr id="905" name="Group 421">
              <a:extLst>
                <a:ext uri="{FF2B5EF4-FFF2-40B4-BE49-F238E27FC236}">
                  <a16:creationId xmlns:a16="http://schemas.microsoft.com/office/drawing/2014/main" id="{1FA36B18-95B0-CB4E-95BE-59E9718161E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379204" y="2792111"/>
              <a:ext cx="350837" cy="317387"/>
              <a:chOff x="2931664" y="3912603"/>
              <a:chExt cx="430450" cy="329314"/>
            </a:xfrm>
          </p:grpSpPr>
          <p:sp>
            <p:nvSpPr>
              <p:cNvPr id="906" name="Rectangle 905">
                <a:extLst>
                  <a:ext uri="{FF2B5EF4-FFF2-40B4-BE49-F238E27FC236}">
                    <a16:creationId xmlns:a16="http://schemas.microsoft.com/office/drawing/2014/main" id="{EE684161-8E76-E041-95F6-E692F09DB739}"/>
                  </a:ext>
                </a:extLst>
              </p:cNvPr>
              <p:cNvSpPr/>
              <p:nvPr/>
            </p:nvSpPr>
            <p:spPr>
              <a:xfrm>
                <a:off x="2937432" y="3912603"/>
                <a:ext cx="424682" cy="329314"/>
              </a:xfrm>
              <a:prstGeom prst="rect">
                <a:avLst/>
              </a:prstGeom>
              <a:solidFill>
                <a:srgbClr val="FFFFFF"/>
              </a:solidFill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907" name="Straight Connector 906">
                <a:extLst>
                  <a:ext uri="{FF2B5EF4-FFF2-40B4-BE49-F238E27FC236}">
                    <a16:creationId xmlns:a16="http://schemas.microsoft.com/office/drawing/2014/main" id="{7927B3EE-2CC2-B44C-94F1-B69CA0A815A2}"/>
                  </a:ext>
                </a:extLst>
              </p:cNvPr>
              <p:cNvCxnSpPr/>
              <p:nvPr/>
            </p:nvCxnSpPr>
            <p:spPr>
              <a:xfrm>
                <a:off x="2931587" y="4004811"/>
                <a:ext cx="424682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908" name="Straight Connector 907">
                <a:extLst>
                  <a:ext uri="{FF2B5EF4-FFF2-40B4-BE49-F238E27FC236}">
                    <a16:creationId xmlns:a16="http://schemas.microsoft.com/office/drawing/2014/main" id="{89B6595F-CFF0-3B40-B47C-ADB86E974281}"/>
                  </a:ext>
                </a:extLst>
              </p:cNvPr>
              <p:cNvCxnSpPr/>
              <p:nvPr/>
            </p:nvCxnSpPr>
            <p:spPr>
              <a:xfrm>
                <a:off x="2931587" y="4067381"/>
                <a:ext cx="424682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909" name="Straight Connector 908">
                <a:extLst>
                  <a:ext uri="{FF2B5EF4-FFF2-40B4-BE49-F238E27FC236}">
                    <a16:creationId xmlns:a16="http://schemas.microsoft.com/office/drawing/2014/main" id="{C551D2B6-035F-CE4D-A43A-5FFB5AFCEED5}"/>
                  </a:ext>
                </a:extLst>
              </p:cNvPr>
              <p:cNvCxnSpPr>
                <a:stCxn id="906" idx="2"/>
              </p:cNvCxnSpPr>
              <p:nvPr/>
            </p:nvCxnSpPr>
            <p:spPr>
              <a:xfrm flipH="1" flipV="1">
                <a:off x="3147825" y="4004811"/>
                <a:ext cx="1947" cy="237106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</p:grpSp>
      </p:grpSp>
      <p:grpSp>
        <p:nvGrpSpPr>
          <p:cNvPr id="926" name="Group 925">
            <a:extLst>
              <a:ext uri="{FF2B5EF4-FFF2-40B4-BE49-F238E27FC236}">
                <a16:creationId xmlns:a16="http://schemas.microsoft.com/office/drawing/2014/main" id="{A988FEAF-222E-2C4B-8C38-8B6C17D4D63D}"/>
              </a:ext>
            </a:extLst>
          </p:cNvPr>
          <p:cNvGrpSpPr>
            <a:grpSpLocks/>
          </p:cNvGrpSpPr>
          <p:nvPr/>
        </p:nvGrpSpPr>
        <p:grpSpPr bwMode="auto">
          <a:xfrm>
            <a:off x="3605068" y="3656980"/>
            <a:ext cx="5211762" cy="2740025"/>
            <a:chOff x="1856416" y="3709935"/>
            <a:chExt cx="5211763" cy="2739614"/>
          </a:xfrm>
        </p:grpSpPr>
        <p:sp>
          <p:nvSpPr>
            <p:cNvPr id="927" name="Freeform 926">
              <a:extLst>
                <a:ext uri="{FF2B5EF4-FFF2-40B4-BE49-F238E27FC236}">
                  <a16:creationId xmlns:a16="http://schemas.microsoft.com/office/drawing/2014/main" id="{875BCAC4-B573-D54B-BF32-094096F89D98}"/>
                </a:ext>
              </a:extLst>
            </p:cNvPr>
            <p:cNvSpPr/>
            <p:nvPr/>
          </p:nvSpPr>
          <p:spPr>
            <a:xfrm>
              <a:off x="1877053" y="5330529"/>
              <a:ext cx="1281113" cy="758711"/>
            </a:xfrm>
            <a:custGeom>
              <a:avLst/>
              <a:gdLst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418712 w 1040633"/>
                <a:gd name="connsiteY4" fmla="*/ 1189324 h 1219697"/>
                <a:gd name="connsiteX5" fmla="*/ 139870 w 1040633"/>
                <a:gd name="connsiteY5" fmla="*/ 1191723 h 1219697"/>
                <a:gd name="connsiteX0" fmla="*/ 139870 w 1040633"/>
                <a:gd name="connsiteY0" fmla="*/ 1191723 h 1355926"/>
                <a:gd name="connsiteX1" fmla="*/ 0 w 1040633"/>
                <a:gd name="connsiteY1" fmla="*/ 0 h 1355926"/>
                <a:gd name="connsiteX2" fmla="*/ 1040633 w 1040633"/>
                <a:gd name="connsiteY2" fmla="*/ 16785 h 1355926"/>
                <a:gd name="connsiteX3" fmla="*/ 833625 w 1040633"/>
                <a:gd name="connsiteY3" fmla="*/ 1219697 h 1355926"/>
                <a:gd name="connsiteX4" fmla="*/ 139870 w 1040633"/>
                <a:gd name="connsiteY4" fmla="*/ 1191723 h 1355926"/>
                <a:gd name="connsiteX0" fmla="*/ 139870 w 1040633"/>
                <a:gd name="connsiteY0" fmla="*/ 1191723 h 1289901"/>
                <a:gd name="connsiteX1" fmla="*/ 0 w 1040633"/>
                <a:gd name="connsiteY1" fmla="*/ 0 h 1289901"/>
                <a:gd name="connsiteX2" fmla="*/ 1040633 w 1040633"/>
                <a:gd name="connsiteY2" fmla="*/ 16785 h 1289901"/>
                <a:gd name="connsiteX3" fmla="*/ 833625 w 1040633"/>
                <a:gd name="connsiteY3" fmla="*/ 1219697 h 1289901"/>
                <a:gd name="connsiteX4" fmla="*/ 139870 w 1040633"/>
                <a:gd name="connsiteY4" fmla="*/ 1191723 h 1289901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191723"/>
                <a:gd name="connsiteX1" fmla="*/ 0 w 1040633"/>
                <a:gd name="connsiteY1" fmla="*/ 0 h 1191723"/>
                <a:gd name="connsiteX2" fmla="*/ 1040633 w 1040633"/>
                <a:gd name="connsiteY2" fmla="*/ 16785 h 1191723"/>
                <a:gd name="connsiteX3" fmla="*/ 671988 w 1040633"/>
                <a:gd name="connsiteY3" fmla="*/ 1158121 h 1191723"/>
                <a:gd name="connsiteX4" fmla="*/ 139870 w 1040633"/>
                <a:gd name="connsiteY4" fmla="*/ 1191723 h 1191723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363082 w 1040633"/>
                <a:gd name="connsiteY4" fmla="*/ 1160935 h 1160935"/>
                <a:gd name="connsiteX0" fmla="*/ 448507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448507 w 1040633"/>
                <a:gd name="connsiteY4" fmla="*/ 1160935 h 1160935"/>
                <a:gd name="connsiteX0" fmla="*/ 448507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448507 w 1040633"/>
                <a:gd name="connsiteY4" fmla="*/ 1160935 h 1160935"/>
                <a:gd name="connsiteX0" fmla="*/ 448507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448507 w 1040633"/>
                <a:gd name="connsiteY4" fmla="*/ 1160935 h 1160935"/>
                <a:gd name="connsiteX0" fmla="*/ 448507 w 1325315"/>
                <a:gd name="connsiteY0" fmla="*/ 1160935 h 1160935"/>
                <a:gd name="connsiteX1" fmla="*/ 0 w 1325315"/>
                <a:gd name="connsiteY1" fmla="*/ 0 h 1160935"/>
                <a:gd name="connsiteX2" fmla="*/ 1040633 w 1325315"/>
                <a:gd name="connsiteY2" fmla="*/ 16785 h 1160935"/>
                <a:gd name="connsiteX3" fmla="*/ 1214315 w 1325315"/>
                <a:gd name="connsiteY3" fmla="*/ 1064597 h 1160935"/>
                <a:gd name="connsiteX4" fmla="*/ 448507 w 1325315"/>
                <a:gd name="connsiteY4" fmla="*/ 1160935 h 1160935"/>
                <a:gd name="connsiteX0" fmla="*/ 448507 w 1214315"/>
                <a:gd name="connsiteY0" fmla="*/ 1160935 h 1160935"/>
                <a:gd name="connsiteX1" fmla="*/ 0 w 1214315"/>
                <a:gd name="connsiteY1" fmla="*/ 0 h 1160935"/>
                <a:gd name="connsiteX2" fmla="*/ 1040633 w 1214315"/>
                <a:gd name="connsiteY2" fmla="*/ 16785 h 1160935"/>
                <a:gd name="connsiteX3" fmla="*/ 1214315 w 1214315"/>
                <a:gd name="connsiteY3" fmla="*/ 1064597 h 1160935"/>
                <a:gd name="connsiteX4" fmla="*/ 448507 w 1214315"/>
                <a:gd name="connsiteY4" fmla="*/ 1160935 h 1160935"/>
                <a:gd name="connsiteX0" fmla="*/ 448507 w 1214315"/>
                <a:gd name="connsiteY0" fmla="*/ 1160935 h 1160935"/>
                <a:gd name="connsiteX1" fmla="*/ 0 w 1214315"/>
                <a:gd name="connsiteY1" fmla="*/ 0 h 1160935"/>
                <a:gd name="connsiteX2" fmla="*/ 1040633 w 1214315"/>
                <a:gd name="connsiteY2" fmla="*/ 16785 h 1160935"/>
                <a:gd name="connsiteX3" fmla="*/ 1214315 w 1214315"/>
                <a:gd name="connsiteY3" fmla="*/ 1064597 h 1160935"/>
                <a:gd name="connsiteX4" fmla="*/ 448507 w 1214315"/>
                <a:gd name="connsiteY4" fmla="*/ 1160935 h 1160935"/>
                <a:gd name="connsiteX0" fmla="*/ 1053964 w 1214315"/>
                <a:gd name="connsiteY0" fmla="*/ 1136323 h 1136323"/>
                <a:gd name="connsiteX1" fmla="*/ 0 w 1214315"/>
                <a:gd name="connsiteY1" fmla="*/ 0 h 1136323"/>
                <a:gd name="connsiteX2" fmla="*/ 1040633 w 1214315"/>
                <a:gd name="connsiteY2" fmla="*/ 16785 h 1136323"/>
                <a:gd name="connsiteX3" fmla="*/ 1214315 w 1214315"/>
                <a:gd name="connsiteY3" fmla="*/ 1064597 h 1136323"/>
                <a:gd name="connsiteX4" fmla="*/ 1053964 w 1214315"/>
                <a:gd name="connsiteY4" fmla="*/ 1136323 h 1136323"/>
                <a:gd name="connsiteX0" fmla="*/ 1053964 w 1214315"/>
                <a:gd name="connsiteY0" fmla="*/ 1136323 h 1136323"/>
                <a:gd name="connsiteX1" fmla="*/ 0 w 1214315"/>
                <a:gd name="connsiteY1" fmla="*/ 0 h 1136323"/>
                <a:gd name="connsiteX2" fmla="*/ 1040633 w 1214315"/>
                <a:gd name="connsiteY2" fmla="*/ 16785 h 1136323"/>
                <a:gd name="connsiteX3" fmla="*/ 1214315 w 1214315"/>
                <a:gd name="connsiteY3" fmla="*/ 1064597 h 1136323"/>
                <a:gd name="connsiteX4" fmla="*/ 1053964 w 1214315"/>
                <a:gd name="connsiteY4" fmla="*/ 1136323 h 1136323"/>
                <a:gd name="connsiteX0" fmla="*/ 1053964 w 1214315"/>
                <a:gd name="connsiteY0" fmla="*/ 1136323 h 1136323"/>
                <a:gd name="connsiteX1" fmla="*/ 0 w 1214315"/>
                <a:gd name="connsiteY1" fmla="*/ 0 h 1136323"/>
                <a:gd name="connsiteX2" fmla="*/ 1040633 w 1214315"/>
                <a:gd name="connsiteY2" fmla="*/ 16785 h 1136323"/>
                <a:gd name="connsiteX3" fmla="*/ 1214315 w 1214315"/>
                <a:gd name="connsiteY3" fmla="*/ 1064597 h 1136323"/>
                <a:gd name="connsiteX4" fmla="*/ 1053964 w 1214315"/>
                <a:gd name="connsiteY4" fmla="*/ 1136323 h 1136323"/>
                <a:gd name="connsiteX0" fmla="*/ 1060159 w 1220510"/>
                <a:gd name="connsiteY0" fmla="*/ 1119627 h 1119627"/>
                <a:gd name="connsiteX1" fmla="*/ 0 w 1220510"/>
                <a:gd name="connsiteY1" fmla="*/ 249694 h 1119627"/>
                <a:gd name="connsiteX2" fmla="*/ 1046828 w 1220510"/>
                <a:gd name="connsiteY2" fmla="*/ 89 h 1119627"/>
                <a:gd name="connsiteX3" fmla="*/ 1220510 w 1220510"/>
                <a:gd name="connsiteY3" fmla="*/ 1047901 h 1119627"/>
                <a:gd name="connsiteX4" fmla="*/ 1060159 w 1220510"/>
                <a:gd name="connsiteY4" fmla="*/ 1119627 h 1119627"/>
                <a:gd name="connsiteX0" fmla="*/ 1060159 w 1220510"/>
                <a:gd name="connsiteY0" fmla="*/ 1119627 h 1119627"/>
                <a:gd name="connsiteX1" fmla="*/ 0 w 1220510"/>
                <a:gd name="connsiteY1" fmla="*/ 249694 h 1119627"/>
                <a:gd name="connsiteX2" fmla="*/ 1046828 w 1220510"/>
                <a:gd name="connsiteY2" fmla="*/ 89 h 1119627"/>
                <a:gd name="connsiteX3" fmla="*/ 1220510 w 1220510"/>
                <a:gd name="connsiteY3" fmla="*/ 1047901 h 1119627"/>
                <a:gd name="connsiteX4" fmla="*/ 1060159 w 1220510"/>
                <a:gd name="connsiteY4" fmla="*/ 1119627 h 1119627"/>
                <a:gd name="connsiteX0" fmla="*/ 1060159 w 1220510"/>
                <a:gd name="connsiteY0" fmla="*/ 1119627 h 1119627"/>
                <a:gd name="connsiteX1" fmla="*/ 0 w 1220510"/>
                <a:gd name="connsiteY1" fmla="*/ 249694 h 1119627"/>
                <a:gd name="connsiteX2" fmla="*/ 1046828 w 1220510"/>
                <a:gd name="connsiteY2" fmla="*/ 89 h 1119627"/>
                <a:gd name="connsiteX3" fmla="*/ 1220510 w 1220510"/>
                <a:gd name="connsiteY3" fmla="*/ 1047901 h 1119627"/>
                <a:gd name="connsiteX4" fmla="*/ 1060159 w 1220510"/>
                <a:gd name="connsiteY4" fmla="*/ 1119627 h 1119627"/>
                <a:gd name="connsiteX0" fmla="*/ 1060159 w 1220510"/>
                <a:gd name="connsiteY0" fmla="*/ 921649 h 921649"/>
                <a:gd name="connsiteX1" fmla="*/ 0 w 1220510"/>
                <a:gd name="connsiteY1" fmla="*/ 51716 h 921649"/>
                <a:gd name="connsiteX2" fmla="*/ 1059218 w 1220510"/>
                <a:gd name="connsiteY2" fmla="*/ 355 h 921649"/>
                <a:gd name="connsiteX3" fmla="*/ 1220510 w 1220510"/>
                <a:gd name="connsiteY3" fmla="*/ 849923 h 921649"/>
                <a:gd name="connsiteX4" fmla="*/ 1060159 w 1220510"/>
                <a:gd name="connsiteY4" fmla="*/ 921649 h 921649"/>
                <a:gd name="connsiteX0" fmla="*/ 1060159 w 1220510"/>
                <a:gd name="connsiteY0" fmla="*/ 921649 h 921649"/>
                <a:gd name="connsiteX1" fmla="*/ 0 w 1220510"/>
                <a:gd name="connsiteY1" fmla="*/ 51716 h 921649"/>
                <a:gd name="connsiteX2" fmla="*/ 1059218 w 1220510"/>
                <a:gd name="connsiteY2" fmla="*/ 355 h 921649"/>
                <a:gd name="connsiteX3" fmla="*/ 1220510 w 1220510"/>
                <a:gd name="connsiteY3" fmla="*/ 849923 h 921649"/>
                <a:gd name="connsiteX4" fmla="*/ 1060159 w 1220510"/>
                <a:gd name="connsiteY4" fmla="*/ 921649 h 921649"/>
                <a:gd name="connsiteX0" fmla="*/ 1060159 w 1220510"/>
                <a:gd name="connsiteY0" fmla="*/ 921649 h 921649"/>
                <a:gd name="connsiteX1" fmla="*/ 0 w 1220510"/>
                <a:gd name="connsiteY1" fmla="*/ 51716 h 921649"/>
                <a:gd name="connsiteX2" fmla="*/ 1059218 w 1220510"/>
                <a:gd name="connsiteY2" fmla="*/ 355 h 921649"/>
                <a:gd name="connsiteX3" fmla="*/ 1220510 w 1220510"/>
                <a:gd name="connsiteY3" fmla="*/ 849923 h 921649"/>
                <a:gd name="connsiteX4" fmla="*/ 1060159 w 1220510"/>
                <a:gd name="connsiteY4" fmla="*/ 921649 h 921649"/>
                <a:gd name="connsiteX0" fmla="*/ 1060159 w 1340486"/>
                <a:gd name="connsiteY0" fmla="*/ 921649 h 921649"/>
                <a:gd name="connsiteX1" fmla="*/ 0 w 1340486"/>
                <a:gd name="connsiteY1" fmla="*/ 51716 h 921649"/>
                <a:gd name="connsiteX2" fmla="*/ 1059218 w 1340486"/>
                <a:gd name="connsiteY2" fmla="*/ 355 h 921649"/>
                <a:gd name="connsiteX3" fmla="*/ 1340486 w 1340486"/>
                <a:gd name="connsiteY3" fmla="*/ 709789 h 921649"/>
                <a:gd name="connsiteX4" fmla="*/ 1060159 w 1340486"/>
                <a:gd name="connsiteY4" fmla="*/ 921649 h 921649"/>
                <a:gd name="connsiteX0" fmla="*/ 1060159 w 1340486"/>
                <a:gd name="connsiteY0" fmla="*/ 921649 h 921649"/>
                <a:gd name="connsiteX1" fmla="*/ 0 w 1340486"/>
                <a:gd name="connsiteY1" fmla="*/ 51716 h 921649"/>
                <a:gd name="connsiteX2" fmla="*/ 1059218 w 1340486"/>
                <a:gd name="connsiteY2" fmla="*/ 355 h 921649"/>
                <a:gd name="connsiteX3" fmla="*/ 1340486 w 1340486"/>
                <a:gd name="connsiteY3" fmla="*/ 709789 h 921649"/>
                <a:gd name="connsiteX4" fmla="*/ 1060159 w 1340486"/>
                <a:gd name="connsiteY4" fmla="*/ 921649 h 921649"/>
                <a:gd name="connsiteX0" fmla="*/ 1060159 w 1340486"/>
                <a:gd name="connsiteY0" fmla="*/ 921649 h 921649"/>
                <a:gd name="connsiteX1" fmla="*/ 0 w 1340486"/>
                <a:gd name="connsiteY1" fmla="*/ 51716 h 921649"/>
                <a:gd name="connsiteX2" fmla="*/ 1059218 w 1340486"/>
                <a:gd name="connsiteY2" fmla="*/ 355 h 921649"/>
                <a:gd name="connsiteX3" fmla="*/ 1340486 w 1340486"/>
                <a:gd name="connsiteY3" fmla="*/ 709789 h 921649"/>
                <a:gd name="connsiteX4" fmla="*/ 1060159 w 1340486"/>
                <a:gd name="connsiteY4" fmla="*/ 921649 h 921649"/>
                <a:gd name="connsiteX0" fmla="*/ 1025166 w 1340486"/>
                <a:gd name="connsiteY0" fmla="*/ 746482 h 746482"/>
                <a:gd name="connsiteX1" fmla="*/ 0 w 1340486"/>
                <a:gd name="connsiteY1" fmla="*/ 51716 h 746482"/>
                <a:gd name="connsiteX2" fmla="*/ 1059218 w 1340486"/>
                <a:gd name="connsiteY2" fmla="*/ 355 h 746482"/>
                <a:gd name="connsiteX3" fmla="*/ 1340486 w 1340486"/>
                <a:gd name="connsiteY3" fmla="*/ 709789 h 746482"/>
                <a:gd name="connsiteX4" fmla="*/ 1025166 w 1340486"/>
                <a:gd name="connsiteY4" fmla="*/ 746482 h 746482"/>
                <a:gd name="connsiteX0" fmla="*/ 1025166 w 1340486"/>
                <a:gd name="connsiteY0" fmla="*/ 746482 h 746482"/>
                <a:gd name="connsiteX1" fmla="*/ 0 w 1340486"/>
                <a:gd name="connsiteY1" fmla="*/ 51716 h 746482"/>
                <a:gd name="connsiteX2" fmla="*/ 1059218 w 1340486"/>
                <a:gd name="connsiteY2" fmla="*/ 355 h 746482"/>
                <a:gd name="connsiteX3" fmla="*/ 1340486 w 1340486"/>
                <a:gd name="connsiteY3" fmla="*/ 709789 h 746482"/>
                <a:gd name="connsiteX4" fmla="*/ 1025166 w 1340486"/>
                <a:gd name="connsiteY4" fmla="*/ 746482 h 746482"/>
                <a:gd name="connsiteX0" fmla="*/ 965179 w 1280499"/>
                <a:gd name="connsiteY0" fmla="*/ 759828 h 759828"/>
                <a:gd name="connsiteX1" fmla="*/ 0 w 1280499"/>
                <a:gd name="connsiteY1" fmla="*/ 0 h 759828"/>
                <a:gd name="connsiteX2" fmla="*/ 999231 w 1280499"/>
                <a:gd name="connsiteY2" fmla="*/ 13701 h 759828"/>
                <a:gd name="connsiteX3" fmla="*/ 1280499 w 1280499"/>
                <a:gd name="connsiteY3" fmla="*/ 723135 h 759828"/>
                <a:gd name="connsiteX4" fmla="*/ 965179 w 1280499"/>
                <a:gd name="connsiteY4" fmla="*/ 759828 h 759828"/>
                <a:gd name="connsiteX0" fmla="*/ 965179 w 1280499"/>
                <a:gd name="connsiteY0" fmla="*/ 759828 h 759828"/>
                <a:gd name="connsiteX1" fmla="*/ 0 w 1280499"/>
                <a:gd name="connsiteY1" fmla="*/ 0 h 759828"/>
                <a:gd name="connsiteX2" fmla="*/ 999231 w 1280499"/>
                <a:gd name="connsiteY2" fmla="*/ 13701 h 759828"/>
                <a:gd name="connsiteX3" fmla="*/ 1280499 w 1280499"/>
                <a:gd name="connsiteY3" fmla="*/ 723135 h 759828"/>
                <a:gd name="connsiteX4" fmla="*/ 965179 w 1280499"/>
                <a:gd name="connsiteY4" fmla="*/ 759828 h 759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80499" h="759828">
                  <a:moveTo>
                    <a:pt x="965179" y="759828"/>
                  </a:moveTo>
                  <a:cubicBezTo>
                    <a:pt x="301565" y="231725"/>
                    <a:pt x="628999" y="498939"/>
                    <a:pt x="0" y="0"/>
                  </a:cubicBezTo>
                  <a:lnTo>
                    <a:pt x="999231" y="13701"/>
                  </a:lnTo>
                  <a:cubicBezTo>
                    <a:pt x="1112985" y="379881"/>
                    <a:pt x="1055867" y="236107"/>
                    <a:pt x="1280499" y="723135"/>
                  </a:cubicBezTo>
                  <a:cubicBezTo>
                    <a:pt x="1186079" y="728668"/>
                    <a:pt x="1127207" y="701414"/>
                    <a:pt x="965179" y="759828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>
                    <a:lumMod val="95000"/>
                  </a:srgbClr>
                </a:gs>
                <a:gs pos="100000">
                  <a:srgbClr val="FFFFFF">
                    <a:lumMod val="7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FFFFFF">
                  <a:lumMod val="75000"/>
                </a:srgbClr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928" name="Freeform 927">
              <a:extLst>
                <a:ext uri="{FF2B5EF4-FFF2-40B4-BE49-F238E27FC236}">
                  <a16:creationId xmlns:a16="http://schemas.microsoft.com/office/drawing/2014/main" id="{0D857BEA-FC6F-1449-A5C0-C21CC8BC5CED}"/>
                </a:ext>
              </a:extLst>
            </p:cNvPr>
            <p:cNvSpPr/>
            <p:nvPr/>
          </p:nvSpPr>
          <p:spPr>
            <a:xfrm>
              <a:off x="6202992" y="5428939"/>
              <a:ext cx="865187" cy="553955"/>
            </a:xfrm>
            <a:custGeom>
              <a:avLst/>
              <a:gdLst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418712 w 1040633"/>
                <a:gd name="connsiteY4" fmla="*/ 1189324 h 1219697"/>
                <a:gd name="connsiteX5" fmla="*/ 139870 w 1040633"/>
                <a:gd name="connsiteY5" fmla="*/ 1191723 h 1219697"/>
                <a:gd name="connsiteX0" fmla="*/ 139870 w 1040633"/>
                <a:gd name="connsiteY0" fmla="*/ 1191723 h 1355926"/>
                <a:gd name="connsiteX1" fmla="*/ 0 w 1040633"/>
                <a:gd name="connsiteY1" fmla="*/ 0 h 1355926"/>
                <a:gd name="connsiteX2" fmla="*/ 1040633 w 1040633"/>
                <a:gd name="connsiteY2" fmla="*/ 16785 h 1355926"/>
                <a:gd name="connsiteX3" fmla="*/ 833625 w 1040633"/>
                <a:gd name="connsiteY3" fmla="*/ 1219697 h 1355926"/>
                <a:gd name="connsiteX4" fmla="*/ 139870 w 1040633"/>
                <a:gd name="connsiteY4" fmla="*/ 1191723 h 1355926"/>
                <a:gd name="connsiteX0" fmla="*/ 139870 w 1040633"/>
                <a:gd name="connsiteY0" fmla="*/ 1191723 h 1289901"/>
                <a:gd name="connsiteX1" fmla="*/ 0 w 1040633"/>
                <a:gd name="connsiteY1" fmla="*/ 0 h 1289901"/>
                <a:gd name="connsiteX2" fmla="*/ 1040633 w 1040633"/>
                <a:gd name="connsiteY2" fmla="*/ 16785 h 1289901"/>
                <a:gd name="connsiteX3" fmla="*/ 833625 w 1040633"/>
                <a:gd name="connsiteY3" fmla="*/ 1219697 h 1289901"/>
                <a:gd name="connsiteX4" fmla="*/ 139870 w 1040633"/>
                <a:gd name="connsiteY4" fmla="*/ 1191723 h 1289901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191723"/>
                <a:gd name="connsiteX1" fmla="*/ 0 w 1040633"/>
                <a:gd name="connsiteY1" fmla="*/ 0 h 1191723"/>
                <a:gd name="connsiteX2" fmla="*/ 1040633 w 1040633"/>
                <a:gd name="connsiteY2" fmla="*/ 16785 h 1191723"/>
                <a:gd name="connsiteX3" fmla="*/ 671988 w 1040633"/>
                <a:gd name="connsiteY3" fmla="*/ 1158121 h 1191723"/>
                <a:gd name="connsiteX4" fmla="*/ 139870 w 1040633"/>
                <a:gd name="connsiteY4" fmla="*/ 1191723 h 1191723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71988 w 778664"/>
                <a:gd name="connsiteY3" fmla="*/ 1158121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23004 w 954755"/>
                <a:gd name="connsiteY0" fmla="*/ 943771 h 976186"/>
                <a:gd name="connsiteX1" fmla="*/ 455145 w 954755"/>
                <a:gd name="connsiteY1" fmla="*/ 11688 h 976186"/>
                <a:gd name="connsiteX2" fmla="*/ 954755 w 954755"/>
                <a:gd name="connsiteY2" fmla="*/ 0 h 976186"/>
                <a:gd name="connsiteX3" fmla="*/ 728484 w 954755"/>
                <a:gd name="connsiteY3" fmla="*/ 976186 h 976186"/>
                <a:gd name="connsiteX4" fmla="*/ 23004 w 954755"/>
                <a:gd name="connsiteY4" fmla="*/ 943771 h 976186"/>
                <a:gd name="connsiteX0" fmla="*/ 0 w 931751"/>
                <a:gd name="connsiteY0" fmla="*/ 943771 h 976186"/>
                <a:gd name="connsiteX1" fmla="*/ 432141 w 931751"/>
                <a:gd name="connsiteY1" fmla="*/ 11688 h 976186"/>
                <a:gd name="connsiteX2" fmla="*/ 931751 w 931751"/>
                <a:gd name="connsiteY2" fmla="*/ 0 h 976186"/>
                <a:gd name="connsiteX3" fmla="*/ 705480 w 931751"/>
                <a:gd name="connsiteY3" fmla="*/ 976186 h 976186"/>
                <a:gd name="connsiteX4" fmla="*/ 0 w 931751"/>
                <a:gd name="connsiteY4" fmla="*/ 943771 h 976186"/>
                <a:gd name="connsiteX0" fmla="*/ 0 w 931751"/>
                <a:gd name="connsiteY0" fmla="*/ 943771 h 976186"/>
                <a:gd name="connsiteX1" fmla="*/ 432141 w 931751"/>
                <a:gd name="connsiteY1" fmla="*/ 11688 h 976186"/>
                <a:gd name="connsiteX2" fmla="*/ 931751 w 931751"/>
                <a:gd name="connsiteY2" fmla="*/ 0 h 976186"/>
                <a:gd name="connsiteX3" fmla="*/ 705480 w 931751"/>
                <a:gd name="connsiteY3" fmla="*/ 976186 h 976186"/>
                <a:gd name="connsiteX4" fmla="*/ 0 w 931751"/>
                <a:gd name="connsiteY4" fmla="*/ 943771 h 976186"/>
                <a:gd name="connsiteX0" fmla="*/ 0 w 931751"/>
                <a:gd name="connsiteY0" fmla="*/ 943771 h 976186"/>
                <a:gd name="connsiteX1" fmla="*/ 432141 w 931751"/>
                <a:gd name="connsiteY1" fmla="*/ 11688 h 976186"/>
                <a:gd name="connsiteX2" fmla="*/ 931751 w 931751"/>
                <a:gd name="connsiteY2" fmla="*/ 0 h 976186"/>
                <a:gd name="connsiteX3" fmla="*/ 705480 w 931751"/>
                <a:gd name="connsiteY3" fmla="*/ 976186 h 976186"/>
                <a:gd name="connsiteX4" fmla="*/ 0 w 931751"/>
                <a:gd name="connsiteY4" fmla="*/ 943771 h 976186"/>
                <a:gd name="connsiteX0" fmla="*/ 0 w 931751"/>
                <a:gd name="connsiteY0" fmla="*/ 943771 h 966342"/>
                <a:gd name="connsiteX1" fmla="*/ 432141 w 931751"/>
                <a:gd name="connsiteY1" fmla="*/ 11688 h 966342"/>
                <a:gd name="connsiteX2" fmla="*/ 931751 w 931751"/>
                <a:gd name="connsiteY2" fmla="*/ 0 h 966342"/>
                <a:gd name="connsiteX3" fmla="*/ 183705 w 931751"/>
                <a:gd name="connsiteY3" fmla="*/ 966342 h 966342"/>
                <a:gd name="connsiteX4" fmla="*/ 0 w 931751"/>
                <a:gd name="connsiteY4" fmla="*/ 943771 h 966342"/>
                <a:gd name="connsiteX0" fmla="*/ 0 w 931751"/>
                <a:gd name="connsiteY0" fmla="*/ 943771 h 966342"/>
                <a:gd name="connsiteX1" fmla="*/ 432141 w 931751"/>
                <a:gd name="connsiteY1" fmla="*/ 11688 h 966342"/>
                <a:gd name="connsiteX2" fmla="*/ 931751 w 931751"/>
                <a:gd name="connsiteY2" fmla="*/ 0 h 966342"/>
                <a:gd name="connsiteX3" fmla="*/ 183705 w 931751"/>
                <a:gd name="connsiteY3" fmla="*/ 966342 h 966342"/>
                <a:gd name="connsiteX4" fmla="*/ 0 w 931751"/>
                <a:gd name="connsiteY4" fmla="*/ 943771 h 966342"/>
                <a:gd name="connsiteX0" fmla="*/ 0 w 931751"/>
                <a:gd name="connsiteY0" fmla="*/ 943771 h 966342"/>
                <a:gd name="connsiteX1" fmla="*/ 432141 w 931751"/>
                <a:gd name="connsiteY1" fmla="*/ 11688 h 966342"/>
                <a:gd name="connsiteX2" fmla="*/ 931751 w 931751"/>
                <a:gd name="connsiteY2" fmla="*/ 0 h 966342"/>
                <a:gd name="connsiteX3" fmla="*/ 183705 w 931751"/>
                <a:gd name="connsiteY3" fmla="*/ 966342 h 966342"/>
                <a:gd name="connsiteX4" fmla="*/ 0 w 931751"/>
                <a:gd name="connsiteY4" fmla="*/ 943771 h 966342"/>
                <a:gd name="connsiteX0" fmla="*/ 0 w 956363"/>
                <a:gd name="connsiteY0" fmla="*/ 932083 h 954654"/>
                <a:gd name="connsiteX1" fmla="*/ 432141 w 956363"/>
                <a:gd name="connsiteY1" fmla="*/ 0 h 954654"/>
                <a:gd name="connsiteX2" fmla="*/ 956363 w 956363"/>
                <a:gd name="connsiteY2" fmla="*/ 12924 h 954654"/>
                <a:gd name="connsiteX3" fmla="*/ 183705 w 956363"/>
                <a:gd name="connsiteY3" fmla="*/ 954654 h 954654"/>
                <a:gd name="connsiteX4" fmla="*/ 0 w 956363"/>
                <a:gd name="connsiteY4" fmla="*/ 932083 h 954654"/>
                <a:gd name="connsiteX0" fmla="*/ 0 w 956363"/>
                <a:gd name="connsiteY0" fmla="*/ 919226 h 941797"/>
                <a:gd name="connsiteX1" fmla="*/ 405840 w 956363"/>
                <a:gd name="connsiteY1" fmla="*/ 197551 h 941797"/>
                <a:gd name="connsiteX2" fmla="*/ 956363 w 956363"/>
                <a:gd name="connsiteY2" fmla="*/ 67 h 941797"/>
                <a:gd name="connsiteX3" fmla="*/ 183705 w 956363"/>
                <a:gd name="connsiteY3" fmla="*/ 941797 h 941797"/>
                <a:gd name="connsiteX4" fmla="*/ 0 w 956363"/>
                <a:gd name="connsiteY4" fmla="*/ 919226 h 941797"/>
                <a:gd name="connsiteX0" fmla="*/ 0 w 956363"/>
                <a:gd name="connsiteY0" fmla="*/ 919226 h 941797"/>
                <a:gd name="connsiteX1" fmla="*/ 405840 w 956363"/>
                <a:gd name="connsiteY1" fmla="*/ 197551 h 941797"/>
                <a:gd name="connsiteX2" fmla="*/ 956363 w 956363"/>
                <a:gd name="connsiteY2" fmla="*/ 67 h 941797"/>
                <a:gd name="connsiteX3" fmla="*/ 183705 w 956363"/>
                <a:gd name="connsiteY3" fmla="*/ 941797 h 941797"/>
                <a:gd name="connsiteX4" fmla="*/ 0 w 956363"/>
                <a:gd name="connsiteY4" fmla="*/ 919226 h 941797"/>
                <a:gd name="connsiteX0" fmla="*/ 0 w 956363"/>
                <a:gd name="connsiteY0" fmla="*/ 919226 h 941797"/>
                <a:gd name="connsiteX1" fmla="*/ 405840 w 956363"/>
                <a:gd name="connsiteY1" fmla="*/ 197551 h 941797"/>
                <a:gd name="connsiteX2" fmla="*/ 956363 w 956363"/>
                <a:gd name="connsiteY2" fmla="*/ 67 h 941797"/>
                <a:gd name="connsiteX3" fmla="*/ 183705 w 956363"/>
                <a:gd name="connsiteY3" fmla="*/ 941797 h 941797"/>
                <a:gd name="connsiteX4" fmla="*/ 0 w 956363"/>
                <a:gd name="connsiteY4" fmla="*/ 919226 h 941797"/>
                <a:gd name="connsiteX0" fmla="*/ 0 w 926304"/>
                <a:gd name="connsiteY0" fmla="*/ 735614 h 758185"/>
                <a:gd name="connsiteX1" fmla="*/ 405840 w 926304"/>
                <a:gd name="connsiteY1" fmla="*/ 13939 h 758185"/>
                <a:gd name="connsiteX2" fmla="*/ 926304 w 926304"/>
                <a:gd name="connsiteY2" fmla="*/ 563 h 758185"/>
                <a:gd name="connsiteX3" fmla="*/ 183705 w 926304"/>
                <a:gd name="connsiteY3" fmla="*/ 758185 h 758185"/>
                <a:gd name="connsiteX4" fmla="*/ 0 w 926304"/>
                <a:gd name="connsiteY4" fmla="*/ 735614 h 758185"/>
                <a:gd name="connsiteX0" fmla="*/ 0 w 926304"/>
                <a:gd name="connsiteY0" fmla="*/ 735614 h 758185"/>
                <a:gd name="connsiteX1" fmla="*/ 405840 w 926304"/>
                <a:gd name="connsiteY1" fmla="*/ 13939 h 758185"/>
                <a:gd name="connsiteX2" fmla="*/ 926304 w 926304"/>
                <a:gd name="connsiteY2" fmla="*/ 563 h 758185"/>
                <a:gd name="connsiteX3" fmla="*/ 183705 w 926304"/>
                <a:gd name="connsiteY3" fmla="*/ 758185 h 758185"/>
                <a:gd name="connsiteX4" fmla="*/ 0 w 926304"/>
                <a:gd name="connsiteY4" fmla="*/ 735614 h 758185"/>
                <a:gd name="connsiteX0" fmla="*/ 0 w 926304"/>
                <a:gd name="connsiteY0" fmla="*/ 735614 h 758185"/>
                <a:gd name="connsiteX1" fmla="*/ 405840 w 926304"/>
                <a:gd name="connsiteY1" fmla="*/ 13939 h 758185"/>
                <a:gd name="connsiteX2" fmla="*/ 926304 w 926304"/>
                <a:gd name="connsiteY2" fmla="*/ 563 h 758185"/>
                <a:gd name="connsiteX3" fmla="*/ 183705 w 926304"/>
                <a:gd name="connsiteY3" fmla="*/ 758185 h 758185"/>
                <a:gd name="connsiteX4" fmla="*/ 0 w 926304"/>
                <a:gd name="connsiteY4" fmla="*/ 735614 h 758185"/>
                <a:gd name="connsiteX0" fmla="*/ 0 w 926304"/>
                <a:gd name="connsiteY0" fmla="*/ 735614 h 758185"/>
                <a:gd name="connsiteX1" fmla="*/ 405840 w 926304"/>
                <a:gd name="connsiteY1" fmla="*/ 13939 h 758185"/>
                <a:gd name="connsiteX2" fmla="*/ 926304 w 926304"/>
                <a:gd name="connsiteY2" fmla="*/ 563 h 758185"/>
                <a:gd name="connsiteX3" fmla="*/ 183705 w 926304"/>
                <a:gd name="connsiteY3" fmla="*/ 758185 h 758185"/>
                <a:gd name="connsiteX4" fmla="*/ 0 w 926304"/>
                <a:gd name="connsiteY4" fmla="*/ 735614 h 758185"/>
                <a:gd name="connsiteX0" fmla="*/ 0 w 1011379"/>
                <a:gd name="connsiteY0" fmla="*/ 605727 h 758185"/>
                <a:gd name="connsiteX1" fmla="*/ 490915 w 1011379"/>
                <a:gd name="connsiteY1" fmla="*/ 13939 h 758185"/>
                <a:gd name="connsiteX2" fmla="*/ 1011379 w 1011379"/>
                <a:gd name="connsiteY2" fmla="*/ 563 h 758185"/>
                <a:gd name="connsiteX3" fmla="*/ 268780 w 1011379"/>
                <a:gd name="connsiteY3" fmla="*/ 758185 h 758185"/>
                <a:gd name="connsiteX4" fmla="*/ 0 w 1011379"/>
                <a:gd name="connsiteY4" fmla="*/ 605727 h 758185"/>
                <a:gd name="connsiteX0" fmla="*/ 0 w 1011379"/>
                <a:gd name="connsiteY0" fmla="*/ 605727 h 648280"/>
                <a:gd name="connsiteX1" fmla="*/ 490915 w 1011379"/>
                <a:gd name="connsiteY1" fmla="*/ 13939 h 648280"/>
                <a:gd name="connsiteX2" fmla="*/ 1011379 w 1011379"/>
                <a:gd name="connsiteY2" fmla="*/ 563 h 648280"/>
                <a:gd name="connsiteX3" fmla="*/ 198718 w 1011379"/>
                <a:gd name="connsiteY3" fmla="*/ 648280 h 648280"/>
                <a:gd name="connsiteX4" fmla="*/ 0 w 1011379"/>
                <a:gd name="connsiteY4" fmla="*/ 605727 h 648280"/>
                <a:gd name="connsiteX0" fmla="*/ 0 w 1011379"/>
                <a:gd name="connsiteY0" fmla="*/ 605727 h 648280"/>
                <a:gd name="connsiteX1" fmla="*/ 490915 w 1011379"/>
                <a:gd name="connsiteY1" fmla="*/ 13939 h 648280"/>
                <a:gd name="connsiteX2" fmla="*/ 1011379 w 1011379"/>
                <a:gd name="connsiteY2" fmla="*/ 563 h 648280"/>
                <a:gd name="connsiteX3" fmla="*/ 198718 w 1011379"/>
                <a:gd name="connsiteY3" fmla="*/ 648280 h 648280"/>
                <a:gd name="connsiteX4" fmla="*/ 0 w 1011379"/>
                <a:gd name="connsiteY4" fmla="*/ 605727 h 648280"/>
                <a:gd name="connsiteX0" fmla="*/ 0 w 1011379"/>
                <a:gd name="connsiteY0" fmla="*/ 605727 h 648280"/>
                <a:gd name="connsiteX1" fmla="*/ 490915 w 1011379"/>
                <a:gd name="connsiteY1" fmla="*/ 13939 h 648280"/>
                <a:gd name="connsiteX2" fmla="*/ 1011379 w 1011379"/>
                <a:gd name="connsiteY2" fmla="*/ 563 h 648280"/>
                <a:gd name="connsiteX3" fmla="*/ 198718 w 1011379"/>
                <a:gd name="connsiteY3" fmla="*/ 648280 h 648280"/>
                <a:gd name="connsiteX4" fmla="*/ 0 w 1011379"/>
                <a:gd name="connsiteY4" fmla="*/ 605727 h 648280"/>
                <a:gd name="connsiteX0" fmla="*/ 0 w 1011379"/>
                <a:gd name="connsiteY0" fmla="*/ 605727 h 605727"/>
                <a:gd name="connsiteX1" fmla="*/ 490915 w 1011379"/>
                <a:gd name="connsiteY1" fmla="*/ 13939 h 605727"/>
                <a:gd name="connsiteX2" fmla="*/ 1011379 w 1011379"/>
                <a:gd name="connsiteY2" fmla="*/ 563 h 605727"/>
                <a:gd name="connsiteX3" fmla="*/ 318823 w 1011379"/>
                <a:gd name="connsiteY3" fmla="*/ 553361 h 605727"/>
                <a:gd name="connsiteX4" fmla="*/ 0 w 1011379"/>
                <a:gd name="connsiteY4" fmla="*/ 605727 h 605727"/>
                <a:gd name="connsiteX0" fmla="*/ 0 w 866251"/>
                <a:gd name="connsiteY0" fmla="*/ 540783 h 553361"/>
                <a:gd name="connsiteX1" fmla="*/ 345787 w 866251"/>
                <a:gd name="connsiteY1" fmla="*/ 13939 h 553361"/>
                <a:gd name="connsiteX2" fmla="*/ 866251 w 866251"/>
                <a:gd name="connsiteY2" fmla="*/ 563 h 553361"/>
                <a:gd name="connsiteX3" fmla="*/ 173695 w 866251"/>
                <a:gd name="connsiteY3" fmla="*/ 553361 h 553361"/>
                <a:gd name="connsiteX4" fmla="*/ 0 w 866251"/>
                <a:gd name="connsiteY4" fmla="*/ 540783 h 553361"/>
                <a:gd name="connsiteX0" fmla="*/ 0 w 866251"/>
                <a:gd name="connsiteY0" fmla="*/ 540783 h 553361"/>
                <a:gd name="connsiteX1" fmla="*/ 345787 w 866251"/>
                <a:gd name="connsiteY1" fmla="*/ 13939 h 553361"/>
                <a:gd name="connsiteX2" fmla="*/ 866251 w 866251"/>
                <a:gd name="connsiteY2" fmla="*/ 563 h 553361"/>
                <a:gd name="connsiteX3" fmla="*/ 173695 w 866251"/>
                <a:gd name="connsiteY3" fmla="*/ 553361 h 553361"/>
                <a:gd name="connsiteX4" fmla="*/ 0 w 866251"/>
                <a:gd name="connsiteY4" fmla="*/ 540783 h 553361"/>
                <a:gd name="connsiteX0" fmla="*/ 0 w 866251"/>
                <a:gd name="connsiteY0" fmla="*/ 540783 h 553361"/>
                <a:gd name="connsiteX1" fmla="*/ 345787 w 866251"/>
                <a:gd name="connsiteY1" fmla="*/ 13939 h 553361"/>
                <a:gd name="connsiteX2" fmla="*/ 866251 w 866251"/>
                <a:gd name="connsiteY2" fmla="*/ 563 h 553361"/>
                <a:gd name="connsiteX3" fmla="*/ 173695 w 866251"/>
                <a:gd name="connsiteY3" fmla="*/ 553361 h 553361"/>
                <a:gd name="connsiteX4" fmla="*/ 0 w 866251"/>
                <a:gd name="connsiteY4" fmla="*/ 540783 h 5533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6251" h="553361">
                  <a:moveTo>
                    <a:pt x="0" y="540783"/>
                  </a:moveTo>
                  <a:cubicBezTo>
                    <a:pt x="274887" y="134762"/>
                    <a:pt x="159176" y="337938"/>
                    <a:pt x="345787" y="13939"/>
                  </a:cubicBezTo>
                  <a:cubicBezTo>
                    <a:pt x="520528" y="18247"/>
                    <a:pt x="691510" y="-3745"/>
                    <a:pt x="866251" y="563"/>
                  </a:cubicBezTo>
                  <a:cubicBezTo>
                    <a:pt x="252709" y="502795"/>
                    <a:pt x="640047" y="209256"/>
                    <a:pt x="173695" y="553361"/>
                  </a:cubicBezTo>
                  <a:cubicBezTo>
                    <a:pt x="39410" y="524725"/>
                    <a:pt x="196198" y="539317"/>
                    <a:pt x="0" y="540783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>
                    <a:lumMod val="95000"/>
                    <a:alpha val="55000"/>
                  </a:srgbClr>
                </a:gs>
                <a:gs pos="100000">
                  <a:srgbClr val="FFFFFF">
                    <a:lumMod val="7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FFFFFF">
                  <a:lumMod val="75000"/>
                </a:srgbClr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929" name="Freeform 928">
              <a:extLst>
                <a:ext uri="{FF2B5EF4-FFF2-40B4-BE49-F238E27FC236}">
                  <a16:creationId xmlns:a16="http://schemas.microsoft.com/office/drawing/2014/main" id="{218DF382-E11C-A94A-ABF5-F93EB0534196}"/>
                </a:ext>
              </a:extLst>
            </p:cNvPr>
            <p:cNvSpPr/>
            <p:nvPr/>
          </p:nvSpPr>
          <p:spPr>
            <a:xfrm>
              <a:off x="5377492" y="5449574"/>
              <a:ext cx="676275" cy="896802"/>
            </a:xfrm>
            <a:custGeom>
              <a:avLst/>
              <a:gdLst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418712 w 1040633"/>
                <a:gd name="connsiteY4" fmla="*/ 1189324 h 1219697"/>
                <a:gd name="connsiteX5" fmla="*/ 139870 w 1040633"/>
                <a:gd name="connsiteY5" fmla="*/ 1191723 h 1219697"/>
                <a:gd name="connsiteX0" fmla="*/ 139870 w 1040633"/>
                <a:gd name="connsiteY0" fmla="*/ 1191723 h 1355926"/>
                <a:gd name="connsiteX1" fmla="*/ 0 w 1040633"/>
                <a:gd name="connsiteY1" fmla="*/ 0 h 1355926"/>
                <a:gd name="connsiteX2" fmla="*/ 1040633 w 1040633"/>
                <a:gd name="connsiteY2" fmla="*/ 16785 h 1355926"/>
                <a:gd name="connsiteX3" fmla="*/ 833625 w 1040633"/>
                <a:gd name="connsiteY3" fmla="*/ 1219697 h 1355926"/>
                <a:gd name="connsiteX4" fmla="*/ 139870 w 1040633"/>
                <a:gd name="connsiteY4" fmla="*/ 1191723 h 1355926"/>
                <a:gd name="connsiteX0" fmla="*/ 139870 w 1040633"/>
                <a:gd name="connsiteY0" fmla="*/ 1191723 h 1289901"/>
                <a:gd name="connsiteX1" fmla="*/ 0 w 1040633"/>
                <a:gd name="connsiteY1" fmla="*/ 0 h 1289901"/>
                <a:gd name="connsiteX2" fmla="*/ 1040633 w 1040633"/>
                <a:gd name="connsiteY2" fmla="*/ 16785 h 1289901"/>
                <a:gd name="connsiteX3" fmla="*/ 833625 w 1040633"/>
                <a:gd name="connsiteY3" fmla="*/ 1219697 h 1289901"/>
                <a:gd name="connsiteX4" fmla="*/ 139870 w 1040633"/>
                <a:gd name="connsiteY4" fmla="*/ 1191723 h 1289901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191723"/>
                <a:gd name="connsiteX1" fmla="*/ 0 w 1040633"/>
                <a:gd name="connsiteY1" fmla="*/ 0 h 1191723"/>
                <a:gd name="connsiteX2" fmla="*/ 1040633 w 1040633"/>
                <a:gd name="connsiteY2" fmla="*/ 16785 h 1191723"/>
                <a:gd name="connsiteX3" fmla="*/ 671988 w 1040633"/>
                <a:gd name="connsiteY3" fmla="*/ 1158121 h 1191723"/>
                <a:gd name="connsiteX4" fmla="*/ 139870 w 1040633"/>
                <a:gd name="connsiteY4" fmla="*/ 1191723 h 1191723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71988 w 778664"/>
                <a:gd name="connsiteY3" fmla="*/ 1158121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27977 w 802211"/>
                <a:gd name="connsiteY0" fmla="*/ 815791 h 976186"/>
                <a:gd name="connsiteX1" fmla="*/ 302601 w 802211"/>
                <a:gd name="connsiteY1" fmla="*/ 11688 h 976186"/>
                <a:gd name="connsiteX2" fmla="*/ 802211 w 802211"/>
                <a:gd name="connsiteY2" fmla="*/ 0 h 976186"/>
                <a:gd name="connsiteX3" fmla="*/ 575940 w 802211"/>
                <a:gd name="connsiteY3" fmla="*/ 976186 h 976186"/>
                <a:gd name="connsiteX4" fmla="*/ 27977 w 802211"/>
                <a:gd name="connsiteY4" fmla="*/ 815791 h 976186"/>
                <a:gd name="connsiteX0" fmla="*/ 27977 w 802211"/>
                <a:gd name="connsiteY0" fmla="*/ 815791 h 815791"/>
                <a:gd name="connsiteX1" fmla="*/ 302601 w 802211"/>
                <a:gd name="connsiteY1" fmla="*/ 11688 h 815791"/>
                <a:gd name="connsiteX2" fmla="*/ 802211 w 802211"/>
                <a:gd name="connsiteY2" fmla="*/ 0 h 815791"/>
                <a:gd name="connsiteX3" fmla="*/ 236294 w 802211"/>
                <a:gd name="connsiteY3" fmla="*/ 808828 h 815791"/>
                <a:gd name="connsiteX4" fmla="*/ 27977 w 802211"/>
                <a:gd name="connsiteY4" fmla="*/ 815791 h 815791"/>
                <a:gd name="connsiteX0" fmla="*/ 27977 w 802211"/>
                <a:gd name="connsiteY0" fmla="*/ 815791 h 815791"/>
                <a:gd name="connsiteX1" fmla="*/ 302601 w 802211"/>
                <a:gd name="connsiteY1" fmla="*/ 11688 h 815791"/>
                <a:gd name="connsiteX2" fmla="*/ 802211 w 802211"/>
                <a:gd name="connsiteY2" fmla="*/ 0 h 815791"/>
                <a:gd name="connsiteX3" fmla="*/ 236294 w 802211"/>
                <a:gd name="connsiteY3" fmla="*/ 808828 h 815791"/>
                <a:gd name="connsiteX4" fmla="*/ 27977 w 802211"/>
                <a:gd name="connsiteY4" fmla="*/ 815791 h 815791"/>
                <a:gd name="connsiteX0" fmla="*/ 27977 w 802211"/>
                <a:gd name="connsiteY0" fmla="*/ 815791 h 815791"/>
                <a:gd name="connsiteX1" fmla="*/ 302601 w 802211"/>
                <a:gd name="connsiteY1" fmla="*/ 11688 h 815791"/>
                <a:gd name="connsiteX2" fmla="*/ 802211 w 802211"/>
                <a:gd name="connsiteY2" fmla="*/ 0 h 815791"/>
                <a:gd name="connsiteX3" fmla="*/ 236294 w 802211"/>
                <a:gd name="connsiteY3" fmla="*/ 808828 h 815791"/>
                <a:gd name="connsiteX4" fmla="*/ 27977 w 802211"/>
                <a:gd name="connsiteY4" fmla="*/ 815791 h 815791"/>
                <a:gd name="connsiteX0" fmla="*/ 27977 w 802211"/>
                <a:gd name="connsiteY0" fmla="*/ 828714 h 828714"/>
                <a:gd name="connsiteX1" fmla="*/ 302601 w 802211"/>
                <a:gd name="connsiteY1" fmla="*/ 0 h 828714"/>
                <a:gd name="connsiteX2" fmla="*/ 802211 w 802211"/>
                <a:gd name="connsiteY2" fmla="*/ 12923 h 828714"/>
                <a:gd name="connsiteX3" fmla="*/ 236294 w 802211"/>
                <a:gd name="connsiteY3" fmla="*/ 821751 h 828714"/>
                <a:gd name="connsiteX4" fmla="*/ 27977 w 802211"/>
                <a:gd name="connsiteY4" fmla="*/ 828714 h 828714"/>
                <a:gd name="connsiteX0" fmla="*/ 56213 w 830447"/>
                <a:gd name="connsiteY0" fmla="*/ 828714 h 828714"/>
                <a:gd name="connsiteX1" fmla="*/ 330837 w 830447"/>
                <a:gd name="connsiteY1" fmla="*/ 0 h 828714"/>
                <a:gd name="connsiteX2" fmla="*/ 830447 w 830447"/>
                <a:gd name="connsiteY2" fmla="*/ 12923 h 828714"/>
                <a:gd name="connsiteX3" fmla="*/ 264530 w 830447"/>
                <a:gd name="connsiteY3" fmla="*/ 821751 h 828714"/>
                <a:gd name="connsiteX4" fmla="*/ 56213 w 830447"/>
                <a:gd name="connsiteY4" fmla="*/ 828714 h 828714"/>
                <a:gd name="connsiteX0" fmla="*/ 64130 w 789139"/>
                <a:gd name="connsiteY0" fmla="*/ 794258 h 821751"/>
                <a:gd name="connsiteX1" fmla="*/ 289529 w 789139"/>
                <a:gd name="connsiteY1" fmla="*/ 0 h 821751"/>
                <a:gd name="connsiteX2" fmla="*/ 789139 w 789139"/>
                <a:gd name="connsiteY2" fmla="*/ 12923 h 821751"/>
                <a:gd name="connsiteX3" fmla="*/ 223222 w 789139"/>
                <a:gd name="connsiteY3" fmla="*/ 821751 h 821751"/>
                <a:gd name="connsiteX4" fmla="*/ 64130 w 789139"/>
                <a:gd name="connsiteY4" fmla="*/ 794258 h 821751"/>
                <a:gd name="connsiteX0" fmla="*/ 0 w 725009"/>
                <a:gd name="connsiteY0" fmla="*/ 794258 h 821751"/>
                <a:gd name="connsiteX1" fmla="*/ 225399 w 725009"/>
                <a:gd name="connsiteY1" fmla="*/ 0 h 821751"/>
                <a:gd name="connsiteX2" fmla="*/ 725009 w 725009"/>
                <a:gd name="connsiteY2" fmla="*/ 12923 h 821751"/>
                <a:gd name="connsiteX3" fmla="*/ 159092 w 725009"/>
                <a:gd name="connsiteY3" fmla="*/ 821751 h 821751"/>
                <a:gd name="connsiteX4" fmla="*/ 0 w 725009"/>
                <a:gd name="connsiteY4" fmla="*/ 794258 h 821751"/>
                <a:gd name="connsiteX0" fmla="*/ 0 w 725009"/>
                <a:gd name="connsiteY0" fmla="*/ 1203768 h 1231261"/>
                <a:gd name="connsiteX1" fmla="*/ 225399 w 725009"/>
                <a:gd name="connsiteY1" fmla="*/ 0 h 1231261"/>
                <a:gd name="connsiteX2" fmla="*/ 725009 w 725009"/>
                <a:gd name="connsiteY2" fmla="*/ 422433 h 1231261"/>
                <a:gd name="connsiteX3" fmla="*/ 159092 w 725009"/>
                <a:gd name="connsiteY3" fmla="*/ 1231261 h 1231261"/>
                <a:gd name="connsiteX4" fmla="*/ 0 w 725009"/>
                <a:gd name="connsiteY4" fmla="*/ 1203768 h 1231261"/>
                <a:gd name="connsiteX0" fmla="*/ 0 w 725009"/>
                <a:gd name="connsiteY0" fmla="*/ 1217334 h 1244827"/>
                <a:gd name="connsiteX1" fmla="*/ 225399 w 725009"/>
                <a:gd name="connsiteY1" fmla="*/ 13566 h 1244827"/>
                <a:gd name="connsiteX2" fmla="*/ 725009 w 725009"/>
                <a:gd name="connsiteY2" fmla="*/ 571 h 1244827"/>
                <a:gd name="connsiteX3" fmla="*/ 159092 w 725009"/>
                <a:gd name="connsiteY3" fmla="*/ 1244827 h 1244827"/>
                <a:gd name="connsiteX4" fmla="*/ 0 w 725009"/>
                <a:gd name="connsiteY4" fmla="*/ 1217334 h 1244827"/>
                <a:gd name="connsiteX0" fmla="*/ 0 w 725009"/>
                <a:gd name="connsiteY0" fmla="*/ 1217334 h 1244827"/>
                <a:gd name="connsiteX1" fmla="*/ 225399 w 725009"/>
                <a:gd name="connsiteY1" fmla="*/ 13566 h 1244827"/>
                <a:gd name="connsiteX2" fmla="*/ 725009 w 725009"/>
                <a:gd name="connsiteY2" fmla="*/ 571 h 1244827"/>
                <a:gd name="connsiteX3" fmla="*/ 159092 w 725009"/>
                <a:gd name="connsiteY3" fmla="*/ 1244827 h 1244827"/>
                <a:gd name="connsiteX4" fmla="*/ 0 w 725009"/>
                <a:gd name="connsiteY4" fmla="*/ 1217334 h 1244827"/>
                <a:gd name="connsiteX0" fmla="*/ 0 w 725009"/>
                <a:gd name="connsiteY0" fmla="*/ 1217334 h 1244827"/>
                <a:gd name="connsiteX1" fmla="*/ 225399 w 725009"/>
                <a:gd name="connsiteY1" fmla="*/ 13566 h 1244827"/>
                <a:gd name="connsiteX2" fmla="*/ 725009 w 725009"/>
                <a:gd name="connsiteY2" fmla="*/ 571 h 1244827"/>
                <a:gd name="connsiteX3" fmla="*/ 159092 w 725009"/>
                <a:gd name="connsiteY3" fmla="*/ 1244827 h 1244827"/>
                <a:gd name="connsiteX4" fmla="*/ 0 w 725009"/>
                <a:gd name="connsiteY4" fmla="*/ 1217334 h 1244827"/>
                <a:gd name="connsiteX0" fmla="*/ 0 w 725009"/>
                <a:gd name="connsiteY0" fmla="*/ 1217334 h 1244827"/>
                <a:gd name="connsiteX1" fmla="*/ 225399 w 725009"/>
                <a:gd name="connsiteY1" fmla="*/ 13566 h 1244827"/>
                <a:gd name="connsiteX2" fmla="*/ 725009 w 725009"/>
                <a:gd name="connsiteY2" fmla="*/ 571 h 1244827"/>
                <a:gd name="connsiteX3" fmla="*/ 159092 w 725009"/>
                <a:gd name="connsiteY3" fmla="*/ 1244827 h 1244827"/>
                <a:gd name="connsiteX4" fmla="*/ 0 w 725009"/>
                <a:gd name="connsiteY4" fmla="*/ 1217334 h 1244827"/>
                <a:gd name="connsiteX0" fmla="*/ 0 w 725009"/>
                <a:gd name="connsiteY0" fmla="*/ 1217334 h 1244827"/>
                <a:gd name="connsiteX1" fmla="*/ 225399 w 725009"/>
                <a:gd name="connsiteY1" fmla="*/ 13566 h 1244827"/>
                <a:gd name="connsiteX2" fmla="*/ 725009 w 725009"/>
                <a:gd name="connsiteY2" fmla="*/ 571 h 1244827"/>
                <a:gd name="connsiteX3" fmla="*/ 159092 w 725009"/>
                <a:gd name="connsiteY3" fmla="*/ 1244827 h 1244827"/>
                <a:gd name="connsiteX4" fmla="*/ 0 w 725009"/>
                <a:gd name="connsiteY4" fmla="*/ 1217334 h 1244827"/>
                <a:gd name="connsiteX0" fmla="*/ 0 w 725009"/>
                <a:gd name="connsiteY0" fmla="*/ 1217334 h 1244827"/>
                <a:gd name="connsiteX1" fmla="*/ 225399 w 725009"/>
                <a:gd name="connsiteY1" fmla="*/ 13566 h 1244827"/>
                <a:gd name="connsiteX2" fmla="*/ 725009 w 725009"/>
                <a:gd name="connsiteY2" fmla="*/ 571 h 1244827"/>
                <a:gd name="connsiteX3" fmla="*/ 159092 w 725009"/>
                <a:gd name="connsiteY3" fmla="*/ 1244827 h 1244827"/>
                <a:gd name="connsiteX4" fmla="*/ 0 w 725009"/>
                <a:gd name="connsiteY4" fmla="*/ 1217334 h 1244827"/>
                <a:gd name="connsiteX0" fmla="*/ 0 w 725009"/>
                <a:gd name="connsiteY0" fmla="*/ 1203768 h 1231261"/>
                <a:gd name="connsiteX1" fmla="*/ 225399 w 725009"/>
                <a:gd name="connsiteY1" fmla="*/ 0 h 1231261"/>
                <a:gd name="connsiteX2" fmla="*/ 725009 w 725009"/>
                <a:gd name="connsiteY2" fmla="*/ 129782 h 1231261"/>
                <a:gd name="connsiteX3" fmla="*/ 159092 w 725009"/>
                <a:gd name="connsiteY3" fmla="*/ 1231261 h 1231261"/>
                <a:gd name="connsiteX4" fmla="*/ 0 w 725009"/>
                <a:gd name="connsiteY4" fmla="*/ 1203768 h 1231261"/>
                <a:gd name="connsiteX0" fmla="*/ 0 w 725009"/>
                <a:gd name="connsiteY0" fmla="*/ 1203768 h 1231261"/>
                <a:gd name="connsiteX1" fmla="*/ 225399 w 725009"/>
                <a:gd name="connsiteY1" fmla="*/ 0 h 1231261"/>
                <a:gd name="connsiteX2" fmla="*/ 725009 w 725009"/>
                <a:gd name="connsiteY2" fmla="*/ 129782 h 1231261"/>
                <a:gd name="connsiteX3" fmla="*/ 159092 w 725009"/>
                <a:gd name="connsiteY3" fmla="*/ 1231261 h 1231261"/>
                <a:gd name="connsiteX4" fmla="*/ 0 w 725009"/>
                <a:gd name="connsiteY4" fmla="*/ 1203768 h 1231261"/>
                <a:gd name="connsiteX0" fmla="*/ 0 w 725009"/>
                <a:gd name="connsiteY0" fmla="*/ 1203768 h 1231261"/>
                <a:gd name="connsiteX1" fmla="*/ 225399 w 725009"/>
                <a:gd name="connsiteY1" fmla="*/ 0 h 1231261"/>
                <a:gd name="connsiteX2" fmla="*/ 725009 w 725009"/>
                <a:gd name="connsiteY2" fmla="*/ 129782 h 1231261"/>
                <a:gd name="connsiteX3" fmla="*/ 159092 w 725009"/>
                <a:gd name="connsiteY3" fmla="*/ 1231261 h 1231261"/>
                <a:gd name="connsiteX4" fmla="*/ 0 w 725009"/>
                <a:gd name="connsiteY4" fmla="*/ 1203768 h 1231261"/>
                <a:gd name="connsiteX0" fmla="*/ 0 w 725497"/>
                <a:gd name="connsiteY0" fmla="*/ 1279028 h 1306521"/>
                <a:gd name="connsiteX1" fmla="*/ 225399 w 725497"/>
                <a:gd name="connsiteY1" fmla="*/ 75260 h 1306521"/>
                <a:gd name="connsiteX2" fmla="*/ 396193 w 725497"/>
                <a:gd name="connsiteY2" fmla="*/ 156799 h 1306521"/>
                <a:gd name="connsiteX3" fmla="*/ 725009 w 725497"/>
                <a:gd name="connsiteY3" fmla="*/ 205042 h 1306521"/>
                <a:gd name="connsiteX4" fmla="*/ 159092 w 725497"/>
                <a:gd name="connsiteY4" fmla="*/ 1306521 h 1306521"/>
                <a:gd name="connsiteX5" fmla="*/ 0 w 725497"/>
                <a:gd name="connsiteY5" fmla="*/ 1279028 h 1306521"/>
                <a:gd name="connsiteX0" fmla="*/ 0 w 725239"/>
                <a:gd name="connsiteY0" fmla="*/ 1295668 h 1323161"/>
                <a:gd name="connsiteX1" fmla="*/ 225399 w 725239"/>
                <a:gd name="connsiteY1" fmla="*/ 91900 h 1323161"/>
                <a:gd name="connsiteX2" fmla="*/ 725009 w 725239"/>
                <a:gd name="connsiteY2" fmla="*/ 221682 h 1323161"/>
                <a:gd name="connsiteX3" fmla="*/ 159092 w 725239"/>
                <a:gd name="connsiteY3" fmla="*/ 1323161 h 1323161"/>
                <a:gd name="connsiteX4" fmla="*/ 0 w 725239"/>
                <a:gd name="connsiteY4" fmla="*/ 1295668 h 1323161"/>
                <a:gd name="connsiteX0" fmla="*/ 0 w 725221"/>
                <a:gd name="connsiteY0" fmla="*/ 1210552 h 1238045"/>
                <a:gd name="connsiteX1" fmla="*/ 191583 w 725221"/>
                <a:gd name="connsiteY1" fmla="*/ 153319 h 1238045"/>
                <a:gd name="connsiteX2" fmla="*/ 725009 w 725221"/>
                <a:gd name="connsiteY2" fmla="*/ 136566 h 1238045"/>
                <a:gd name="connsiteX3" fmla="*/ 159092 w 725221"/>
                <a:gd name="connsiteY3" fmla="*/ 1238045 h 1238045"/>
                <a:gd name="connsiteX4" fmla="*/ 0 w 725221"/>
                <a:gd name="connsiteY4" fmla="*/ 1210552 h 1238045"/>
                <a:gd name="connsiteX0" fmla="*/ 0 w 725305"/>
                <a:gd name="connsiteY0" fmla="*/ 1158512 h 1186005"/>
                <a:gd name="connsiteX1" fmla="*/ 191583 w 725305"/>
                <a:gd name="connsiteY1" fmla="*/ 101279 h 1186005"/>
                <a:gd name="connsiteX2" fmla="*/ 725009 w 725305"/>
                <a:gd name="connsiteY2" fmla="*/ 84526 h 1186005"/>
                <a:gd name="connsiteX3" fmla="*/ 159092 w 725305"/>
                <a:gd name="connsiteY3" fmla="*/ 1186005 h 1186005"/>
                <a:gd name="connsiteX4" fmla="*/ 0 w 725305"/>
                <a:gd name="connsiteY4" fmla="*/ 1158512 h 1186005"/>
                <a:gd name="connsiteX0" fmla="*/ 0 w 725009"/>
                <a:gd name="connsiteY0" fmla="*/ 1073986 h 1101479"/>
                <a:gd name="connsiteX1" fmla="*/ 191583 w 725009"/>
                <a:gd name="connsiteY1" fmla="*/ 16753 h 1101479"/>
                <a:gd name="connsiteX2" fmla="*/ 725009 w 725009"/>
                <a:gd name="connsiteY2" fmla="*/ 0 h 1101479"/>
                <a:gd name="connsiteX3" fmla="*/ 159092 w 725009"/>
                <a:gd name="connsiteY3" fmla="*/ 1101479 h 1101479"/>
                <a:gd name="connsiteX4" fmla="*/ 0 w 725009"/>
                <a:gd name="connsiteY4" fmla="*/ 1073986 h 1101479"/>
                <a:gd name="connsiteX0" fmla="*/ 0 w 725009"/>
                <a:gd name="connsiteY0" fmla="*/ 1073986 h 1101479"/>
                <a:gd name="connsiteX1" fmla="*/ 206612 w 725009"/>
                <a:gd name="connsiteY1" fmla="*/ 1724 h 1101479"/>
                <a:gd name="connsiteX2" fmla="*/ 725009 w 725009"/>
                <a:gd name="connsiteY2" fmla="*/ 0 h 1101479"/>
                <a:gd name="connsiteX3" fmla="*/ 159092 w 725009"/>
                <a:gd name="connsiteY3" fmla="*/ 1101479 h 1101479"/>
                <a:gd name="connsiteX4" fmla="*/ 0 w 725009"/>
                <a:gd name="connsiteY4" fmla="*/ 1073986 h 1101479"/>
                <a:gd name="connsiteX0" fmla="*/ 0 w 725009"/>
                <a:gd name="connsiteY0" fmla="*/ 1073986 h 1101479"/>
                <a:gd name="connsiteX1" fmla="*/ 206612 w 725009"/>
                <a:gd name="connsiteY1" fmla="*/ 1724 h 1101479"/>
                <a:gd name="connsiteX2" fmla="*/ 725009 w 725009"/>
                <a:gd name="connsiteY2" fmla="*/ 0 h 1101479"/>
                <a:gd name="connsiteX3" fmla="*/ 159092 w 725009"/>
                <a:gd name="connsiteY3" fmla="*/ 1101479 h 1101479"/>
                <a:gd name="connsiteX4" fmla="*/ 0 w 725009"/>
                <a:gd name="connsiteY4" fmla="*/ 1073986 h 1101479"/>
                <a:gd name="connsiteX0" fmla="*/ 0 w 725009"/>
                <a:gd name="connsiteY0" fmla="*/ 1073986 h 1101479"/>
                <a:gd name="connsiteX1" fmla="*/ 206612 w 725009"/>
                <a:gd name="connsiteY1" fmla="*/ 1724 h 1101479"/>
                <a:gd name="connsiteX2" fmla="*/ 725009 w 725009"/>
                <a:gd name="connsiteY2" fmla="*/ 0 h 1101479"/>
                <a:gd name="connsiteX3" fmla="*/ 159092 w 725009"/>
                <a:gd name="connsiteY3" fmla="*/ 1101479 h 1101479"/>
                <a:gd name="connsiteX4" fmla="*/ 0 w 725009"/>
                <a:gd name="connsiteY4" fmla="*/ 1073986 h 1101479"/>
                <a:gd name="connsiteX0" fmla="*/ 0 w 725009"/>
                <a:gd name="connsiteY0" fmla="*/ 1073986 h 1074607"/>
                <a:gd name="connsiteX1" fmla="*/ 206612 w 725009"/>
                <a:gd name="connsiteY1" fmla="*/ 1724 h 1074607"/>
                <a:gd name="connsiteX2" fmla="*/ 725009 w 725009"/>
                <a:gd name="connsiteY2" fmla="*/ 0 h 1074607"/>
                <a:gd name="connsiteX3" fmla="*/ 229048 w 725009"/>
                <a:gd name="connsiteY3" fmla="*/ 886531 h 1074607"/>
                <a:gd name="connsiteX4" fmla="*/ 0 w 725009"/>
                <a:gd name="connsiteY4" fmla="*/ 1073986 h 1074607"/>
                <a:gd name="connsiteX0" fmla="*/ 0 w 725009"/>
                <a:gd name="connsiteY0" fmla="*/ 1073986 h 1074607"/>
                <a:gd name="connsiteX1" fmla="*/ 206612 w 725009"/>
                <a:gd name="connsiteY1" fmla="*/ 1724 h 1074607"/>
                <a:gd name="connsiteX2" fmla="*/ 725009 w 725009"/>
                <a:gd name="connsiteY2" fmla="*/ 0 h 1074607"/>
                <a:gd name="connsiteX3" fmla="*/ 229048 w 725009"/>
                <a:gd name="connsiteY3" fmla="*/ 886531 h 1074607"/>
                <a:gd name="connsiteX4" fmla="*/ 0 w 725009"/>
                <a:gd name="connsiteY4" fmla="*/ 1073986 h 1074607"/>
                <a:gd name="connsiteX0" fmla="*/ 0 w 675040"/>
                <a:gd name="connsiteY0" fmla="*/ 894029 h 896577"/>
                <a:gd name="connsiteX1" fmla="*/ 156643 w 675040"/>
                <a:gd name="connsiteY1" fmla="*/ 1724 h 896577"/>
                <a:gd name="connsiteX2" fmla="*/ 675040 w 675040"/>
                <a:gd name="connsiteY2" fmla="*/ 0 h 896577"/>
                <a:gd name="connsiteX3" fmla="*/ 179079 w 675040"/>
                <a:gd name="connsiteY3" fmla="*/ 886531 h 896577"/>
                <a:gd name="connsiteX4" fmla="*/ 0 w 675040"/>
                <a:gd name="connsiteY4" fmla="*/ 894029 h 896577"/>
                <a:gd name="connsiteX0" fmla="*/ 0 w 675040"/>
                <a:gd name="connsiteY0" fmla="*/ 894029 h 896577"/>
                <a:gd name="connsiteX1" fmla="*/ 186623 w 675040"/>
                <a:gd name="connsiteY1" fmla="*/ 1724 h 896577"/>
                <a:gd name="connsiteX2" fmla="*/ 675040 w 675040"/>
                <a:gd name="connsiteY2" fmla="*/ 0 h 896577"/>
                <a:gd name="connsiteX3" fmla="*/ 179079 w 675040"/>
                <a:gd name="connsiteY3" fmla="*/ 886531 h 896577"/>
                <a:gd name="connsiteX4" fmla="*/ 0 w 675040"/>
                <a:gd name="connsiteY4" fmla="*/ 894029 h 8965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75040" h="896577">
                  <a:moveTo>
                    <a:pt x="0" y="894029"/>
                  </a:moveTo>
                  <a:cubicBezTo>
                    <a:pt x="95638" y="409857"/>
                    <a:pt x="76811" y="618448"/>
                    <a:pt x="186623" y="1724"/>
                  </a:cubicBezTo>
                  <a:cubicBezTo>
                    <a:pt x="431451" y="14348"/>
                    <a:pt x="449377" y="35256"/>
                    <a:pt x="675040" y="0"/>
                  </a:cubicBezTo>
                  <a:cubicBezTo>
                    <a:pt x="276172" y="749497"/>
                    <a:pt x="462801" y="344746"/>
                    <a:pt x="179079" y="886531"/>
                  </a:cubicBezTo>
                  <a:cubicBezTo>
                    <a:pt x="44794" y="857895"/>
                    <a:pt x="92525" y="908114"/>
                    <a:pt x="0" y="894029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>
                    <a:lumMod val="95000"/>
                    <a:alpha val="55000"/>
                  </a:srgbClr>
                </a:gs>
                <a:gs pos="100000">
                  <a:srgbClr val="FFFFFF">
                    <a:lumMod val="7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FFFFFF">
                  <a:lumMod val="75000"/>
                </a:srgbClr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930" name="Freeform 929">
              <a:extLst>
                <a:ext uri="{FF2B5EF4-FFF2-40B4-BE49-F238E27FC236}">
                  <a16:creationId xmlns:a16="http://schemas.microsoft.com/office/drawing/2014/main" id="{BD4E8E8A-5281-2546-8825-0786245B15DA}"/>
                </a:ext>
              </a:extLst>
            </p:cNvPr>
            <p:cNvSpPr/>
            <p:nvPr/>
          </p:nvSpPr>
          <p:spPr>
            <a:xfrm>
              <a:off x="4340853" y="5470208"/>
              <a:ext cx="514350" cy="401578"/>
            </a:xfrm>
            <a:custGeom>
              <a:avLst/>
              <a:gdLst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418712 w 1040633"/>
                <a:gd name="connsiteY4" fmla="*/ 1189324 h 1219697"/>
                <a:gd name="connsiteX5" fmla="*/ 139870 w 1040633"/>
                <a:gd name="connsiteY5" fmla="*/ 1191723 h 1219697"/>
                <a:gd name="connsiteX0" fmla="*/ 139870 w 1040633"/>
                <a:gd name="connsiteY0" fmla="*/ 1191723 h 1355926"/>
                <a:gd name="connsiteX1" fmla="*/ 0 w 1040633"/>
                <a:gd name="connsiteY1" fmla="*/ 0 h 1355926"/>
                <a:gd name="connsiteX2" fmla="*/ 1040633 w 1040633"/>
                <a:gd name="connsiteY2" fmla="*/ 16785 h 1355926"/>
                <a:gd name="connsiteX3" fmla="*/ 833625 w 1040633"/>
                <a:gd name="connsiteY3" fmla="*/ 1219697 h 1355926"/>
                <a:gd name="connsiteX4" fmla="*/ 139870 w 1040633"/>
                <a:gd name="connsiteY4" fmla="*/ 1191723 h 1355926"/>
                <a:gd name="connsiteX0" fmla="*/ 139870 w 1040633"/>
                <a:gd name="connsiteY0" fmla="*/ 1191723 h 1289901"/>
                <a:gd name="connsiteX1" fmla="*/ 0 w 1040633"/>
                <a:gd name="connsiteY1" fmla="*/ 0 h 1289901"/>
                <a:gd name="connsiteX2" fmla="*/ 1040633 w 1040633"/>
                <a:gd name="connsiteY2" fmla="*/ 16785 h 1289901"/>
                <a:gd name="connsiteX3" fmla="*/ 833625 w 1040633"/>
                <a:gd name="connsiteY3" fmla="*/ 1219697 h 1289901"/>
                <a:gd name="connsiteX4" fmla="*/ 139870 w 1040633"/>
                <a:gd name="connsiteY4" fmla="*/ 1191723 h 1289901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191723"/>
                <a:gd name="connsiteX1" fmla="*/ 0 w 1040633"/>
                <a:gd name="connsiteY1" fmla="*/ 0 h 1191723"/>
                <a:gd name="connsiteX2" fmla="*/ 1040633 w 1040633"/>
                <a:gd name="connsiteY2" fmla="*/ 16785 h 1191723"/>
                <a:gd name="connsiteX3" fmla="*/ 671988 w 1040633"/>
                <a:gd name="connsiteY3" fmla="*/ 1158121 h 1191723"/>
                <a:gd name="connsiteX4" fmla="*/ 139870 w 1040633"/>
                <a:gd name="connsiteY4" fmla="*/ 1191723 h 1191723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71988 w 778664"/>
                <a:gd name="connsiteY3" fmla="*/ 1158121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503138"/>
                <a:gd name="connsiteY0" fmla="*/ 961687 h 964568"/>
                <a:gd name="connsiteX1" fmla="*/ 0 w 503138"/>
                <a:gd name="connsiteY1" fmla="*/ 70 h 964568"/>
                <a:gd name="connsiteX2" fmla="*/ 503138 w 503138"/>
                <a:gd name="connsiteY2" fmla="*/ 154187 h 964568"/>
                <a:gd name="connsiteX3" fmla="*/ 273339 w 503138"/>
                <a:gd name="connsiteY3" fmla="*/ 964568 h 964568"/>
                <a:gd name="connsiteX4" fmla="*/ 197928 w 503138"/>
                <a:gd name="connsiteY4" fmla="*/ 961687 h 964568"/>
                <a:gd name="connsiteX0" fmla="*/ 201456 w 506666"/>
                <a:gd name="connsiteY0" fmla="*/ 807500 h 810381"/>
                <a:gd name="connsiteX1" fmla="*/ 0 w 506666"/>
                <a:gd name="connsiteY1" fmla="*/ 15216 h 810381"/>
                <a:gd name="connsiteX2" fmla="*/ 506666 w 506666"/>
                <a:gd name="connsiteY2" fmla="*/ 0 h 810381"/>
                <a:gd name="connsiteX3" fmla="*/ 276867 w 506666"/>
                <a:gd name="connsiteY3" fmla="*/ 810381 h 810381"/>
                <a:gd name="connsiteX4" fmla="*/ 201456 w 506666"/>
                <a:gd name="connsiteY4" fmla="*/ 807500 h 810381"/>
                <a:gd name="connsiteX0" fmla="*/ 201456 w 506666"/>
                <a:gd name="connsiteY0" fmla="*/ 807500 h 811593"/>
                <a:gd name="connsiteX1" fmla="*/ 0 w 506666"/>
                <a:gd name="connsiteY1" fmla="*/ 15216 h 811593"/>
                <a:gd name="connsiteX2" fmla="*/ 506666 w 506666"/>
                <a:gd name="connsiteY2" fmla="*/ 0 h 811593"/>
                <a:gd name="connsiteX3" fmla="*/ 276867 w 506666"/>
                <a:gd name="connsiteY3" fmla="*/ 810381 h 811593"/>
                <a:gd name="connsiteX4" fmla="*/ 201456 w 506666"/>
                <a:gd name="connsiteY4" fmla="*/ 807500 h 811593"/>
                <a:gd name="connsiteX0" fmla="*/ 135576 w 506666"/>
                <a:gd name="connsiteY0" fmla="*/ 818480 h 818480"/>
                <a:gd name="connsiteX1" fmla="*/ 0 w 506666"/>
                <a:gd name="connsiteY1" fmla="*/ 15216 h 818480"/>
                <a:gd name="connsiteX2" fmla="*/ 506666 w 506666"/>
                <a:gd name="connsiteY2" fmla="*/ 0 h 818480"/>
                <a:gd name="connsiteX3" fmla="*/ 276867 w 506666"/>
                <a:gd name="connsiteY3" fmla="*/ 810381 h 818480"/>
                <a:gd name="connsiteX4" fmla="*/ 135576 w 506666"/>
                <a:gd name="connsiteY4" fmla="*/ 818480 h 818480"/>
                <a:gd name="connsiteX0" fmla="*/ 135576 w 506666"/>
                <a:gd name="connsiteY0" fmla="*/ 818480 h 818480"/>
                <a:gd name="connsiteX1" fmla="*/ 0 w 506666"/>
                <a:gd name="connsiteY1" fmla="*/ 15216 h 818480"/>
                <a:gd name="connsiteX2" fmla="*/ 506666 w 506666"/>
                <a:gd name="connsiteY2" fmla="*/ 0 h 818480"/>
                <a:gd name="connsiteX3" fmla="*/ 331766 w 506666"/>
                <a:gd name="connsiteY3" fmla="*/ 803061 h 818480"/>
                <a:gd name="connsiteX4" fmla="*/ 135576 w 506666"/>
                <a:gd name="connsiteY4" fmla="*/ 818480 h 818480"/>
                <a:gd name="connsiteX0" fmla="*/ 135576 w 506666"/>
                <a:gd name="connsiteY0" fmla="*/ 818480 h 818480"/>
                <a:gd name="connsiteX1" fmla="*/ 0 w 506666"/>
                <a:gd name="connsiteY1" fmla="*/ 15216 h 818480"/>
                <a:gd name="connsiteX2" fmla="*/ 506666 w 506666"/>
                <a:gd name="connsiteY2" fmla="*/ 0 h 818480"/>
                <a:gd name="connsiteX3" fmla="*/ 331766 w 506666"/>
                <a:gd name="connsiteY3" fmla="*/ 803061 h 818480"/>
                <a:gd name="connsiteX4" fmla="*/ 135576 w 506666"/>
                <a:gd name="connsiteY4" fmla="*/ 818480 h 818480"/>
                <a:gd name="connsiteX0" fmla="*/ 135576 w 506666"/>
                <a:gd name="connsiteY0" fmla="*/ 818480 h 818480"/>
                <a:gd name="connsiteX1" fmla="*/ 0 w 506666"/>
                <a:gd name="connsiteY1" fmla="*/ 15216 h 818480"/>
                <a:gd name="connsiteX2" fmla="*/ 506666 w 506666"/>
                <a:gd name="connsiteY2" fmla="*/ 0 h 818480"/>
                <a:gd name="connsiteX3" fmla="*/ 331766 w 506666"/>
                <a:gd name="connsiteY3" fmla="*/ 803061 h 818480"/>
                <a:gd name="connsiteX4" fmla="*/ 135576 w 506666"/>
                <a:gd name="connsiteY4" fmla="*/ 818480 h 818480"/>
                <a:gd name="connsiteX0" fmla="*/ 135576 w 506666"/>
                <a:gd name="connsiteY0" fmla="*/ 818480 h 818480"/>
                <a:gd name="connsiteX1" fmla="*/ 0 w 506666"/>
                <a:gd name="connsiteY1" fmla="*/ 7896 h 818480"/>
                <a:gd name="connsiteX2" fmla="*/ 506666 w 506666"/>
                <a:gd name="connsiteY2" fmla="*/ 0 h 818480"/>
                <a:gd name="connsiteX3" fmla="*/ 331766 w 506666"/>
                <a:gd name="connsiteY3" fmla="*/ 803061 h 818480"/>
                <a:gd name="connsiteX4" fmla="*/ 135576 w 506666"/>
                <a:gd name="connsiteY4" fmla="*/ 818480 h 818480"/>
                <a:gd name="connsiteX0" fmla="*/ 135576 w 506666"/>
                <a:gd name="connsiteY0" fmla="*/ 818480 h 818480"/>
                <a:gd name="connsiteX1" fmla="*/ 0 w 506666"/>
                <a:gd name="connsiteY1" fmla="*/ 7896 h 818480"/>
                <a:gd name="connsiteX2" fmla="*/ 506666 w 506666"/>
                <a:gd name="connsiteY2" fmla="*/ 0 h 818480"/>
                <a:gd name="connsiteX3" fmla="*/ 331766 w 506666"/>
                <a:gd name="connsiteY3" fmla="*/ 803061 h 818480"/>
                <a:gd name="connsiteX4" fmla="*/ 135576 w 506666"/>
                <a:gd name="connsiteY4" fmla="*/ 818480 h 818480"/>
                <a:gd name="connsiteX0" fmla="*/ 45472 w 559302"/>
                <a:gd name="connsiteY0" fmla="*/ 807500 h 807500"/>
                <a:gd name="connsiteX1" fmla="*/ 52636 w 559302"/>
                <a:gd name="connsiteY1" fmla="*/ 7896 h 807500"/>
                <a:gd name="connsiteX2" fmla="*/ 559302 w 559302"/>
                <a:gd name="connsiteY2" fmla="*/ 0 h 807500"/>
                <a:gd name="connsiteX3" fmla="*/ 384402 w 559302"/>
                <a:gd name="connsiteY3" fmla="*/ 803061 h 807500"/>
                <a:gd name="connsiteX4" fmla="*/ 45472 w 559302"/>
                <a:gd name="connsiteY4" fmla="*/ 807500 h 807500"/>
                <a:gd name="connsiteX0" fmla="*/ 21974 w 535804"/>
                <a:gd name="connsiteY0" fmla="*/ 807500 h 807500"/>
                <a:gd name="connsiteX1" fmla="*/ 29138 w 535804"/>
                <a:gd name="connsiteY1" fmla="*/ 7896 h 807500"/>
                <a:gd name="connsiteX2" fmla="*/ 535804 w 535804"/>
                <a:gd name="connsiteY2" fmla="*/ 0 h 807500"/>
                <a:gd name="connsiteX3" fmla="*/ 360904 w 535804"/>
                <a:gd name="connsiteY3" fmla="*/ 803061 h 807500"/>
                <a:gd name="connsiteX4" fmla="*/ 21974 w 535804"/>
                <a:gd name="connsiteY4" fmla="*/ 807500 h 807500"/>
                <a:gd name="connsiteX0" fmla="*/ 128256 w 506666"/>
                <a:gd name="connsiteY0" fmla="*/ 829461 h 829461"/>
                <a:gd name="connsiteX1" fmla="*/ 0 w 506666"/>
                <a:gd name="connsiteY1" fmla="*/ 7896 h 829461"/>
                <a:gd name="connsiteX2" fmla="*/ 506666 w 506666"/>
                <a:gd name="connsiteY2" fmla="*/ 0 h 829461"/>
                <a:gd name="connsiteX3" fmla="*/ 331766 w 506666"/>
                <a:gd name="connsiteY3" fmla="*/ 803061 h 829461"/>
                <a:gd name="connsiteX4" fmla="*/ 128256 w 506666"/>
                <a:gd name="connsiteY4" fmla="*/ 829461 h 829461"/>
                <a:gd name="connsiteX0" fmla="*/ 128256 w 506666"/>
                <a:gd name="connsiteY0" fmla="*/ 829461 h 829461"/>
                <a:gd name="connsiteX1" fmla="*/ 0 w 506666"/>
                <a:gd name="connsiteY1" fmla="*/ 7896 h 829461"/>
                <a:gd name="connsiteX2" fmla="*/ 506666 w 506666"/>
                <a:gd name="connsiteY2" fmla="*/ 0 h 829461"/>
                <a:gd name="connsiteX3" fmla="*/ 331766 w 506666"/>
                <a:gd name="connsiteY3" fmla="*/ 803061 h 829461"/>
                <a:gd name="connsiteX4" fmla="*/ 128256 w 506666"/>
                <a:gd name="connsiteY4" fmla="*/ 829461 h 829461"/>
                <a:gd name="connsiteX0" fmla="*/ 128256 w 506666"/>
                <a:gd name="connsiteY0" fmla="*/ 829461 h 829461"/>
                <a:gd name="connsiteX1" fmla="*/ 0 w 506666"/>
                <a:gd name="connsiteY1" fmla="*/ 7896 h 829461"/>
                <a:gd name="connsiteX2" fmla="*/ 506666 w 506666"/>
                <a:gd name="connsiteY2" fmla="*/ 0 h 829461"/>
                <a:gd name="connsiteX3" fmla="*/ 331766 w 506666"/>
                <a:gd name="connsiteY3" fmla="*/ 803061 h 829461"/>
                <a:gd name="connsiteX4" fmla="*/ 128256 w 506666"/>
                <a:gd name="connsiteY4" fmla="*/ 829461 h 829461"/>
                <a:gd name="connsiteX0" fmla="*/ 128256 w 506666"/>
                <a:gd name="connsiteY0" fmla="*/ 829461 h 830473"/>
                <a:gd name="connsiteX1" fmla="*/ 0 w 506666"/>
                <a:gd name="connsiteY1" fmla="*/ 7896 h 830473"/>
                <a:gd name="connsiteX2" fmla="*/ 506666 w 506666"/>
                <a:gd name="connsiteY2" fmla="*/ 0 h 830473"/>
                <a:gd name="connsiteX3" fmla="*/ 331766 w 506666"/>
                <a:gd name="connsiteY3" fmla="*/ 828681 h 830473"/>
                <a:gd name="connsiteX4" fmla="*/ 128256 w 506666"/>
                <a:gd name="connsiteY4" fmla="*/ 829461 h 830473"/>
                <a:gd name="connsiteX0" fmla="*/ 128256 w 506666"/>
                <a:gd name="connsiteY0" fmla="*/ 829461 h 830473"/>
                <a:gd name="connsiteX1" fmla="*/ 0 w 506666"/>
                <a:gd name="connsiteY1" fmla="*/ 7896 h 830473"/>
                <a:gd name="connsiteX2" fmla="*/ 506666 w 506666"/>
                <a:gd name="connsiteY2" fmla="*/ 0 h 830473"/>
                <a:gd name="connsiteX3" fmla="*/ 331766 w 506666"/>
                <a:gd name="connsiteY3" fmla="*/ 828681 h 830473"/>
                <a:gd name="connsiteX4" fmla="*/ 128256 w 506666"/>
                <a:gd name="connsiteY4" fmla="*/ 829461 h 830473"/>
                <a:gd name="connsiteX0" fmla="*/ 128256 w 506666"/>
                <a:gd name="connsiteY0" fmla="*/ 821565 h 822577"/>
                <a:gd name="connsiteX1" fmla="*/ 0 w 506666"/>
                <a:gd name="connsiteY1" fmla="*/ 0 h 822577"/>
                <a:gd name="connsiteX2" fmla="*/ 506666 w 506666"/>
                <a:gd name="connsiteY2" fmla="*/ 255115 h 822577"/>
                <a:gd name="connsiteX3" fmla="*/ 331766 w 506666"/>
                <a:gd name="connsiteY3" fmla="*/ 820785 h 822577"/>
                <a:gd name="connsiteX4" fmla="*/ 128256 w 506666"/>
                <a:gd name="connsiteY4" fmla="*/ 821565 h 822577"/>
                <a:gd name="connsiteX0" fmla="*/ 128256 w 506666"/>
                <a:gd name="connsiteY0" fmla="*/ 821565 h 822577"/>
                <a:gd name="connsiteX1" fmla="*/ 0 w 506666"/>
                <a:gd name="connsiteY1" fmla="*/ 0 h 822577"/>
                <a:gd name="connsiteX2" fmla="*/ 506666 w 506666"/>
                <a:gd name="connsiteY2" fmla="*/ 255115 h 822577"/>
                <a:gd name="connsiteX3" fmla="*/ 331766 w 506666"/>
                <a:gd name="connsiteY3" fmla="*/ 820785 h 822577"/>
                <a:gd name="connsiteX4" fmla="*/ 128256 w 506666"/>
                <a:gd name="connsiteY4" fmla="*/ 821565 h 822577"/>
                <a:gd name="connsiteX0" fmla="*/ 128256 w 506666"/>
                <a:gd name="connsiteY0" fmla="*/ 821565 h 822577"/>
                <a:gd name="connsiteX1" fmla="*/ 0 w 506666"/>
                <a:gd name="connsiteY1" fmla="*/ 0 h 822577"/>
                <a:gd name="connsiteX2" fmla="*/ 506666 w 506666"/>
                <a:gd name="connsiteY2" fmla="*/ 255115 h 822577"/>
                <a:gd name="connsiteX3" fmla="*/ 331766 w 506666"/>
                <a:gd name="connsiteY3" fmla="*/ 820785 h 822577"/>
                <a:gd name="connsiteX4" fmla="*/ 128256 w 506666"/>
                <a:gd name="connsiteY4" fmla="*/ 821565 h 822577"/>
                <a:gd name="connsiteX0" fmla="*/ 135770 w 514180"/>
                <a:gd name="connsiteY0" fmla="*/ 577341 h 578353"/>
                <a:gd name="connsiteX1" fmla="*/ 0 w 514180"/>
                <a:gd name="connsiteY1" fmla="*/ 0 h 578353"/>
                <a:gd name="connsiteX2" fmla="*/ 514180 w 514180"/>
                <a:gd name="connsiteY2" fmla="*/ 10891 h 578353"/>
                <a:gd name="connsiteX3" fmla="*/ 339280 w 514180"/>
                <a:gd name="connsiteY3" fmla="*/ 576561 h 578353"/>
                <a:gd name="connsiteX4" fmla="*/ 135770 w 514180"/>
                <a:gd name="connsiteY4" fmla="*/ 577341 h 578353"/>
                <a:gd name="connsiteX0" fmla="*/ 135770 w 514180"/>
                <a:gd name="connsiteY0" fmla="*/ 577341 h 578353"/>
                <a:gd name="connsiteX1" fmla="*/ 0 w 514180"/>
                <a:gd name="connsiteY1" fmla="*/ 0 h 578353"/>
                <a:gd name="connsiteX2" fmla="*/ 514180 w 514180"/>
                <a:gd name="connsiteY2" fmla="*/ 10891 h 578353"/>
                <a:gd name="connsiteX3" fmla="*/ 339280 w 514180"/>
                <a:gd name="connsiteY3" fmla="*/ 576561 h 578353"/>
                <a:gd name="connsiteX4" fmla="*/ 135770 w 514180"/>
                <a:gd name="connsiteY4" fmla="*/ 577341 h 578353"/>
                <a:gd name="connsiteX0" fmla="*/ 135770 w 514180"/>
                <a:gd name="connsiteY0" fmla="*/ 577341 h 578353"/>
                <a:gd name="connsiteX1" fmla="*/ 0 w 514180"/>
                <a:gd name="connsiteY1" fmla="*/ 0 h 578353"/>
                <a:gd name="connsiteX2" fmla="*/ 514180 w 514180"/>
                <a:gd name="connsiteY2" fmla="*/ 10891 h 578353"/>
                <a:gd name="connsiteX3" fmla="*/ 339280 w 514180"/>
                <a:gd name="connsiteY3" fmla="*/ 576561 h 578353"/>
                <a:gd name="connsiteX4" fmla="*/ 135770 w 514180"/>
                <a:gd name="connsiteY4" fmla="*/ 577341 h 578353"/>
                <a:gd name="connsiteX0" fmla="*/ 135770 w 514180"/>
                <a:gd name="connsiteY0" fmla="*/ 577341 h 577341"/>
                <a:gd name="connsiteX1" fmla="*/ 0 w 514180"/>
                <a:gd name="connsiteY1" fmla="*/ 0 h 577341"/>
                <a:gd name="connsiteX2" fmla="*/ 514180 w 514180"/>
                <a:gd name="connsiteY2" fmla="*/ 10891 h 577341"/>
                <a:gd name="connsiteX3" fmla="*/ 404259 w 514180"/>
                <a:gd name="connsiteY3" fmla="*/ 386400 h 577341"/>
                <a:gd name="connsiteX4" fmla="*/ 135770 w 514180"/>
                <a:gd name="connsiteY4" fmla="*/ 577341 h 577341"/>
                <a:gd name="connsiteX0" fmla="*/ 100781 w 514180"/>
                <a:gd name="connsiteY0" fmla="*/ 432218 h 432218"/>
                <a:gd name="connsiteX1" fmla="*/ 0 w 514180"/>
                <a:gd name="connsiteY1" fmla="*/ 0 h 432218"/>
                <a:gd name="connsiteX2" fmla="*/ 514180 w 514180"/>
                <a:gd name="connsiteY2" fmla="*/ 10891 h 432218"/>
                <a:gd name="connsiteX3" fmla="*/ 404259 w 514180"/>
                <a:gd name="connsiteY3" fmla="*/ 386400 h 432218"/>
                <a:gd name="connsiteX4" fmla="*/ 100781 w 514180"/>
                <a:gd name="connsiteY4" fmla="*/ 432218 h 432218"/>
                <a:gd name="connsiteX0" fmla="*/ 100781 w 514180"/>
                <a:gd name="connsiteY0" fmla="*/ 432218 h 432218"/>
                <a:gd name="connsiteX1" fmla="*/ 0 w 514180"/>
                <a:gd name="connsiteY1" fmla="*/ 0 h 432218"/>
                <a:gd name="connsiteX2" fmla="*/ 514180 w 514180"/>
                <a:gd name="connsiteY2" fmla="*/ 10891 h 432218"/>
                <a:gd name="connsiteX3" fmla="*/ 404259 w 514180"/>
                <a:gd name="connsiteY3" fmla="*/ 386400 h 432218"/>
                <a:gd name="connsiteX4" fmla="*/ 100781 w 514180"/>
                <a:gd name="connsiteY4" fmla="*/ 432218 h 432218"/>
                <a:gd name="connsiteX0" fmla="*/ 100781 w 514180"/>
                <a:gd name="connsiteY0" fmla="*/ 402193 h 402193"/>
                <a:gd name="connsiteX1" fmla="*/ 0 w 514180"/>
                <a:gd name="connsiteY1" fmla="*/ 0 h 402193"/>
                <a:gd name="connsiteX2" fmla="*/ 514180 w 514180"/>
                <a:gd name="connsiteY2" fmla="*/ 10891 h 402193"/>
                <a:gd name="connsiteX3" fmla="*/ 404259 w 514180"/>
                <a:gd name="connsiteY3" fmla="*/ 386400 h 402193"/>
                <a:gd name="connsiteX4" fmla="*/ 100781 w 514180"/>
                <a:gd name="connsiteY4" fmla="*/ 402193 h 4021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14180" h="402193">
                  <a:moveTo>
                    <a:pt x="100781" y="402193"/>
                  </a:moveTo>
                  <a:cubicBezTo>
                    <a:pt x="60584" y="194221"/>
                    <a:pt x="96631" y="442038"/>
                    <a:pt x="0" y="0"/>
                  </a:cubicBezTo>
                  <a:lnTo>
                    <a:pt x="514180" y="10891"/>
                  </a:lnTo>
                  <a:cubicBezTo>
                    <a:pt x="417353" y="348331"/>
                    <a:pt x="491637" y="89943"/>
                    <a:pt x="404259" y="386400"/>
                  </a:cubicBezTo>
                  <a:cubicBezTo>
                    <a:pt x="357814" y="390704"/>
                    <a:pt x="168880" y="400727"/>
                    <a:pt x="100781" y="402193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>
                    <a:lumMod val="95000"/>
                    <a:alpha val="55000"/>
                  </a:srgbClr>
                </a:gs>
                <a:gs pos="100000">
                  <a:srgbClr val="FFFFFF">
                    <a:lumMod val="7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FFFFFF">
                  <a:lumMod val="75000"/>
                </a:srgbClr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931" name="Freeform 930">
              <a:extLst>
                <a:ext uri="{FF2B5EF4-FFF2-40B4-BE49-F238E27FC236}">
                  <a16:creationId xmlns:a16="http://schemas.microsoft.com/office/drawing/2014/main" id="{E78920D8-D684-1642-B41B-2CC538B9202E}"/>
                </a:ext>
              </a:extLst>
            </p:cNvPr>
            <p:cNvSpPr/>
            <p:nvPr/>
          </p:nvSpPr>
          <p:spPr>
            <a:xfrm>
              <a:off x="3561391" y="5433701"/>
              <a:ext cx="573087" cy="1015848"/>
            </a:xfrm>
            <a:custGeom>
              <a:avLst/>
              <a:gdLst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418712 w 1040633"/>
                <a:gd name="connsiteY4" fmla="*/ 1189324 h 1219697"/>
                <a:gd name="connsiteX5" fmla="*/ 139870 w 1040633"/>
                <a:gd name="connsiteY5" fmla="*/ 1191723 h 1219697"/>
                <a:gd name="connsiteX0" fmla="*/ 139870 w 1040633"/>
                <a:gd name="connsiteY0" fmla="*/ 1191723 h 1355926"/>
                <a:gd name="connsiteX1" fmla="*/ 0 w 1040633"/>
                <a:gd name="connsiteY1" fmla="*/ 0 h 1355926"/>
                <a:gd name="connsiteX2" fmla="*/ 1040633 w 1040633"/>
                <a:gd name="connsiteY2" fmla="*/ 16785 h 1355926"/>
                <a:gd name="connsiteX3" fmla="*/ 833625 w 1040633"/>
                <a:gd name="connsiteY3" fmla="*/ 1219697 h 1355926"/>
                <a:gd name="connsiteX4" fmla="*/ 139870 w 1040633"/>
                <a:gd name="connsiteY4" fmla="*/ 1191723 h 1355926"/>
                <a:gd name="connsiteX0" fmla="*/ 139870 w 1040633"/>
                <a:gd name="connsiteY0" fmla="*/ 1191723 h 1289901"/>
                <a:gd name="connsiteX1" fmla="*/ 0 w 1040633"/>
                <a:gd name="connsiteY1" fmla="*/ 0 h 1289901"/>
                <a:gd name="connsiteX2" fmla="*/ 1040633 w 1040633"/>
                <a:gd name="connsiteY2" fmla="*/ 16785 h 1289901"/>
                <a:gd name="connsiteX3" fmla="*/ 833625 w 1040633"/>
                <a:gd name="connsiteY3" fmla="*/ 1219697 h 1289901"/>
                <a:gd name="connsiteX4" fmla="*/ 139870 w 1040633"/>
                <a:gd name="connsiteY4" fmla="*/ 1191723 h 1289901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191723"/>
                <a:gd name="connsiteX1" fmla="*/ 0 w 1040633"/>
                <a:gd name="connsiteY1" fmla="*/ 0 h 1191723"/>
                <a:gd name="connsiteX2" fmla="*/ 1040633 w 1040633"/>
                <a:gd name="connsiteY2" fmla="*/ 16785 h 1191723"/>
                <a:gd name="connsiteX3" fmla="*/ 671988 w 1040633"/>
                <a:gd name="connsiteY3" fmla="*/ 1158121 h 1191723"/>
                <a:gd name="connsiteX4" fmla="*/ 139870 w 1040633"/>
                <a:gd name="connsiteY4" fmla="*/ 1191723 h 1191723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71988 w 778664"/>
                <a:gd name="connsiteY3" fmla="*/ 1158121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621064"/>
                <a:gd name="connsiteY0" fmla="*/ 973305 h 973305"/>
                <a:gd name="connsiteX1" fmla="*/ 0 w 621064"/>
                <a:gd name="connsiteY1" fmla="*/ 11688 h 973305"/>
                <a:gd name="connsiteX2" fmla="*/ 499610 w 621064"/>
                <a:gd name="connsiteY2" fmla="*/ 0 h 973305"/>
                <a:gd name="connsiteX3" fmla="*/ 558839 w 621064"/>
                <a:gd name="connsiteY3" fmla="*/ 754682 h 973305"/>
                <a:gd name="connsiteX4" fmla="*/ 197928 w 621064"/>
                <a:gd name="connsiteY4" fmla="*/ 973305 h 973305"/>
                <a:gd name="connsiteX0" fmla="*/ 197928 w 558839"/>
                <a:gd name="connsiteY0" fmla="*/ 973305 h 973305"/>
                <a:gd name="connsiteX1" fmla="*/ 0 w 558839"/>
                <a:gd name="connsiteY1" fmla="*/ 11688 h 973305"/>
                <a:gd name="connsiteX2" fmla="*/ 499610 w 558839"/>
                <a:gd name="connsiteY2" fmla="*/ 0 h 973305"/>
                <a:gd name="connsiteX3" fmla="*/ 558839 w 558839"/>
                <a:gd name="connsiteY3" fmla="*/ 754682 h 973305"/>
                <a:gd name="connsiteX4" fmla="*/ 197928 w 558839"/>
                <a:gd name="connsiteY4" fmla="*/ 973305 h 973305"/>
                <a:gd name="connsiteX0" fmla="*/ 197928 w 558839"/>
                <a:gd name="connsiteY0" fmla="*/ 973305 h 973305"/>
                <a:gd name="connsiteX1" fmla="*/ 0 w 558839"/>
                <a:gd name="connsiteY1" fmla="*/ 11688 h 973305"/>
                <a:gd name="connsiteX2" fmla="*/ 499610 w 558839"/>
                <a:gd name="connsiteY2" fmla="*/ 0 h 973305"/>
                <a:gd name="connsiteX3" fmla="*/ 558839 w 558839"/>
                <a:gd name="connsiteY3" fmla="*/ 754682 h 973305"/>
                <a:gd name="connsiteX4" fmla="*/ 197928 w 558839"/>
                <a:gd name="connsiteY4" fmla="*/ 973305 h 973305"/>
                <a:gd name="connsiteX0" fmla="*/ 370213 w 558839"/>
                <a:gd name="connsiteY0" fmla="*/ 796102 h 796102"/>
                <a:gd name="connsiteX1" fmla="*/ 0 w 558839"/>
                <a:gd name="connsiteY1" fmla="*/ 11688 h 796102"/>
                <a:gd name="connsiteX2" fmla="*/ 499610 w 558839"/>
                <a:gd name="connsiteY2" fmla="*/ 0 h 796102"/>
                <a:gd name="connsiteX3" fmla="*/ 558839 w 558839"/>
                <a:gd name="connsiteY3" fmla="*/ 754682 h 796102"/>
                <a:gd name="connsiteX4" fmla="*/ 370213 w 558839"/>
                <a:gd name="connsiteY4" fmla="*/ 796102 h 796102"/>
                <a:gd name="connsiteX0" fmla="*/ 370213 w 558839"/>
                <a:gd name="connsiteY0" fmla="*/ 796102 h 796102"/>
                <a:gd name="connsiteX1" fmla="*/ 0 w 558839"/>
                <a:gd name="connsiteY1" fmla="*/ 11688 h 796102"/>
                <a:gd name="connsiteX2" fmla="*/ 499610 w 558839"/>
                <a:gd name="connsiteY2" fmla="*/ 0 h 796102"/>
                <a:gd name="connsiteX3" fmla="*/ 558839 w 558839"/>
                <a:gd name="connsiteY3" fmla="*/ 754682 h 796102"/>
                <a:gd name="connsiteX4" fmla="*/ 370213 w 558839"/>
                <a:gd name="connsiteY4" fmla="*/ 796102 h 796102"/>
                <a:gd name="connsiteX0" fmla="*/ 370213 w 558839"/>
                <a:gd name="connsiteY0" fmla="*/ 796102 h 796102"/>
                <a:gd name="connsiteX1" fmla="*/ 0 w 558839"/>
                <a:gd name="connsiteY1" fmla="*/ 11688 h 796102"/>
                <a:gd name="connsiteX2" fmla="*/ 499610 w 558839"/>
                <a:gd name="connsiteY2" fmla="*/ 0 h 796102"/>
                <a:gd name="connsiteX3" fmla="*/ 558839 w 558839"/>
                <a:gd name="connsiteY3" fmla="*/ 754682 h 796102"/>
                <a:gd name="connsiteX4" fmla="*/ 370213 w 558839"/>
                <a:gd name="connsiteY4" fmla="*/ 796102 h 796102"/>
                <a:gd name="connsiteX0" fmla="*/ 370213 w 558839"/>
                <a:gd name="connsiteY0" fmla="*/ 1315828 h 1315828"/>
                <a:gd name="connsiteX1" fmla="*/ 0 w 558839"/>
                <a:gd name="connsiteY1" fmla="*/ 531414 h 1315828"/>
                <a:gd name="connsiteX2" fmla="*/ 506930 w 558839"/>
                <a:gd name="connsiteY2" fmla="*/ 0 h 1315828"/>
                <a:gd name="connsiteX3" fmla="*/ 558839 w 558839"/>
                <a:gd name="connsiteY3" fmla="*/ 1274408 h 1315828"/>
                <a:gd name="connsiteX4" fmla="*/ 370213 w 558839"/>
                <a:gd name="connsiteY4" fmla="*/ 1315828 h 1315828"/>
                <a:gd name="connsiteX0" fmla="*/ 384853 w 573479"/>
                <a:gd name="connsiteY0" fmla="*/ 1326654 h 1326654"/>
                <a:gd name="connsiteX1" fmla="*/ 0 w 573479"/>
                <a:gd name="connsiteY1" fmla="*/ 554 h 1326654"/>
                <a:gd name="connsiteX2" fmla="*/ 521570 w 573479"/>
                <a:gd name="connsiteY2" fmla="*/ 10826 h 1326654"/>
                <a:gd name="connsiteX3" fmla="*/ 573479 w 573479"/>
                <a:gd name="connsiteY3" fmla="*/ 1285234 h 1326654"/>
                <a:gd name="connsiteX4" fmla="*/ 384853 w 573479"/>
                <a:gd name="connsiteY4" fmla="*/ 1326654 h 1326654"/>
                <a:gd name="connsiteX0" fmla="*/ 384853 w 573479"/>
                <a:gd name="connsiteY0" fmla="*/ 1326654 h 1326654"/>
                <a:gd name="connsiteX1" fmla="*/ 0 w 573479"/>
                <a:gd name="connsiteY1" fmla="*/ 554 h 1326654"/>
                <a:gd name="connsiteX2" fmla="*/ 521570 w 573479"/>
                <a:gd name="connsiteY2" fmla="*/ 10826 h 1326654"/>
                <a:gd name="connsiteX3" fmla="*/ 573479 w 573479"/>
                <a:gd name="connsiteY3" fmla="*/ 1285234 h 1326654"/>
                <a:gd name="connsiteX4" fmla="*/ 384853 w 573479"/>
                <a:gd name="connsiteY4" fmla="*/ 1326654 h 1326654"/>
                <a:gd name="connsiteX0" fmla="*/ 384853 w 573479"/>
                <a:gd name="connsiteY0" fmla="*/ 1326654 h 1326654"/>
                <a:gd name="connsiteX1" fmla="*/ 0 w 573479"/>
                <a:gd name="connsiteY1" fmla="*/ 554 h 1326654"/>
                <a:gd name="connsiteX2" fmla="*/ 521570 w 573479"/>
                <a:gd name="connsiteY2" fmla="*/ 10826 h 1326654"/>
                <a:gd name="connsiteX3" fmla="*/ 573479 w 573479"/>
                <a:gd name="connsiteY3" fmla="*/ 1285234 h 1326654"/>
                <a:gd name="connsiteX4" fmla="*/ 384853 w 573479"/>
                <a:gd name="connsiteY4" fmla="*/ 1326654 h 1326654"/>
                <a:gd name="connsiteX0" fmla="*/ 384853 w 573479"/>
                <a:gd name="connsiteY0" fmla="*/ 1326654 h 1326654"/>
                <a:gd name="connsiteX1" fmla="*/ 0 w 573479"/>
                <a:gd name="connsiteY1" fmla="*/ 554 h 1326654"/>
                <a:gd name="connsiteX2" fmla="*/ 521570 w 573479"/>
                <a:gd name="connsiteY2" fmla="*/ 10826 h 1326654"/>
                <a:gd name="connsiteX3" fmla="*/ 573479 w 573479"/>
                <a:gd name="connsiteY3" fmla="*/ 1285234 h 1326654"/>
                <a:gd name="connsiteX4" fmla="*/ 384853 w 573479"/>
                <a:gd name="connsiteY4" fmla="*/ 1326654 h 1326654"/>
                <a:gd name="connsiteX0" fmla="*/ 384853 w 573479"/>
                <a:gd name="connsiteY0" fmla="*/ 1326654 h 1326654"/>
                <a:gd name="connsiteX1" fmla="*/ 0 w 573479"/>
                <a:gd name="connsiteY1" fmla="*/ 554 h 1326654"/>
                <a:gd name="connsiteX2" fmla="*/ 521570 w 573479"/>
                <a:gd name="connsiteY2" fmla="*/ 10826 h 1326654"/>
                <a:gd name="connsiteX3" fmla="*/ 573479 w 573479"/>
                <a:gd name="connsiteY3" fmla="*/ 1285234 h 1326654"/>
                <a:gd name="connsiteX4" fmla="*/ 384853 w 573479"/>
                <a:gd name="connsiteY4" fmla="*/ 1326654 h 1326654"/>
                <a:gd name="connsiteX0" fmla="*/ 384853 w 573479"/>
                <a:gd name="connsiteY0" fmla="*/ 1326654 h 1326654"/>
                <a:gd name="connsiteX1" fmla="*/ 0 w 573479"/>
                <a:gd name="connsiteY1" fmla="*/ 554 h 1326654"/>
                <a:gd name="connsiteX2" fmla="*/ 521570 w 573479"/>
                <a:gd name="connsiteY2" fmla="*/ 10826 h 1326654"/>
                <a:gd name="connsiteX3" fmla="*/ 573479 w 573479"/>
                <a:gd name="connsiteY3" fmla="*/ 1285234 h 1326654"/>
                <a:gd name="connsiteX4" fmla="*/ 384853 w 573479"/>
                <a:gd name="connsiteY4" fmla="*/ 1326654 h 1326654"/>
                <a:gd name="connsiteX0" fmla="*/ 384853 w 588119"/>
                <a:gd name="connsiteY0" fmla="*/ 1326654 h 1326654"/>
                <a:gd name="connsiteX1" fmla="*/ 0 w 588119"/>
                <a:gd name="connsiteY1" fmla="*/ 554 h 1326654"/>
                <a:gd name="connsiteX2" fmla="*/ 521570 w 588119"/>
                <a:gd name="connsiteY2" fmla="*/ 10826 h 1326654"/>
                <a:gd name="connsiteX3" fmla="*/ 588119 w 588119"/>
                <a:gd name="connsiteY3" fmla="*/ 1321835 h 1326654"/>
                <a:gd name="connsiteX4" fmla="*/ 384853 w 588119"/>
                <a:gd name="connsiteY4" fmla="*/ 1326654 h 1326654"/>
                <a:gd name="connsiteX0" fmla="*/ 384853 w 588119"/>
                <a:gd name="connsiteY0" fmla="*/ 1326654 h 1326654"/>
                <a:gd name="connsiteX1" fmla="*/ 0 w 588119"/>
                <a:gd name="connsiteY1" fmla="*/ 554 h 1326654"/>
                <a:gd name="connsiteX2" fmla="*/ 521570 w 588119"/>
                <a:gd name="connsiteY2" fmla="*/ 10826 h 1326654"/>
                <a:gd name="connsiteX3" fmla="*/ 588119 w 588119"/>
                <a:gd name="connsiteY3" fmla="*/ 1321835 h 1326654"/>
                <a:gd name="connsiteX4" fmla="*/ 384853 w 588119"/>
                <a:gd name="connsiteY4" fmla="*/ 1326654 h 1326654"/>
                <a:gd name="connsiteX0" fmla="*/ 384853 w 588119"/>
                <a:gd name="connsiteY0" fmla="*/ 1326148 h 1326148"/>
                <a:gd name="connsiteX1" fmla="*/ 0 w 588119"/>
                <a:gd name="connsiteY1" fmla="*/ 48 h 1326148"/>
                <a:gd name="connsiteX2" fmla="*/ 521570 w 588119"/>
                <a:gd name="connsiteY2" fmla="*/ 228243 h 1326148"/>
                <a:gd name="connsiteX3" fmla="*/ 588119 w 588119"/>
                <a:gd name="connsiteY3" fmla="*/ 1321329 h 1326148"/>
                <a:gd name="connsiteX4" fmla="*/ 384853 w 588119"/>
                <a:gd name="connsiteY4" fmla="*/ 1326148 h 1326148"/>
                <a:gd name="connsiteX0" fmla="*/ 384853 w 588119"/>
                <a:gd name="connsiteY0" fmla="*/ 1326148 h 1326148"/>
                <a:gd name="connsiteX1" fmla="*/ 0 w 588119"/>
                <a:gd name="connsiteY1" fmla="*/ 48 h 1326148"/>
                <a:gd name="connsiteX2" fmla="*/ 521570 w 588119"/>
                <a:gd name="connsiteY2" fmla="*/ 228243 h 1326148"/>
                <a:gd name="connsiteX3" fmla="*/ 588119 w 588119"/>
                <a:gd name="connsiteY3" fmla="*/ 1321329 h 1326148"/>
                <a:gd name="connsiteX4" fmla="*/ 384853 w 588119"/>
                <a:gd name="connsiteY4" fmla="*/ 1326148 h 1326148"/>
                <a:gd name="connsiteX0" fmla="*/ 384853 w 588119"/>
                <a:gd name="connsiteY0" fmla="*/ 1326148 h 1326148"/>
                <a:gd name="connsiteX1" fmla="*/ 0 w 588119"/>
                <a:gd name="connsiteY1" fmla="*/ 48 h 1326148"/>
                <a:gd name="connsiteX2" fmla="*/ 521570 w 588119"/>
                <a:gd name="connsiteY2" fmla="*/ 228243 h 1326148"/>
                <a:gd name="connsiteX3" fmla="*/ 588119 w 588119"/>
                <a:gd name="connsiteY3" fmla="*/ 1321329 h 1326148"/>
                <a:gd name="connsiteX4" fmla="*/ 384853 w 588119"/>
                <a:gd name="connsiteY4" fmla="*/ 1326148 h 1326148"/>
                <a:gd name="connsiteX0" fmla="*/ 366066 w 569332"/>
                <a:gd name="connsiteY0" fmla="*/ 1097905 h 1097905"/>
                <a:gd name="connsiteX1" fmla="*/ 0 w 569332"/>
                <a:gd name="connsiteY1" fmla="*/ 4757 h 1097905"/>
                <a:gd name="connsiteX2" fmla="*/ 502783 w 569332"/>
                <a:gd name="connsiteY2" fmla="*/ 0 h 1097905"/>
                <a:gd name="connsiteX3" fmla="*/ 569332 w 569332"/>
                <a:gd name="connsiteY3" fmla="*/ 1093086 h 1097905"/>
                <a:gd name="connsiteX4" fmla="*/ 366066 w 569332"/>
                <a:gd name="connsiteY4" fmla="*/ 1097905 h 1097905"/>
                <a:gd name="connsiteX0" fmla="*/ 366066 w 569332"/>
                <a:gd name="connsiteY0" fmla="*/ 1097905 h 1097905"/>
                <a:gd name="connsiteX1" fmla="*/ 0 w 569332"/>
                <a:gd name="connsiteY1" fmla="*/ 4757 h 1097905"/>
                <a:gd name="connsiteX2" fmla="*/ 502783 w 569332"/>
                <a:gd name="connsiteY2" fmla="*/ 0 h 1097905"/>
                <a:gd name="connsiteX3" fmla="*/ 569332 w 569332"/>
                <a:gd name="connsiteY3" fmla="*/ 1093086 h 1097905"/>
                <a:gd name="connsiteX4" fmla="*/ 366066 w 569332"/>
                <a:gd name="connsiteY4" fmla="*/ 1097905 h 1097905"/>
                <a:gd name="connsiteX0" fmla="*/ 366066 w 569332"/>
                <a:gd name="connsiteY0" fmla="*/ 1097905 h 1097905"/>
                <a:gd name="connsiteX1" fmla="*/ 0 w 569332"/>
                <a:gd name="connsiteY1" fmla="*/ 4757 h 1097905"/>
                <a:gd name="connsiteX2" fmla="*/ 502783 w 569332"/>
                <a:gd name="connsiteY2" fmla="*/ 0 h 1097905"/>
                <a:gd name="connsiteX3" fmla="*/ 569332 w 569332"/>
                <a:gd name="connsiteY3" fmla="*/ 1093086 h 1097905"/>
                <a:gd name="connsiteX4" fmla="*/ 366066 w 569332"/>
                <a:gd name="connsiteY4" fmla="*/ 1097905 h 1097905"/>
                <a:gd name="connsiteX0" fmla="*/ 366066 w 594113"/>
                <a:gd name="connsiteY0" fmla="*/ 1097905 h 1179971"/>
                <a:gd name="connsiteX1" fmla="*/ 0 w 594113"/>
                <a:gd name="connsiteY1" fmla="*/ 4757 h 1179971"/>
                <a:gd name="connsiteX2" fmla="*/ 502783 w 594113"/>
                <a:gd name="connsiteY2" fmla="*/ 0 h 1179971"/>
                <a:gd name="connsiteX3" fmla="*/ 594113 w 594113"/>
                <a:gd name="connsiteY3" fmla="*/ 1179818 h 1179971"/>
                <a:gd name="connsiteX4" fmla="*/ 366066 w 594113"/>
                <a:gd name="connsiteY4" fmla="*/ 1097905 h 1179971"/>
                <a:gd name="connsiteX0" fmla="*/ 403236 w 594113"/>
                <a:gd name="connsiteY0" fmla="*/ 1215612 h 1215612"/>
                <a:gd name="connsiteX1" fmla="*/ 0 w 594113"/>
                <a:gd name="connsiteY1" fmla="*/ 4757 h 1215612"/>
                <a:gd name="connsiteX2" fmla="*/ 502783 w 594113"/>
                <a:gd name="connsiteY2" fmla="*/ 0 h 1215612"/>
                <a:gd name="connsiteX3" fmla="*/ 594113 w 594113"/>
                <a:gd name="connsiteY3" fmla="*/ 1179818 h 1215612"/>
                <a:gd name="connsiteX4" fmla="*/ 403236 w 594113"/>
                <a:gd name="connsiteY4" fmla="*/ 1215612 h 1215612"/>
                <a:gd name="connsiteX0" fmla="*/ 403236 w 574100"/>
                <a:gd name="connsiteY0" fmla="*/ 1215612 h 1215612"/>
                <a:gd name="connsiteX1" fmla="*/ 0 w 574100"/>
                <a:gd name="connsiteY1" fmla="*/ 4757 h 1215612"/>
                <a:gd name="connsiteX2" fmla="*/ 502783 w 574100"/>
                <a:gd name="connsiteY2" fmla="*/ 0 h 1215612"/>
                <a:gd name="connsiteX3" fmla="*/ 574100 w 574100"/>
                <a:gd name="connsiteY3" fmla="*/ 1014877 h 1215612"/>
                <a:gd name="connsiteX4" fmla="*/ 403236 w 574100"/>
                <a:gd name="connsiteY4" fmla="*/ 1215612 h 1215612"/>
                <a:gd name="connsiteX0" fmla="*/ 333190 w 574100"/>
                <a:gd name="connsiteY0" fmla="*/ 985695 h 1015244"/>
                <a:gd name="connsiteX1" fmla="*/ 0 w 574100"/>
                <a:gd name="connsiteY1" fmla="*/ 4757 h 1015244"/>
                <a:gd name="connsiteX2" fmla="*/ 502783 w 574100"/>
                <a:gd name="connsiteY2" fmla="*/ 0 h 1015244"/>
                <a:gd name="connsiteX3" fmla="*/ 574100 w 574100"/>
                <a:gd name="connsiteY3" fmla="*/ 1014877 h 1015244"/>
                <a:gd name="connsiteX4" fmla="*/ 333190 w 574100"/>
                <a:gd name="connsiteY4" fmla="*/ 985695 h 10152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74100" h="1015244">
                  <a:moveTo>
                    <a:pt x="333190" y="985695"/>
                  </a:moveTo>
                  <a:cubicBezTo>
                    <a:pt x="153901" y="433090"/>
                    <a:pt x="295574" y="908506"/>
                    <a:pt x="0" y="4757"/>
                  </a:cubicBezTo>
                  <a:cubicBezTo>
                    <a:pt x="166537" y="861"/>
                    <a:pt x="336246" y="3896"/>
                    <a:pt x="502783" y="0"/>
                  </a:cubicBezTo>
                  <a:cubicBezTo>
                    <a:pt x="555943" y="995541"/>
                    <a:pt x="537473" y="350120"/>
                    <a:pt x="574100" y="1014877"/>
                  </a:cubicBezTo>
                  <a:cubicBezTo>
                    <a:pt x="476415" y="1019182"/>
                    <a:pt x="529388" y="984229"/>
                    <a:pt x="333190" y="985695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>
                    <a:lumMod val="95000"/>
                    <a:alpha val="55000"/>
                  </a:srgbClr>
                </a:gs>
                <a:gs pos="100000">
                  <a:srgbClr val="FFFFFF">
                    <a:lumMod val="7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FFFFFF">
                  <a:lumMod val="75000"/>
                </a:srgbClr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grpSp>
          <p:nvGrpSpPr>
            <p:cNvPr id="932" name="Group 28">
              <a:extLst>
                <a:ext uri="{FF2B5EF4-FFF2-40B4-BE49-F238E27FC236}">
                  <a16:creationId xmlns:a16="http://schemas.microsoft.com/office/drawing/2014/main" id="{088ACE2A-7A5D-4F42-921C-CF157C28809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856416" y="3709935"/>
              <a:ext cx="1049338" cy="1739900"/>
              <a:chOff x="1856416" y="3709935"/>
              <a:chExt cx="1049338" cy="1739900"/>
            </a:xfrm>
          </p:grpSpPr>
          <p:sp>
            <p:nvSpPr>
              <p:cNvPr id="1017" name="Rectangle 1016">
                <a:extLst>
                  <a:ext uri="{FF2B5EF4-FFF2-40B4-BE49-F238E27FC236}">
                    <a16:creationId xmlns:a16="http://schemas.microsoft.com/office/drawing/2014/main" id="{F031C840-E404-B943-9DD7-6487F36B8BC7}"/>
                  </a:ext>
                </a:extLst>
              </p:cNvPr>
              <p:cNvSpPr/>
              <p:nvPr/>
            </p:nvSpPr>
            <p:spPr bwMode="auto">
              <a:xfrm rot="10800000">
                <a:off x="1867528" y="3957548"/>
                <a:ext cx="1027113" cy="611095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grpSp>
            <p:nvGrpSpPr>
              <p:cNvPr id="1018" name="Group 498">
                <a:extLst>
                  <a:ext uri="{FF2B5EF4-FFF2-40B4-BE49-F238E27FC236}">
                    <a16:creationId xmlns:a16="http://schemas.microsoft.com/office/drawing/2014/main" id="{11E4B476-A94C-6141-A48C-F22AAD7C573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858805" y="5088863"/>
                <a:ext cx="1035373" cy="360972"/>
                <a:chOff x="4128636" y="3606589"/>
                <a:chExt cx="568145" cy="338667"/>
              </a:xfrm>
            </p:grpSpPr>
            <p:sp>
              <p:nvSpPr>
                <p:cNvPr id="1032" name="Oval 1031">
                  <a:extLst>
                    <a:ext uri="{FF2B5EF4-FFF2-40B4-BE49-F238E27FC236}">
                      <a16:creationId xmlns:a16="http://schemas.microsoft.com/office/drawing/2014/main" id="{6285E922-4389-6747-873A-ED742F93B7B8}"/>
                    </a:ext>
                  </a:extLst>
                </p:cNvPr>
                <p:cNvSpPr/>
                <p:nvPr/>
              </p:nvSpPr>
              <p:spPr>
                <a:xfrm>
                  <a:off x="4129067" y="3720144"/>
                  <a:ext cx="567968" cy="224867"/>
                </a:xfrm>
                <a:prstGeom prst="ellipse">
                  <a:avLst/>
                </a:prstGeom>
                <a:solidFill>
                  <a:srgbClr val="3333CC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033" name="Rectangle 1032">
                  <a:extLst>
                    <a:ext uri="{FF2B5EF4-FFF2-40B4-BE49-F238E27FC236}">
                      <a16:creationId xmlns:a16="http://schemas.microsoft.com/office/drawing/2014/main" id="{681399F7-9F7D-8247-A86B-B0C42C17B7BD}"/>
                    </a:ext>
                  </a:extLst>
                </p:cNvPr>
                <p:cNvSpPr/>
                <p:nvPr/>
              </p:nvSpPr>
              <p:spPr>
                <a:xfrm>
                  <a:off x="4129067" y="3720144"/>
                  <a:ext cx="567968" cy="111689"/>
                </a:xfrm>
                <a:prstGeom prst="rect">
                  <a:avLst/>
                </a:pr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034" name="Oval 1033">
                  <a:extLst>
                    <a:ext uri="{FF2B5EF4-FFF2-40B4-BE49-F238E27FC236}">
                      <a16:creationId xmlns:a16="http://schemas.microsoft.com/office/drawing/2014/main" id="{22EC9AA8-544A-8B4A-88A6-2074F49F53D4}"/>
                    </a:ext>
                  </a:extLst>
                </p:cNvPr>
                <p:cNvSpPr/>
                <p:nvPr/>
              </p:nvSpPr>
              <p:spPr>
                <a:xfrm>
                  <a:off x="4129067" y="3606966"/>
                  <a:ext cx="567968" cy="224867"/>
                </a:xfrm>
                <a:prstGeom prst="ellipse">
                  <a:avLst/>
                </a:prstGeom>
                <a:solidFill>
                  <a:srgbClr val="3333CC">
                    <a:lumMod val="60000"/>
                    <a:lumOff val="40000"/>
                    <a:alpha val="7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1035" name="Straight Connector 1034">
                  <a:extLst>
                    <a:ext uri="{FF2B5EF4-FFF2-40B4-BE49-F238E27FC236}">
                      <a16:creationId xmlns:a16="http://schemas.microsoft.com/office/drawing/2014/main" id="{C98CC5A1-6137-AD47-8DAD-1CE3995E4F4E}"/>
                    </a:ext>
                  </a:extLst>
                </p:cNvPr>
                <p:cNvCxnSpPr/>
                <p:nvPr/>
              </p:nvCxnSpPr>
              <p:spPr>
                <a:xfrm>
                  <a:off x="4697035" y="3720144"/>
                  <a:ext cx="0" cy="111689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1036" name="Straight Connector 1035">
                  <a:extLst>
                    <a:ext uri="{FF2B5EF4-FFF2-40B4-BE49-F238E27FC236}">
                      <a16:creationId xmlns:a16="http://schemas.microsoft.com/office/drawing/2014/main" id="{D6DBD6DE-4277-6E43-8F0F-101EA88CC186}"/>
                    </a:ext>
                  </a:extLst>
                </p:cNvPr>
                <p:cNvCxnSpPr/>
                <p:nvPr/>
              </p:nvCxnSpPr>
              <p:spPr>
                <a:xfrm>
                  <a:off x="4129067" y="3720144"/>
                  <a:ext cx="0" cy="111689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</p:grpSp>
          <p:sp>
            <p:nvSpPr>
              <p:cNvPr id="1019" name="Rectangle 1018">
                <a:extLst>
                  <a:ext uri="{FF2B5EF4-FFF2-40B4-BE49-F238E27FC236}">
                    <a16:creationId xmlns:a16="http://schemas.microsoft.com/office/drawing/2014/main" id="{511198B5-F79E-C74D-B56E-01ADB1EAA4C1}"/>
                  </a:ext>
                </a:extLst>
              </p:cNvPr>
              <p:cNvSpPr/>
              <p:nvPr/>
            </p:nvSpPr>
            <p:spPr bwMode="auto">
              <a:xfrm>
                <a:off x="1877053" y="4705148"/>
                <a:ext cx="1028700" cy="522210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40000"/>
                      <a:lumOff val="6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1020" name="Straight Connector 1019">
                <a:extLst>
                  <a:ext uri="{FF2B5EF4-FFF2-40B4-BE49-F238E27FC236}">
                    <a16:creationId xmlns:a16="http://schemas.microsoft.com/office/drawing/2014/main" id="{D3ADC60A-D45A-1346-84AC-B4714AE1CB27}"/>
                  </a:ext>
                </a:extLst>
              </p:cNvPr>
              <p:cNvCxnSpPr/>
              <p:nvPr/>
            </p:nvCxnSpPr>
            <p:spPr bwMode="auto">
              <a:xfrm>
                <a:off x="1861178" y="3981356"/>
                <a:ext cx="17463" cy="1301555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cxnSp>
            <p:nvCxnSpPr>
              <p:cNvPr id="1021" name="Straight Connector 1020">
                <a:extLst>
                  <a:ext uri="{FF2B5EF4-FFF2-40B4-BE49-F238E27FC236}">
                    <a16:creationId xmlns:a16="http://schemas.microsoft.com/office/drawing/2014/main" id="{8C732665-0AF3-514A-8491-058D584AA66C}"/>
                  </a:ext>
                </a:extLst>
              </p:cNvPr>
              <p:cNvCxnSpPr/>
              <p:nvPr/>
            </p:nvCxnSpPr>
            <p:spPr bwMode="auto">
              <a:xfrm flipH="1">
                <a:off x="2894641" y="3971833"/>
                <a:ext cx="6350" cy="1269810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1022" name="Group 504">
                <a:extLst>
                  <a:ext uri="{FF2B5EF4-FFF2-40B4-BE49-F238E27FC236}">
                    <a16:creationId xmlns:a16="http://schemas.microsoft.com/office/drawing/2014/main" id="{87E38306-3DC6-B044-991D-BEE6F6FD2E7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856416" y="3709935"/>
                <a:ext cx="1044712" cy="399063"/>
                <a:chOff x="2183302" y="1574638"/>
                <a:chExt cx="1200154" cy="430218"/>
              </a:xfrm>
            </p:grpSpPr>
            <p:sp>
              <p:nvSpPr>
                <p:cNvPr id="1023" name="Oval 1022">
                  <a:extLst>
                    <a:ext uri="{FF2B5EF4-FFF2-40B4-BE49-F238E27FC236}">
                      <a16:creationId xmlns:a16="http://schemas.microsoft.com/office/drawing/2014/main" id="{55E5FA1C-CAB4-8341-8DAA-EDAE9CFD84E2}"/>
                    </a:ext>
                  </a:extLst>
                </p:cNvPr>
                <p:cNvSpPr/>
                <p:nvPr/>
              </p:nvSpPr>
              <p:spPr bwMode="auto">
                <a:xfrm flipV="1">
                  <a:off x="2185125" y="1689286"/>
                  <a:ext cx="1196349" cy="314857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31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20000"/>
                        <a:lumOff val="80000"/>
                      </a:srgbClr>
                    </a:gs>
                  </a:gsLst>
                  <a:lin ang="16200000" scaled="0"/>
                  <a:tileRect/>
                </a:gradFill>
                <a:ln w="635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024" name="Rectangle 1023">
                  <a:extLst>
                    <a:ext uri="{FF2B5EF4-FFF2-40B4-BE49-F238E27FC236}">
                      <a16:creationId xmlns:a16="http://schemas.microsoft.com/office/drawing/2014/main" id="{44108165-9E65-5F4A-BAAB-C6ACE38D3C65}"/>
                    </a:ext>
                  </a:extLst>
                </p:cNvPr>
                <p:cNvSpPr/>
                <p:nvPr/>
              </p:nvSpPr>
              <p:spPr bwMode="auto">
                <a:xfrm>
                  <a:off x="2183302" y="1735489"/>
                  <a:ext cx="1198172" cy="112938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40000"/>
                        <a:lumOff val="60000"/>
                      </a:srgbClr>
                    </a:gs>
                    <a:gs pos="54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62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025" name="Oval 1024">
                  <a:extLst>
                    <a:ext uri="{FF2B5EF4-FFF2-40B4-BE49-F238E27FC236}">
                      <a16:creationId xmlns:a16="http://schemas.microsoft.com/office/drawing/2014/main" id="{5220D9A0-FC71-C848-AA4B-AC3EAD73DB6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flipV="1">
                  <a:off x="2183302" y="1574638"/>
                  <a:ext cx="1196349" cy="314857"/>
                </a:xfrm>
                <a:prstGeom prst="ellipse">
                  <a:avLst/>
                </a:prstGeom>
                <a:solidFill>
                  <a:srgbClr val="BFBFBF"/>
                </a:solidFill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0" dist="23000" dir="5400000" rotWithShape="0">
                    <a:srgbClr val="808080">
                      <a:alpha val="34999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026" name="Freeform 1025">
                  <a:extLst>
                    <a:ext uri="{FF2B5EF4-FFF2-40B4-BE49-F238E27FC236}">
                      <a16:creationId xmlns:a16="http://schemas.microsoft.com/office/drawing/2014/main" id="{0E8501FC-8102-1648-8958-E425AC1A0FB8}"/>
                    </a:ext>
                  </a:extLst>
                </p:cNvPr>
                <p:cNvSpPr/>
                <p:nvPr/>
              </p:nvSpPr>
              <p:spPr bwMode="auto">
                <a:xfrm>
                  <a:off x="2489684" y="1670464"/>
                  <a:ext cx="581761" cy="157429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027" name="Freeform 1026">
                  <a:extLst>
                    <a:ext uri="{FF2B5EF4-FFF2-40B4-BE49-F238E27FC236}">
                      <a16:creationId xmlns:a16="http://schemas.microsoft.com/office/drawing/2014/main" id="{AF49A14A-FE33-EB4B-ADEA-BA7B348615C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29501" y="1629396"/>
                  <a:ext cx="703949" cy="111226"/>
                </a:xfrm>
                <a:custGeom>
                  <a:avLst/>
                  <a:gdLst>
                    <a:gd name="T0" fmla="*/ 0 w 3723451"/>
                    <a:gd name="T1" fmla="*/ 27211 h 932950"/>
                    <a:gd name="T2" fmla="*/ 123865 w 3723451"/>
                    <a:gd name="T3" fmla="*/ 321 h 932950"/>
                    <a:gd name="T4" fmla="*/ 350850 w 3723451"/>
                    <a:gd name="T5" fmla="*/ 62061 h 932950"/>
                    <a:gd name="T6" fmla="*/ 567397 w 3723451"/>
                    <a:gd name="T7" fmla="*/ 0 h 932950"/>
                    <a:gd name="T8" fmla="*/ 703949 w 3723451"/>
                    <a:gd name="T9" fmla="*/ 24696 h 932950"/>
                    <a:gd name="T10" fmla="*/ 602354 w 3723451"/>
                    <a:gd name="T11" fmla="*/ 55064 h 932950"/>
                    <a:gd name="T12" fmla="*/ 569645 w 3723451"/>
                    <a:gd name="T13" fmla="*/ 46877 h 932950"/>
                    <a:gd name="T14" fmla="*/ 354838 w 3723451"/>
                    <a:gd name="T15" fmla="*/ 111226 h 932950"/>
                    <a:gd name="T16" fmla="*/ 134536 w 3723451"/>
                    <a:gd name="T17" fmla="*/ 49244 h 932950"/>
                    <a:gd name="T18" fmla="*/ 98918 w 3723451"/>
                    <a:gd name="T19" fmla="*/ 55934 h 932950"/>
                    <a:gd name="T20" fmla="*/ 0 w 3723451"/>
                    <a:gd name="T21" fmla="*/ 27211 h 932950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028" name="Freeform 1027">
                  <a:extLst>
                    <a:ext uri="{FF2B5EF4-FFF2-40B4-BE49-F238E27FC236}">
                      <a16:creationId xmlns:a16="http://schemas.microsoft.com/office/drawing/2014/main" id="{FEBE179E-02E9-C64E-89FC-F45503783F7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2722" y="1723510"/>
                  <a:ext cx="257143" cy="95826"/>
                </a:xfrm>
                <a:custGeom>
                  <a:avLst/>
                  <a:gdLst>
                    <a:gd name="T0" fmla="*/ 0 w 1366596"/>
                    <a:gd name="T1" fmla="*/ 0 h 809868"/>
                    <a:gd name="T2" fmla="*/ 257143 w 1366596"/>
                    <a:gd name="T3" fmla="*/ 74047 h 809868"/>
                    <a:gd name="T4" fmla="*/ 162771 w 1366596"/>
                    <a:gd name="T5" fmla="*/ 95826 h 809868"/>
                    <a:gd name="T6" fmla="*/ 866 w 1366596"/>
                    <a:gd name="T7" fmla="*/ 50635 h 809868"/>
                    <a:gd name="T8" fmla="*/ 0 w 1366596"/>
                    <a:gd name="T9" fmla="*/ 0 h 8098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029" name="Freeform 1028">
                  <a:extLst>
                    <a:ext uri="{FF2B5EF4-FFF2-40B4-BE49-F238E27FC236}">
                      <a16:creationId xmlns:a16="http://schemas.microsoft.com/office/drawing/2014/main" id="{56DF1AAD-D538-1C44-A286-465AD81A046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16736" y="1725222"/>
                  <a:ext cx="255318" cy="94114"/>
                </a:xfrm>
                <a:custGeom>
                  <a:avLst/>
                  <a:gdLst>
                    <a:gd name="T0" fmla="*/ 251832 w 1348191"/>
                    <a:gd name="T1" fmla="*/ 0 h 791462"/>
                    <a:gd name="T2" fmla="*/ 255318 w 1348191"/>
                    <a:gd name="T3" fmla="*/ 45415 h 791462"/>
                    <a:gd name="T4" fmla="*/ 92368 w 1348191"/>
                    <a:gd name="T5" fmla="*/ 94114 h 791462"/>
                    <a:gd name="T6" fmla="*/ 0 w 1348191"/>
                    <a:gd name="T7" fmla="*/ 72774 h 791462"/>
                    <a:gd name="T8" fmla="*/ 251832 w 1348191"/>
                    <a:gd name="T9" fmla="*/ 0 h 79146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cxnSp>
              <p:nvCxnSpPr>
                <p:cNvPr id="1030" name="Straight Connector 1029">
                  <a:extLst>
                    <a:ext uri="{FF2B5EF4-FFF2-40B4-BE49-F238E27FC236}">
                      <a16:creationId xmlns:a16="http://schemas.microsoft.com/office/drawing/2014/main" id="{60701F8E-3F5A-734C-A498-AA55BCD5CFE1}"/>
                    </a:ext>
                  </a:extLst>
                </p:cNvPr>
                <p:cNvCxnSpPr>
                  <a:cxnSpLocks noChangeShapeType="1"/>
                  <a:endCxn id="1025" idx="2"/>
                </p:cNvCxnSpPr>
                <p:nvPr/>
              </p:nvCxnSpPr>
              <p:spPr bwMode="auto">
                <a:xfrm flipH="1" flipV="1">
                  <a:off x="2183302" y="1732067"/>
                  <a:ext cx="1823" cy="121493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1031" name="Straight Connector 1030">
                  <a:extLst>
                    <a:ext uri="{FF2B5EF4-FFF2-40B4-BE49-F238E27FC236}">
                      <a16:creationId xmlns:a16="http://schemas.microsoft.com/office/drawing/2014/main" id="{299ED768-B7C5-C447-A0CA-015C1D4D47F2}"/>
                    </a:ext>
                  </a:extLst>
                </p:cNvPr>
                <p:cNvCxnSpPr>
                  <a:cxnSpLocks noChangeShapeType="1"/>
                </p:cNvCxnSpPr>
                <p:nvPr/>
              </p:nvCxnSpPr>
              <p:spPr bwMode="auto">
                <a:xfrm flipH="1" flipV="1">
                  <a:off x="3381474" y="1728644"/>
                  <a:ext cx="1824" cy="121493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</p:grpSp>
        </p:grpSp>
        <p:grpSp>
          <p:nvGrpSpPr>
            <p:cNvPr id="933" name="Group 29">
              <a:extLst>
                <a:ext uri="{FF2B5EF4-FFF2-40B4-BE49-F238E27FC236}">
                  <a16:creationId xmlns:a16="http://schemas.microsoft.com/office/drawing/2014/main" id="{BE1E7CEF-FBEC-2040-A3E0-0EBB60746AF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66154" y="3862335"/>
              <a:ext cx="514350" cy="1670050"/>
              <a:chOff x="3566154" y="3862335"/>
              <a:chExt cx="514350" cy="1670050"/>
            </a:xfrm>
          </p:grpSpPr>
          <p:sp>
            <p:nvSpPr>
              <p:cNvPr id="997" name="Rectangle 996">
                <a:extLst>
                  <a:ext uri="{FF2B5EF4-FFF2-40B4-BE49-F238E27FC236}">
                    <a16:creationId xmlns:a16="http://schemas.microsoft.com/office/drawing/2014/main" id="{7F242236-8B77-9144-8038-81B9BCAB1509}"/>
                  </a:ext>
                </a:extLst>
              </p:cNvPr>
              <p:cNvSpPr/>
              <p:nvPr/>
            </p:nvSpPr>
            <p:spPr bwMode="auto">
              <a:xfrm rot="10800000">
                <a:off x="3569201" y="3946092"/>
                <a:ext cx="498084" cy="628647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998" name="Straight Connector 997">
                <a:extLst>
                  <a:ext uri="{FF2B5EF4-FFF2-40B4-BE49-F238E27FC236}">
                    <a16:creationId xmlns:a16="http://schemas.microsoft.com/office/drawing/2014/main" id="{855E433C-9E28-D243-A7F8-5DC166631717}"/>
                  </a:ext>
                </a:extLst>
              </p:cNvPr>
              <p:cNvCxnSpPr/>
              <p:nvPr/>
            </p:nvCxnSpPr>
            <p:spPr bwMode="auto">
              <a:xfrm flipH="1">
                <a:off x="4078916" y="4019450"/>
                <a:ext cx="1587" cy="1365045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999" name="Group 552">
                <a:extLst>
                  <a:ext uri="{FF2B5EF4-FFF2-40B4-BE49-F238E27FC236}">
                    <a16:creationId xmlns:a16="http://schemas.microsoft.com/office/drawing/2014/main" id="{2095E3B0-B1DF-9747-A4B6-739AFCB17CA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571302" y="5310688"/>
                <a:ext cx="507588" cy="221697"/>
                <a:chOff x="4128636" y="3606589"/>
                <a:chExt cx="568145" cy="338667"/>
              </a:xfrm>
            </p:grpSpPr>
            <p:sp>
              <p:nvSpPr>
                <p:cNvPr id="1012" name="Oval 1011">
                  <a:extLst>
                    <a:ext uri="{FF2B5EF4-FFF2-40B4-BE49-F238E27FC236}">
                      <a16:creationId xmlns:a16="http://schemas.microsoft.com/office/drawing/2014/main" id="{77BE98D0-B8F8-0542-81BA-550DCDDBED58}"/>
                    </a:ext>
                  </a:extLst>
                </p:cNvPr>
                <p:cNvSpPr/>
                <p:nvPr/>
              </p:nvSpPr>
              <p:spPr>
                <a:xfrm>
                  <a:off x="4128204" y="3719337"/>
                  <a:ext cx="568606" cy="225500"/>
                </a:xfrm>
                <a:prstGeom prst="ellipse">
                  <a:avLst/>
                </a:prstGeom>
                <a:solidFill>
                  <a:srgbClr val="3333CC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013" name="Rectangle 1012">
                  <a:extLst>
                    <a:ext uri="{FF2B5EF4-FFF2-40B4-BE49-F238E27FC236}">
                      <a16:creationId xmlns:a16="http://schemas.microsoft.com/office/drawing/2014/main" id="{FF81DF11-B403-0242-9BBF-4028E5002511}"/>
                    </a:ext>
                  </a:extLst>
                </p:cNvPr>
                <p:cNvSpPr/>
                <p:nvPr/>
              </p:nvSpPr>
              <p:spPr>
                <a:xfrm>
                  <a:off x="4128204" y="3719337"/>
                  <a:ext cx="568606" cy="111537"/>
                </a:xfrm>
                <a:prstGeom prst="rect">
                  <a:avLst/>
                </a:pr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014" name="Oval 1013">
                  <a:extLst>
                    <a:ext uri="{FF2B5EF4-FFF2-40B4-BE49-F238E27FC236}">
                      <a16:creationId xmlns:a16="http://schemas.microsoft.com/office/drawing/2014/main" id="{DA7CD07E-7BFA-EA40-A63C-19BD545F9FBB}"/>
                    </a:ext>
                  </a:extLst>
                </p:cNvPr>
                <p:cNvSpPr/>
                <p:nvPr/>
              </p:nvSpPr>
              <p:spPr>
                <a:xfrm>
                  <a:off x="4128204" y="3600527"/>
                  <a:ext cx="568606" cy="230348"/>
                </a:xfrm>
                <a:prstGeom prst="ellipse">
                  <a:avLst/>
                </a:prstGeom>
                <a:solidFill>
                  <a:srgbClr val="3333CC">
                    <a:lumMod val="40000"/>
                    <a:lumOff val="60000"/>
                    <a:alpha val="5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1015" name="Straight Connector 1014">
                  <a:extLst>
                    <a:ext uri="{FF2B5EF4-FFF2-40B4-BE49-F238E27FC236}">
                      <a16:creationId xmlns:a16="http://schemas.microsoft.com/office/drawing/2014/main" id="{B2F8B11B-A555-1F4E-A7E6-540E16F7A0A8}"/>
                    </a:ext>
                  </a:extLst>
                </p:cNvPr>
                <p:cNvCxnSpPr/>
                <p:nvPr/>
              </p:nvCxnSpPr>
              <p:spPr>
                <a:xfrm>
                  <a:off x="4696810" y="3719337"/>
                  <a:ext cx="0" cy="111537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1016" name="Straight Connector 1015">
                  <a:extLst>
                    <a:ext uri="{FF2B5EF4-FFF2-40B4-BE49-F238E27FC236}">
                      <a16:creationId xmlns:a16="http://schemas.microsoft.com/office/drawing/2014/main" id="{DC5D2573-EDE8-D044-BD08-61DD678EC15B}"/>
                    </a:ext>
                  </a:extLst>
                </p:cNvPr>
                <p:cNvCxnSpPr/>
                <p:nvPr/>
              </p:nvCxnSpPr>
              <p:spPr>
                <a:xfrm>
                  <a:off x="4128204" y="3719337"/>
                  <a:ext cx="0" cy="111537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</p:grpSp>
          <p:sp>
            <p:nvSpPr>
              <p:cNvPr id="1000" name="Rectangle 999">
                <a:extLst>
                  <a:ext uri="{FF2B5EF4-FFF2-40B4-BE49-F238E27FC236}">
                    <a16:creationId xmlns:a16="http://schemas.microsoft.com/office/drawing/2014/main" id="{1CD2ADDF-DE6E-274D-9173-D493921DFE9F}"/>
                  </a:ext>
                </a:extLst>
              </p:cNvPr>
              <p:cNvSpPr/>
              <p:nvPr/>
            </p:nvSpPr>
            <p:spPr bwMode="auto">
              <a:xfrm>
                <a:off x="3572503" y="4574992"/>
                <a:ext cx="496888" cy="812678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1001" name="Straight Connector 1000">
                <a:extLst>
                  <a:ext uri="{FF2B5EF4-FFF2-40B4-BE49-F238E27FC236}">
                    <a16:creationId xmlns:a16="http://schemas.microsoft.com/office/drawing/2014/main" id="{3926DE25-E9FB-D540-98B7-27C7DBB56A43}"/>
                  </a:ext>
                </a:extLst>
              </p:cNvPr>
              <p:cNvCxnSpPr/>
              <p:nvPr/>
            </p:nvCxnSpPr>
            <p:spPr bwMode="auto">
              <a:xfrm flipH="1">
                <a:off x="3566153" y="4027387"/>
                <a:ext cx="3175" cy="1450757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1002" name="Group 538">
                <a:extLst>
                  <a:ext uri="{FF2B5EF4-FFF2-40B4-BE49-F238E27FC236}">
                    <a16:creationId xmlns:a16="http://schemas.microsoft.com/office/drawing/2014/main" id="{FA32E138-3569-9943-8F38-8BFBBEE94E0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568667" y="3862335"/>
                <a:ext cx="503828" cy="248249"/>
                <a:chOff x="2183302" y="1564542"/>
                <a:chExt cx="1200154" cy="440314"/>
              </a:xfrm>
            </p:grpSpPr>
            <p:sp>
              <p:nvSpPr>
                <p:cNvPr id="1003" name="Oval 1002">
                  <a:extLst>
                    <a:ext uri="{FF2B5EF4-FFF2-40B4-BE49-F238E27FC236}">
                      <a16:creationId xmlns:a16="http://schemas.microsoft.com/office/drawing/2014/main" id="{172BF76E-3582-364D-ACA4-688518FFF091}"/>
                    </a:ext>
                  </a:extLst>
                </p:cNvPr>
                <p:cNvSpPr/>
                <p:nvPr/>
              </p:nvSpPr>
              <p:spPr bwMode="auto">
                <a:xfrm flipV="1">
                  <a:off x="2188659" y="1691189"/>
                  <a:ext cx="1194966" cy="312499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31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FFFFFF"/>
                    </a:gs>
                  </a:gsLst>
                  <a:lin ang="16200000" scaled="0"/>
                  <a:tileRect/>
                </a:gradFill>
                <a:ln w="635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004" name="Rectangle 1003">
                  <a:extLst>
                    <a:ext uri="{FF2B5EF4-FFF2-40B4-BE49-F238E27FC236}">
                      <a16:creationId xmlns:a16="http://schemas.microsoft.com/office/drawing/2014/main" id="{3A78A2F4-E393-6E42-BE3F-0FCA6714AEB4}"/>
                    </a:ext>
                  </a:extLst>
                </p:cNvPr>
                <p:cNvSpPr/>
                <p:nvPr/>
              </p:nvSpPr>
              <p:spPr bwMode="auto">
                <a:xfrm>
                  <a:off x="2184877" y="1736233"/>
                  <a:ext cx="1198749" cy="112612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40000"/>
                        <a:lumOff val="60000"/>
                      </a:srgbClr>
                    </a:gs>
                    <a:gs pos="54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62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005" name="Oval 1004">
                  <a:extLst>
                    <a:ext uri="{FF2B5EF4-FFF2-40B4-BE49-F238E27FC236}">
                      <a16:creationId xmlns:a16="http://schemas.microsoft.com/office/drawing/2014/main" id="{940143FD-143D-914C-BE2C-37F2F665D24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flipV="1">
                  <a:off x="2184877" y="1564501"/>
                  <a:ext cx="1194966" cy="312497"/>
                </a:xfrm>
                <a:prstGeom prst="ellipse">
                  <a:avLst/>
                </a:prstGeom>
                <a:solidFill>
                  <a:srgbClr val="BFBFBF"/>
                </a:solidFill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0" dist="23000" dir="5400000" rotWithShape="0">
                    <a:srgbClr val="808080">
                      <a:alpha val="34999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006" name="Freeform 1005">
                  <a:extLst>
                    <a:ext uri="{FF2B5EF4-FFF2-40B4-BE49-F238E27FC236}">
                      <a16:creationId xmlns:a16="http://schemas.microsoft.com/office/drawing/2014/main" id="{E3E8B10C-6B82-EC4C-A959-82D1FA770D43}"/>
                    </a:ext>
                  </a:extLst>
                </p:cNvPr>
                <p:cNvSpPr/>
                <p:nvPr/>
              </p:nvSpPr>
              <p:spPr bwMode="auto">
                <a:xfrm>
                  <a:off x="2491182" y="1671482"/>
                  <a:ext cx="582357" cy="154840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007" name="Freeform 1006">
                  <a:extLst>
                    <a:ext uri="{FF2B5EF4-FFF2-40B4-BE49-F238E27FC236}">
                      <a16:creationId xmlns:a16="http://schemas.microsoft.com/office/drawing/2014/main" id="{0B23900C-40C2-5447-A8A5-DB9E4C1FBD2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30678" y="1629252"/>
                  <a:ext cx="703366" cy="109797"/>
                </a:xfrm>
                <a:custGeom>
                  <a:avLst/>
                  <a:gdLst>
                    <a:gd name="T0" fmla="*/ 0 w 3723451"/>
                    <a:gd name="T1" fmla="*/ 26862 h 932950"/>
                    <a:gd name="T2" fmla="*/ 123762 w 3723451"/>
                    <a:gd name="T3" fmla="*/ 317 h 932950"/>
                    <a:gd name="T4" fmla="*/ 350560 w 3723451"/>
                    <a:gd name="T5" fmla="*/ 61264 h 932950"/>
                    <a:gd name="T6" fmla="*/ 566927 w 3723451"/>
                    <a:gd name="T7" fmla="*/ 0 h 932950"/>
                    <a:gd name="T8" fmla="*/ 703366 w 3723451"/>
                    <a:gd name="T9" fmla="*/ 24379 h 932950"/>
                    <a:gd name="T10" fmla="*/ 601856 w 3723451"/>
                    <a:gd name="T11" fmla="*/ 54357 h 932950"/>
                    <a:gd name="T12" fmla="*/ 569173 w 3723451"/>
                    <a:gd name="T13" fmla="*/ 46275 h 932950"/>
                    <a:gd name="T14" fmla="*/ 354544 w 3723451"/>
                    <a:gd name="T15" fmla="*/ 109797 h 932950"/>
                    <a:gd name="T16" fmla="*/ 134425 w 3723451"/>
                    <a:gd name="T17" fmla="*/ 48612 h 932950"/>
                    <a:gd name="T18" fmla="*/ 98836 w 3723451"/>
                    <a:gd name="T19" fmla="*/ 55215 h 932950"/>
                    <a:gd name="T20" fmla="*/ 0 w 3723451"/>
                    <a:gd name="T21" fmla="*/ 26862 h 932950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008" name="Freeform 1007">
                  <a:extLst>
                    <a:ext uri="{FF2B5EF4-FFF2-40B4-BE49-F238E27FC236}">
                      <a16:creationId xmlns:a16="http://schemas.microsoft.com/office/drawing/2014/main" id="{8EDB510B-0DD2-AE4F-82C5-7A7D8DC924A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2025" y="1722158"/>
                  <a:ext cx="260925" cy="95720"/>
                </a:xfrm>
                <a:custGeom>
                  <a:avLst/>
                  <a:gdLst>
                    <a:gd name="T0" fmla="*/ 0 w 1366596"/>
                    <a:gd name="T1" fmla="*/ 0 h 809868"/>
                    <a:gd name="T2" fmla="*/ 260925 w 1366596"/>
                    <a:gd name="T3" fmla="*/ 73965 h 809868"/>
                    <a:gd name="T4" fmla="*/ 165165 w 1366596"/>
                    <a:gd name="T5" fmla="*/ 95720 h 809868"/>
                    <a:gd name="T6" fmla="*/ 878 w 1366596"/>
                    <a:gd name="T7" fmla="*/ 50579 h 809868"/>
                    <a:gd name="T8" fmla="*/ 0 w 1366596"/>
                    <a:gd name="T9" fmla="*/ 0 h 8098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009" name="Freeform 1008">
                  <a:extLst>
                    <a:ext uri="{FF2B5EF4-FFF2-40B4-BE49-F238E27FC236}">
                      <a16:creationId xmlns:a16="http://schemas.microsoft.com/office/drawing/2014/main" id="{8DBE17FA-57C2-EB4B-A9B7-514F4336E29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19332" y="1724972"/>
                  <a:ext cx="253364" cy="95720"/>
                </a:xfrm>
                <a:custGeom>
                  <a:avLst/>
                  <a:gdLst>
                    <a:gd name="T0" fmla="*/ 249905 w 1348191"/>
                    <a:gd name="T1" fmla="*/ 0 h 791462"/>
                    <a:gd name="T2" fmla="*/ 253364 w 1348191"/>
                    <a:gd name="T3" fmla="*/ 46190 h 791462"/>
                    <a:gd name="T4" fmla="*/ 91661 w 1348191"/>
                    <a:gd name="T5" fmla="*/ 95720 h 791462"/>
                    <a:gd name="T6" fmla="*/ 0 w 1348191"/>
                    <a:gd name="T7" fmla="*/ 74016 h 791462"/>
                    <a:gd name="T8" fmla="*/ 249905 w 1348191"/>
                    <a:gd name="T9" fmla="*/ 0 h 79146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cxnSp>
              <p:nvCxnSpPr>
                <p:cNvPr id="1010" name="Straight Connector 1009">
                  <a:extLst>
                    <a:ext uri="{FF2B5EF4-FFF2-40B4-BE49-F238E27FC236}">
                      <a16:creationId xmlns:a16="http://schemas.microsoft.com/office/drawing/2014/main" id="{6D72BFF1-097B-E940-AAD0-E8A2E1D2A096}"/>
                    </a:ext>
                  </a:extLst>
                </p:cNvPr>
                <p:cNvCxnSpPr>
                  <a:cxnSpLocks noChangeShapeType="1"/>
                  <a:endCxn id="1005" idx="2"/>
                </p:cNvCxnSpPr>
                <p:nvPr/>
              </p:nvCxnSpPr>
              <p:spPr bwMode="auto">
                <a:xfrm flipH="1" flipV="1">
                  <a:off x="2184877" y="1722158"/>
                  <a:ext cx="3783" cy="121057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1011" name="Straight Connector 1010">
                  <a:extLst>
                    <a:ext uri="{FF2B5EF4-FFF2-40B4-BE49-F238E27FC236}">
                      <a16:creationId xmlns:a16="http://schemas.microsoft.com/office/drawing/2014/main" id="{088863E0-982B-8A4D-853F-851CE3F1F144}"/>
                    </a:ext>
                  </a:extLst>
                </p:cNvPr>
                <p:cNvCxnSpPr>
                  <a:cxnSpLocks noChangeShapeType="1"/>
                </p:cNvCxnSpPr>
                <p:nvPr/>
              </p:nvCxnSpPr>
              <p:spPr bwMode="auto">
                <a:xfrm flipH="1" flipV="1">
                  <a:off x="3379842" y="1727788"/>
                  <a:ext cx="3783" cy="121057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</p:grpSp>
        </p:grpSp>
        <p:grpSp>
          <p:nvGrpSpPr>
            <p:cNvPr id="934" name="Group 30">
              <a:extLst>
                <a:ext uri="{FF2B5EF4-FFF2-40B4-BE49-F238E27FC236}">
                  <a16:creationId xmlns:a16="http://schemas.microsoft.com/office/drawing/2014/main" id="{B108AACE-03DC-254D-AC34-727FF075B85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48791" y="3867098"/>
              <a:ext cx="514350" cy="1670050"/>
              <a:chOff x="4348791" y="3867098"/>
              <a:chExt cx="514350" cy="1670050"/>
            </a:xfrm>
          </p:grpSpPr>
          <p:sp>
            <p:nvSpPr>
              <p:cNvPr id="977" name="Rectangle 976">
                <a:extLst>
                  <a:ext uri="{FF2B5EF4-FFF2-40B4-BE49-F238E27FC236}">
                    <a16:creationId xmlns:a16="http://schemas.microsoft.com/office/drawing/2014/main" id="{B0F9C3E9-A467-3F42-B81A-4399A9B977B8}"/>
                  </a:ext>
                </a:extLst>
              </p:cNvPr>
              <p:cNvSpPr/>
              <p:nvPr/>
            </p:nvSpPr>
            <p:spPr bwMode="auto">
              <a:xfrm rot="10800000">
                <a:off x="4351838" y="3950855"/>
                <a:ext cx="498084" cy="628647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978" name="Straight Connector 977">
                <a:extLst>
                  <a:ext uri="{FF2B5EF4-FFF2-40B4-BE49-F238E27FC236}">
                    <a16:creationId xmlns:a16="http://schemas.microsoft.com/office/drawing/2014/main" id="{20B4E373-A127-2049-BBD2-5D8AFBDD7F00}"/>
                  </a:ext>
                </a:extLst>
              </p:cNvPr>
              <p:cNvCxnSpPr/>
              <p:nvPr/>
            </p:nvCxnSpPr>
            <p:spPr bwMode="auto">
              <a:xfrm flipH="1">
                <a:off x="4861553" y="4024212"/>
                <a:ext cx="1588" cy="1365045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979" name="Group 580">
                <a:extLst>
                  <a:ext uri="{FF2B5EF4-FFF2-40B4-BE49-F238E27FC236}">
                    <a16:creationId xmlns:a16="http://schemas.microsoft.com/office/drawing/2014/main" id="{3A9D8F64-E0EA-B742-94C4-1BEB4135EA8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53939" y="5315451"/>
                <a:ext cx="507588" cy="221697"/>
                <a:chOff x="4128636" y="3606589"/>
                <a:chExt cx="568145" cy="338667"/>
              </a:xfrm>
            </p:grpSpPr>
            <p:sp>
              <p:nvSpPr>
                <p:cNvPr id="992" name="Oval 991">
                  <a:extLst>
                    <a:ext uri="{FF2B5EF4-FFF2-40B4-BE49-F238E27FC236}">
                      <a16:creationId xmlns:a16="http://schemas.microsoft.com/office/drawing/2014/main" id="{74425C53-433E-6F47-8B0C-9F4C8E916E2E}"/>
                    </a:ext>
                  </a:extLst>
                </p:cNvPr>
                <p:cNvSpPr/>
                <p:nvPr/>
              </p:nvSpPr>
              <p:spPr>
                <a:xfrm>
                  <a:off x="4128204" y="3719336"/>
                  <a:ext cx="568606" cy="225498"/>
                </a:xfrm>
                <a:prstGeom prst="ellipse">
                  <a:avLst/>
                </a:prstGeom>
                <a:solidFill>
                  <a:srgbClr val="3333CC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93" name="Rectangle 992">
                  <a:extLst>
                    <a:ext uri="{FF2B5EF4-FFF2-40B4-BE49-F238E27FC236}">
                      <a16:creationId xmlns:a16="http://schemas.microsoft.com/office/drawing/2014/main" id="{A0400564-35E9-0947-9C64-641EDF9EEAFA}"/>
                    </a:ext>
                  </a:extLst>
                </p:cNvPr>
                <p:cNvSpPr/>
                <p:nvPr/>
              </p:nvSpPr>
              <p:spPr>
                <a:xfrm>
                  <a:off x="4128204" y="3719336"/>
                  <a:ext cx="568606" cy="111537"/>
                </a:xfrm>
                <a:prstGeom prst="rect">
                  <a:avLst/>
                </a:pr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94" name="Oval 993">
                  <a:extLst>
                    <a:ext uri="{FF2B5EF4-FFF2-40B4-BE49-F238E27FC236}">
                      <a16:creationId xmlns:a16="http://schemas.microsoft.com/office/drawing/2014/main" id="{56DE4CA9-0BD6-4744-AD30-73684267516E}"/>
                    </a:ext>
                  </a:extLst>
                </p:cNvPr>
                <p:cNvSpPr/>
                <p:nvPr/>
              </p:nvSpPr>
              <p:spPr>
                <a:xfrm>
                  <a:off x="4128204" y="3600524"/>
                  <a:ext cx="568606" cy="230349"/>
                </a:xfrm>
                <a:prstGeom prst="ellipse">
                  <a:avLst/>
                </a:prstGeom>
                <a:solidFill>
                  <a:srgbClr val="3333CC">
                    <a:lumMod val="40000"/>
                    <a:lumOff val="60000"/>
                    <a:alpha val="5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995" name="Straight Connector 994">
                  <a:extLst>
                    <a:ext uri="{FF2B5EF4-FFF2-40B4-BE49-F238E27FC236}">
                      <a16:creationId xmlns:a16="http://schemas.microsoft.com/office/drawing/2014/main" id="{0A9628A0-82B0-154A-AC0C-91A2584C6F9D}"/>
                    </a:ext>
                  </a:extLst>
                </p:cNvPr>
                <p:cNvCxnSpPr/>
                <p:nvPr/>
              </p:nvCxnSpPr>
              <p:spPr>
                <a:xfrm>
                  <a:off x="4696810" y="3719336"/>
                  <a:ext cx="0" cy="111537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996" name="Straight Connector 995">
                  <a:extLst>
                    <a:ext uri="{FF2B5EF4-FFF2-40B4-BE49-F238E27FC236}">
                      <a16:creationId xmlns:a16="http://schemas.microsoft.com/office/drawing/2014/main" id="{88F83DD9-96B0-3640-BF70-6737E76C9760}"/>
                    </a:ext>
                  </a:extLst>
                </p:cNvPr>
                <p:cNvCxnSpPr/>
                <p:nvPr/>
              </p:nvCxnSpPr>
              <p:spPr>
                <a:xfrm>
                  <a:off x="4128204" y="3719336"/>
                  <a:ext cx="0" cy="111537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</p:grpSp>
          <p:sp>
            <p:nvSpPr>
              <p:cNvPr id="980" name="Rectangle 979">
                <a:extLst>
                  <a:ext uri="{FF2B5EF4-FFF2-40B4-BE49-F238E27FC236}">
                    <a16:creationId xmlns:a16="http://schemas.microsoft.com/office/drawing/2014/main" id="{F00ED881-B944-FC48-9E88-0D81D2145925}"/>
                  </a:ext>
                </a:extLst>
              </p:cNvPr>
              <p:cNvSpPr/>
              <p:nvPr/>
            </p:nvSpPr>
            <p:spPr bwMode="auto">
              <a:xfrm>
                <a:off x="4355141" y="4579754"/>
                <a:ext cx="496887" cy="812678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981" name="Straight Connector 980">
                <a:extLst>
                  <a:ext uri="{FF2B5EF4-FFF2-40B4-BE49-F238E27FC236}">
                    <a16:creationId xmlns:a16="http://schemas.microsoft.com/office/drawing/2014/main" id="{7CCAB184-9AE2-7B4C-80D2-9640964D0371}"/>
                  </a:ext>
                </a:extLst>
              </p:cNvPr>
              <p:cNvCxnSpPr/>
              <p:nvPr/>
            </p:nvCxnSpPr>
            <p:spPr bwMode="auto">
              <a:xfrm flipH="1">
                <a:off x="4348791" y="4032148"/>
                <a:ext cx="3175" cy="1450757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982" name="Group 568">
                <a:extLst>
                  <a:ext uri="{FF2B5EF4-FFF2-40B4-BE49-F238E27FC236}">
                    <a16:creationId xmlns:a16="http://schemas.microsoft.com/office/drawing/2014/main" id="{2939B129-2D0A-934E-82CE-DFAE38C58EB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51304" y="3867098"/>
                <a:ext cx="503828" cy="248249"/>
                <a:chOff x="2183302" y="1564542"/>
                <a:chExt cx="1200154" cy="440314"/>
              </a:xfrm>
            </p:grpSpPr>
            <p:sp>
              <p:nvSpPr>
                <p:cNvPr id="983" name="Oval 982">
                  <a:extLst>
                    <a:ext uri="{FF2B5EF4-FFF2-40B4-BE49-F238E27FC236}">
                      <a16:creationId xmlns:a16="http://schemas.microsoft.com/office/drawing/2014/main" id="{6A8F745B-1D4E-4F4F-BEFA-6144E5BDE2F6}"/>
                    </a:ext>
                  </a:extLst>
                </p:cNvPr>
                <p:cNvSpPr/>
                <p:nvPr/>
              </p:nvSpPr>
              <p:spPr bwMode="auto">
                <a:xfrm flipV="1">
                  <a:off x="2188659" y="1691187"/>
                  <a:ext cx="1194966" cy="312497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31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FFFFFF"/>
                    </a:gs>
                  </a:gsLst>
                  <a:lin ang="16200000" scaled="0"/>
                  <a:tileRect/>
                </a:gradFill>
                <a:ln w="635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84" name="Rectangle 983">
                  <a:extLst>
                    <a:ext uri="{FF2B5EF4-FFF2-40B4-BE49-F238E27FC236}">
                      <a16:creationId xmlns:a16="http://schemas.microsoft.com/office/drawing/2014/main" id="{9C90A1F3-B2A8-9548-8E8B-D7BD57307905}"/>
                    </a:ext>
                  </a:extLst>
                </p:cNvPr>
                <p:cNvSpPr/>
                <p:nvPr/>
              </p:nvSpPr>
              <p:spPr bwMode="auto">
                <a:xfrm>
                  <a:off x="2184879" y="1736232"/>
                  <a:ext cx="1198746" cy="112612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40000"/>
                        <a:lumOff val="60000"/>
                      </a:srgbClr>
                    </a:gs>
                    <a:gs pos="54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62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85" name="Oval 984">
                  <a:extLst>
                    <a:ext uri="{FF2B5EF4-FFF2-40B4-BE49-F238E27FC236}">
                      <a16:creationId xmlns:a16="http://schemas.microsoft.com/office/drawing/2014/main" id="{629F401F-84D1-3A47-827D-8D943652DA3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flipV="1">
                  <a:off x="2184879" y="1564498"/>
                  <a:ext cx="1194966" cy="312499"/>
                </a:xfrm>
                <a:prstGeom prst="ellipse">
                  <a:avLst/>
                </a:prstGeom>
                <a:solidFill>
                  <a:srgbClr val="BFBFBF"/>
                </a:solidFill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0" dist="23000" dir="5400000" rotWithShape="0">
                    <a:srgbClr val="808080">
                      <a:alpha val="34999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986" name="Freeform 985">
                  <a:extLst>
                    <a:ext uri="{FF2B5EF4-FFF2-40B4-BE49-F238E27FC236}">
                      <a16:creationId xmlns:a16="http://schemas.microsoft.com/office/drawing/2014/main" id="{FF593AC5-08BE-8844-905E-205731B1D7EF}"/>
                    </a:ext>
                  </a:extLst>
                </p:cNvPr>
                <p:cNvSpPr/>
                <p:nvPr/>
              </p:nvSpPr>
              <p:spPr bwMode="auto">
                <a:xfrm>
                  <a:off x="2491182" y="1671479"/>
                  <a:ext cx="582357" cy="154842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87" name="Freeform 986">
                  <a:extLst>
                    <a:ext uri="{FF2B5EF4-FFF2-40B4-BE49-F238E27FC236}">
                      <a16:creationId xmlns:a16="http://schemas.microsoft.com/office/drawing/2014/main" id="{F0D77977-1A67-AA45-AB94-A8428B06120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30678" y="1629250"/>
                  <a:ext cx="703366" cy="109796"/>
                </a:xfrm>
                <a:custGeom>
                  <a:avLst/>
                  <a:gdLst>
                    <a:gd name="T0" fmla="*/ 0 w 3723451"/>
                    <a:gd name="T1" fmla="*/ 26862 h 932950"/>
                    <a:gd name="T2" fmla="*/ 123762 w 3723451"/>
                    <a:gd name="T3" fmla="*/ 317 h 932950"/>
                    <a:gd name="T4" fmla="*/ 350560 w 3723451"/>
                    <a:gd name="T5" fmla="*/ 61263 h 932950"/>
                    <a:gd name="T6" fmla="*/ 566927 w 3723451"/>
                    <a:gd name="T7" fmla="*/ 0 h 932950"/>
                    <a:gd name="T8" fmla="*/ 703366 w 3723451"/>
                    <a:gd name="T9" fmla="*/ 24379 h 932950"/>
                    <a:gd name="T10" fmla="*/ 601856 w 3723451"/>
                    <a:gd name="T11" fmla="*/ 54357 h 932950"/>
                    <a:gd name="T12" fmla="*/ 569173 w 3723451"/>
                    <a:gd name="T13" fmla="*/ 46274 h 932950"/>
                    <a:gd name="T14" fmla="*/ 354544 w 3723451"/>
                    <a:gd name="T15" fmla="*/ 109796 h 932950"/>
                    <a:gd name="T16" fmla="*/ 134425 w 3723451"/>
                    <a:gd name="T17" fmla="*/ 48611 h 932950"/>
                    <a:gd name="T18" fmla="*/ 98836 w 3723451"/>
                    <a:gd name="T19" fmla="*/ 55215 h 932950"/>
                    <a:gd name="T20" fmla="*/ 0 w 3723451"/>
                    <a:gd name="T21" fmla="*/ 26862 h 932950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988" name="Freeform 987">
                  <a:extLst>
                    <a:ext uri="{FF2B5EF4-FFF2-40B4-BE49-F238E27FC236}">
                      <a16:creationId xmlns:a16="http://schemas.microsoft.com/office/drawing/2014/main" id="{4A24255A-B649-9D44-AB80-CACD0B0D1B3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2025" y="1722154"/>
                  <a:ext cx="260927" cy="95720"/>
                </a:xfrm>
                <a:custGeom>
                  <a:avLst/>
                  <a:gdLst>
                    <a:gd name="T0" fmla="*/ 0 w 1366596"/>
                    <a:gd name="T1" fmla="*/ 0 h 809868"/>
                    <a:gd name="T2" fmla="*/ 260927 w 1366596"/>
                    <a:gd name="T3" fmla="*/ 73965 h 809868"/>
                    <a:gd name="T4" fmla="*/ 165166 w 1366596"/>
                    <a:gd name="T5" fmla="*/ 95720 h 809868"/>
                    <a:gd name="T6" fmla="*/ 878 w 1366596"/>
                    <a:gd name="T7" fmla="*/ 50579 h 809868"/>
                    <a:gd name="T8" fmla="*/ 0 w 1366596"/>
                    <a:gd name="T9" fmla="*/ 0 h 8098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989" name="Freeform 988">
                  <a:extLst>
                    <a:ext uri="{FF2B5EF4-FFF2-40B4-BE49-F238E27FC236}">
                      <a16:creationId xmlns:a16="http://schemas.microsoft.com/office/drawing/2014/main" id="{21311582-6B5F-4441-B6D0-5D1DEBA1CB8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19334" y="1724970"/>
                  <a:ext cx="253362" cy="95720"/>
                </a:xfrm>
                <a:custGeom>
                  <a:avLst/>
                  <a:gdLst>
                    <a:gd name="T0" fmla="*/ 249903 w 1348191"/>
                    <a:gd name="T1" fmla="*/ 0 h 791462"/>
                    <a:gd name="T2" fmla="*/ 253362 w 1348191"/>
                    <a:gd name="T3" fmla="*/ 46190 h 791462"/>
                    <a:gd name="T4" fmla="*/ 91660 w 1348191"/>
                    <a:gd name="T5" fmla="*/ 95720 h 791462"/>
                    <a:gd name="T6" fmla="*/ 0 w 1348191"/>
                    <a:gd name="T7" fmla="*/ 74016 h 791462"/>
                    <a:gd name="T8" fmla="*/ 249903 w 1348191"/>
                    <a:gd name="T9" fmla="*/ 0 h 79146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cxnSp>
              <p:nvCxnSpPr>
                <p:cNvPr id="990" name="Straight Connector 989">
                  <a:extLst>
                    <a:ext uri="{FF2B5EF4-FFF2-40B4-BE49-F238E27FC236}">
                      <a16:creationId xmlns:a16="http://schemas.microsoft.com/office/drawing/2014/main" id="{C0FC5468-8C4C-AB42-AC33-6B20FED82305}"/>
                    </a:ext>
                  </a:extLst>
                </p:cNvPr>
                <p:cNvCxnSpPr>
                  <a:cxnSpLocks noChangeShapeType="1"/>
                  <a:endCxn id="985" idx="2"/>
                </p:cNvCxnSpPr>
                <p:nvPr/>
              </p:nvCxnSpPr>
              <p:spPr bwMode="auto">
                <a:xfrm flipH="1" flipV="1">
                  <a:off x="2184879" y="1722154"/>
                  <a:ext cx="3780" cy="121059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991" name="Straight Connector 990">
                  <a:extLst>
                    <a:ext uri="{FF2B5EF4-FFF2-40B4-BE49-F238E27FC236}">
                      <a16:creationId xmlns:a16="http://schemas.microsoft.com/office/drawing/2014/main" id="{0641688B-D837-D241-8726-C138E7CF2444}"/>
                    </a:ext>
                  </a:extLst>
                </p:cNvPr>
                <p:cNvCxnSpPr>
                  <a:cxnSpLocks noChangeShapeType="1"/>
                </p:cNvCxnSpPr>
                <p:nvPr/>
              </p:nvCxnSpPr>
              <p:spPr bwMode="auto">
                <a:xfrm flipH="1" flipV="1">
                  <a:off x="3379845" y="1727785"/>
                  <a:ext cx="3780" cy="121059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</p:grpSp>
        </p:grpSp>
        <p:grpSp>
          <p:nvGrpSpPr>
            <p:cNvPr id="935" name="Group 48257">
              <a:extLst>
                <a:ext uri="{FF2B5EF4-FFF2-40B4-BE49-F238E27FC236}">
                  <a16:creationId xmlns:a16="http://schemas.microsoft.com/office/drawing/2014/main" id="{DFD8AD38-F69C-AE4E-A7C6-58BC92264C2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552116" y="3849635"/>
              <a:ext cx="514350" cy="1670050"/>
              <a:chOff x="5552116" y="3849635"/>
              <a:chExt cx="514350" cy="1670050"/>
            </a:xfrm>
          </p:grpSpPr>
          <p:sp>
            <p:nvSpPr>
              <p:cNvPr id="957" name="Rectangle 956">
                <a:extLst>
                  <a:ext uri="{FF2B5EF4-FFF2-40B4-BE49-F238E27FC236}">
                    <a16:creationId xmlns:a16="http://schemas.microsoft.com/office/drawing/2014/main" id="{B13372F6-7422-A24B-A223-1174A9270D3C}"/>
                  </a:ext>
                </a:extLst>
              </p:cNvPr>
              <p:cNvSpPr/>
              <p:nvPr/>
            </p:nvSpPr>
            <p:spPr bwMode="auto">
              <a:xfrm rot="10800000">
                <a:off x="5555163" y="3933392"/>
                <a:ext cx="498084" cy="628647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958" name="Straight Connector 957">
                <a:extLst>
                  <a:ext uri="{FF2B5EF4-FFF2-40B4-BE49-F238E27FC236}">
                    <a16:creationId xmlns:a16="http://schemas.microsoft.com/office/drawing/2014/main" id="{E33D11D1-8D4D-F14F-B9FC-6D2FB093890B}"/>
                  </a:ext>
                </a:extLst>
              </p:cNvPr>
              <p:cNvCxnSpPr/>
              <p:nvPr/>
            </p:nvCxnSpPr>
            <p:spPr bwMode="auto">
              <a:xfrm flipH="1">
                <a:off x="6064879" y="4006752"/>
                <a:ext cx="1588" cy="1365045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959" name="Group 607">
                <a:extLst>
                  <a:ext uri="{FF2B5EF4-FFF2-40B4-BE49-F238E27FC236}">
                    <a16:creationId xmlns:a16="http://schemas.microsoft.com/office/drawing/2014/main" id="{12AC3864-6986-E84A-85C7-6895574A880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557264" y="5297988"/>
                <a:ext cx="507588" cy="221697"/>
                <a:chOff x="4128636" y="3606589"/>
                <a:chExt cx="568145" cy="338667"/>
              </a:xfrm>
            </p:grpSpPr>
            <p:sp>
              <p:nvSpPr>
                <p:cNvPr id="972" name="Oval 971">
                  <a:extLst>
                    <a:ext uri="{FF2B5EF4-FFF2-40B4-BE49-F238E27FC236}">
                      <a16:creationId xmlns:a16="http://schemas.microsoft.com/office/drawing/2014/main" id="{1C323077-6C9C-1746-A411-C1B91269146D}"/>
                    </a:ext>
                  </a:extLst>
                </p:cNvPr>
                <p:cNvSpPr/>
                <p:nvPr/>
              </p:nvSpPr>
              <p:spPr>
                <a:xfrm>
                  <a:off x="4128205" y="3719341"/>
                  <a:ext cx="568606" cy="225500"/>
                </a:xfrm>
                <a:prstGeom prst="ellipse">
                  <a:avLst/>
                </a:prstGeom>
                <a:solidFill>
                  <a:srgbClr val="3333CC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73" name="Rectangle 972">
                  <a:extLst>
                    <a:ext uri="{FF2B5EF4-FFF2-40B4-BE49-F238E27FC236}">
                      <a16:creationId xmlns:a16="http://schemas.microsoft.com/office/drawing/2014/main" id="{EE440552-5BF2-324D-8F4B-CBBAD5E25F28}"/>
                    </a:ext>
                  </a:extLst>
                </p:cNvPr>
                <p:cNvSpPr/>
                <p:nvPr/>
              </p:nvSpPr>
              <p:spPr>
                <a:xfrm>
                  <a:off x="4128205" y="3719341"/>
                  <a:ext cx="568606" cy="111537"/>
                </a:xfrm>
                <a:prstGeom prst="rect">
                  <a:avLst/>
                </a:pr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74" name="Oval 973">
                  <a:extLst>
                    <a:ext uri="{FF2B5EF4-FFF2-40B4-BE49-F238E27FC236}">
                      <a16:creationId xmlns:a16="http://schemas.microsoft.com/office/drawing/2014/main" id="{352AAEDD-5767-E14C-A897-289B1F7E9906}"/>
                    </a:ext>
                  </a:extLst>
                </p:cNvPr>
                <p:cNvSpPr/>
                <p:nvPr/>
              </p:nvSpPr>
              <p:spPr>
                <a:xfrm>
                  <a:off x="4128205" y="3600530"/>
                  <a:ext cx="568606" cy="230348"/>
                </a:xfrm>
                <a:prstGeom prst="ellipse">
                  <a:avLst/>
                </a:prstGeom>
                <a:solidFill>
                  <a:srgbClr val="3333CC">
                    <a:lumMod val="40000"/>
                    <a:lumOff val="60000"/>
                    <a:alpha val="5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975" name="Straight Connector 974">
                  <a:extLst>
                    <a:ext uri="{FF2B5EF4-FFF2-40B4-BE49-F238E27FC236}">
                      <a16:creationId xmlns:a16="http://schemas.microsoft.com/office/drawing/2014/main" id="{703AA525-DABB-0145-AB73-1F4B2D918977}"/>
                    </a:ext>
                  </a:extLst>
                </p:cNvPr>
                <p:cNvCxnSpPr/>
                <p:nvPr/>
              </p:nvCxnSpPr>
              <p:spPr>
                <a:xfrm>
                  <a:off x="4696811" y="3719341"/>
                  <a:ext cx="0" cy="111537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976" name="Straight Connector 975">
                  <a:extLst>
                    <a:ext uri="{FF2B5EF4-FFF2-40B4-BE49-F238E27FC236}">
                      <a16:creationId xmlns:a16="http://schemas.microsoft.com/office/drawing/2014/main" id="{4325B995-3B4C-0C4D-A71A-517823605523}"/>
                    </a:ext>
                  </a:extLst>
                </p:cNvPr>
                <p:cNvCxnSpPr/>
                <p:nvPr/>
              </p:nvCxnSpPr>
              <p:spPr>
                <a:xfrm>
                  <a:off x="4128205" y="3719341"/>
                  <a:ext cx="0" cy="111537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</p:grpSp>
          <p:sp>
            <p:nvSpPr>
              <p:cNvPr id="960" name="Rectangle 959">
                <a:extLst>
                  <a:ext uri="{FF2B5EF4-FFF2-40B4-BE49-F238E27FC236}">
                    <a16:creationId xmlns:a16="http://schemas.microsoft.com/office/drawing/2014/main" id="{67DB7B11-56CE-334A-ADC8-5DC41B2B2B31}"/>
                  </a:ext>
                </a:extLst>
              </p:cNvPr>
              <p:cNvSpPr/>
              <p:nvPr/>
            </p:nvSpPr>
            <p:spPr bwMode="auto">
              <a:xfrm>
                <a:off x="5558467" y="4562294"/>
                <a:ext cx="496887" cy="812678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961" name="Straight Connector 960">
                <a:extLst>
                  <a:ext uri="{FF2B5EF4-FFF2-40B4-BE49-F238E27FC236}">
                    <a16:creationId xmlns:a16="http://schemas.microsoft.com/office/drawing/2014/main" id="{A04F27FE-A553-BA4D-8784-D3F9D239406C}"/>
                  </a:ext>
                </a:extLst>
              </p:cNvPr>
              <p:cNvCxnSpPr/>
              <p:nvPr/>
            </p:nvCxnSpPr>
            <p:spPr bwMode="auto">
              <a:xfrm flipH="1">
                <a:off x="5552117" y="4014689"/>
                <a:ext cx="3175" cy="1450757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962" name="Group 595">
                <a:extLst>
                  <a:ext uri="{FF2B5EF4-FFF2-40B4-BE49-F238E27FC236}">
                    <a16:creationId xmlns:a16="http://schemas.microsoft.com/office/drawing/2014/main" id="{7A9DFB75-AD21-E042-816D-12C833D0B14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554629" y="3849635"/>
                <a:ext cx="503828" cy="248249"/>
                <a:chOff x="2183302" y="1564542"/>
                <a:chExt cx="1200154" cy="440314"/>
              </a:xfrm>
            </p:grpSpPr>
            <p:sp>
              <p:nvSpPr>
                <p:cNvPr id="963" name="Oval 962">
                  <a:extLst>
                    <a:ext uri="{FF2B5EF4-FFF2-40B4-BE49-F238E27FC236}">
                      <a16:creationId xmlns:a16="http://schemas.microsoft.com/office/drawing/2014/main" id="{EBC1A268-4FE6-7C48-A7EB-5B88F961348E}"/>
                    </a:ext>
                  </a:extLst>
                </p:cNvPr>
                <p:cNvSpPr/>
                <p:nvPr/>
              </p:nvSpPr>
              <p:spPr bwMode="auto">
                <a:xfrm flipV="1">
                  <a:off x="2188662" y="1691192"/>
                  <a:ext cx="1194966" cy="312499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31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FFFFFF"/>
                    </a:gs>
                  </a:gsLst>
                  <a:lin ang="16200000" scaled="0"/>
                  <a:tileRect/>
                </a:gradFill>
                <a:ln w="635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64" name="Rectangle 963">
                  <a:extLst>
                    <a:ext uri="{FF2B5EF4-FFF2-40B4-BE49-F238E27FC236}">
                      <a16:creationId xmlns:a16="http://schemas.microsoft.com/office/drawing/2014/main" id="{7E5BFB83-4F66-5340-A6C8-AE2EA6969B5D}"/>
                    </a:ext>
                  </a:extLst>
                </p:cNvPr>
                <p:cNvSpPr/>
                <p:nvPr/>
              </p:nvSpPr>
              <p:spPr bwMode="auto">
                <a:xfrm>
                  <a:off x="2184881" y="1736237"/>
                  <a:ext cx="1198746" cy="112612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40000"/>
                        <a:lumOff val="60000"/>
                      </a:srgbClr>
                    </a:gs>
                    <a:gs pos="54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62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65" name="Oval 964">
                  <a:extLst>
                    <a:ext uri="{FF2B5EF4-FFF2-40B4-BE49-F238E27FC236}">
                      <a16:creationId xmlns:a16="http://schemas.microsoft.com/office/drawing/2014/main" id="{835B3555-2BFA-4345-AEDE-3AFF012D165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flipV="1">
                  <a:off x="2184881" y="1564505"/>
                  <a:ext cx="1194966" cy="312497"/>
                </a:xfrm>
                <a:prstGeom prst="ellipse">
                  <a:avLst/>
                </a:prstGeom>
                <a:solidFill>
                  <a:srgbClr val="BFBFBF"/>
                </a:solidFill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0" dist="23000" dir="5400000" rotWithShape="0">
                    <a:srgbClr val="808080">
                      <a:alpha val="34999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966" name="Freeform 965">
                  <a:extLst>
                    <a:ext uri="{FF2B5EF4-FFF2-40B4-BE49-F238E27FC236}">
                      <a16:creationId xmlns:a16="http://schemas.microsoft.com/office/drawing/2014/main" id="{9C54B396-F12D-CD4B-97BD-8CD97DC9CB69}"/>
                    </a:ext>
                  </a:extLst>
                </p:cNvPr>
                <p:cNvSpPr/>
                <p:nvPr/>
              </p:nvSpPr>
              <p:spPr bwMode="auto">
                <a:xfrm>
                  <a:off x="2491185" y="1671486"/>
                  <a:ext cx="582357" cy="154840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67" name="Freeform 966">
                  <a:extLst>
                    <a:ext uri="{FF2B5EF4-FFF2-40B4-BE49-F238E27FC236}">
                      <a16:creationId xmlns:a16="http://schemas.microsoft.com/office/drawing/2014/main" id="{74A5A762-7F2A-7146-9F8E-38B680D0FAE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30680" y="1629256"/>
                  <a:ext cx="703366" cy="109797"/>
                </a:xfrm>
                <a:custGeom>
                  <a:avLst/>
                  <a:gdLst>
                    <a:gd name="T0" fmla="*/ 0 w 3723451"/>
                    <a:gd name="T1" fmla="*/ 26862 h 932950"/>
                    <a:gd name="T2" fmla="*/ 123762 w 3723451"/>
                    <a:gd name="T3" fmla="*/ 317 h 932950"/>
                    <a:gd name="T4" fmla="*/ 350560 w 3723451"/>
                    <a:gd name="T5" fmla="*/ 61264 h 932950"/>
                    <a:gd name="T6" fmla="*/ 566927 w 3723451"/>
                    <a:gd name="T7" fmla="*/ 0 h 932950"/>
                    <a:gd name="T8" fmla="*/ 703366 w 3723451"/>
                    <a:gd name="T9" fmla="*/ 24379 h 932950"/>
                    <a:gd name="T10" fmla="*/ 601856 w 3723451"/>
                    <a:gd name="T11" fmla="*/ 54357 h 932950"/>
                    <a:gd name="T12" fmla="*/ 569173 w 3723451"/>
                    <a:gd name="T13" fmla="*/ 46275 h 932950"/>
                    <a:gd name="T14" fmla="*/ 354544 w 3723451"/>
                    <a:gd name="T15" fmla="*/ 109797 h 932950"/>
                    <a:gd name="T16" fmla="*/ 134425 w 3723451"/>
                    <a:gd name="T17" fmla="*/ 48612 h 932950"/>
                    <a:gd name="T18" fmla="*/ 98836 w 3723451"/>
                    <a:gd name="T19" fmla="*/ 55215 h 932950"/>
                    <a:gd name="T20" fmla="*/ 0 w 3723451"/>
                    <a:gd name="T21" fmla="*/ 26862 h 932950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968" name="Freeform 967">
                  <a:extLst>
                    <a:ext uri="{FF2B5EF4-FFF2-40B4-BE49-F238E27FC236}">
                      <a16:creationId xmlns:a16="http://schemas.microsoft.com/office/drawing/2014/main" id="{2A01FA01-3AF8-6C49-B347-15EC8DD1FCD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2028" y="1722161"/>
                  <a:ext cx="260927" cy="95720"/>
                </a:xfrm>
                <a:custGeom>
                  <a:avLst/>
                  <a:gdLst>
                    <a:gd name="T0" fmla="*/ 0 w 1366596"/>
                    <a:gd name="T1" fmla="*/ 0 h 809868"/>
                    <a:gd name="T2" fmla="*/ 260927 w 1366596"/>
                    <a:gd name="T3" fmla="*/ 73965 h 809868"/>
                    <a:gd name="T4" fmla="*/ 165166 w 1366596"/>
                    <a:gd name="T5" fmla="*/ 95720 h 809868"/>
                    <a:gd name="T6" fmla="*/ 878 w 1366596"/>
                    <a:gd name="T7" fmla="*/ 50579 h 809868"/>
                    <a:gd name="T8" fmla="*/ 0 w 1366596"/>
                    <a:gd name="T9" fmla="*/ 0 h 8098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969" name="Freeform 968">
                  <a:extLst>
                    <a:ext uri="{FF2B5EF4-FFF2-40B4-BE49-F238E27FC236}">
                      <a16:creationId xmlns:a16="http://schemas.microsoft.com/office/drawing/2014/main" id="{45B074FE-A579-4E44-9C72-7EC6937937B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19337" y="1724976"/>
                  <a:ext cx="253362" cy="95720"/>
                </a:xfrm>
                <a:custGeom>
                  <a:avLst/>
                  <a:gdLst>
                    <a:gd name="T0" fmla="*/ 249903 w 1348191"/>
                    <a:gd name="T1" fmla="*/ 0 h 791462"/>
                    <a:gd name="T2" fmla="*/ 253362 w 1348191"/>
                    <a:gd name="T3" fmla="*/ 46190 h 791462"/>
                    <a:gd name="T4" fmla="*/ 91660 w 1348191"/>
                    <a:gd name="T5" fmla="*/ 95720 h 791462"/>
                    <a:gd name="T6" fmla="*/ 0 w 1348191"/>
                    <a:gd name="T7" fmla="*/ 74016 h 791462"/>
                    <a:gd name="T8" fmla="*/ 249903 w 1348191"/>
                    <a:gd name="T9" fmla="*/ 0 h 79146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cxnSp>
              <p:nvCxnSpPr>
                <p:cNvPr id="970" name="Straight Connector 969">
                  <a:extLst>
                    <a:ext uri="{FF2B5EF4-FFF2-40B4-BE49-F238E27FC236}">
                      <a16:creationId xmlns:a16="http://schemas.microsoft.com/office/drawing/2014/main" id="{D7BA177F-687A-5349-B8D9-E812C7AD3962}"/>
                    </a:ext>
                  </a:extLst>
                </p:cNvPr>
                <p:cNvCxnSpPr>
                  <a:cxnSpLocks noChangeShapeType="1"/>
                  <a:endCxn id="965" idx="2"/>
                </p:cNvCxnSpPr>
                <p:nvPr/>
              </p:nvCxnSpPr>
              <p:spPr bwMode="auto">
                <a:xfrm flipH="1" flipV="1">
                  <a:off x="2184881" y="1722161"/>
                  <a:ext cx="3780" cy="121057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971" name="Straight Connector 970">
                  <a:extLst>
                    <a:ext uri="{FF2B5EF4-FFF2-40B4-BE49-F238E27FC236}">
                      <a16:creationId xmlns:a16="http://schemas.microsoft.com/office/drawing/2014/main" id="{2708807E-0266-644C-A6E9-061ABB06D12B}"/>
                    </a:ext>
                  </a:extLst>
                </p:cNvPr>
                <p:cNvCxnSpPr>
                  <a:cxnSpLocks noChangeShapeType="1"/>
                </p:cNvCxnSpPr>
                <p:nvPr/>
              </p:nvCxnSpPr>
              <p:spPr bwMode="auto">
                <a:xfrm flipH="1" flipV="1">
                  <a:off x="3379847" y="1727792"/>
                  <a:ext cx="3780" cy="121057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</p:grpSp>
        </p:grpSp>
        <p:grpSp>
          <p:nvGrpSpPr>
            <p:cNvPr id="936" name="Group 48258">
              <a:extLst>
                <a:ext uri="{FF2B5EF4-FFF2-40B4-BE49-F238E27FC236}">
                  <a16:creationId xmlns:a16="http://schemas.microsoft.com/office/drawing/2014/main" id="{47B32372-CF84-404F-9FD0-9ACFAC4EE60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547479" y="3836935"/>
              <a:ext cx="514350" cy="1671638"/>
              <a:chOff x="6547479" y="3836935"/>
              <a:chExt cx="514350" cy="1671638"/>
            </a:xfrm>
          </p:grpSpPr>
          <p:sp>
            <p:nvSpPr>
              <p:cNvPr id="937" name="Rectangle 936">
                <a:extLst>
                  <a:ext uri="{FF2B5EF4-FFF2-40B4-BE49-F238E27FC236}">
                    <a16:creationId xmlns:a16="http://schemas.microsoft.com/office/drawing/2014/main" id="{73DDF967-9AF3-2A4F-AE8E-6BE3B9FF2E91}"/>
                  </a:ext>
                </a:extLst>
              </p:cNvPr>
              <p:cNvSpPr/>
              <p:nvPr/>
            </p:nvSpPr>
            <p:spPr bwMode="auto">
              <a:xfrm rot="10800000">
                <a:off x="6550526" y="3920772"/>
                <a:ext cx="498084" cy="629245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938" name="Straight Connector 937">
                <a:extLst>
                  <a:ext uri="{FF2B5EF4-FFF2-40B4-BE49-F238E27FC236}">
                    <a16:creationId xmlns:a16="http://schemas.microsoft.com/office/drawing/2014/main" id="{4E2A68FE-149D-DD45-B62C-268C2B480787}"/>
                  </a:ext>
                </a:extLst>
              </p:cNvPr>
              <p:cNvCxnSpPr/>
              <p:nvPr/>
            </p:nvCxnSpPr>
            <p:spPr bwMode="auto">
              <a:xfrm flipH="1">
                <a:off x="7060242" y="3994054"/>
                <a:ext cx="1587" cy="1366633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939" name="Group 634">
                <a:extLst>
                  <a:ext uri="{FF2B5EF4-FFF2-40B4-BE49-F238E27FC236}">
                    <a16:creationId xmlns:a16="http://schemas.microsoft.com/office/drawing/2014/main" id="{EA89FBDD-115D-B744-8C40-278D9ECECBF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552627" y="5286665"/>
                <a:ext cx="507588" cy="221908"/>
                <a:chOff x="4128636" y="3606589"/>
                <a:chExt cx="568145" cy="338667"/>
              </a:xfrm>
            </p:grpSpPr>
            <p:sp>
              <p:nvSpPr>
                <p:cNvPr id="952" name="Oval 951">
                  <a:extLst>
                    <a:ext uri="{FF2B5EF4-FFF2-40B4-BE49-F238E27FC236}">
                      <a16:creationId xmlns:a16="http://schemas.microsoft.com/office/drawing/2014/main" id="{ADD15AEA-0E06-3444-AA78-D1D680AED400}"/>
                    </a:ext>
                  </a:extLst>
                </p:cNvPr>
                <p:cNvSpPr/>
                <p:nvPr/>
              </p:nvSpPr>
              <p:spPr>
                <a:xfrm>
                  <a:off x="4128205" y="3719558"/>
                  <a:ext cx="568606" cy="225284"/>
                </a:xfrm>
                <a:prstGeom prst="ellipse">
                  <a:avLst/>
                </a:prstGeom>
                <a:solidFill>
                  <a:srgbClr val="3333CC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53" name="Rectangle 952">
                  <a:extLst>
                    <a:ext uri="{FF2B5EF4-FFF2-40B4-BE49-F238E27FC236}">
                      <a16:creationId xmlns:a16="http://schemas.microsoft.com/office/drawing/2014/main" id="{CBDCEDCB-60F4-7D47-8AE9-D843D17AF39C}"/>
                    </a:ext>
                  </a:extLst>
                </p:cNvPr>
                <p:cNvSpPr/>
                <p:nvPr/>
              </p:nvSpPr>
              <p:spPr>
                <a:xfrm>
                  <a:off x="4128205" y="3719558"/>
                  <a:ext cx="568606" cy="111431"/>
                </a:xfrm>
                <a:prstGeom prst="rect">
                  <a:avLst/>
                </a:pr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54" name="Oval 953">
                  <a:extLst>
                    <a:ext uri="{FF2B5EF4-FFF2-40B4-BE49-F238E27FC236}">
                      <a16:creationId xmlns:a16="http://schemas.microsoft.com/office/drawing/2014/main" id="{96CC10B3-D82A-D340-B795-8505902BBB5B}"/>
                    </a:ext>
                  </a:extLst>
                </p:cNvPr>
                <p:cNvSpPr/>
                <p:nvPr/>
              </p:nvSpPr>
              <p:spPr>
                <a:xfrm>
                  <a:off x="4128205" y="3605704"/>
                  <a:ext cx="568606" cy="225286"/>
                </a:xfrm>
                <a:prstGeom prst="ellipse">
                  <a:avLst/>
                </a:prstGeom>
                <a:solidFill>
                  <a:srgbClr val="3333CC">
                    <a:lumMod val="40000"/>
                    <a:lumOff val="60000"/>
                    <a:alpha val="5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955" name="Straight Connector 954">
                  <a:extLst>
                    <a:ext uri="{FF2B5EF4-FFF2-40B4-BE49-F238E27FC236}">
                      <a16:creationId xmlns:a16="http://schemas.microsoft.com/office/drawing/2014/main" id="{3B133DA9-A713-2849-A8D7-EDE46E681761}"/>
                    </a:ext>
                  </a:extLst>
                </p:cNvPr>
                <p:cNvCxnSpPr/>
                <p:nvPr/>
              </p:nvCxnSpPr>
              <p:spPr>
                <a:xfrm>
                  <a:off x="4696811" y="3719558"/>
                  <a:ext cx="0" cy="111431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956" name="Straight Connector 955">
                  <a:extLst>
                    <a:ext uri="{FF2B5EF4-FFF2-40B4-BE49-F238E27FC236}">
                      <a16:creationId xmlns:a16="http://schemas.microsoft.com/office/drawing/2014/main" id="{BC22357C-1B49-FD47-A8E1-4EE9363277E0}"/>
                    </a:ext>
                  </a:extLst>
                </p:cNvPr>
                <p:cNvCxnSpPr/>
                <p:nvPr/>
              </p:nvCxnSpPr>
              <p:spPr>
                <a:xfrm>
                  <a:off x="4128205" y="3719558"/>
                  <a:ext cx="0" cy="111431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</p:grpSp>
          <p:sp>
            <p:nvSpPr>
              <p:cNvPr id="940" name="Rectangle 939">
                <a:extLst>
                  <a:ext uri="{FF2B5EF4-FFF2-40B4-BE49-F238E27FC236}">
                    <a16:creationId xmlns:a16="http://schemas.microsoft.com/office/drawing/2014/main" id="{8A75ED0D-201E-C349-9238-A2D94F02D3E1}"/>
                  </a:ext>
                </a:extLst>
              </p:cNvPr>
              <p:cNvSpPr/>
              <p:nvPr/>
            </p:nvSpPr>
            <p:spPr bwMode="auto">
              <a:xfrm>
                <a:off x="6553829" y="4551184"/>
                <a:ext cx="496888" cy="812678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941" name="Straight Connector 940">
                <a:extLst>
                  <a:ext uri="{FF2B5EF4-FFF2-40B4-BE49-F238E27FC236}">
                    <a16:creationId xmlns:a16="http://schemas.microsoft.com/office/drawing/2014/main" id="{690B7076-D7BF-A64B-A741-7A1AB99BC7BD}"/>
                  </a:ext>
                </a:extLst>
              </p:cNvPr>
              <p:cNvCxnSpPr/>
              <p:nvPr/>
            </p:nvCxnSpPr>
            <p:spPr bwMode="auto">
              <a:xfrm flipH="1">
                <a:off x="6547479" y="4001991"/>
                <a:ext cx="3175" cy="1452344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942" name="Group 622">
                <a:extLst>
                  <a:ext uri="{FF2B5EF4-FFF2-40B4-BE49-F238E27FC236}">
                    <a16:creationId xmlns:a16="http://schemas.microsoft.com/office/drawing/2014/main" id="{536C1E87-C19D-B549-A398-BDAA53318FF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549992" y="3836935"/>
                <a:ext cx="503828" cy="248485"/>
                <a:chOff x="2183302" y="1564542"/>
                <a:chExt cx="1200154" cy="440314"/>
              </a:xfrm>
            </p:grpSpPr>
            <p:sp>
              <p:nvSpPr>
                <p:cNvPr id="943" name="Oval 942">
                  <a:extLst>
                    <a:ext uri="{FF2B5EF4-FFF2-40B4-BE49-F238E27FC236}">
                      <a16:creationId xmlns:a16="http://schemas.microsoft.com/office/drawing/2014/main" id="{2FA609ED-2E63-804A-8736-890A528B12F8}"/>
                    </a:ext>
                  </a:extLst>
                </p:cNvPr>
                <p:cNvSpPr/>
                <p:nvPr/>
              </p:nvSpPr>
              <p:spPr bwMode="auto">
                <a:xfrm flipV="1">
                  <a:off x="2188662" y="1691075"/>
                  <a:ext cx="1194966" cy="315014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31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FFFFFF"/>
                    </a:gs>
                  </a:gsLst>
                  <a:lin ang="16200000" scaled="0"/>
                  <a:tileRect/>
                </a:gradFill>
                <a:ln w="635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44" name="Rectangle 943">
                  <a:extLst>
                    <a:ext uri="{FF2B5EF4-FFF2-40B4-BE49-F238E27FC236}">
                      <a16:creationId xmlns:a16="http://schemas.microsoft.com/office/drawing/2014/main" id="{355D3E63-F907-0E45-8C46-4E02D5408E65}"/>
                    </a:ext>
                  </a:extLst>
                </p:cNvPr>
                <p:cNvSpPr/>
                <p:nvPr/>
              </p:nvSpPr>
              <p:spPr bwMode="auto">
                <a:xfrm>
                  <a:off x="2184879" y="1736077"/>
                  <a:ext cx="1198749" cy="11250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40000"/>
                        <a:lumOff val="60000"/>
                      </a:srgbClr>
                    </a:gs>
                    <a:gs pos="54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62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45" name="Oval 944">
                  <a:extLst>
                    <a:ext uri="{FF2B5EF4-FFF2-40B4-BE49-F238E27FC236}">
                      <a16:creationId xmlns:a16="http://schemas.microsoft.com/office/drawing/2014/main" id="{575934DF-B322-274A-92BC-3407CBF5947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flipV="1">
                  <a:off x="2184879" y="1564508"/>
                  <a:ext cx="1194966" cy="315014"/>
                </a:xfrm>
                <a:prstGeom prst="ellipse">
                  <a:avLst/>
                </a:prstGeom>
                <a:solidFill>
                  <a:srgbClr val="BFBFBF"/>
                </a:solidFill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0" dist="23000" dir="5400000" rotWithShape="0">
                    <a:srgbClr val="808080">
                      <a:alpha val="34999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946" name="Freeform 945">
                  <a:extLst>
                    <a:ext uri="{FF2B5EF4-FFF2-40B4-BE49-F238E27FC236}">
                      <a16:creationId xmlns:a16="http://schemas.microsoft.com/office/drawing/2014/main" id="{CBF18B9D-FBE2-C54E-A32D-C409E6C62912}"/>
                    </a:ext>
                  </a:extLst>
                </p:cNvPr>
                <p:cNvSpPr/>
                <p:nvPr/>
              </p:nvSpPr>
              <p:spPr bwMode="auto">
                <a:xfrm>
                  <a:off x="2491185" y="1671388"/>
                  <a:ext cx="582357" cy="157507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47" name="Freeform 946">
                  <a:extLst>
                    <a:ext uri="{FF2B5EF4-FFF2-40B4-BE49-F238E27FC236}">
                      <a16:creationId xmlns:a16="http://schemas.microsoft.com/office/drawing/2014/main" id="{E96DBFA6-2771-A54D-B845-79612A3939C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30680" y="1629198"/>
                  <a:ext cx="703366" cy="112505"/>
                </a:xfrm>
                <a:custGeom>
                  <a:avLst/>
                  <a:gdLst>
                    <a:gd name="T0" fmla="*/ 0 w 3723451"/>
                    <a:gd name="T1" fmla="*/ 27524 h 932950"/>
                    <a:gd name="T2" fmla="*/ 123762 w 3723451"/>
                    <a:gd name="T3" fmla="*/ 324 h 932950"/>
                    <a:gd name="T4" fmla="*/ 350560 w 3723451"/>
                    <a:gd name="T5" fmla="*/ 62775 h 932950"/>
                    <a:gd name="T6" fmla="*/ 566927 w 3723451"/>
                    <a:gd name="T7" fmla="*/ 0 h 932950"/>
                    <a:gd name="T8" fmla="*/ 703366 w 3723451"/>
                    <a:gd name="T9" fmla="*/ 24980 h 932950"/>
                    <a:gd name="T10" fmla="*/ 601856 w 3723451"/>
                    <a:gd name="T11" fmla="*/ 55698 h 932950"/>
                    <a:gd name="T12" fmla="*/ 569173 w 3723451"/>
                    <a:gd name="T13" fmla="*/ 47416 h 932950"/>
                    <a:gd name="T14" fmla="*/ 354544 w 3723451"/>
                    <a:gd name="T15" fmla="*/ 112505 h 932950"/>
                    <a:gd name="T16" fmla="*/ 134425 w 3723451"/>
                    <a:gd name="T17" fmla="*/ 49811 h 932950"/>
                    <a:gd name="T18" fmla="*/ 98836 w 3723451"/>
                    <a:gd name="T19" fmla="*/ 56577 h 932950"/>
                    <a:gd name="T20" fmla="*/ 0 w 3723451"/>
                    <a:gd name="T21" fmla="*/ 27524 h 932950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948" name="Freeform 947">
                  <a:extLst>
                    <a:ext uri="{FF2B5EF4-FFF2-40B4-BE49-F238E27FC236}">
                      <a16:creationId xmlns:a16="http://schemas.microsoft.com/office/drawing/2014/main" id="{02B4EA66-7954-AA46-ABFF-843F0F91393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2028" y="1724827"/>
                  <a:ext cx="260925" cy="95629"/>
                </a:xfrm>
                <a:custGeom>
                  <a:avLst/>
                  <a:gdLst>
                    <a:gd name="T0" fmla="*/ 0 w 1366596"/>
                    <a:gd name="T1" fmla="*/ 0 h 809868"/>
                    <a:gd name="T2" fmla="*/ 260925 w 1366596"/>
                    <a:gd name="T3" fmla="*/ 73895 h 809868"/>
                    <a:gd name="T4" fmla="*/ 165165 w 1366596"/>
                    <a:gd name="T5" fmla="*/ 95629 h 809868"/>
                    <a:gd name="T6" fmla="*/ 878 w 1366596"/>
                    <a:gd name="T7" fmla="*/ 50531 h 809868"/>
                    <a:gd name="T8" fmla="*/ 0 w 1366596"/>
                    <a:gd name="T9" fmla="*/ 0 h 8098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949" name="Freeform 948">
                  <a:extLst>
                    <a:ext uri="{FF2B5EF4-FFF2-40B4-BE49-F238E27FC236}">
                      <a16:creationId xmlns:a16="http://schemas.microsoft.com/office/drawing/2014/main" id="{F20F445F-471B-7448-AAA1-96643F81BE1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19334" y="1727640"/>
                  <a:ext cx="253364" cy="92816"/>
                </a:xfrm>
                <a:custGeom>
                  <a:avLst/>
                  <a:gdLst>
                    <a:gd name="T0" fmla="*/ 249905 w 1348191"/>
                    <a:gd name="T1" fmla="*/ 0 h 791462"/>
                    <a:gd name="T2" fmla="*/ 253364 w 1348191"/>
                    <a:gd name="T3" fmla="*/ 44789 h 791462"/>
                    <a:gd name="T4" fmla="*/ 91661 w 1348191"/>
                    <a:gd name="T5" fmla="*/ 92816 h 791462"/>
                    <a:gd name="T6" fmla="*/ 0 w 1348191"/>
                    <a:gd name="T7" fmla="*/ 71770 h 791462"/>
                    <a:gd name="T8" fmla="*/ 249905 w 1348191"/>
                    <a:gd name="T9" fmla="*/ 0 h 79146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cxnSp>
              <p:nvCxnSpPr>
                <p:cNvPr id="950" name="Straight Connector 949">
                  <a:extLst>
                    <a:ext uri="{FF2B5EF4-FFF2-40B4-BE49-F238E27FC236}">
                      <a16:creationId xmlns:a16="http://schemas.microsoft.com/office/drawing/2014/main" id="{4BDF3FD2-413B-0D4C-9A59-50D44FBEA121}"/>
                    </a:ext>
                  </a:extLst>
                </p:cNvPr>
                <p:cNvCxnSpPr>
                  <a:cxnSpLocks noChangeShapeType="1"/>
                  <a:endCxn id="945" idx="2"/>
                </p:cNvCxnSpPr>
                <p:nvPr/>
              </p:nvCxnSpPr>
              <p:spPr bwMode="auto">
                <a:xfrm flipH="1" flipV="1">
                  <a:off x="2184879" y="1722015"/>
                  <a:ext cx="3783" cy="120942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951" name="Straight Connector 950">
                  <a:extLst>
                    <a:ext uri="{FF2B5EF4-FFF2-40B4-BE49-F238E27FC236}">
                      <a16:creationId xmlns:a16="http://schemas.microsoft.com/office/drawing/2014/main" id="{71DA60AE-C589-FA44-94AB-B21A49C15239}"/>
                    </a:ext>
                  </a:extLst>
                </p:cNvPr>
                <p:cNvCxnSpPr>
                  <a:cxnSpLocks noChangeShapeType="1"/>
                </p:cNvCxnSpPr>
                <p:nvPr/>
              </p:nvCxnSpPr>
              <p:spPr bwMode="auto">
                <a:xfrm flipH="1" flipV="1">
                  <a:off x="3379845" y="1730452"/>
                  <a:ext cx="3783" cy="120944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</p:grpSp>
        </p:grpSp>
      </p:grpSp>
      <p:grpSp>
        <p:nvGrpSpPr>
          <p:cNvPr id="1037" name="Group 1036">
            <a:extLst>
              <a:ext uri="{FF2B5EF4-FFF2-40B4-BE49-F238E27FC236}">
                <a16:creationId xmlns:a16="http://schemas.microsoft.com/office/drawing/2014/main" id="{B91F629B-CF25-F443-9115-62469DD7E55B}"/>
              </a:ext>
            </a:extLst>
          </p:cNvPr>
          <p:cNvGrpSpPr>
            <a:grpSpLocks/>
          </p:cNvGrpSpPr>
          <p:nvPr/>
        </p:nvGrpSpPr>
        <p:grpSpPr bwMode="auto">
          <a:xfrm>
            <a:off x="4130530" y="2423492"/>
            <a:ext cx="4416425" cy="2314575"/>
            <a:chOff x="2381956" y="2435173"/>
            <a:chExt cx="4415330" cy="2315048"/>
          </a:xfrm>
        </p:grpSpPr>
        <p:sp>
          <p:nvSpPr>
            <p:cNvPr id="1038" name="Freeform 1037">
              <a:extLst>
                <a:ext uri="{FF2B5EF4-FFF2-40B4-BE49-F238E27FC236}">
                  <a16:creationId xmlns:a16="http://schemas.microsoft.com/office/drawing/2014/main" id="{9766E8B3-28C0-B742-8340-745064581E4E}"/>
                </a:ext>
              </a:extLst>
            </p:cNvPr>
            <p:cNvSpPr/>
            <p:nvPr/>
          </p:nvSpPr>
          <p:spPr>
            <a:xfrm>
              <a:off x="2381956" y="2439937"/>
              <a:ext cx="296789" cy="1743431"/>
            </a:xfrm>
            <a:custGeom>
              <a:avLst/>
              <a:gdLst>
                <a:gd name="connsiteX0" fmla="*/ 307275 w 307275"/>
                <a:gd name="connsiteY0" fmla="*/ 0 h 1659441"/>
                <a:gd name="connsiteX1" fmla="*/ 0 w 307275"/>
                <a:gd name="connsiteY1" fmla="*/ 0 h 1659441"/>
                <a:gd name="connsiteX2" fmla="*/ 0 w 307275"/>
                <a:gd name="connsiteY2" fmla="*/ 1659441 h 1659441"/>
                <a:gd name="connsiteX0" fmla="*/ 307275 w 307275"/>
                <a:gd name="connsiteY0" fmla="*/ 0 h 2015941"/>
                <a:gd name="connsiteX1" fmla="*/ 0 w 307275"/>
                <a:gd name="connsiteY1" fmla="*/ 0 h 2015941"/>
                <a:gd name="connsiteX2" fmla="*/ 0 w 307275"/>
                <a:gd name="connsiteY2" fmla="*/ 2015941 h 2015941"/>
                <a:gd name="connsiteX0" fmla="*/ 228538 w 228538"/>
                <a:gd name="connsiteY0" fmla="*/ 0 h 2022548"/>
                <a:gd name="connsiteX1" fmla="*/ 0 w 228538"/>
                <a:gd name="connsiteY1" fmla="*/ 6607 h 2022548"/>
                <a:gd name="connsiteX2" fmla="*/ 0 w 228538"/>
                <a:gd name="connsiteY2" fmla="*/ 2022548 h 20225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8538" h="2022548">
                  <a:moveTo>
                    <a:pt x="228538" y="0"/>
                  </a:moveTo>
                  <a:lnTo>
                    <a:pt x="0" y="6607"/>
                  </a:lnTo>
                  <a:lnTo>
                    <a:pt x="0" y="2022548"/>
                  </a:lnTo>
                </a:path>
              </a:pathLst>
            </a:custGeom>
            <a:noFill/>
            <a:ln w="31750" cap="flat" cmpd="sng" algn="ctr">
              <a:solidFill>
                <a:srgbClr val="CC0000"/>
              </a:solidFill>
              <a:prstDash val="solid"/>
              <a:headEnd type="triangle"/>
              <a:tailEnd type="triangle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1039" name="Freeform 1038">
              <a:extLst>
                <a:ext uri="{FF2B5EF4-FFF2-40B4-BE49-F238E27FC236}">
                  <a16:creationId xmlns:a16="http://schemas.microsoft.com/office/drawing/2014/main" id="{CDF62C6F-3C23-F349-9A9F-804273D0BA51}"/>
                </a:ext>
              </a:extLst>
            </p:cNvPr>
            <p:cNvSpPr/>
            <p:nvPr/>
          </p:nvSpPr>
          <p:spPr>
            <a:xfrm flipH="1">
              <a:off x="6411620" y="2435173"/>
              <a:ext cx="385666" cy="2300758"/>
            </a:xfrm>
            <a:custGeom>
              <a:avLst/>
              <a:gdLst>
                <a:gd name="connsiteX0" fmla="*/ 307275 w 307275"/>
                <a:gd name="connsiteY0" fmla="*/ 0 h 1659441"/>
                <a:gd name="connsiteX1" fmla="*/ 0 w 307275"/>
                <a:gd name="connsiteY1" fmla="*/ 0 h 1659441"/>
                <a:gd name="connsiteX2" fmla="*/ 0 w 307275"/>
                <a:gd name="connsiteY2" fmla="*/ 1659441 h 1659441"/>
                <a:gd name="connsiteX0" fmla="*/ 307275 w 307275"/>
                <a:gd name="connsiteY0" fmla="*/ 0 h 2117725"/>
                <a:gd name="connsiteX1" fmla="*/ 0 w 307275"/>
                <a:gd name="connsiteY1" fmla="*/ 0 h 2117725"/>
                <a:gd name="connsiteX2" fmla="*/ 0 w 307275"/>
                <a:gd name="connsiteY2" fmla="*/ 2117725 h 2117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07275" h="2117725">
                  <a:moveTo>
                    <a:pt x="307275" y="0"/>
                  </a:moveTo>
                  <a:lnTo>
                    <a:pt x="0" y="0"/>
                  </a:lnTo>
                  <a:lnTo>
                    <a:pt x="0" y="2117725"/>
                  </a:lnTo>
                </a:path>
              </a:pathLst>
            </a:custGeom>
            <a:noFill/>
            <a:ln w="31750" cap="flat" cmpd="sng" algn="ctr">
              <a:solidFill>
                <a:srgbClr val="CC0000"/>
              </a:solidFill>
              <a:prstDash val="solid"/>
              <a:headEnd type="triangle"/>
              <a:tailEnd type="triangle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cxnSp>
          <p:nvCxnSpPr>
            <p:cNvPr id="1040" name="Straight Arrow Connector 1039">
              <a:extLst>
                <a:ext uri="{FF2B5EF4-FFF2-40B4-BE49-F238E27FC236}">
                  <a16:creationId xmlns:a16="http://schemas.microsoft.com/office/drawing/2014/main" id="{497E72DF-A12C-4044-A2D6-B881FE41D269}"/>
                </a:ext>
              </a:extLst>
            </p:cNvPr>
            <p:cNvCxnSpPr/>
            <p:nvPr/>
          </p:nvCxnSpPr>
          <p:spPr>
            <a:xfrm flipV="1">
              <a:off x="5791061" y="2687638"/>
              <a:ext cx="7936" cy="2062583"/>
            </a:xfrm>
            <a:prstGeom prst="straightConnector1">
              <a:avLst/>
            </a:prstGeom>
            <a:noFill/>
            <a:ln w="31750" cap="flat" cmpd="sng" algn="ctr">
              <a:solidFill>
                <a:srgbClr val="CC0000"/>
              </a:solidFill>
              <a:prstDash val="solid"/>
              <a:headEnd type="triangle"/>
              <a:tailEnd type="triangle"/>
            </a:ln>
            <a:effectLst/>
          </p:spPr>
        </p:cxnSp>
        <p:cxnSp>
          <p:nvCxnSpPr>
            <p:cNvPr id="1041" name="Straight Arrow Connector 1040">
              <a:extLst>
                <a:ext uri="{FF2B5EF4-FFF2-40B4-BE49-F238E27FC236}">
                  <a16:creationId xmlns:a16="http://schemas.microsoft.com/office/drawing/2014/main" id="{EF8C79E1-BE27-8F43-B34B-79F8C5338E4E}"/>
                </a:ext>
              </a:extLst>
            </p:cNvPr>
            <p:cNvCxnSpPr/>
            <p:nvPr/>
          </p:nvCxnSpPr>
          <p:spPr>
            <a:xfrm flipV="1">
              <a:off x="4599144" y="2708279"/>
              <a:ext cx="17458" cy="2037179"/>
            </a:xfrm>
            <a:prstGeom prst="straightConnector1">
              <a:avLst/>
            </a:prstGeom>
            <a:noFill/>
            <a:ln w="31750" cap="flat" cmpd="sng" algn="ctr">
              <a:solidFill>
                <a:srgbClr val="CC0000"/>
              </a:solidFill>
              <a:prstDash val="solid"/>
              <a:headEnd type="triangle"/>
              <a:tailEnd type="triangle"/>
            </a:ln>
            <a:effectLst/>
          </p:spPr>
        </p:cxnSp>
        <p:cxnSp>
          <p:nvCxnSpPr>
            <p:cNvPr id="1042" name="Straight Arrow Connector 1041">
              <a:extLst>
                <a:ext uri="{FF2B5EF4-FFF2-40B4-BE49-F238E27FC236}">
                  <a16:creationId xmlns:a16="http://schemas.microsoft.com/office/drawing/2014/main" id="{4B55563F-765E-CC4D-92B4-D17FBE1B08A6}"/>
                </a:ext>
              </a:extLst>
            </p:cNvPr>
            <p:cNvCxnSpPr/>
            <p:nvPr/>
          </p:nvCxnSpPr>
          <p:spPr>
            <a:xfrm flipH="1" flipV="1">
              <a:off x="3807178" y="2762265"/>
              <a:ext cx="9523" cy="1983193"/>
            </a:xfrm>
            <a:prstGeom prst="straightConnector1">
              <a:avLst/>
            </a:prstGeom>
            <a:noFill/>
            <a:ln w="31750" cap="flat" cmpd="sng" algn="ctr">
              <a:solidFill>
                <a:srgbClr val="CC0000"/>
              </a:solidFill>
              <a:prstDash val="solid"/>
              <a:headEnd type="triangle"/>
              <a:tailEnd type="triangle"/>
            </a:ln>
            <a:effectLst/>
          </p:spPr>
        </p:cxnSp>
      </p:grpSp>
      <p:grpSp>
        <p:nvGrpSpPr>
          <p:cNvPr id="1043" name="Group 1042">
            <a:extLst>
              <a:ext uri="{FF2B5EF4-FFF2-40B4-BE49-F238E27FC236}">
                <a16:creationId xmlns:a16="http://schemas.microsoft.com/office/drawing/2014/main" id="{B5756541-DE04-D343-ADA3-E578917497B6}"/>
              </a:ext>
            </a:extLst>
          </p:cNvPr>
          <p:cNvGrpSpPr>
            <a:grpSpLocks/>
          </p:cNvGrpSpPr>
          <p:nvPr/>
        </p:nvGrpSpPr>
        <p:grpSpPr bwMode="auto">
          <a:xfrm>
            <a:off x="3805093" y="4634880"/>
            <a:ext cx="4957762" cy="693737"/>
            <a:chOff x="2055070" y="4690247"/>
            <a:chExt cx="4956877" cy="694339"/>
          </a:xfrm>
        </p:grpSpPr>
        <p:grpSp>
          <p:nvGrpSpPr>
            <p:cNvPr id="1044" name="Group 554">
              <a:extLst>
                <a:ext uri="{FF2B5EF4-FFF2-40B4-BE49-F238E27FC236}">
                  <a16:creationId xmlns:a16="http://schemas.microsoft.com/office/drawing/2014/main" id="{368CBAA7-B3CD-B447-8953-FE800957AF6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605320" y="5055434"/>
              <a:ext cx="430131" cy="329152"/>
              <a:chOff x="2931664" y="3912603"/>
              <a:chExt cx="430450" cy="329314"/>
            </a:xfrm>
          </p:grpSpPr>
          <p:sp>
            <p:nvSpPr>
              <p:cNvPr id="1065" name="Rectangle 1064">
                <a:extLst>
                  <a:ext uri="{FF2B5EF4-FFF2-40B4-BE49-F238E27FC236}">
                    <a16:creationId xmlns:a16="http://schemas.microsoft.com/office/drawing/2014/main" id="{C71DD82B-ED54-9D40-848F-40B6802EC749}"/>
                  </a:ext>
                </a:extLst>
              </p:cNvPr>
              <p:cNvSpPr/>
              <p:nvPr/>
            </p:nvSpPr>
            <p:spPr>
              <a:xfrm>
                <a:off x="2936890" y="3912858"/>
                <a:ext cx="425689" cy="329059"/>
              </a:xfrm>
              <a:prstGeom prst="rect">
                <a:avLst/>
              </a:prstGeom>
              <a:solidFill>
                <a:srgbClr val="FFFFFF"/>
              </a:solidFill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1066" name="Straight Connector 1065">
                <a:extLst>
                  <a:ext uri="{FF2B5EF4-FFF2-40B4-BE49-F238E27FC236}">
                    <a16:creationId xmlns:a16="http://schemas.microsoft.com/office/drawing/2014/main" id="{5A2CCD06-A52B-594C-895E-DE5616109835}"/>
                  </a:ext>
                </a:extLst>
              </p:cNvPr>
              <p:cNvCxnSpPr/>
              <p:nvPr/>
            </p:nvCxnSpPr>
            <p:spPr>
              <a:xfrm>
                <a:off x="2932124" y="4005058"/>
                <a:ext cx="425689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1067" name="Straight Connector 1066">
                <a:extLst>
                  <a:ext uri="{FF2B5EF4-FFF2-40B4-BE49-F238E27FC236}">
                    <a16:creationId xmlns:a16="http://schemas.microsoft.com/office/drawing/2014/main" id="{CAE78986-A47E-684D-AC0D-81B0C9B79A88}"/>
                  </a:ext>
                </a:extLst>
              </p:cNvPr>
              <p:cNvCxnSpPr/>
              <p:nvPr/>
            </p:nvCxnSpPr>
            <p:spPr>
              <a:xfrm>
                <a:off x="2932124" y="4068645"/>
                <a:ext cx="425689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1068" name="Straight Connector 1067">
                <a:extLst>
                  <a:ext uri="{FF2B5EF4-FFF2-40B4-BE49-F238E27FC236}">
                    <a16:creationId xmlns:a16="http://schemas.microsoft.com/office/drawing/2014/main" id="{CEA4CB24-3526-B94F-BDC2-D6FC123FF46E}"/>
                  </a:ext>
                </a:extLst>
              </p:cNvPr>
              <p:cNvCxnSpPr>
                <a:stCxn id="1065" idx="2"/>
              </p:cNvCxnSpPr>
              <p:nvPr/>
            </p:nvCxnSpPr>
            <p:spPr>
              <a:xfrm flipH="1" flipV="1">
                <a:off x="3148146" y="4005058"/>
                <a:ext cx="1589" cy="236859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</p:grpSp>
        <p:grpSp>
          <p:nvGrpSpPr>
            <p:cNvPr id="1045" name="Group 582">
              <a:extLst>
                <a:ext uri="{FF2B5EF4-FFF2-40B4-BE49-F238E27FC236}">
                  <a16:creationId xmlns:a16="http://schemas.microsoft.com/office/drawing/2014/main" id="{813A6CA3-90B1-754D-8C2A-B486DE6440E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87957" y="5055368"/>
              <a:ext cx="430131" cy="329152"/>
              <a:chOff x="2931664" y="3912603"/>
              <a:chExt cx="430450" cy="329314"/>
            </a:xfrm>
          </p:grpSpPr>
          <p:sp>
            <p:nvSpPr>
              <p:cNvPr id="1061" name="Rectangle 1060">
                <a:extLst>
                  <a:ext uri="{FF2B5EF4-FFF2-40B4-BE49-F238E27FC236}">
                    <a16:creationId xmlns:a16="http://schemas.microsoft.com/office/drawing/2014/main" id="{CDA497B5-1F53-4B4A-B52C-8AF25ACDEA7D}"/>
                  </a:ext>
                </a:extLst>
              </p:cNvPr>
              <p:cNvSpPr/>
              <p:nvPr/>
            </p:nvSpPr>
            <p:spPr>
              <a:xfrm>
                <a:off x="2936750" y="3912924"/>
                <a:ext cx="425689" cy="329059"/>
              </a:xfrm>
              <a:prstGeom prst="rect">
                <a:avLst/>
              </a:prstGeom>
              <a:solidFill>
                <a:srgbClr val="FFFFFF"/>
              </a:solidFill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1062" name="Straight Connector 1061">
                <a:extLst>
                  <a:ext uri="{FF2B5EF4-FFF2-40B4-BE49-F238E27FC236}">
                    <a16:creationId xmlns:a16="http://schemas.microsoft.com/office/drawing/2014/main" id="{1FEFA7AF-47D6-9044-B6BA-FCC567BC9B9F}"/>
                  </a:ext>
                </a:extLst>
              </p:cNvPr>
              <p:cNvCxnSpPr/>
              <p:nvPr/>
            </p:nvCxnSpPr>
            <p:spPr>
              <a:xfrm>
                <a:off x="2931985" y="4005125"/>
                <a:ext cx="425689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1063" name="Straight Connector 1062">
                <a:extLst>
                  <a:ext uri="{FF2B5EF4-FFF2-40B4-BE49-F238E27FC236}">
                    <a16:creationId xmlns:a16="http://schemas.microsoft.com/office/drawing/2014/main" id="{F2F3585A-E53E-A040-84F7-9123881B9F28}"/>
                  </a:ext>
                </a:extLst>
              </p:cNvPr>
              <p:cNvCxnSpPr/>
              <p:nvPr/>
            </p:nvCxnSpPr>
            <p:spPr>
              <a:xfrm>
                <a:off x="2931985" y="4068711"/>
                <a:ext cx="425689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1064" name="Straight Connector 1063">
                <a:extLst>
                  <a:ext uri="{FF2B5EF4-FFF2-40B4-BE49-F238E27FC236}">
                    <a16:creationId xmlns:a16="http://schemas.microsoft.com/office/drawing/2014/main" id="{F72283CD-AFD3-8E4E-9857-F6D589080734}"/>
                  </a:ext>
                </a:extLst>
              </p:cNvPr>
              <p:cNvCxnSpPr>
                <a:stCxn id="1061" idx="2"/>
              </p:cNvCxnSpPr>
              <p:nvPr/>
            </p:nvCxnSpPr>
            <p:spPr>
              <a:xfrm flipH="1" flipV="1">
                <a:off x="3148007" y="4005125"/>
                <a:ext cx="1588" cy="236859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</p:grpSp>
        <p:grpSp>
          <p:nvGrpSpPr>
            <p:cNvPr id="1046" name="Group 609">
              <a:extLst>
                <a:ext uri="{FF2B5EF4-FFF2-40B4-BE49-F238E27FC236}">
                  <a16:creationId xmlns:a16="http://schemas.microsoft.com/office/drawing/2014/main" id="{89D38A41-C0E7-004E-889C-35371BDB490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591804" y="5053093"/>
              <a:ext cx="430212" cy="328614"/>
              <a:chOff x="2932186" y="3913304"/>
              <a:chExt cx="430531" cy="328775"/>
            </a:xfrm>
          </p:grpSpPr>
          <p:sp>
            <p:nvSpPr>
              <p:cNvPr id="1057" name="Rectangle 1056">
                <a:extLst>
                  <a:ext uri="{FF2B5EF4-FFF2-40B4-BE49-F238E27FC236}">
                    <a16:creationId xmlns:a16="http://schemas.microsoft.com/office/drawing/2014/main" id="{7E038D77-DD73-D34F-AE34-D667F6E9B9F0}"/>
                  </a:ext>
                </a:extLst>
              </p:cNvPr>
              <p:cNvSpPr/>
              <p:nvPr/>
            </p:nvSpPr>
            <p:spPr>
              <a:xfrm>
                <a:off x="2936535" y="3912722"/>
                <a:ext cx="425689" cy="329058"/>
              </a:xfrm>
              <a:prstGeom prst="rect">
                <a:avLst/>
              </a:prstGeom>
              <a:solidFill>
                <a:srgbClr val="FFFFFF"/>
              </a:solidFill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1058" name="Straight Connector 1057">
                <a:extLst>
                  <a:ext uri="{FF2B5EF4-FFF2-40B4-BE49-F238E27FC236}">
                    <a16:creationId xmlns:a16="http://schemas.microsoft.com/office/drawing/2014/main" id="{D2968903-9149-5948-9F49-8F05AE95D6F0}"/>
                  </a:ext>
                </a:extLst>
              </p:cNvPr>
              <p:cNvCxnSpPr/>
              <p:nvPr/>
            </p:nvCxnSpPr>
            <p:spPr>
              <a:xfrm>
                <a:off x="2931771" y="4004922"/>
                <a:ext cx="425689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1059" name="Straight Connector 1058">
                <a:extLst>
                  <a:ext uri="{FF2B5EF4-FFF2-40B4-BE49-F238E27FC236}">
                    <a16:creationId xmlns:a16="http://schemas.microsoft.com/office/drawing/2014/main" id="{6B45A1AF-6B67-DD42-AEDE-F73D064563E4}"/>
                  </a:ext>
                </a:extLst>
              </p:cNvPr>
              <p:cNvCxnSpPr/>
              <p:nvPr/>
            </p:nvCxnSpPr>
            <p:spPr>
              <a:xfrm>
                <a:off x="2931771" y="4068509"/>
                <a:ext cx="425689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1060" name="Straight Connector 1059">
                <a:extLst>
                  <a:ext uri="{FF2B5EF4-FFF2-40B4-BE49-F238E27FC236}">
                    <a16:creationId xmlns:a16="http://schemas.microsoft.com/office/drawing/2014/main" id="{0FF66FC3-DA6A-CB44-8117-4648AAEC93ED}"/>
                  </a:ext>
                </a:extLst>
              </p:cNvPr>
              <p:cNvCxnSpPr>
                <a:stCxn id="1057" idx="2"/>
              </p:cNvCxnSpPr>
              <p:nvPr/>
            </p:nvCxnSpPr>
            <p:spPr>
              <a:xfrm flipH="1" flipV="1">
                <a:off x="3147792" y="4004922"/>
                <a:ext cx="1588" cy="236858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</p:grpSp>
        <p:grpSp>
          <p:nvGrpSpPr>
            <p:cNvPr id="1047" name="Group 636">
              <a:extLst>
                <a:ext uri="{FF2B5EF4-FFF2-40B4-BE49-F238E27FC236}">
                  <a16:creationId xmlns:a16="http://schemas.microsoft.com/office/drawing/2014/main" id="{6DF58C37-21E3-AF4F-B080-530FD985E91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581816" y="5045656"/>
              <a:ext cx="430131" cy="329465"/>
              <a:chOff x="2931664" y="3912603"/>
              <a:chExt cx="430450" cy="329314"/>
            </a:xfrm>
          </p:grpSpPr>
          <p:sp>
            <p:nvSpPr>
              <p:cNvPr id="1053" name="Rectangle 1052">
                <a:extLst>
                  <a:ext uri="{FF2B5EF4-FFF2-40B4-BE49-F238E27FC236}">
                    <a16:creationId xmlns:a16="http://schemas.microsoft.com/office/drawing/2014/main" id="{F4182402-0285-CD46-9828-6534BE97D257}"/>
                  </a:ext>
                </a:extLst>
              </p:cNvPr>
              <p:cNvSpPr/>
              <p:nvPr/>
            </p:nvSpPr>
            <p:spPr>
              <a:xfrm>
                <a:off x="2936425" y="3913102"/>
                <a:ext cx="425689" cy="328747"/>
              </a:xfrm>
              <a:prstGeom prst="rect">
                <a:avLst/>
              </a:prstGeom>
              <a:solidFill>
                <a:srgbClr val="FFFFFF"/>
              </a:solidFill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1054" name="Straight Connector 1053">
                <a:extLst>
                  <a:ext uri="{FF2B5EF4-FFF2-40B4-BE49-F238E27FC236}">
                    <a16:creationId xmlns:a16="http://schemas.microsoft.com/office/drawing/2014/main" id="{D14A7BEB-C638-0A47-B8DE-352AFA82413E}"/>
                  </a:ext>
                </a:extLst>
              </p:cNvPr>
              <p:cNvCxnSpPr/>
              <p:nvPr/>
            </p:nvCxnSpPr>
            <p:spPr>
              <a:xfrm>
                <a:off x="2931660" y="4005215"/>
                <a:ext cx="425689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1055" name="Straight Connector 1054">
                <a:extLst>
                  <a:ext uri="{FF2B5EF4-FFF2-40B4-BE49-F238E27FC236}">
                    <a16:creationId xmlns:a16="http://schemas.microsoft.com/office/drawing/2014/main" id="{F02DD2C2-E65E-7E4C-B479-635D130D51D4}"/>
                  </a:ext>
                </a:extLst>
              </p:cNvPr>
              <p:cNvCxnSpPr/>
              <p:nvPr/>
            </p:nvCxnSpPr>
            <p:spPr>
              <a:xfrm>
                <a:off x="2931660" y="4067152"/>
                <a:ext cx="425689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1056" name="Straight Connector 1055">
                <a:extLst>
                  <a:ext uri="{FF2B5EF4-FFF2-40B4-BE49-F238E27FC236}">
                    <a16:creationId xmlns:a16="http://schemas.microsoft.com/office/drawing/2014/main" id="{01A054F6-D6ED-F249-8703-213FDF32A722}"/>
                  </a:ext>
                </a:extLst>
              </p:cNvPr>
              <p:cNvCxnSpPr>
                <a:stCxn id="1053" idx="2"/>
              </p:cNvCxnSpPr>
              <p:nvPr/>
            </p:nvCxnSpPr>
            <p:spPr>
              <a:xfrm flipH="1" flipV="1">
                <a:off x="3147681" y="4005215"/>
                <a:ext cx="1588" cy="236634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</p:grpSp>
        <p:grpSp>
          <p:nvGrpSpPr>
            <p:cNvPr id="1048" name="Group 554">
              <a:extLst>
                <a:ext uri="{FF2B5EF4-FFF2-40B4-BE49-F238E27FC236}">
                  <a16:creationId xmlns:a16="http://schemas.microsoft.com/office/drawing/2014/main" id="{BAA5C424-578C-0343-914E-B5BD57101FD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055070" y="4690247"/>
              <a:ext cx="675320" cy="521222"/>
              <a:chOff x="2931664" y="3912603"/>
              <a:chExt cx="430450" cy="329314"/>
            </a:xfrm>
          </p:grpSpPr>
          <p:sp>
            <p:nvSpPr>
              <p:cNvPr id="1049" name="Rectangle 1048">
                <a:extLst>
                  <a:ext uri="{FF2B5EF4-FFF2-40B4-BE49-F238E27FC236}">
                    <a16:creationId xmlns:a16="http://schemas.microsoft.com/office/drawing/2014/main" id="{A0CDA39B-A97A-7842-8A3D-C53D637AE12E}"/>
                  </a:ext>
                </a:extLst>
              </p:cNvPr>
              <p:cNvSpPr/>
              <p:nvPr/>
            </p:nvSpPr>
            <p:spPr>
              <a:xfrm>
                <a:off x="2936722" y="3913607"/>
                <a:ext cx="425923" cy="328266"/>
              </a:xfrm>
              <a:prstGeom prst="rect">
                <a:avLst/>
              </a:prstGeom>
              <a:solidFill>
                <a:srgbClr val="FFFFFF"/>
              </a:solidFill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1050" name="Straight Connector 1049">
                <a:extLst>
                  <a:ext uri="{FF2B5EF4-FFF2-40B4-BE49-F238E27FC236}">
                    <a16:creationId xmlns:a16="http://schemas.microsoft.com/office/drawing/2014/main" id="{779BD574-9352-0A4A-AD81-3425C567CA59}"/>
                  </a:ext>
                </a:extLst>
              </p:cNvPr>
              <p:cNvCxnSpPr/>
              <p:nvPr/>
            </p:nvCxnSpPr>
            <p:spPr>
              <a:xfrm>
                <a:off x="2932675" y="4004959"/>
                <a:ext cx="424911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1051" name="Straight Connector 1050">
                <a:extLst>
                  <a:ext uri="{FF2B5EF4-FFF2-40B4-BE49-F238E27FC236}">
                    <a16:creationId xmlns:a16="http://schemas.microsoft.com/office/drawing/2014/main" id="{E4722BD0-017E-9C4D-9B3E-BB2C34567D80}"/>
                  </a:ext>
                </a:extLst>
              </p:cNvPr>
              <p:cNvCxnSpPr/>
              <p:nvPr/>
            </p:nvCxnSpPr>
            <p:spPr>
              <a:xfrm>
                <a:off x="2932675" y="4069207"/>
                <a:ext cx="424911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1052" name="Straight Connector 1051">
                <a:extLst>
                  <a:ext uri="{FF2B5EF4-FFF2-40B4-BE49-F238E27FC236}">
                    <a16:creationId xmlns:a16="http://schemas.microsoft.com/office/drawing/2014/main" id="{BA1C7D13-CACA-DE42-A4BD-9DF0691F3FA5}"/>
                  </a:ext>
                </a:extLst>
              </p:cNvPr>
              <p:cNvCxnSpPr>
                <a:stCxn id="1049" idx="2"/>
              </p:cNvCxnSpPr>
              <p:nvPr/>
            </p:nvCxnSpPr>
            <p:spPr>
              <a:xfrm flipH="1" flipV="1">
                <a:off x="3148166" y="4004959"/>
                <a:ext cx="1011" cy="236914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</p:grpSp>
      </p:grpSp>
      <p:grpSp>
        <p:nvGrpSpPr>
          <p:cNvPr id="1069" name="Group 347">
            <a:extLst>
              <a:ext uri="{FF2B5EF4-FFF2-40B4-BE49-F238E27FC236}">
                <a16:creationId xmlns:a16="http://schemas.microsoft.com/office/drawing/2014/main" id="{4D6C1728-73DE-F748-A0E0-11321B8F7571}"/>
              </a:ext>
            </a:extLst>
          </p:cNvPr>
          <p:cNvGrpSpPr>
            <a:grpSpLocks/>
          </p:cNvGrpSpPr>
          <p:nvPr/>
        </p:nvGrpSpPr>
        <p:grpSpPr bwMode="auto">
          <a:xfrm>
            <a:off x="7605568" y="5890592"/>
            <a:ext cx="588962" cy="242888"/>
            <a:chOff x="1871277" y="1576300"/>
            <a:chExt cx="1128371" cy="437861"/>
          </a:xfrm>
        </p:grpSpPr>
        <p:sp>
          <p:nvSpPr>
            <p:cNvPr id="1070" name="Oval 1069">
              <a:extLst>
                <a:ext uri="{FF2B5EF4-FFF2-40B4-BE49-F238E27FC236}">
                  <a16:creationId xmlns:a16="http://schemas.microsoft.com/office/drawing/2014/main" id="{BD0DE6BC-801F-2349-B339-2073DD002B17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317" y="1693636"/>
              <a:ext cx="1125331" cy="320525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71" name="Rectangle 1070">
              <a:extLst>
                <a:ext uri="{FF2B5EF4-FFF2-40B4-BE49-F238E27FC236}">
                  <a16:creationId xmlns:a16="http://schemas.microsoft.com/office/drawing/2014/main" id="{8006CA96-E3FA-9945-9B82-02259999272B}"/>
                </a:ext>
              </a:extLst>
            </p:cNvPr>
            <p:cNvSpPr/>
            <p:nvPr/>
          </p:nvSpPr>
          <p:spPr bwMode="auto">
            <a:xfrm>
              <a:off x="1871277" y="1739425"/>
              <a:ext cx="1128371" cy="117334"/>
            </a:xfrm>
            <a:prstGeom prst="rect">
              <a:avLst/>
            </a:prstGeom>
            <a:gradFill rotWithShape="1">
              <a:gsLst>
                <a:gs pos="0">
                  <a:srgbClr val="3333CC">
                    <a:lumMod val="75000"/>
                  </a:srgbClr>
                </a:gs>
                <a:gs pos="53000">
                  <a:srgbClr val="3333CC">
                    <a:lumMod val="60000"/>
                    <a:lumOff val="40000"/>
                  </a:srgbClr>
                </a:gs>
                <a:gs pos="100000">
                  <a:srgbClr val="3333CC">
                    <a:lumMod val="75000"/>
                  </a:srgbClr>
                </a:gs>
              </a:gsLst>
              <a:lin ang="10800000" scaled="0"/>
            </a:gradFill>
            <a:ln w="25400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1072" name="Oval 1071">
              <a:extLst>
                <a:ext uri="{FF2B5EF4-FFF2-40B4-BE49-F238E27FC236}">
                  <a16:creationId xmlns:a16="http://schemas.microsoft.com/office/drawing/2014/main" id="{AC968267-A70E-0B48-9B2B-F3F7549B2DF9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331" cy="320525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73" name="Freeform 1072">
              <a:extLst>
                <a:ext uri="{FF2B5EF4-FFF2-40B4-BE49-F238E27FC236}">
                  <a16:creationId xmlns:a16="http://schemas.microsoft.com/office/drawing/2014/main" id="{3543F393-921B-2544-AAF2-81DE265DCA01}"/>
                </a:ext>
              </a:extLst>
            </p:cNvPr>
            <p:cNvSpPr/>
            <p:nvPr/>
          </p:nvSpPr>
          <p:spPr bwMode="auto">
            <a:xfrm>
              <a:off x="2160212" y="1673602"/>
              <a:ext cx="547458" cy="160263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rgbClr val="3333CC">
                <a:lumMod val="60000"/>
                <a:lumOff val="40000"/>
              </a:srgbClr>
            </a:solidFill>
            <a:ln w="952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1074" name="Freeform 1073">
              <a:extLst>
                <a:ext uri="{FF2B5EF4-FFF2-40B4-BE49-F238E27FC236}">
                  <a16:creationId xmlns:a16="http://schemas.microsoft.com/office/drawing/2014/main" id="{36A99124-4AE5-ED4F-A834-C0222885AE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426" y="1633537"/>
              <a:ext cx="663033" cy="111612"/>
            </a:xfrm>
            <a:custGeom>
              <a:avLst/>
              <a:gdLst>
                <a:gd name="T0" fmla="*/ 0 w 3723451"/>
                <a:gd name="T1" fmla="*/ 27306 h 932950"/>
                <a:gd name="T2" fmla="*/ 116665 w 3723451"/>
                <a:gd name="T3" fmla="*/ 322 h 932950"/>
                <a:gd name="T4" fmla="*/ 330457 w 3723451"/>
                <a:gd name="T5" fmla="*/ 62277 h 932950"/>
                <a:gd name="T6" fmla="*/ 534418 w 3723451"/>
                <a:gd name="T7" fmla="*/ 0 h 932950"/>
                <a:gd name="T8" fmla="*/ 663033 w 3723451"/>
                <a:gd name="T9" fmla="*/ 24782 h 932950"/>
                <a:gd name="T10" fmla="*/ 567343 w 3723451"/>
                <a:gd name="T11" fmla="*/ 55256 h 932950"/>
                <a:gd name="T12" fmla="*/ 536535 w 3723451"/>
                <a:gd name="T13" fmla="*/ 47040 h 932950"/>
                <a:gd name="T14" fmla="*/ 334214 w 3723451"/>
                <a:gd name="T15" fmla="*/ 111612 h 932950"/>
                <a:gd name="T16" fmla="*/ 126717 w 3723451"/>
                <a:gd name="T17" fmla="*/ 49415 h 932950"/>
                <a:gd name="T18" fmla="*/ 93168 w 3723451"/>
                <a:gd name="T19" fmla="*/ 56128 h 932950"/>
                <a:gd name="T20" fmla="*/ 0 w 3723451"/>
                <a:gd name="T21" fmla="*/ 27306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75" name="Freeform 1074">
              <a:extLst>
                <a:ext uri="{FF2B5EF4-FFF2-40B4-BE49-F238E27FC236}">
                  <a16:creationId xmlns:a16="http://schemas.microsoft.com/office/drawing/2014/main" id="{9CE3F7E2-B553-1E45-88FC-E2E1EC32F4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7350" y="1727978"/>
              <a:ext cx="243315" cy="97302"/>
            </a:xfrm>
            <a:custGeom>
              <a:avLst/>
              <a:gdLst>
                <a:gd name="T0" fmla="*/ 0 w 1366596"/>
                <a:gd name="T1" fmla="*/ 0 h 809868"/>
                <a:gd name="T2" fmla="*/ 243315 w 1366596"/>
                <a:gd name="T3" fmla="*/ 75188 h 809868"/>
                <a:gd name="T4" fmla="*/ 154017 w 1366596"/>
                <a:gd name="T5" fmla="*/ 97302 h 809868"/>
                <a:gd name="T6" fmla="*/ 819 w 1366596"/>
                <a:gd name="T7" fmla="*/ 51415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76" name="Freeform 1075">
              <a:extLst>
                <a:ext uri="{FF2B5EF4-FFF2-40B4-BE49-F238E27FC236}">
                  <a16:creationId xmlns:a16="http://schemas.microsoft.com/office/drawing/2014/main" id="{D7BB9DED-4899-7649-AEBA-749DA45279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0260" y="1730839"/>
              <a:ext cx="240272" cy="97302"/>
            </a:xfrm>
            <a:custGeom>
              <a:avLst/>
              <a:gdLst>
                <a:gd name="T0" fmla="*/ 236992 w 1348191"/>
                <a:gd name="T1" fmla="*/ 0 h 791462"/>
                <a:gd name="T2" fmla="*/ 240272 w 1348191"/>
                <a:gd name="T3" fmla="*/ 46954 h 791462"/>
                <a:gd name="T4" fmla="*/ 86924 w 1348191"/>
                <a:gd name="T5" fmla="*/ 97302 h 791462"/>
                <a:gd name="T6" fmla="*/ 0 w 1348191"/>
                <a:gd name="T7" fmla="*/ 75239 h 791462"/>
                <a:gd name="T8" fmla="*/ 236992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cxnSp>
          <p:nvCxnSpPr>
            <p:cNvPr id="1077" name="Straight Connector 1076">
              <a:extLst>
                <a:ext uri="{FF2B5EF4-FFF2-40B4-BE49-F238E27FC236}">
                  <a16:creationId xmlns:a16="http://schemas.microsoft.com/office/drawing/2014/main" id="{E8965662-2E9A-0244-946F-4423CC691CFA}"/>
                </a:ext>
              </a:extLst>
            </p:cNvPr>
            <p:cNvCxnSpPr>
              <a:cxnSpLocks noChangeShapeType="1"/>
              <a:endCxn id="1072" idx="2"/>
            </p:cNvCxnSpPr>
            <p:nvPr/>
          </p:nvCxnSpPr>
          <p:spPr bwMode="auto">
            <a:xfrm flipH="1" flipV="1">
              <a:off x="1871277" y="1736563"/>
              <a:ext cx="3040" cy="123060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078" name="Straight Connector 1077">
              <a:extLst>
                <a:ext uri="{FF2B5EF4-FFF2-40B4-BE49-F238E27FC236}">
                  <a16:creationId xmlns:a16="http://schemas.microsoft.com/office/drawing/2014/main" id="{857BA7A2-209C-0B4F-9F2F-F5D9E12C5791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608" y="1733702"/>
              <a:ext cx="3040" cy="123058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1079" name="Group 347">
            <a:extLst>
              <a:ext uri="{FF2B5EF4-FFF2-40B4-BE49-F238E27FC236}">
                <a16:creationId xmlns:a16="http://schemas.microsoft.com/office/drawing/2014/main" id="{23A5395A-73E4-9545-9CCB-0643AECEF709}"/>
              </a:ext>
            </a:extLst>
          </p:cNvPr>
          <p:cNvGrpSpPr>
            <a:grpSpLocks/>
          </p:cNvGrpSpPr>
          <p:nvPr/>
        </p:nvGrpSpPr>
        <p:grpSpPr bwMode="auto">
          <a:xfrm>
            <a:off x="6124430" y="5749305"/>
            <a:ext cx="588963" cy="242887"/>
            <a:chOff x="1871277" y="1576300"/>
            <a:chExt cx="1128371" cy="437861"/>
          </a:xfrm>
        </p:grpSpPr>
        <p:sp>
          <p:nvSpPr>
            <p:cNvPr id="1080" name="Oval 1079">
              <a:extLst>
                <a:ext uri="{FF2B5EF4-FFF2-40B4-BE49-F238E27FC236}">
                  <a16:creationId xmlns:a16="http://schemas.microsoft.com/office/drawing/2014/main" id="{DF4469B4-1A62-884E-B93E-2088628FCF9A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319" y="1693635"/>
              <a:ext cx="1125329" cy="320526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81" name="Rectangle 1080">
              <a:extLst>
                <a:ext uri="{FF2B5EF4-FFF2-40B4-BE49-F238E27FC236}">
                  <a16:creationId xmlns:a16="http://schemas.microsoft.com/office/drawing/2014/main" id="{CEED749C-6638-6040-A523-CBE05E8011F2}"/>
                </a:ext>
              </a:extLst>
            </p:cNvPr>
            <p:cNvSpPr/>
            <p:nvPr/>
          </p:nvSpPr>
          <p:spPr bwMode="auto">
            <a:xfrm>
              <a:off x="1871277" y="1739424"/>
              <a:ext cx="1128371" cy="117336"/>
            </a:xfrm>
            <a:prstGeom prst="rect">
              <a:avLst/>
            </a:prstGeom>
            <a:gradFill rotWithShape="1">
              <a:gsLst>
                <a:gs pos="0">
                  <a:srgbClr val="3333CC">
                    <a:lumMod val="75000"/>
                  </a:srgbClr>
                </a:gs>
                <a:gs pos="53000">
                  <a:srgbClr val="3333CC">
                    <a:lumMod val="60000"/>
                    <a:lumOff val="40000"/>
                  </a:srgbClr>
                </a:gs>
                <a:gs pos="100000">
                  <a:srgbClr val="3333CC">
                    <a:lumMod val="75000"/>
                  </a:srgbClr>
                </a:gs>
              </a:gsLst>
              <a:lin ang="10800000" scaled="0"/>
            </a:gradFill>
            <a:ln w="25400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1082" name="Oval 1081">
              <a:extLst>
                <a:ext uri="{FF2B5EF4-FFF2-40B4-BE49-F238E27FC236}">
                  <a16:creationId xmlns:a16="http://schemas.microsoft.com/office/drawing/2014/main" id="{E82E8A3A-0CDF-0142-A8D4-2A7F88E464C9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329" cy="320526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83" name="Freeform 1082">
              <a:extLst>
                <a:ext uri="{FF2B5EF4-FFF2-40B4-BE49-F238E27FC236}">
                  <a16:creationId xmlns:a16="http://schemas.microsoft.com/office/drawing/2014/main" id="{20B0C69D-2EFF-CC4C-91E3-DE028EA90E90}"/>
                </a:ext>
              </a:extLst>
            </p:cNvPr>
            <p:cNvSpPr/>
            <p:nvPr/>
          </p:nvSpPr>
          <p:spPr bwMode="auto">
            <a:xfrm>
              <a:off x="2160214" y="1673603"/>
              <a:ext cx="547457" cy="160263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rgbClr val="3333CC">
                <a:lumMod val="60000"/>
                <a:lumOff val="40000"/>
              </a:srgbClr>
            </a:solidFill>
            <a:ln w="952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1084" name="Freeform 1083">
              <a:extLst>
                <a:ext uri="{FF2B5EF4-FFF2-40B4-BE49-F238E27FC236}">
                  <a16:creationId xmlns:a16="http://schemas.microsoft.com/office/drawing/2014/main" id="{8F166C83-2DE4-AA4C-934F-358B1ABBD0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426" y="1633537"/>
              <a:ext cx="663031" cy="111611"/>
            </a:xfrm>
            <a:custGeom>
              <a:avLst/>
              <a:gdLst>
                <a:gd name="T0" fmla="*/ 0 w 3723451"/>
                <a:gd name="T1" fmla="*/ 27306 h 932950"/>
                <a:gd name="T2" fmla="*/ 116665 w 3723451"/>
                <a:gd name="T3" fmla="*/ 322 h 932950"/>
                <a:gd name="T4" fmla="*/ 330456 w 3723451"/>
                <a:gd name="T5" fmla="*/ 62276 h 932950"/>
                <a:gd name="T6" fmla="*/ 534416 w 3723451"/>
                <a:gd name="T7" fmla="*/ 0 h 932950"/>
                <a:gd name="T8" fmla="*/ 663031 w 3723451"/>
                <a:gd name="T9" fmla="*/ 24782 h 932950"/>
                <a:gd name="T10" fmla="*/ 567342 w 3723451"/>
                <a:gd name="T11" fmla="*/ 55255 h 932950"/>
                <a:gd name="T12" fmla="*/ 536534 w 3723451"/>
                <a:gd name="T13" fmla="*/ 47039 h 932950"/>
                <a:gd name="T14" fmla="*/ 334213 w 3723451"/>
                <a:gd name="T15" fmla="*/ 111611 h 932950"/>
                <a:gd name="T16" fmla="*/ 126716 w 3723451"/>
                <a:gd name="T17" fmla="*/ 49415 h 932950"/>
                <a:gd name="T18" fmla="*/ 93168 w 3723451"/>
                <a:gd name="T19" fmla="*/ 56127 h 932950"/>
                <a:gd name="T20" fmla="*/ 0 w 3723451"/>
                <a:gd name="T21" fmla="*/ 27306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85" name="Freeform 1084">
              <a:extLst>
                <a:ext uri="{FF2B5EF4-FFF2-40B4-BE49-F238E27FC236}">
                  <a16:creationId xmlns:a16="http://schemas.microsoft.com/office/drawing/2014/main" id="{64120D6F-CF36-7A4B-868D-9522C1F7945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7351" y="1727977"/>
              <a:ext cx="243314" cy="97303"/>
            </a:xfrm>
            <a:custGeom>
              <a:avLst/>
              <a:gdLst>
                <a:gd name="T0" fmla="*/ 0 w 1366596"/>
                <a:gd name="T1" fmla="*/ 0 h 809868"/>
                <a:gd name="T2" fmla="*/ 243314 w 1366596"/>
                <a:gd name="T3" fmla="*/ 75189 h 809868"/>
                <a:gd name="T4" fmla="*/ 154017 w 1366596"/>
                <a:gd name="T5" fmla="*/ 97303 h 809868"/>
                <a:gd name="T6" fmla="*/ 819 w 1366596"/>
                <a:gd name="T7" fmla="*/ 51416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86" name="Freeform 1085">
              <a:extLst>
                <a:ext uri="{FF2B5EF4-FFF2-40B4-BE49-F238E27FC236}">
                  <a16:creationId xmlns:a16="http://schemas.microsoft.com/office/drawing/2014/main" id="{8477E0BD-F61A-594C-8419-6BA64D7DFC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0260" y="1730839"/>
              <a:ext cx="240274" cy="97303"/>
            </a:xfrm>
            <a:custGeom>
              <a:avLst/>
              <a:gdLst>
                <a:gd name="T0" fmla="*/ 236994 w 1348191"/>
                <a:gd name="T1" fmla="*/ 0 h 791462"/>
                <a:gd name="T2" fmla="*/ 240274 w 1348191"/>
                <a:gd name="T3" fmla="*/ 46954 h 791462"/>
                <a:gd name="T4" fmla="*/ 86925 w 1348191"/>
                <a:gd name="T5" fmla="*/ 97303 h 791462"/>
                <a:gd name="T6" fmla="*/ 0 w 1348191"/>
                <a:gd name="T7" fmla="*/ 75240 h 791462"/>
                <a:gd name="T8" fmla="*/ 236994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cxnSp>
          <p:nvCxnSpPr>
            <p:cNvPr id="1087" name="Straight Connector 1086">
              <a:extLst>
                <a:ext uri="{FF2B5EF4-FFF2-40B4-BE49-F238E27FC236}">
                  <a16:creationId xmlns:a16="http://schemas.microsoft.com/office/drawing/2014/main" id="{53F7848D-82FC-7641-AC58-517C9B2FB854}"/>
                </a:ext>
              </a:extLst>
            </p:cNvPr>
            <p:cNvCxnSpPr>
              <a:cxnSpLocks noChangeShapeType="1"/>
              <a:endCxn id="1082" idx="2"/>
            </p:cNvCxnSpPr>
            <p:nvPr/>
          </p:nvCxnSpPr>
          <p:spPr bwMode="auto">
            <a:xfrm flipH="1" flipV="1">
              <a:off x="1871277" y="1736563"/>
              <a:ext cx="3042" cy="123058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088" name="Straight Connector 1087">
              <a:extLst>
                <a:ext uri="{FF2B5EF4-FFF2-40B4-BE49-F238E27FC236}">
                  <a16:creationId xmlns:a16="http://schemas.microsoft.com/office/drawing/2014/main" id="{EA830BBF-D185-DB42-96F5-34C5273F4B6F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606" y="1733700"/>
              <a:ext cx="3042" cy="123060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1089" name="Group 347">
            <a:extLst>
              <a:ext uri="{FF2B5EF4-FFF2-40B4-BE49-F238E27FC236}">
                <a16:creationId xmlns:a16="http://schemas.microsoft.com/office/drawing/2014/main" id="{B6A937C7-17A9-A648-A780-A8D67F2249E6}"/>
              </a:ext>
            </a:extLst>
          </p:cNvPr>
          <p:cNvGrpSpPr>
            <a:grpSpLocks/>
          </p:cNvGrpSpPr>
          <p:nvPr/>
        </p:nvGrpSpPr>
        <p:grpSpPr bwMode="auto">
          <a:xfrm>
            <a:off x="6916593" y="6209680"/>
            <a:ext cx="588962" cy="242887"/>
            <a:chOff x="1871277" y="1576300"/>
            <a:chExt cx="1128371" cy="437861"/>
          </a:xfrm>
        </p:grpSpPr>
        <p:sp>
          <p:nvSpPr>
            <p:cNvPr id="1090" name="Oval 1089">
              <a:extLst>
                <a:ext uri="{FF2B5EF4-FFF2-40B4-BE49-F238E27FC236}">
                  <a16:creationId xmlns:a16="http://schemas.microsoft.com/office/drawing/2014/main" id="{21A30E2F-9F7B-DC47-908B-38849C8FE198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317" y="1693635"/>
              <a:ext cx="1125331" cy="320526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91" name="Rectangle 1090">
              <a:extLst>
                <a:ext uri="{FF2B5EF4-FFF2-40B4-BE49-F238E27FC236}">
                  <a16:creationId xmlns:a16="http://schemas.microsoft.com/office/drawing/2014/main" id="{368E56E7-1038-F843-8824-9F2406D135DC}"/>
                </a:ext>
              </a:extLst>
            </p:cNvPr>
            <p:cNvSpPr/>
            <p:nvPr/>
          </p:nvSpPr>
          <p:spPr bwMode="auto">
            <a:xfrm>
              <a:off x="1871277" y="1739424"/>
              <a:ext cx="1128371" cy="117336"/>
            </a:xfrm>
            <a:prstGeom prst="rect">
              <a:avLst/>
            </a:prstGeom>
            <a:gradFill rotWithShape="1">
              <a:gsLst>
                <a:gs pos="0">
                  <a:srgbClr val="3333CC">
                    <a:lumMod val="75000"/>
                  </a:srgbClr>
                </a:gs>
                <a:gs pos="53000">
                  <a:srgbClr val="3333CC">
                    <a:lumMod val="60000"/>
                    <a:lumOff val="40000"/>
                  </a:srgbClr>
                </a:gs>
                <a:gs pos="100000">
                  <a:srgbClr val="3333CC">
                    <a:lumMod val="75000"/>
                  </a:srgbClr>
                </a:gs>
              </a:gsLst>
              <a:lin ang="10800000" scaled="0"/>
            </a:gradFill>
            <a:ln w="25400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1092" name="Oval 1091">
              <a:extLst>
                <a:ext uri="{FF2B5EF4-FFF2-40B4-BE49-F238E27FC236}">
                  <a16:creationId xmlns:a16="http://schemas.microsoft.com/office/drawing/2014/main" id="{5E09C5D1-4489-9245-906B-AB737B65B939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331" cy="320526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93" name="Freeform 1092">
              <a:extLst>
                <a:ext uri="{FF2B5EF4-FFF2-40B4-BE49-F238E27FC236}">
                  <a16:creationId xmlns:a16="http://schemas.microsoft.com/office/drawing/2014/main" id="{60675A58-4EA5-F645-8293-8D562D37C4A7}"/>
                </a:ext>
              </a:extLst>
            </p:cNvPr>
            <p:cNvSpPr/>
            <p:nvPr/>
          </p:nvSpPr>
          <p:spPr bwMode="auto">
            <a:xfrm>
              <a:off x="2160212" y="1673603"/>
              <a:ext cx="547458" cy="160263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rgbClr val="3333CC">
                <a:lumMod val="60000"/>
                <a:lumOff val="40000"/>
              </a:srgbClr>
            </a:solidFill>
            <a:ln w="952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1094" name="Freeform 1093">
              <a:extLst>
                <a:ext uri="{FF2B5EF4-FFF2-40B4-BE49-F238E27FC236}">
                  <a16:creationId xmlns:a16="http://schemas.microsoft.com/office/drawing/2014/main" id="{936A0061-F839-A048-9329-4BA74387A8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426" y="1633537"/>
              <a:ext cx="663033" cy="111611"/>
            </a:xfrm>
            <a:custGeom>
              <a:avLst/>
              <a:gdLst>
                <a:gd name="T0" fmla="*/ 0 w 3723451"/>
                <a:gd name="T1" fmla="*/ 27306 h 932950"/>
                <a:gd name="T2" fmla="*/ 116665 w 3723451"/>
                <a:gd name="T3" fmla="*/ 322 h 932950"/>
                <a:gd name="T4" fmla="*/ 330457 w 3723451"/>
                <a:gd name="T5" fmla="*/ 62276 h 932950"/>
                <a:gd name="T6" fmla="*/ 534418 w 3723451"/>
                <a:gd name="T7" fmla="*/ 0 h 932950"/>
                <a:gd name="T8" fmla="*/ 663033 w 3723451"/>
                <a:gd name="T9" fmla="*/ 24782 h 932950"/>
                <a:gd name="T10" fmla="*/ 567343 w 3723451"/>
                <a:gd name="T11" fmla="*/ 55255 h 932950"/>
                <a:gd name="T12" fmla="*/ 536535 w 3723451"/>
                <a:gd name="T13" fmla="*/ 47039 h 932950"/>
                <a:gd name="T14" fmla="*/ 334214 w 3723451"/>
                <a:gd name="T15" fmla="*/ 111611 h 932950"/>
                <a:gd name="T16" fmla="*/ 126717 w 3723451"/>
                <a:gd name="T17" fmla="*/ 49415 h 932950"/>
                <a:gd name="T18" fmla="*/ 93168 w 3723451"/>
                <a:gd name="T19" fmla="*/ 56127 h 932950"/>
                <a:gd name="T20" fmla="*/ 0 w 3723451"/>
                <a:gd name="T21" fmla="*/ 27306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95" name="Freeform 1094">
              <a:extLst>
                <a:ext uri="{FF2B5EF4-FFF2-40B4-BE49-F238E27FC236}">
                  <a16:creationId xmlns:a16="http://schemas.microsoft.com/office/drawing/2014/main" id="{5010EAA9-D9FE-B348-B497-E58DC4A702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7350" y="1727977"/>
              <a:ext cx="243315" cy="97303"/>
            </a:xfrm>
            <a:custGeom>
              <a:avLst/>
              <a:gdLst>
                <a:gd name="T0" fmla="*/ 0 w 1366596"/>
                <a:gd name="T1" fmla="*/ 0 h 809868"/>
                <a:gd name="T2" fmla="*/ 243315 w 1366596"/>
                <a:gd name="T3" fmla="*/ 75189 h 809868"/>
                <a:gd name="T4" fmla="*/ 154017 w 1366596"/>
                <a:gd name="T5" fmla="*/ 97303 h 809868"/>
                <a:gd name="T6" fmla="*/ 819 w 1366596"/>
                <a:gd name="T7" fmla="*/ 51416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96" name="Freeform 1095">
              <a:extLst>
                <a:ext uri="{FF2B5EF4-FFF2-40B4-BE49-F238E27FC236}">
                  <a16:creationId xmlns:a16="http://schemas.microsoft.com/office/drawing/2014/main" id="{E2301F16-3352-1848-BBB4-2365D15D0F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0260" y="1730839"/>
              <a:ext cx="240272" cy="97303"/>
            </a:xfrm>
            <a:custGeom>
              <a:avLst/>
              <a:gdLst>
                <a:gd name="T0" fmla="*/ 236992 w 1348191"/>
                <a:gd name="T1" fmla="*/ 0 h 791462"/>
                <a:gd name="T2" fmla="*/ 240272 w 1348191"/>
                <a:gd name="T3" fmla="*/ 46954 h 791462"/>
                <a:gd name="T4" fmla="*/ 86924 w 1348191"/>
                <a:gd name="T5" fmla="*/ 97303 h 791462"/>
                <a:gd name="T6" fmla="*/ 0 w 1348191"/>
                <a:gd name="T7" fmla="*/ 75240 h 791462"/>
                <a:gd name="T8" fmla="*/ 236992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cxnSp>
          <p:nvCxnSpPr>
            <p:cNvPr id="1097" name="Straight Connector 1096">
              <a:extLst>
                <a:ext uri="{FF2B5EF4-FFF2-40B4-BE49-F238E27FC236}">
                  <a16:creationId xmlns:a16="http://schemas.microsoft.com/office/drawing/2014/main" id="{D853D2D6-514A-9847-BBC3-2AE928C8DAFB}"/>
                </a:ext>
              </a:extLst>
            </p:cNvPr>
            <p:cNvCxnSpPr>
              <a:cxnSpLocks noChangeShapeType="1"/>
              <a:endCxn id="1092" idx="2"/>
            </p:cNvCxnSpPr>
            <p:nvPr/>
          </p:nvCxnSpPr>
          <p:spPr bwMode="auto">
            <a:xfrm flipH="1" flipV="1">
              <a:off x="1871277" y="1736563"/>
              <a:ext cx="3040" cy="123058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098" name="Straight Connector 1097">
              <a:extLst>
                <a:ext uri="{FF2B5EF4-FFF2-40B4-BE49-F238E27FC236}">
                  <a16:creationId xmlns:a16="http://schemas.microsoft.com/office/drawing/2014/main" id="{0F7465E9-0BFE-964B-AB98-F93DD82101C2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608" y="1733700"/>
              <a:ext cx="3040" cy="123060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1099" name="Group 347">
            <a:extLst>
              <a:ext uri="{FF2B5EF4-FFF2-40B4-BE49-F238E27FC236}">
                <a16:creationId xmlns:a16="http://schemas.microsoft.com/office/drawing/2014/main" id="{B1B48B52-0F33-0442-B024-9A681DC9E147}"/>
              </a:ext>
            </a:extLst>
          </p:cNvPr>
          <p:cNvGrpSpPr>
            <a:grpSpLocks/>
          </p:cNvGrpSpPr>
          <p:nvPr/>
        </p:nvGrpSpPr>
        <p:grpSpPr bwMode="auto">
          <a:xfrm>
            <a:off x="5452918" y="6301755"/>
            <a:ext cx="588962" cy="242887"/>
            <a:chOff x="1871277" y="1576300"/>
            <a:chExt cx="1128371" cy="437861"/>
          </a:xfrm>
        </p:grpSpPr>
        <p:sp>
          <p:nvSpPr>
            <p:cNvPr id="1100" name="Oval 1099">
              <a:extLst>
                <a:ext uri="{FF2B5EF4-FFF2-40B4-BE49-F238E27FC236}">
                  <a16:creationId xmlns:a16="http://schemas.microsoft.com/office/drawing/2014/main" id="{B2DB57CB-08BD-2F4D-A7ED-38936BBFA3D4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317" y="1693635"/>
              <a:ext cx="1125331" cy="320526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01" name="Rectangle 1100">
              <a:extLst>
                <a:ext uri="{FF2B5EF4-FFF2-40B4-BE49-F238E27FC236}">
                  <a16:creationId xmlns:a16="http://schemas.microsoft.com/office/drawing/2014/main" id="{C5A9C96D-A2BA-754F-A882-52122EB391BC}"/>
                </a:ext>
              </a:extLst>
            </p:cNvPr>
            <p:cNvSpPr/>
            <p:nvPr/>
          </p:nvSpPr>
          <p:spPr bwMode="auto">
            <a:xfrm>
              <a:off x="1871277" y="1739424"/>
              <a:ext cx="1128371" cy="117336"/>
            </a:xfrm>
            <a:prstGeom prst="rect">
              <a:avLst/>
            </a:prstGeom>
            <a:gradFill rotWithShape="1">
              <a:gsLst>
                <a:gs pos="0">
                  <a:srgbClr val="3333CC">
                    <a:lumMod val="75000"/>
                  </a:srgbClr>
                </a:gs>
                <a:gs pos="53000">
                  <a:srgbClr val="3333CC">
                    <a:lumMod val="60000"/>
                    <a:lumOff val="40000"/>
                  </a:srgbClr>
                </a:gs>
                <a:gs pos="100000">
                  <a:srgbClr val="3333CC">
                    <a:lumMod val="75000"/>
                  </a:srgbClr>
                </a:gs>
              </a:gsLst>
              <a:lin ang="10800000" scaled="0"/>
            </a:gradFill>
            <a:ln w="25400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1102" name="Oval 1101">
              <a:extLst>
                <a:ext uri="{FF2B5EF4-FFF2-40B4-BE49-F238E27FC236}">
                  <a16:creationId xmlns:a16="http://schemas.microsoft.com/office/drawing/2014/main" id="{83C4800F-B303-9446-B339-EF2E78D32E45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331" cy="320526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03" name="Freeform 1102">
              <a:extLst>
                <a:ext uri="{FF2B5EF4-FFF2-40B4-BE49-F238E27FC236}">
                  <a16:creationId xmlns:a16="http://schemas.microsoft.com/office/drawing/2014/main" id="{8248D620-997C-1B4D-A023-5CD8220FC4D0}"/>
                </a:ext>
              </a:extLst>
            </p:cNvPr>
            <p:cNvSpPr/>
            <p:nvPr/>
          </p:nvSpPr>
          <p:spPr bwMode="auto">
            <a:xfrm>
              <a:off x="2160212" y="1673603"/>
              <a:ext cx="547458" cy="160263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rgbClr val="3333CC">
                <a:lumMod val="60000"/>
                <a:lumOff val="40000"/>
              </a:srgbClr>
            </a:solidFill>
            <a:ln w="952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1104" name="Freeform 1103">
              <a:extLst>
                <a:ext uri="{FF2B5EF4-FFF2-40B4-BE49-F238E27FC236}">
                  <a16:creationId xmlns:a16="http://schemas.microsoft.com/office/drawing/2014/main" id="{906FE13D-AC05-AA42-853B-9FAC9CA250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426" y="1633537"/>
              <a:ext cx="663033" cy="111611"/>
            </a:xfrm>
            <a:custGeom>
              <a:avLst/>
              <a:gdLst>
                <a:gd name="T0" fmla="*/ 0 w 3723451"/>
                <a:gd name="T1" fmla="*/ 27306 h 932950"/>
                <a:gd name="T2" fmla="*/ 116665 w 3723451"/>
                <a:gd name="T3" fmla="*/ 322 h 932950"/>
                <a:gd name="T4" fmla="*/ 330457 w 3723451"/>
                <a:gd name="T5" fmla="*/ 62276 h 932950"/>
                <a:gd name="T6" fmla="*/ 534418 w 3723451"/>
                <a:gd name="T7" fmla="*/ 0 h 932950"/>
                <a:gd name="T8" fmla="*/ 663033 w 3723451"/>
                <a:gd name="T9" fmla="*/ 24782 h 932950"/>
                <a:gd name="T10" fmla="*/ 567343 w 3723451"/>
                <a:gd name="T11" fmla="*/ 55255 h 932950"/>
                <a:gd name="T12" fmla="*/ 536535 w 3723451"/>
                <a:gd name="T13" fmla="*/ 47039 h 932950"/>
                <a:gd name="T14" fmla="*/ 334214 w 3723451"/>
                <a:gd name="T15" fmla="*/ 111611 h 932950"/>
                <a:gd name="T16" fmla="*/ 126717 w 3723451"/>
                <a:gd name="T17" fmla="*/ 49415 h 932950"/>
                <a:gd name="T18" fmla="*/ 93168 w 3723451"/>
                <a:gd name="T19" fmla="*/ 56127 h 932950"/>
                <a:gd name="T20" fmla="*/ 0 w 3723451"/>
                <a:gd name="T21" fmla="*/ 27306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05" name="Freeform 1104">
              <a:extLst>
                <a:ext uri="{FF2B5EF4-FFF2-40B4-BE49-F238E27FC236}">
                  <a16:creationId xmlns:a16="http://schemas.microsoft.com/office/drawing/2014/main" id="{DE4AB67E-E389-E747-AA8A-F557E3BDBA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7350" y="1727977"/>
              <a:ext cx="243315" cy="97303"/>
            </a:xfrm>
            <a:custGeom>
              <a:avLst/>
              <a:gdLst>
                <a:gd name="T0" fmla="*/ 0 w 1366596"/>
                <a:gd name="T1" fmla="*/ 0 h 809868"/>
                <a:gd name="T2" fmla="*/ 243315 w 1366596"/>
                <a:gd name="T3" fmla="*/ 75189 h 809868"/>
                <a:gd name="T4" fmla="*/ 154017 w 1366596"/>
                <a:gd name="T5" fmla="*/ 97303 h 809868"/>
                <a:gd name="T6" fmla="*/ 819 w 1366596"/>
                <a:gd name="T7" fmla="*/ 51416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06" name="Freeform 1105">
              <a:extLst>
                <a:ext uri="{FF2B5EF4-FFF2-40B4-BE49-F238E27FC236}">
                  <a16:creationId xmlns:a16="http://schemas.microsoft.com/office/drawing/2014/main" id="{A18C8CAC-63E9-E248-8397-1346071AD6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0260" y="1730839"/>
              <a:ext cx="240272" cy="97303"/>
            </a:xfrm>
            <a:custGeom>
              <a:avLst/>
              <a:gdLst>
                <a:gd name="T0" fmla="*/ 236992 w 1348191"/>
                <a:gd name="T1" fmla="*/ 0 h 791462"/>
                <a:gd name="T2" fmla="*/ 240272 w 1348191"/>
                <a:gd name="T3" fmla="*/ 46954 h 791462"/>
                <a:gd name="T4" fmla="*/ 86924 w 1348191"/>
                <a:gd name="T5" fmla="*/ 97303 h 791462"/>
                <a:gd name="T6" fmla="*/ 0 w 1348191"/>
                <a:gd name="T7" fmla="*/ 75240 h 791462"/>
                <a:gd name="T8" fmla="*/ 236992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cxnSp>
          <p:nvCxnSpPr>
            <p:cNvPr id="1107" name="Straight Connector 1106">
              <a:extLst>
                <a:ext uri="{FF2B5EF4-FFF2-40B4-BE49-F238E27FC236}">
                  <a16:creationId xmlns:a16="http://schemas.microsoft.com/office/drawing/2014/main" id="{73BEE8CD-92EF-AB4A-9223-19BD5734C8CF}"/>
                </a:ext>
              </a:extLst>
            </p:cNvPr>
            <p:cNvCxnSpPr>
              <a:cxnSpLocks noChangeShapeType="1"/>
              <a:endCxn id="1102" idx="2"/>
            </p:cNvCxnSpPr>
            <p:nvPr/>
          </p:nvCxnSpPr>
          <p:spPr bwMode="auto">
            <a:xfrm flipH="1" flipV="1">
              <a:off x="1871277" y="1736563"/>
              <a:ext cx="3040" cy="123058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108" name="Straight Connector 1107">
              <a:extLst>
                <a:ext uri="{FF2B5EF4-FFF2-40B4-BE49-F238E27FC236}">
                  <a16:creationId xmlns:a16="http://schemas.microsoft.com/office/drawing/2014/main" id="{5BC61A72-737C-4F4F-802A-7DAAF663B43B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608" y="1733700"/>
              <a:ext cx="3040" cy="123060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1110" name="Group 11">
            <a:extLst>
              <a:ext uri="{FF2B5EF4-FFF2-40B4-BE49-F238E27FC236}">
                <a16:creationId xmlns:a16="http://schemas.microsoft.com/office/drawing/2014/main" id="{E5217315-CB03-2542-94D5-3FA12A407609}"/>
              </a:ext>
            </a:extLst>
          </p:cNvPr>
          <p:cNvGrpSpPr>
            <a:grpSpLocks/>
          </p:cNvGrpSpPr>
          <p:nvPr/>
        </p:nvGrpSpPr>
        <p:grpSpPr bwMode="auto">
          <a:xfrm>
            <a:off x="4494536" y="2167905"/>
            <a:ext cx="3597875" cy="493470"/>
            <a:chOff x="2705100" y="2011398"/>
            <a:chExt cx="3597533" cy="493677"/>
          </a:xfrm>
        </p:grpSpPr>
        <p:sp>
          <p:nvSpPr>
            <p:cNvPr id="1135" name="Oval 1134">
              <a:extLst>
                <a:ext uri="{FF2B5EF4-FFF2-40B4-BE49-F238E27FC236}">
                  <a16:creationId xmlns:a16="http://schemas.microsoft.com/office/drawing/2014/main" id="{57A6E143-0094-5D49-8A05-004EA3A97A71}"/>
                </a:ext>
              </a:extLst>
            </p:cNvPr>
            <p:cNvSpPr/>
            <p:nvPr/>
          </p:nvSpPr>
          <p:spPr bwMode="auto">
            <a:xfrm>
              <a:off x="2722092" y="2011398"/>
              <a:ext cx="3581060" cy="492331"/>
            </a:xfrm>
            <a:prstGeom prst="ellipse">
              <a:avLst/>
            </a:prstGeom>
            <a:solidFill>
              <a:srgbClr val="FFFFFF">
                <a:alpha val="42000"/>
              </a:srgbClr>
            </a:solidFill>
            <a:ln w="317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1136" name="Oval 1135">
              <a:extLst>
                <a:ext uri="{FF2B5EF4-FFF2-40B4-BE49-F238E27FC236}">
                  <a16:creationId xmlns:a16="http://schemas.microsoft.com/office/drawing/2014/main" id="{431997AA-2888-D042-A558-B6DE0F737D3F}"/>
                </a:ext>
              </a:extLst>
            </p:cNvPr>
            <p:cNvSpPr/>
            <p:nvPr/>
          </p:nvSpPr>
          <p:spPr bwMode="auto">
            <a:xfrm>
              <a:off x="2704632" y="2012986"/>
              <a:ext cx="3581060" cy="492331"/>
            </a:xfrm>
            <a:prstGeom prst="ellipse">
              <a:avLst/>
            </a:prstGeom>
            <a:solidFill>
              <a:srgbClr val="CC0000">
                <a:alpha val="42000"/>
              </a:srgbClr>
            </a:solidFill>
            <a:ln w="3175" cap="flat" cmpd="sng" algn="ctr">
              <a:solidFill>
                <a:srgbClr val="CC0000"/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1137" name="TextBox 389">
              <a:extLst>
                <a:ext uri="{FF2B5EF4-FFF2-40B4-BE49-F238E27FC236}">
                  <a16:creationId xmlns:a16="http://schemas.microsoft.com/office/drawing/2014/main" id="{D0AF8FB3-4D5B-7B4A-8B82-CF15E8A6F1F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52664" y="2127167"/>
              <a:ext cx="2057700" cy="29612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ts val="1475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Remote Controller</a:t>
              </a:r>
            </a:p>
          </p:txBody>
        </p:sp>
      </p:grpSp>
      <p:grpSp>
        <p:nvGrpSpPr>
          <p:cNvPr id="3" name="Group 2">
            <a:extLst>
              <a:ext uri="{FF2B5EF4-FFF2-40B4-BE49-F238E27FC236}">
                <a16:creationId xmlns:a16="http://schemas.microsoft.com/office/drawing/2014/main" id="{370F660B-2991-C94D-80D9-F1429AC36768}"/>
              </a:ext>
            </a:extLst>
          </p:cNvPr>
          <p:cNvGrpSpPr/>
          <p:nvPr/>
        </p:nvGrpSpPr>
        <p:grpSpPr>
          <a:xfrm>
            <a:off x="3674918" y="4177613"/>
            <a:ext cx="5095875" cy="822392"/>
            <a:chOff x="3674918" y="4177613"/>
            <a:chExt cx="5095875" cy="822392"/>
          </a:xfrm>
        </p:grpSpPr>
        <p:grpSp>
          <p:nvGrpSpPr>
            <p:cNvPr id="1111" name="Group 441">
              <a:extLst>
                <a:ext uri="{FF2B5EF4-FFF2-40B4-BE49-F238E27FC236}">
                  <a16:creationId xmlns:a16="http://schemas.microsoft.com/office/drawing/2014/main" id="{0C03A32C-FA65-214B-B936-B6E1B2C384A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674918" y="4177613"/>
              <a:ext cx="923628" cy="405783"/>
              <a:chOff x="2705100" y="2011398"/>
              <a:chExt cx="3597533" cy="493677"/>
            </a:xfrm>
          </p:grpSpPr>
          <p:sp>
            <p:nvSpPr>
              <p:cNvPr id="1132" name="Oval 1131">
                <a:extLst>
                  <a:ext uri="{FF2B5EF4-FFF2-40B4-BE49-F238E27FC236}">
                    <a16:creationId xmlns:a16="http://schemas.microsoft.com/office/drawing/2014/main" id="{F74AE388-0960-CF47-B1A1-1ABEEB3A9CAF}"/>
                  </a:ext>
                </a:extLst>
              </p:cNvPr>
              <p:cNvSpPr/>
              <p:nvPr/>
            </p:nvSpPr>
            <p:spPr bwMode="auto">
              <a:xfrm>
                <a:off x="2723648" y="2011480"/>
                <a:ext cx="3580142" cy="492496"/>
              </a:xfrm>
              <a:prstGeom prst="ellipse">
                <a:avLst/>
              </a:prstGeom>
              <a:solidFill>
                <a:srgbClr val="FFFFFF">
                  <a:alpha val="42000"/>
                </a:srgbClr>
              </a:solidFill>
              <a:ln w="317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1133" name="Oval 1132">
                <a:extLst>
                  <a:ext uri="{FF2B5EF4-FFF2-40B4-BE49-F238E27FC236}">
                    <a16:creationId xmlns:a16="http://schemas.microsoft.com/office/drawing/2014/main" id="{1181AFDF-673F-BE48-B342-3AE78D0EFECC}"/>
                  </a:ext>
                </a:extLst>
              </p:cNvPr>
              <p:cNvSpPr/>
              <p:nvPr/>
            </p:nvSpPr>
            <p:spPr bwMode="auto">
              <a:xfrm>
                <a:off x="2705100" y="2013410"/>
                <a:ext cx="3580138" cy="492497"/>
              </a:xfrm>
              <a:prstGeom prst="ellipse">
                <a:avLst/>
              </a:prstGeom>
              <a:solidFill>
                <a:srgbClr val="CC0000">
                  <a:alpha val="42000"/>
                </a:srgbClr>
              </a:solidFill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1134" name="TextBox 389">
                <a:extLst>
                  <a:ext uri="{FF2B5EF4-FFF2-40B4-BE49-F238E27FC236}">
                    <a16:creationId xmlns:a16="http://schemas.microsoft.com/office/drawing/2014/main" id="{F3932BCA-D430-FC40-B54E-015140A71EF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901810" y="2127167"/>
                <a:ext cx="1159411" cy="29612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ts val="1475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CA</a:t>
                </a:r>
              </a:p>
            </p:txBody>
          </p:sp>
        </p:grpSp>
        <p:grpSp>
          <p:nvGrpSpPr>
            <p:cNvPr id="1112" name="Group 16">
              <a:extLst>
                <a:ext uri="{FF2B5EF4-FFF2-40B4-BE49-F238E27FC236}">
                  <a16:creationId xmlns:a16="http://schemas.microsoft.com/office/drawing/2014/main" id="{C3F9499B-4024-2B4E-8994-25AA993B23C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338708" y="4714256"/>
              <a:ext cx="463612" cy="285749"/>
              <a:chOff x="3558850" y="4573304"/>
              <a:chExt cx="463568" cy="285869"/>
            </a:xfrm>
          </p:grpSpPr>
          <p:grpSp>
            <p:nvGrpSpPr>
              <p:cNvPr id="1128" name="Group 12">
                <a:extLst>
                  <a:ext uri="{FF2B5EF4-FFF2-40B4-BE49-F238E27FC236}">
                    <a16:creationId xmlns:a16="http://schemas.microsoft.com/office/drawing/2014/main" id="{643660C7-BD5F-8243-BB52-5E41566520B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558850" y="4577634"/>
                <a:ext cx="463568" cy="262710"/>
                <a:chOff x="3558850" y="4577634"/>
                <a:chExt cx="463568" cy="262710"/>
              </a:xfrm>
            </p:grpSpPr>
            <p:sp>
              <p:nvSpPr>
                <p:cNvPr id="1130" name="Oval 1129">
                  <a:extLst>
                    <a:ext uri="{FF2B5EF4-FFF2-40B4-BE49-F238E27FC236}">
                      <a16:creationId xmlns:a16="http://schemas.microsoft.com/office/drawing/2014/main" id="{EB6F94A5-07EA-824D-BCE4-E412F1D275A9}"/>
                    </a:ext>
                  </a:extLst>
                </p:cNvPr>
                <p:cNvSpPr/>
                <p:nvPr/>
              </p:nvSpPr>
              <p:spPr bwMode="auto">
                <a:xfrm>
                  <a:off x="3573046" y="4578067"/>
                  <a:ext cx="439696" cy="260459"/>
                </a:xfrm>
                <a:prstGeom prst="ellipse">
                  <a:avLst/>
                </a:prstGeom>
                <a:solidFill>
                  <a:srgbClr val="FFFFFF">
                    <a:alpha val="42000"/>
                  </a:srgbClr>
                </a:solidFill>
                <a:ln w="317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131" name="Oval 1130">
                  <a:extLst>
                    <a:ext uri="{FF2B5EF4-FFF2-40B4-BE49-F238E27FC236}">
                      <a16:creationId xmlns:a16="http://schemas.microsoft.com/office/drawing/2014/main" id="{3AFA8449-4699-DE4E-AD4F-2F50FF91F472}"/>
                    </a:ext>
                  </a:extLst>
                </p:cNvPr>
                <p:cNvSpPr/>
                <p:nvPr/>
              </p:nvSpPr>
              <p:spPr bwMode="auto">
                <a:xfrm>
                  <a:off x="3558760" y="4587596"/>
                  <a:ext cx="463506" cy="252519"/>
                </a:xfrm>
                <a:prstGeom prst="ellipse">
                  <a:avLst/>
                </a:prstGeom>
                <a:solidFill>
                  <a:srgbClr val="CC0000">
                    <a:alpha val="42000"/>
                  </a:srgbClr>
                </a:solidFill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129" name="TextBox 389">
                <a:extLst>
                  <a:ext uri="{FF2B5EF4-FFF2-40B4-BE49-F238E27FC236}">
                    <a16:creationId xmlns:a16="http://schemas.microsoft.com/office/drawing/2014/main" id="{64D840F2-5A70-9E44-A243-26989818507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565935" y="4573304"/>
                <a:ext cx="434071" cy="28586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ts val="1475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CA</a:t>
                </a: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1113" name="Group 450">
              <a:extLst>
                <a:ext uri="{FF2B5EF4-FFF2-40B4-BE49-F238E27FC236}">
                  <a16:creationId xmlns:a16="http://schemas.microsoft.com/office/drawing/2014/main" id="{AADDBF22-BF75-E042-B015-F1D30A1937C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118930" y="4712138"/>
              <a:ext cx="463612" cy="285749"/>
              <a:chOff x="3558850" y="4573304"/>
              <a:chExt cx="463568" cy="285869"/>
            </a:xfrm>
          </p:grpSpPr>
          <p:grpSp>
            <p:nvGrpSpPr>
              <p:cNvPr id="1124" name="Group 451">
                <a:extLst>
                  <a:ext uri="{FF2B5EF4-FFF2-40B4-BE49-F238E27FC236}">
                    <a16:creationId xmlns:a16="http://schemas.microsoft.com/office/drawing/2014/main" id="{BD64AF44-6F7F-1747-8E26-3E6D0EDDA01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558850" y="4577634"/>
                <a:ext cx="463568" cy="262710"/>
                <a:chOff x="3558850" y="4577634"/>
                <a:chExt cx="463568" cy="262710"/>
              </a:xfrm>
            </p:grpSpPr>
            <p:sp>
              <p:nvSpPr>
                <p:cNvPr id="1126" name="Oval 1125">
                  <a:extLst>
                    <a:ext uri="{FF2B5EF4-FFF2-40B4-BE49-F238E27FC236}">
                      <a16:creationId xmlns:a16="http://schemas.microsoft.com/office/drawing/2014/main" id="{B13E6B0A-9B22-874D-A5BB-CAB7052B0E58}"/>
                    </a:ext>
                  </a:extLst>
                </p:cNvPr>
                <p:cNvSpPr/>
                <p:nvPr/>
              </p:nvSpPr>
              <p:spPr bwMode="auto">
                <a:xfrm>
                  <a:off x="3573874" y="4581775"/>
                  <a:ext cx="439696" cy="257283"/>
                </a:xfrm>
                <a:prstGeom prst="ellipse">
                  <a:avLst/>
                </a:prstGeom>
                <a:solidFill>
                  <a:srgbClr val="FFFFFF">
                    <a:alpha val="42000"/>
                  </a:srgbClr>
                </a:solidFill>
                <a:ln w="317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127" name="Oval 1126">
                  <a:extLst>
                    <a:ext uri="{FF2B5EF4-FFF2-40B4-BE49-F238E27FC236}">
                      <a16:creationId xmlns:a16="http://schemas.microsoft.com/office/drawing/2014/main" id="{88C69275-D6D4-D64E-9433-86A12EE44DC2}"/>
                    </a:ext>
                  </a:extLst>
                </p:cNvPr>
                <p:cNvSpPr/>
                <p:nvPr/>
              </p:nvSpPr>
              <p:spPr bwMode="auto">
                <a:xfrm>
                  <a:off x="3559588" y="4591304"/>
                  <a:ext cx="463506" cy="249341"/>
                </a:xfrm>
                <a:prstGeom prst="ellipse">
                  <a:avLst/>
                </a:prstGeom>
                <a:solidFill>
                  <a:srgbClr val="CC0000">
                    <a:alpha val="42000"/>
                  </a:srgbClr>
                </a:solidFill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125" name="TextBox 389">
                <a:extLst>
                  <a:ext uri="{FF2B5EF4-FFF2-40B4-BE49-F238E27FC236}">
                    <a16:creationId xmlns:a16="http://schemas.microsoft.com/office/drawing/2014/main" id="{137E9DC6-E808-9244-BE10-49D98EA5A17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565935" y="4573304"/>
                <a:ext cx="434071" cy="28586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ts val="1475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CA</a:t>
                </a: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1114" name="Group 455">
              <a:extLst>
                <a:ext uri="{FF2B5EF4-FFF2-40B4-BE49-F238E27FC236}">
                  <a16:creationId xmlns:a16="http://schemas.microsoft.com/office/drawing/2014/main" id="{F9EC1EDD-92AD-2245-AE89-053A0D1F0A4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319300" y="4710021"/>
              <a:ext cx="463612" cy="285749"/>
              <a:chOff x="3558850" y="4573304"/>
              <a:chExt cx="463568" cy="285869"/>
            </a:xfrm>
          </p:grpSpPr>
          <p:grpSp>
            <p:nvGrpSpPr>
              <p:cNvPr id="1120" name="Group 456">
                <a:extLst>
                  <a:ext uri="{FF2B5EF4-FFF2-40B4-BE49-F238E27FC236}">
                    <a16:creationId xmlns:a16="http://schemas.microsoft.com/office/drawing/2014/main" id="{CB1EA6B7-79F6-7C4E-B31B-F6338BD15A2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558850" y="4577634"/>
                <a:ext cx="463568" cy="262710"/>
                <a:chOff x="3558850" y="4577634"/>
                <a:chExt cx="463568" cy="262710"/>
              </a:xfrm>
            </p:grpSpPr>
            <p:sp>
              <p:nvSpPr>
                <p:cNvPr id="1122" name="Oval 1121">
                  <a:extLst>
                    <a:ext uri="{FF2B5EF4-FFF2-40B4-BE49-F238E27FC236}">
                      <a16:creationId xmlns:a16="http://schemas.microsoft.com/office/drawing/2014/main" id="{9BF9A7D0-3676-5B44-9F92-551F82BA815A}"/>
                    </a:ext>
                  </a:extLst>
                </p:cNvPr>
                <p:cNvSpPr/>
                <p:nvPr/>
              </p:nvSpPr>
              <p:spPr bwMode="auto">
                <a:xfrm>
                  <a:off x="3573654" y="4577540"/>
                  <a:ext cx="439696" cy="260459"/>
                </a:xfrm>
                <a:prstGeom prst="ellipse">
                  <a:avLst/>
                </a:prstGeom>
                <a:solidFill>
                  <a:srgbClr val="FFFFFF">
                    <a:alpha val="42000"/>
                  </a:srgbClr>
                </a:solidFill>
                <a:ln w="317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123" name="Oval 1122">
                  <a:extLst>
                    <a:ext uri="{FF2B5EF4-FFF2-40B4-BE49-F238E27FC236}">
                      <a16:creationId xmlns:a16="http://schemas.microsoft.com/office/drawing/2014/main" id="{F3145DFC-AFCD-7043-8580-05CA0BB4CB0F}"/>
                    </a:ext>
                  </a:extLst>
                </p:cNvPr>
                <p:cNvSpPr/>
                <p:nvPr/>
              </p:nvSpPr>
              <p:spPr bwMode="auto">
                <a:xfrm>
                  <a:off x="3559368" y="4587069"/>
                  <a:ext cx="463506" cy="252518"/>
                </a:xfrm>
                <a:prstGeom prst="ellipse">
                  <a:avLst/>
                </a:prstGeom>
                <a:solidFill>
                  <a:srgbClr val="CC0000">
                    <a:alpha val="42000"/>
                  </a:srgbClr>
                </a:solidFill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121" name="TextBox 389">
                <a:extLst>
                  <a:ext uri="{FF2B5EF4-FFF2-40B4-BE49-F238E27FC236}">
                    <a16:creationId xmlns:a16="http://schemas.microsoft.com/office/drawing/2014/main" id="{F248CEB0-87E6-A44A-A50F-5C3EC5372B5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565935" y="4573304"/>
                <a:ext cx="434071" cy="28586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ts val="1475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CA</a:t>
                </a: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1115" name="Group 460">
              <a:extLst>
                <a:ext uri="{FF2B5EF4-FFF2-40B4-BE49-F238E27FC236}">
                  <a16:creationId xmlns:a16="http://schemas.microsoft.com/office/drawing/2014/main" id="{4F7BA808-3479-484C-BAF0-5CC1FD0331E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307181" y="4707904"/>
              <a:ext cx="463612" cy="285749"/>
              <a:chOff x="3558850" y="4573304"/>
              <a:chExt cx="463568" cy="285869"/>
            </a:xfrm>
          </p:grpSpPr>
          <p:grpSp>
            <p:nvGrpSpPr>
              <p:cNvPr id="1116" name="Group 461">
                <a:extLst>
                  <a:ext uri="{FF2B5EF4-FFF2-40B4-BE49-F238E27FC236}">
                    <a16:creationId xmlns:a16="http://schemas.microsoft.com/office/drawing/2014/main" id="{933FA7BC-47D5-ED48-85E7-B486D7CBCA9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558850" y="4577634"/>
                <a:ext cx="463568" cy="262710"/>
                <a:chOff x="3558850" y="4577634"/>
                <a:chExt cx="463568" cy="262710"/>
              </a:xfrm>
            </p:grpSpPr>
            <p:sp>
              <p:nvSpPr>
                <p:cNvPr id="1118" name="Oval 1117">
                  <a:extLst>
                    <a:ext uri="{FF2B5EF4-FFF2-40B4-BE49-F238E27FC236}">
                      <a16:creationId xmlns:a16="http://schemas.microsoft.com/office/drawing/2014/main" id="{BFFF1AA5-D313-234B-BDA6-40E287FD081F}"/>
                    </a:ext>
                  </a:extLst>
                </p:cNvPr>
                <p:cNvSpPr/>
                <p:nvPr/>
              </p:nvSpPr>
              <p:spPr bwMode="auto">
                <a:xfrm>
                  <a:off x="3573198" y="4578069"/>
                  <a:ext cx="439696" cy="260459"/>
                </a:xfrm>
                <a:prstGeom prst="ellipse">
                  <a:avLst/>
                </a:prstGeom>
                <a:solidFill>
                  <a:srgbClr val="FFFFFF">
                    <a:alpha val="42000"/>
                  </a:srgbClr>
                </a:solidFill>
                <a:ln w="317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119" name="Oval 1118">
                  <a:extLst>
                    <a:ext uri="{FF2B5EF4-FFF2-40B4-BE49-F238E27FC236}">
                      <a16:creationId xmlns:a16="http://schemas.microsoft.com/office/drawing/2014/main" id="{08D261B5-FBF3-B541-B8CA-B63F648BEF5C}"/>
                    </a:ext>
                  </a:extLst>
                </p:cNvPr>
                <p:cNvSpPr/>
                <p:nvPr/>
              </p:nvSpPr>
              <p:spPr bwMode="auto">
                <a:xfrm>
                  <a:off x="3558912" y="4587598"/>
                  <a:ext cx="463506" cy="252519"/>
                </a:xfrm>
                <a:prstGeom prst="ellipse">
                  <a:avLst/>
                </a:prstGeom>
                <a:solidFill>
                  <a:srgbClr val="CC0000">
                    <a:alpha val="42000"/>
                  </a:srgbClr>
                </a:solidFill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117" name="TextBox 389">
                <a:extLst>
                  <a:ext uri="{FF2B5EF4-FFF2-40B4-BE49-F238E27FC236}">
                    <a16:creationId xmlns:a16="http://schemas.microsoft.com/office/drawing/2014/main" id="{8386C9B3-5C0B-0443-98EF-8CDB1312E97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565935" y="4573304"/>
                <a:ext cx="434071" cy="28586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ts val="1475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CA</a:t>
                </a: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</p:grpSp>
      <p:grpSp>
        <p:nvGrpSpPr>
          <p:cNvPr id="1139" name="Group 1">
            <a:extLst>
              <a:ext uri="{FF2B5EF4-FFF2-40B4-BE49-F238E27FC236}">
                <a16:creationId xmlns:a16="http://schemas.microsoft.com/office/drawing/2014/main" id="{A228ACC2-6157-BF41-88C3-0A086417268A}"/>
              </a:ext>
            </a:extLst>
          </p:cNvPr>
          <p:cNvGrpSpPr>
            <a:grpSpLocks/>
          </p:cNvGrpSpPr>
          <p:nvPr/>
        </p:nvGrpSpPr>
        <p:grpSpPr bwMode="auto">
          <a:xfrm>
            <a:off x="2687493" y="5474667"/>
            <a:ext cx="2698750" cy="903288"/>
            <a:chOff x="938213" y="5237163"/>
            <a:chExt cx="2698750" cy="903287"/>
          </a:xfrm>
        </p:grpSpPr>
        <p:cxnSp>
          <p:nvCxnSpPr>
            <p:cNvPr id="1140" name="Straight Connector 1139">
              <a:extLst>
                <a:ext uri="{FF2B5EF4-FFF2-40B4-BE49-F238E27FC236}">
                  <a16:creationId xmlns:a16="http://schemas.microsoft.com/office/drawing/2014/main" id="{CB924182-B4D8-0F43-97E1-646C4E72A083}"/>
                </a:ext>
              </a:extLst>
            </p:cNvPr>
            <p:cNvCxnSpPr/>
            <p:nvPr/>
          </p:nvCxnSpPr>
          <p:spPr>
            <a:xfrm flipH="1">
              <a:off x="1282700" y="5802312"/>
              <a:ext cx="1508125" cy="1588"/>
            </a:xfrm>
            <a:prstGeom prst="line">
              <a:avLst/>
            </a:prstGeom>
            <a:noFill/>
            <a:ln w="9525" cap="flat" cmpd="sng" algn="ctr">
              <a:solidFill>
                <a:srgbClr val="000000"/>
              </a:solidFill>
              <a:prstDash val="solid"/>
            </a:ln>
            <a:effectLst/>
          </p:spPr>
        </p:cxnSp>
        <p:sp>
          <p:nvSpPr>
            <p:cNvPr id="1141" name="TextBox 265">
              <a:extLst>
                <a:ext uri="{FF2B5EF4-FFF2-40B4-BE49-F238E27FC236}">
                  <a16:creationId xmlns:a16="http://schemas.microsoft.com/office/drawing/2014/main" id="{CFD0B0F1-D70C-5245-B37A-C9A4ABCBEF3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98813" y="5473700"/>
              <a:ext cx="263525" cy="276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</a:t>
              </a:r>
            </a:p>
          </p:txBody>
        </p:sp>
        <p:sp>
          <p:nvSpPr>
            <p:cNvPr id="1142" name="TextBox 281">
              <a:extLst>
                <a:ext uri="{FF2B5EF4-FFF2-40B4-BE49-F238E27FC236}">
                  <a16:creationId xmlns:a16="http://schemas.microsoft.com/office/drawing/2014/main" id="{6C507E5B-C87D-FA46-A331-4ABAB6B8A24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373438" y="5761038"/>
              <a:ext cx="263525" cy="276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2</a:t>
              </a:r>
            </a:p>
          </p:txBody>
        </p:sp>
        <p:grpSp>
          <p:nvGrpSpPr>
            <p:cNvPr id="1143" name="Group 5">
              <a:extLst>
                <a:ext uri="{FF2B5EF4-FFF2-40B4-BE49-F238E27FC236}">
                  <a16:creationId xmlns:a16="http://schemas.microsoft.com/office/drawing/2014/main" id="{1A707F03-E0B2-FF48-9597-B751067AD9A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38213" y="5237163"/>
              <a:ext cx="1616075" cy="487362"/>
              <a:chOff x="-4079003" y="2717403"/>
              <a:chExt cx="1616718" cy="488475"/>
            </a:xfrm>
          </p:grpSpPr>
          <p:sp>
            <p:nvSpPr>
              <p:cNvPr id="1157" name="Rectangle 98">
                <a:extLst>
                  <a:ext uri="{FF2B5EF4-FFF2-40B4-BE49-F238E27FC236}">
                    <a16:creationId xmlns:a16="http://schemas.microsoft.com/office/drawing/2014/main" id="{CA6EA6FC-3469-1A42-8A1A-7ABEC47FF2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4079003" y="2985994"/>
                <a:ext cx="1281675" cy="208750"/>
              </a:xfrm>
              <a:prstGeom prst="rect">
                <a:avLst/>
              </a:prstGeom>
              <a:solidFill>
                <a:srgbClr val="3333CC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>
                <a:outerShdw blurRad="50800" dist="38100" dir="18900000" algn="bl" rotWithShape="0">
                  <a:prstClr val="black">
                    <a:alpha val="40000"/>
                  </a:prstClr>
                </a:outerShdw>
              </a:effec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158" name="Line 99">
                <a:extLst>
                  <a:ext uri="{FF2B5EF4-FFF2-40B4-BE49-F238E27FC236}">
                    <a16:creationId xmlns:a16="http://schemas.microsoft.com/office/drawing/2014/main" id="{8B52FDA0-6129-4D4D-AB34-6E31B5746EA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-2933828" y="3101502"/>
                <a:ext cx="471543" cy="0"/>
              </a:xfrm>
              <a:prstGeom prst="line">
                <a:avLst/>
              </a:prstGeom>
              <a:noFill/>
              <a:ln w="9525">
                <a:solidFill>
                  <a:srgbClr val="3333CC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159" name="Rectangle 104">
                <a:extLst>
                  <a:ext uri="{FF2B5EF4-FFF2-40B4-BE49-F238E27FC236}">
                    <a16:creationId xmlns:a16="http://schemas.microsoft.com/office/drawing/2014/main" id="{EF6D77F4-B510-3541-9758-82FBBD8239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3377007" y="2988777"/>
                <a:ext cx="476861" cy="210142"/>
              </a:xfrm>
              <a:prstGeom prst="rect">
                <a:avLst/>
              </a:prstGeom>
              <a:solidFill>
                <a:srgbClr val="00CC99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160" name="Text Box 105">
                <a:extLst>
                  <a:ext uri="{FF2B5EF4-FFF2-40B4-BE49-F238E27FC236}">
                    <a16:creationId xmlns:a16="http://schemas.microsoft.com/office/drawing/2014/main" id="{2AE0900E-8A8F-4A4D-BB87-414DFE5E1CA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-3430189" y="2965119"/>
                <a:ext cx="581451" cy="24075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2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0111</a:t>
                </a:r>
              </a:p>
            </p:txBody>
          </p:sp>
          <p:sp>
            <p:nvSpPr>
              <p:cNvPr id="1161" name="Line 119">
                <a:extLst>
                  <a:ext uri="{FF2B5EF4-FFF2-40B4-BE49-F238E27FC236}">
                    <a16:creationId xmlns:a16="http://schemas.microsoft.com/office/drawing/2014/main" id="{5B21AE9C-8AC8-434E-B3D3-DDFB36C485E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-3621642" y="2717403"/>
                <a:ext cx="405953" cy="30060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1144" name="Freeform 120">
              <a:extLst>
                <a:ext uri="{FF2B5EF4-FFF2-40B4-BE49-F238E27FC236}">
                  <a16:creationId xmlns:a16="http://schemas.microsoft.com/office/drawing/2014/main" id="{7959F5AF-96CF-CD42-95A7-B320D466FA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3963" y="5668963"/>
              <a:ext cx="982662" cy="233362"/>
            </a:xfrm>
            <a:custGeom>
              <a:avLst/>
              <a:gdLst>
                <a:gd name="T0" fmla="*/ 0 w 554"/>
                <a:gd name="T1" fmla="*/ 2147483647 h 167"/>
                <a:gd name="T2" fmla="*/ 2147483647 w 554"/>
                <a:gd name="T3" fmla="*/ 2147483647 h 167"/>
                <a:gd name="T4" fmla="*/ 2147483647 w 554"/>
                <a:gd name="T5" fmla="*/ 2147483647 h 167"/>
                <a:gd name="T6" fmla="*/ 0 60000 65536"/>
                <a:gd name="T7" fmla="*/ 0 60000 65536"/>
                <a:gd name="T8" fmla="*/ 0 60000 65536"/>
                <a:gd name="T9" fmla="*/ 0 w 554"/>
                <a:gd name="T10" fmla="*/ 0 h 167"/>
                <a:gd name="T11" fmla="*/ 554 w 554"/>
                <a:gd name="T12" fmla="*/ 167 h 167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54" h="167">
                  <a:moveTo>
                    <a:pt x="0" y="10"/>
                  </a:moveTo>
                  <a:cubicBezTo>
                    <a:pt x="102" y="0"/>
                    <a:pt x="240" y="5"/>
                    <a:pt x="324" y="26"/>
                  </a:cubicBezTo>
                  <a:cubicBezTo>
                    <a:pt x="416" y="52"/>
                    <a:pt x="502" y="120"/>
                    <a:pt x="554" y="167"/>
                  </a:cubicBezTo>
                </a:path>
              </a:pathLst>
            </a:custGeom>
            <a:noFill/>
            <a:ln w="57150" cmpd="sng">
              <a:solidFill>
                <a:srgbClr val="FF3300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1145" name="Group 357">
              <a:extLst>
                <a:ext uri="{FF2B5EF4-FFF2-40B4-BE49-F238E27FC236}">
                  <a16:creationId xmlns:a16="http://schemas.microsoft.com/office/drawing/2014/main" id="{4D59E87F-CE51-5F46-B516-9F402F55855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714625" y="5659438"/>
              <a:ext cx="565150" cy="293687"/>
              <a:chOff x="1871277" y="1576300"/>
              <a:chExt cx="1128371" cy="437861"/>
            </a:xfrm>
          </p:grpSpPr>
          <p:sp>
            <p:nvSpPr>
              <p:cNvPr id="1147" name="Oval 1146">
                <a:extLst>
                  <a:ext uri="{FF2B5EF4-FFF2-40B4-BE49-F238E27FC236}">
                    <a16:creationId xmlns:a16="http://schemas.microsoft.com/office/drawing/2014/main" id="{47BEE802-D705-FB42-955E-D825A1B513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1874448" y="1694641"/>
                <a:ext cx="1125200" cy="319521"/>
              </a:xfrm>
              <a:prstGeom prst="ellipse">
                <a:avLst/>
              </a:prstGeom>
              <a:gradFill rotWithShape="1">
                <a:gsLst>
                  <a:gs pos="0">
                    <a:srgbClr val="262699"/>
                  </a:gs>
                  <a:gs pos="53000">
                    <a:srgbClr val="8585E0"/>
                  </a:gs>
                  <a:gs pos="100000">
                    <a:srgbClr val="262699"/>
                  </a:gs>
                </a:gsLst>
                <a:lin ang="0" scaled="1"/>
              </a:gradFill>
              <a:ln w="6350">
                <a:solidFill>
                  <a:srgbClr val="000000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148" name="Rectangle 1147">
                <a:extLst>
                  <a:ext uri="{FF2B5EF4-FFF2-40B4-BE49-F238E27FC236}">
                    <a16:creationId xmlns:a16="http://schemas.microsoft.com/office/drawing/2014/main" id="{A0A9F0A0-D85B-BC44-809E-0D44746B1886}"/>
                  </a:ext>
                </a:extLst>
              </p:cNvPr>
              <p:cNvSpPr/>
              <p:nvPr/>
            </p:nvSpPr>
            <p:spPr bwMode="auto">
              <a:xfrm>
                <a:off x="1871277" y="1739611"/>
                <a:ext cx="1128371" cy="115973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10800000" scaled="0"/>
              </a:gra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1149" name="Oval 1148">
                <a:extLst>
                  <a:ext uri="{FF2B5EF4-FFF2-40B4-BE49-F238E27FC236}">
                    <a16:creationId xmlns:a16="http://schemas.microsoft.com/office/drawing/2014/main" id="{E6E2E4DB-C182-5947-9544-5CA42AF8D0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1871277" y="1576300"/>
                <a:ext cx="1125202" cy="319521"/>
              </a:xfrm>
              <a:prstGeom prst="ellipse">
                <a:avLst/>
              </a:prstGeom>
              <a:solidFill>
                <a:srgbClr val="BFBFBF"/>
              </a:solidFill>
              <a:ln w="6350">
                <a:solidFill>
                  <a:srgbClr val="000000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150" name="Freeform 1149">
                <a:extLst>
                  <a:ext uri="{FF2B5EF4-FFF2-40B4-BE49-F238E27FC236}">
                    <a16:creationId xmlns:a16="http://schemas.microsoft.com/office/drawing/2014/main" id="{826516FA-D90F-FF4F-86C3-EABFADEC3BBB}"/>
                  </a:ext>
                </a:extLst>
              </p:cNvPr>
              <p:cNvSpPr/>
              <p:nvPr/>
            </p:nvSpPr>
            <p:spPr bwMode="auto">
              <a:xfrm>
                <a:off x="2159710" y="1673340"/>
                <a:ext cx="548337" cy="160944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rgbClr val="3333CC">
                  <a:lumMod val="60000"/>
                  <a:lumOff val="4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1151" name="Freeform 1150">
                <a:extLst>
                  <a:ext uri="{FF2B5EF4-FFF2-40B4-BE49-F238E27FC236}">
                    <a16:creationId xmlns:a16="http://schemas.microsoft.com/office/drawing/2014/main" id="{8B23C2D3-E371-5547-9057-B35E626ABD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2657" y="1633104"/>
                <a:ext cx="662442" cy="111241"/>
              </a:xfrm>
              <a:custGeom>
                <a:avLst/>
                <a:gdLst>
                  <a:gd name="T0" fmla="*/ 0 w 3723451"/>
                  <a:gd name="T1" fmla="*/ 27215 h 932950"/>
                  <a:gd name="T2" fmla="*/ 116561 w 3723451"/>
                  <a:gd name="T3" fmla="*/ 321 h 932950"/>
                  <a:gd name="T4" fmla="*/ 330163 w 3723451"/>
                  <a:gd name="T5" fmla="*/ 62070 h 932950"/>
                  <a:gd name="T6" fmla="*/ 533941 w 3723451"/>
                  <a:gd name="T7" fmla="*/ 0 h 932950"/>
                  <a:gd name="T8" fmla="*/ 662442 w 3723451"/>
                  <a:gd name="T9" fmla="*/ 24700 h 932950"/>
                  <a:gd name="T10" fmla="*/ 566838 w 3723451"/>
                  <a:gd name="T11" fmla="*/ 55072 h 932950"/>
                  <a:gd name="T12" fmla="*/ 536057 w 3723451"/>
                  <a:gd name="T13" fmla="*/ 46883 h 932950"/>
                  <a:gd name="T14" fmla="*/ 333916 w 3723451"/>
                  <a:gd name="T15" fmla="*/ 111241 h 932950"/>
                  <a:gd name="T16" fmla="*/ 126604 w 3723451"/>
                  <a:gd name="T17" fmla="*/ 49251 h 932950"/>
                  <a:gd name="T18" fmla="*/ 93085 w 3723451"/>
                  <a:gd name="T19" fmla="*/ 55941 h 932950"/>
                  <a:gd name="T20" fmla="*/ 0 w 3723451"/>
                  <a:gd name="T21" fmla="*/ 27215 h 93295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152" name="Freeform 1151">
                <a:extLst>
                  <a:ext uri="{FF2B5EF4-FFF2-40B4-BE49-F238E27FC236}">
                    <a16:creationId xmlns:a16="http://schemas.microsoft.com/office/drawing/2014/main" id="{2DEA8715-4603-7449-BB4D-351CFEF75C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6889" y="1727776"/>
                <a:ext cx="244059" cy="97040"/>
              </a:xfrm>
              <a:custGeom>
                <a:avLst/>
                <a:gdLst>
                  <a:gd name="T0" fmla="*/ 0 w 1366596"/>
                  <a:gd name="T1" fmla="*/ 0 h 809868"/>
                  <a:gd name="T2" fmla="*/ 244059 w 1366596"/>
                  <a:gd name="T3" fmla="*/ 74985 h 809868"/>
                  <a:gd name="T4" fmla="*/ 154488 w 1366596"/>
                  <a:gd name="T5" fmla="*/ 97040 h 809868"/>
                  <a:gd name="T6" fmla="*/ 822 w 1366596"/>
                  <a:gd name="T7" fmla="*/ 51277 h 809868"/>
                  <a:gd name="T8" fmla="*/ 0 w 1366596"/>
                  <a:gd name="T9" fmla="*/ 0 h 8098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153" name="Freeform 1152">
                <a:extLst>
                  <a:ext uri="{FF2B5EF4-FFF2-40B4-BE49-F238E27FC236}">
                    <a16:creationId xmlns:a16="http://schemas.microsoft.com/office/drawing/2014/main" id="{72F5390F-6421-6840-94BC-D15B70623E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9979" y="1730144"/>
                <a:ext cx="240888" cy="97039"/>
              </a:xfrm>
              <a:custGeom>
                <a:avLst/>
                <a:gdLst>
                  <a:gd name="T0" fmla="*/ 237599 w 1348191"/>
                  <a:gd name="T1" fmla="*/ 0 h 791462"/>
                  <a:gd name="T2" fmla="*/ 240888 w 1348191"/>
                  <a:gd name="T3" fmla="*/ 46827 h 791462"/>
                  <a:gd name="T4" fmla="*/ 87147 w 1348191"/>
                  <a:gd name="T5" fmla="*/ 97039 h 791462"/>
                  <a:gd name="T6" fmla="*/ 0 w 1348191"/>
                  <a:gd name="T7" fmla="*/ 75036 h 791462"/>
                  <a:gd name="T8" fmla="*/ 237599 w 1348191"/>
                  <a:gd name="T9" fmla="*/ 0 h 7914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cxnSp>
            <p:nvCxnSpPr>
              <p:cNvPr id="1154" name="Straight Connector 1153">
                <a:extLst>
                  <a:ext uri="{FF2B5EF4-FFF2-40B4-BE49-F238E27FC236}">
                    <a16:creationId xmlns:a16="http://schemas.microsoft.com/office/drawing/2014/main" id="{34E68527-C12C-5248-A62C-D72D4BEC928A}"/>
                  </a:ext>
                </a:extLst>
              </p:cNvPr>
              <p:cNvCxnSpPr>
                <a:cxnSpLocks noChangeShapeType="1"/>
                <a:endCxn id="1149" idx="2"/>
              </p:cNvCxnSpPr>
              <p:nvPr/>
            </p:nvCxnSpPr>
            <p:spPr bwMode="auto">
              <a:xfrm flipH="1" flipV="1">
                <a:off x="1871277" y="1737244"/>
                <a:ext cx="3171" cy="123075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1155" name="Straight Connector 1154">
                <a:extLst>
                  <a:ext uri="{FF2B5EF4-FFF2-40B4-BE49-F238E27FC236}">
                    <a16:creationId xmlns:a16="http://schemas.microsoft.com/office/drawing/2014/main" id="{475CE0A8-F910-FF45-A479-96A5E48ACF2E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H="1" flipV="1">
                <a:off x="2996479" y="1734878"/>
                <a:ext cx="3169" cy="123075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  <p:sp>
          <p:nvSpPr>
            <p:cNvPr id="1146" name="TextBox 282">
              <a:extLst>
                <a:ext uri="{FF2B5EF4-FFF2-40B4-BE49-F238E27FC236}">
                  <a16:creationId xmlns:a16="http://schemas.microsoft.com/office/drawing/2014/main" id="{4B460814-1FB2-5F46-A167-2E252688DDB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068638" y="5862638"/>
              <a:ext cx="261937" cy="2778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3</a:t>
              </a:r>
            </a:p>
          </p:txBody>
        </p:sp>
      </p:grpSp>
      <p:sp>
        <p:nvSpPr>
          <p:cNvPr id="1162" name="TextBox 6">
            <a:extLst>
              <a:ext uri="{FF2B5EF4-FFF2-40B4-BE49-F238E27FC236}">
                <a16:creationId xmlns:a16="http://schemas.microsoft.com/office/drawing/2014/main" id="{21D1826E-E3E7-E445-9FFB-A565D9A2AD3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46130" y="4850780"/>
            <a:ext cx="1992313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values in arriving 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packet header</a:t>
            </a:r>
            <a:endParaRPr kumimoji="0" lang="en-US" alt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1163" name="Group 1162">
            <a:extLst>
              <a:ext uri="{FF2B5EF4-FFF2-40B4-BE49-F238E27FC236}">
                <a16:creationId xmlns:a16="http://schemas.microsoft.com/office/drawing/2014/main" id="{F8C15A5A-1645-0849-B8DE-390745B8EBA4}"/>
              </a:ext>
            </a:extLst>
          </p:cNvPr>
          <p:cNvGrpSpPr>
            <a:grpSpLocks/>
          </p:cNvGrpSpPr>
          <p:nvPr/>
        </p:nvGrpSpPr>
        <p:grpSpPr bwMode="auto">
          <a:xfrm>
            <a:off x="4390906" y="2898842"/>
            <a:ext cx="4051268" cy="2367063"/>
            <a:chOff x="-3855475" y="3644638"/>
            <a:chExt cx="4051268" cy="2367866"/>
          </a:xfrm>
        </p:grpSpPr>
        <p:cxnSp>
          <p:nvCxnSpPr>
            <p:cNvPr id="1164" name="Straight Arrow Connector 1163">
              <a:extLst>
                <a:ext uri="{FF2B5EF4-FFF2-40B4-BE49-F238E27FC236}">
                  <a16:creationId xmlns:a16="http://schemas.microsoft.com/office/drawing/2014/main" id="{D6CE7F18-1D47-9C49-BB85-76C5894DE532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-3855475" y="3664699"/>
              <a:ext cx="0" cy="2094800"/>
            </a:xfrm>
            <a:prstGeom prst="straightConnector1">
              <a:avLst/>
            </a:prstGeom>
            <a:noFill/>
            <a:ln w="12700" cap="flat" cmpd="sng" algn="ctr">
              <a:solidFill>
                <a:srgbClr val="CC0000"/>
              </a:solidFill>
              <a:prstDash val="solid"/>
              <a:tailEnd type="triangle"/>
            </a:ln>
            <a:effectLst/>
          </p:spPr>
        </p:cxnSp>
        <p:cxnSp>
          <p:nvCxnSpPr>
            <p:cNvPr id="1165" name="Straight Arrow Connector 1164">
              <a:extLst>
                <a:ext uri="{FF2B5EF4-FFF2-40B4-BE49-F238E27FC236}">
                  <a16:creationId xmlns:a16="http://schemas.microsoft.com/office/drawing/2014/main" id="{1C7BE6B4-EA67-FB4B-B50B-7E72D52ED7D1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-2818087" y="3658010"/>
              <a:ext cx="0" cy="2354494"/>
            </a:xfrm>
            <a:prstGeom prst="straightConnector1">
              <a:avLst/>
            </a:prstGeom>
            <a:noFill/>
            <a:ln w="6350">
              <a:solidFill>
                <a:srgbClr val="CC0000"/>
              </a:solidFill>
              <a:round/>
              <a:headEnd/>
              <a:tailEnd type="triangle" w="med" len="med"/>
            </a:ln>
            <a:effectLst>
              <a:outerShdw blurRad="40000" dist="20000" dir="5400000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166" name="Straight Arrow Connector 1165">
              <a:extLst>
                <a:ext uri="{FF2B5EF4-FFF2-40B4-BE49-F238E27FC236}">
                  <a16:creationId xmlns:a16="http://schemas.microsoft.com/office/drawing/2014/main" id="{57774C27-8FF6-9F4F-A17E-D2F743FE22FC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-2006679" y="3655204"/>
              <a:ext cx="31396" cy="2331351"/>
            </a:xfrm>
            <a:prstGeom prst="straightConnector1">
              <a:avLst/>
            </a:prstGeom>
            <a:noFill/>
            <a:ln w="6350">
              <a:solidFill>
                <a:srgbClr val="CC0000"/>
              </a:solidFill>
              <a:round/>
              <a:headEnd/>
              <a:tailEnd type="triangle" w="med" len="med"/>
            </a:ln>
            <a:effectLst>
              <a:outerShdw blurRad="40000" dist="20000" dir="5400000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167" name="Straight Arrow Connector 1166">
              <a:extLst>
                <a:ext uri="{FF2B5EF4-FFF2-40B4-BE49-F238E27FC236}">
                  <a16:creationId xmlns:a16="http://schemas.microsoft.com/office/drawing/2014/main" id="{1F481D65-016C-9E4F-A167-D6343A313652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-817641" y="3644638"/>
              <a:ext cx="0" cy="2364624"/>
            </a:xfrm>
            <a:prstGeom prst="straightConnector1">
              <a:avLst/>
            </a:prstGeom>
            <a:noFill/>
            <a:ln w="6350">
              <a:solidFill>
                <a:srgbClr val="CC0000"/>
              </a:solidFill>
              <a:round/>
              <a:headEnd/>
              <a:tailEnd type="triangle" w="med" len="med"/>
            </a:ln>
            <a:effectLst>
              <a:outerShdw blurRad="40000" dist="20000" dir="5400000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168" name="Straight Arrow Connector 1167">
              <a:extLst>
                <a:ext uri="{FF2B5EF4-FFF2-40B4-BE49-F238E27FC236}">
                  <a16:creationId xmlns:a16="http://schemas.microsoft.com/office/drawing/2014/main" id="{8D76033E-EA4A-B441-99A6-CFC1521E6CB2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195792" y="3690049"/>
              <a:ext cx="1" cy="2311566"/>
            </a:xfrm>
            <a:prstGeom prst="straightConnector1">
              <a:avLst/>
            </a:prstGeom>
            <a:noFill/>
            <a:ln w="6350">
              <a:solidFill>
                <a:srgbClr val="CC0000"/>
              </a:solidFill>
              <a:round/>
              <a:headEnd/>
              <a:tailEnd type="triangle" w="med" len="med"/>
            </a:ln>
            <a:effectLst>
              <a:outerShdw blurRad="40000" dist="20000" dir="5400000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sp>
        <p:nvSpPr>
          <p:cNvPr id="355" name="Slide Number Placeholder 4">
            <a:extLst>
              <a:ext uri="{FF2B5EF4-FFF2-40B4-BE49-F238E27FC236}">
                <a16:creationId xmlns:a16="http://schemas.microsoft.com/office/drawing/2014/main" id="{7421469F-33E5-D447-A9DE-1067C7F4D693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62141694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9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8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11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9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5" dur="500"/>
                                        <p:tgtEl>
                                          <p:spTgt spid="11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8" dur="500"/>
                                        <p:tgtEl>
                                          <p:spTgt spid="10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1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500"/>
                            </p:stCondLst>
                            <p:childTnLst>
                              <p:par>
                                <p:cTn id="33" presetID="9" presetClass="entr" presetSubtype="0" fill="hold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5" dur="2000"/>
                                        <p:tgtEl>
                                          <p:spTgt spid="10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0" dur="500"/>
                                        <p:tgtEl>
                                          <p:spTgt spid="8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3">
            <a:extLst>
              <a:ext uri="{FF2B5EF4-FFF2-40B4-BE49-F238E27FC236}">
                <a16:creationId xmlns:a16="http://schemas.microsoft.com/office/drawing/2014/main" id="{3BFBAECF-726E-DE42-B9B7-7C524E4E18BE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86661" y="2398630"/>
            <a:ext cx="5397500" cy="3568700"/>
          </a:xfrm>
          <a:prstGeom prst="rect">
            <a:avLst/>
          </a:prstGeom>
        </p:spPr>
      </p:pic>
      <p:pic>
        <p:nvPicPr>
          <p:cNvPr id="5" name="Picture 4">
            <a:extLst>
              <a:ext uri="{FF2B5EF4-FFF2-40B4-BE49-F238E27FC236}">
                <a16:creationId xmlns:a16="http://schemas.microsoft.com/office/drawing/2014/main" id="{A49DCFA0-BE2B-6C49-8F30-5E442F984195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801851" y="2296412"/>
            <a:ext cx="4742783" cy="3514841"/>
          </a:xfrm>
          <a:prstGeom prst="rect">
            <a:avLst/>
          </a:prstGeom>
        </p:spPr>
      </p:pic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059898B5-7629-444A-853C-91C8BEBF09F7}"/>
              </a:ext>
            </a:extLst>
          </p:cNvPr>
          <p:cNvCxnSpPr>
            <a:cxnSpLocks/>
          </p:cNvCxnSpPr>
          <p:nvPr/>
        </p:nvCxnSpPr>
        <p:spPr>
          <a:xfrm flipH="1">
            <a:off x="5438273" y="2101516"/>
            <a:ext cx="1027160" cy="3769895"/>
          </a:xfrm>
          <a:prstGeom prst="line">
            <a:avLst/>
          </a:prstGeom>
          <a:ln w="63500">
            <a:solidFill>
              <a:srgbClr val="C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" name="Title 1">
            <a:extLst>
              <a:ext uri="{FF2B5EF4-FFF2-40B4-BE49-F238E27FC236}">
                <a16:creationId xmlns:a16="http://schemas.microsoft.com/office/drawing/2014/main" id="{282C28E6-AA94-9B4C-907F-A2DD9B794C9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143000" y="1193944"/>
            <a:ext cx="4343400" cy="894622"/>
          </a:xfrm>
        </p:spPr>
        <p:txBody>
          <a:bodyPr>
            <a:noAutofit/>
          </a:bodyPr>
          <a:lstStyle/>
          <a:p>
            <a:r>
              <a:rPr lang="en-US" sz="4800" dirty="0"/>
              <a:t>Per-router control plane</a:t>
            </a:r>
          </a:p>
        </p:txBody>
      </p:sp>
      <p:sp>
        <p:nvSpPr>
          <p:cNvPr id="11" name="Title 1">
            <a:extLst>
              <a:ext uri="{FF2B5EF4-FFF2-40B4-BE49-F238E27FC236}">
                <a16:creationId xmlns:a16="http://schemas.microsoft.com/office/drawing/2014/main" id="{9CA83DF1-3350-D947-A496-D32331CC7508}"/>
              </a:ext>
            </a:extLst>
          </p:cNvPr>
          <p:cNvSpPr txBox="1">
            <a:spLocks/>
          </p:cNvSpPr>
          <p:nvPr/>
        </p:nvSpPr>
        <p:spPr>
          <a:xfrm>
            <a:off x="7102642" y="1057586"/>
            <a:ext cx="4511842" cy="1156226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b="1" kern="1200">
                <a:solidFill>
                  <a:srgbClr val="0000A3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sz="4800" dirty="0"/>
              <a:t>SDN control plane</a:t>
            </a:r>
          </a:p>
        </p:txBody>
      </p:sp>
    </p:spTree>
    <p:extLst>
      <p:ext uri="{BB962C8B-B14F-4D97-AF65-F5344CB8AC3E}">
        <p14:creationId xmlns:p14="http://schemas.microsoft.com/office/powerpoint/2010/main" val="213750784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cs typeface="Calibri" panose="020F0502020204030204" pitchFamily="34" charset="0"/>
              </a:rPr>
              <a:t>Network layer: “control plane” roadmap</a:t>
            </a:r>
            <a:endParaRPr lang="en-US" sz="4400" dirty="0"/>
          </a:p>
        </p:txBody>
      </p:sp>
      <p:pic>
        <p:nvPicPr>
          <p:cNvPr id="6" name="Picture 5" descr="A train crossing a bridge over a body of water&#10;&#10;Description automatically generated">
            <a:extLst>
              <a:ext uri="{FF2B5EF4-FFF2-40B4-BE49-F238E27FC236}">
                <a16:creationId xmlns:a16="http://schemas.microsoft.com/office/drawing/2014/main" id="{8B05C88C-8150-3A41-8E34-0D407B652F32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015288" y="1379196"/>
            <a:ext cx="3102316" cy="2326737"/>
          </a:xfrm>
          <a:prstGeom prst="rect">
            <a:avLst/>
          </a:prstGeom>
        </p:spPr>
      </p:pic>
      <p:sp>
        <p:nvSpPr>
          <p:cNvPr id="10" name="Rectangle 4">
            <a:extLst>
              <a:ext uri="{FF2B5EF4-FFF2-40B4-BE49-F238E27FC236}">
                <a16:creationId xmlns:a16="http://schemas.microsoft.com/office/drawing/2014/main" id="{2935D8EE-730D-3846-8ED3-CF147CA4A373}"/>
              </a:ext>
            </a:extLst>
          </p:cNvPr>
          <p:cNvSpPr txBox="1">
            <a:spLocks noChangeArrowheads="1"/>
          </p:cNvSpPr>
          <p:nvPr/>
        </p:nvSpPr>
        <p:spPr>
          <a:xfrm>
            <a:off x="622456" y="1361615"/>
            <a:ext cx="5571867" cy="5039185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introduction</a:t>
            </a:r>
          </a:p>
          <a:p>
            <a:pPr marL="285750" indent="-274638">
              <a:spcBef>
                <a:spcPts val="600"/>
              </a:spcBef>
              <a:buClr>
                <a:srgbClr val="0000A8"/>
              </a:buClr>
            </a:pPr>
            <a:r>
              <a:rPr lang="en-US" altLang="en-US" sz="3600" dirty="0">
                <a:ea typeface="ＭＳ Ｐゴシック" panose="020B0600070205080204" pitchFamily="34" charset="-128"/>
                <a:cs typeface="Arial" panose="020B0604020202020204" pitchFamily="34" charset="0"/>
              </a:rPr>
              <a:t>routing protocols</a:t>
            </a:r>
          </a:p>
          <a:p>
            <a:pPr marL="746125" lvl="1" indent="-273050">
              <a:spcBef>
                <a:spcPts val="600"/>
              </a:spcBef>
              <a:buFont typeface="Wingdings" pitchFamily="2" charset="2"/>
              <a:buChar char="§"/>
            </a:pPr>
            <a:r>
              <a:rPr lang="en-US" altLang="en-US" sz="3200" dirty="0">
                <a:ea typeface="ＭＳ Ｐゴシック" panose="020B0600070205080204" pitchFamily="34" charset="-128"/>
                <a:cs typeface="Arial" panose="020B0604020202020204" pitchFamily="34" charset="0"/>
              </a:rPr>
              <a:t>link state</a:t>
            </a:r>
          </a:p>
          <a:p>
            <a:pPr marL="746125" lvl="1" indent="-273050">
              <a:spcBef>
                <a:spcPts val="600"/>
              </a:spcBef>
              <a:buFont typeface="Wingdings" pitchFamily="2" charset="2"/>
              <a:buChar char="§"/>
            </a:pPr>
            <a:r>
              <a:rPr lang="en-US" altLang="en-US" sz="3200" dirty="0">
                <a:ea typeface="ＭＳ Ｐゴシック" panose="020B0600070205080204" pitchFamily="34" charset="-128"/>
                <a:cs typeface="Arial" panose="020B0604020202020204" pitchFamily="34" charset="0"/>
              </a:rPr>
              <a:t>distance vector</a:t>
            </a:r>
          </a:p>
          <a:p>
            <a:pPr marL="285750" indent="-285750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intra-ISP routing: OSPF</a:t>
            </a:r>
          </a:p>
          <a:p>
            <a:pPr marL="285750" indent="-285750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routing among ISPs: BGP</a:t>
            </a:r>
          </a:p>
          <a:p>
            <a:pPr marL="285750" indent="-285750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SDN control plane</a:t>
            </a:r>
          </a:p>
          <a:p>
            <a:pPr marL="285750" indent="-285750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Internet Control Message Protocol </a:t>
            </a:r>
          </a:p>
          <a:p>
            <a:pPr marL="466725" indent="-409575">
              <a:spcBef>
                <a:spcPts val="600"/>
              </a:spcBef>
              <a:buNone/>
            </a:pPr>
            <a:endParaRPr lang="en-US" altLang="en-US" sz="3200" dirty="0">
              <a:ea typeface="ＭＳ Ｐゴシック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11" name="Slide Number Placeholder 4">
            <a:extLst>
              <a:ext uri="{FF2B5EF4-FFF2-40B4-BE49-F238E27FC236}">
                <a16:creationId xmlns:a16="http://schemas.microsoft.com/office/drawing/2014/main" id="{60E442AF-0FD6-9040-9BFF-CE4BE886AA4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8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61809750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Content Placeholder 6">
            <a:extLst>
              <a:ext uri="{FF2B5EF4-FFF2-40B4-BE49-F238E27FC236}">
                <a16:creationId xmlns:a16="http://schemas.microsoft.com/office/drawing/2014/main" id="{B013C8C0-E40F-7640-BA53-55FC4A489191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749710" y="1443808"/>
            <a:ext cx="6034548" cy="4351338"/>
          </a:xfrm>
        </p:spPr>
        <p:txBody>
          <a:bodyPr>
            <a:normAutofit lnSpcReduction="10000"/>
          </a:bodyPr>
          <a:lstStyle/>
          <a:p>
            <a:pPr marL="130175" indent="0">
              <a:buNone/>
            </a:pPr>
            <a:r>
              <a:rPr lang="en-US" sz="3200" dirty="0">
                <a:solidFill>
                  <a:srgbClr val="C00000"/>
                </a:solidFill>
              </a:rPr>
              <a:t>Routing</a:t>
            </a:r>
            <a:r>
              <a:rPr lang="en-US" dirty="0">
                <a:solidFill>
                  <a:srgbClr val="C00000"/>
                </a:solidFill>
              </a:rPr>
              <a:t> protocol goal: </a:t>
            </a:r>
            <a:r>
              <a:rPr lang="en-US" dirty="0"/>
              <a:t>determine “good” paths (equivalently, routes), from sending hosts to receiving host, through network of routers</a:t>
            </a:r>
          </a:p>
          <a:p>
            <a:pPr marL="407988" indent="-277813"/>
            <a:r>
              <a:rPr lang="en-US" dirty="0">
                <a:solidFill>
                  <a:srgbClr val="C00000"/>
                </a:solidFill>
              </a:rPr>
              <a:t>path: </a:t>
            </a:r>
            <a:r>
              <a:rPr lang="en-US" dirty="0"/>
              <a:t>sequence of routers packets traverse from given initial source host to final destination host</a:t>
            </a:r>
          </a:p>
          <a:p>
            <a:pPr marL="407988" indent="-277813"/>
            <a:r>
              <a:rPr lang="en-US" dirty="0">
                <a:solidFill>
                  <a:srgbClr val="C00000"/>
                </a:solidFill>
              </a:rPr>
              <a:t>“good”: </a:t>
            </a:r>
            <a:r>
              <a:rPr lang="en-US" dirty="0"/>
              <a:t>least “cost”, “fastest”, “least congested”</a:t>
            </a:r>
          </a:p>
          <a:p>
            <a:pPr marL="407988" indent="-277813"/>
            <a:r>
              <a:rPr lang="en-US" dirty="0"/>
              <a:t>routing: a “top-10” networking challenge!</a:t>
            </a:r>
          </a:p>
          <a:p>
            <a:endParaRPr lang="en-US" dirty="0"/>
          </a:p>
        </p:txBody>
      </p:sp>
      <p:sp>
        <p:nvSpPr>
          <p:cNvPr id="6" name="Title 5">
            <a:extLst>
              <a:ext uri="{FF2B5EF4-FFF2-40B4-BE49-F238E27FC236}">
                <a16:creationId xmlns:a16="http://schemas.microsoft.com/office/drawing/2014/main" id="{5B27BFF1-5DCE-D642-8EFE-FACB1C97EEE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33837"/>
            <a:ext cx="10515600" cy="894622"/>
          </a:xfrm>
        </p:spPr>
        <p:txBody>
          <a:bodyPr/>
          <a:lstStyle/>
          <a:p>
            <a:r>
              <a:rPr lang="en-US" dirty="0"/>
              <a:t>Routing protocols</a:t>
            </a:r>
          </a:p>
        </p:txBody>
      </p:sp>
      <p:sp>
        <p:nvSpPr>
          <p:cNvPr id="8" name="Freeform 7">
            <a:extLst>
              <a:ext uri="{FF2B5EF4-FFF2-40B4-BE49-F238E27FC236}">
                <a16:creationId xmlns:a16="http://schemas.microsoft.com/office/drawing/2014/main" id="{8145F460-37A7-FC4E-B52E-1476917705E4}"/>
              </a:ext>
            </a:extLst>
          </p:cNvPr>
          <p:cNvSpPr/>
          <p:nvPr/>
        </p:nvSpPr>
        <p:spPr>
          <a:xfrm>
            <a:off x="9058928" y="2579084"/>
            <a:ext cx="1124807" cy="1337915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82604 w 1558990"/>
              <a:gd name="connsiteY0" fmla="*/ 534641 h 1810599"/>
              <a:gd name="connsiteX1" fmla="*/ 22252 w 1558990"/>
              <a:gd name="connsiteY1" fmla="*/ 940200 h 1810599"/>
              <a:gd name="connsiteX2" fmla="*/ 167457 w 1558990"/>
              <a:gd name="connsiteY2" fmla="*/ 1672556 h 1810599"/>
              <a:gd name="connsiteX3" fmla="*/ 1208772 w 1558990"/>
              <a:gd name="connsiteY3" fmla="*/ 1775650 h 1810599"/>
              <a:gd name="connsiteX4" fmla="*/ 1543003 w 1558990"/>
              <a:gd name="connsiteY4" fmla="*/ 1257671 h 1810599"/>
              <a:gd name="connsiteX5" fmla="*/ 1490762 w 1558990"/>
              <a:gd name="connsiteY5" fmla="*/ 672856 h 1810599"/>
              <a:gd name="connsiteX6" fmla="*/ 1359176 w 1558990"/>
              <a:gd name="connsiteY6" fmla="*/ 154877 h 1810599"/>
              <a:gd name="connsiteX7" fmla="*/ 861336 w 1558990"/>
              <a:gd name="connsiteY7" fmla="*/ 21205 h 1810599"/>
              <a:gd name="connsiteX8" fmla="*/ 382604 w 1558990"/>
              <a:gd name="connsiteY8" fmla="*/ 534641 h 1810599"/>
              <a:gd name="connsiteX0" fmla="*/ 393458 w 1593840"/>
              <a:gd name="connsiteY0" fmla="*/ 534641 h 1793264"/>
              <a:gd name="connsiteX1" fmla="*/ 33106 w 1593840"/>
              <a:gd name="connsiteY1" fmla="*/ 940200 h 1793264"/>
              <a:gd name="connsiteX2" fmla="*/ 178311 w 1593840"/>
              <a:gd name="connsiteY2" fmla="*/ 1672556 h 1793264"/>
              <a:gd name="connsiteX3" fmla="*/ 1464139 w 1593840"/>
              <a:gd name="connsiteY3" fmla="*/ 1752440 h 1793264"/>
              <a:gd name="connsiteX4" fmla="*/ 1553857 w 1593840"/>
              <a:gd name="connsiteY4" fmla="*/ 1257671 h 1793264"/>
              <a:gd name="connsiteX5" fmla="*/ 1501616 w 1593840"/>
              <a:gd name="connsiteY5" fmla="*/ 672856 h 1793264"/>
              <a:gd name="connsiteX6" fmla="*/ 1370030 w 1593840"/>
              <a:gd name="connsiteY6" fmla="*/ 154877 h 1793264"/>
              <a:gd name="connsiteX7" fmla="*/ 872190 w 1593840"/>
              <a:gd name="connsiteY7" fmla="*/ 21205 h 1793264"/>
              <a:gd name="connsiteX8" fmla="*/ 393458 w 1593840"/>
              <a:gd name="connsiteY8" fmla="*/ 534641 h 1793264"/>
              <a:gd name="connsiteX0" fmla="*/ 393458 w 1566550"/>
              <a:gd name="connsiteY0" fmla="*/ 534641 h 1840341"/>
              <a:gd name="connsiteX1" fmla="*/ 33106 w 1566550"/>
              <a:gd name="connsiteY1" fmla="*/ 940200 h 1840341"/>
              <a:gd name="connsiteX2" fmla="*/ 178311 w 1566550"/>
              <a:gd name="connsiteY2" fmla="*/ 1672556 h 1840341"/>
              <a:gd name="connsiteX3" fmla="*/ 1464139 w 1566550"/>
              <a:gd name="connsiteY3" fmla="*/ 1752440 h 1840341"/>
              <a:gd name="connsiteX4" fmla="*/ 1553857 w 1566550"/>
              <a:gd name="connsiteY4" fmla="*/ 1257671 h 1840341"/>
              <a:gd name="connsiteX5" fmla="*/ 1501616 w 1566550"/>
              <a:gd name="connsiteY5" fmla="*/ 672856 h 1840341"/>
              <a:gd name="connsiteX6" fmla="*/ 1370030 w 1566550"/>
              <a:gd name="connsiteY6" fmla="*/ 154877 h 1840341"/>
              <a:gd name="connsiteX7" fmla="*/ 872190 w 1566550"/>
              <a:gd name="connsiteY7" fmla="*/ 21205 h 1840341"/>
              <a:gd name="connsiteX8" fmla="*/ 393458 w 1566550"/>
              <a:gd name="connsiteY8" fmla="*/ 534641 h 1840341"/>
              <a:gd name="connsiteX0" fmla="*/ 393458 w 1555557"/>
              <a:gd name="connsiteY0" fmla="*/ 534641 h 1787187"/>
              <a:gd name="connsiteX1" fmla="*/ 33106 w 1555557"/>
              <a:gd name="connsiteY1" fmla="*/ 940200 h 1787187"/>
              <a:gd name="connsiteX2" fmla="*/ 178311 w 1555557"/>
              <a:gd name="connsiteY2" fmla="*/ 1672556 h 1787187"/>
              <a:gd name="connsiteX3" fmla="*/ 1464139 w 1555557"/>
              <a:gd name="connsiteY3" fmla="*/ 1752440 h 1787187"/>
              <a:gd name="connsiteX4" fmla="*/ 1553857 w 1555557"/>
              <a:gd name="connsiteY4" fmla="*/ 1257671 h 1787187"/>
              <a:gd name="connsiteX5" fmla="*/ 1501616 w 1555557"/>
              <a:gd name="connsiteY5" fmla="*/ 672856 h 1787187"/>
              <a:gd name="connsiteX6" fmla="*/ 1370030 w 1555557"/>
              <a:gd name="connsiteY6" fmla="*/ 154877 h 1787187"/>
              <a:gd name="connsiteX7" fmla="*/ 872190 w 1555557"/>
              <a:gd name="connsiteY7" fmla="*/ 21205 h 1787187"/>
              <a:gd name="connsiteX8" fmla="*/ 393458 w 1555557"/>
              <a:gd name="connsiteY8" fmla="*/ 534641 h 1787187"/>
              <a:gd name="connsiteX0" fmla="*/ 401126 w 1664928"/>
              <a:gd name="connsiteY0" fmla="*/ 534641 h 1783934"/>
              <a:gd name="connsiteX1" fmla="*/ 40774 w 1664928"/>
              <a:gd name="connsiteY1" fmla="*/ 940200 h 1783934"/>
              <a:gd name="connsiteX2" fmla="*/ 185979 w 1664928"/>
              <a:gd name="connsiteY2" fmla="*/ 1672556 h 1783934"/>
              <a:gd name="connsiteX3" fmla="*/ 1618513 w 1664928"/>
              <a:gd name="connsiteY3" fmla="*/ 1747798 h 1783934"/>
              <a:gd name="connsiteX4" fmla="*/ 1561525 w 1664928"/>
              <a:gd name="connsiteY4" fmla="*/ 1257671 h 1783934"/>
              <a:gd name="connsiteX5" fmla="*/ 1509284 w 1664928"/>
              <a:gd name="connsiteY5" fmla="*/ 672856 h 1783934"/>
              <a:gd name="connsiteX6" fmla="*/ 1377698 w 1664928"/>
              <a:gd name="connsiteY6" fmla="*/ 154877 h 1783934"/>
              <a:gd name="connsiteX7" fmla="*/ 879858 w 1664928"/>
              <a:gd name="connsiteY7" fmla="*/ 21205 h 1783934"/>
              <a:gd name="connsiteX8" fmla="*/ 401126 w 1664928"/>
              <a:gd name="connsiteY8" fmla="*/ 534641 h 1783934"/>
              <a:gd name="connsiteX0" fmla="*/ 408119 w 1718774"/>
              <a:gd name="connsiteY0" fmla="*/ 534641 h 1826522"/>
              <a:gd name="connsiteX1" fmla="*/ 47767 w 1718774"/>
              <a:gd name="connsiteY1" fmla="*/ 940200 h 1826522"/>
              <a:gd name="connsiteX2" fmla="*/ 179001 w 1718774"/>
              <a:gd name="connsiteY2" fmla="*/ 1742186 h 1826522"/>
              <a:gd name="connsiteX3" fmla="*/ 1625506 w 1718774"/>
              <a:gd name="connsiteY3" fmla="*/ 1747798 h 1826522"/>
              <a:gd name="connsiteX4" fmla="*/ 1568518 w 1718774"/>
              <a:gd name="connsiteY4" fmla="*/ 1257671 h 1826522"/>
              <a:gd name="connsiteX5" fmla="*/ 1516277 w 1718774"/>
              <a:gd name="connsiteY5" fmla="*/ 672856 h 1826522"/>
              <a:gd name="connsiteX6" fmla="*/ 1384691 w 1718774"/>
              <a:gd name="connsiteY6" fmla="*/ 154877 h 1826522"/>
              <a:gd name="connsiteX7" fmla="*/ 886851 w 1718774"/>
              <a:gd name="connsiteY7" fmla="*/ 21205 h 1826522"/>
              <a:gd name="connsiteX8" fmla="*/ 408119 w 1718774"/>
              <a:gd name="connsiteY8" fmla="*/ 534641 h 1826522"/>
              <a:gd name="connsiteX0" fmla="*/ 477759 w 1796623"/>
              <a:gd name="connsiteY0" fmla="*/ 534641 h 1818043"/>
              <a:gd name="connsiteX1" fmla="*/ 117407 w 1796623"/>
              <a:gd name="connsiteY1" fmla="*/ 940200 h 1818043"/>
              <a:gd name="connsiteX2" fmla="*/ 136864 w 1796623"/>
              <a:gd name="connsiteY2" fmla="*/ 1728260 h 1818043"/>
              <a:gd name="connsiteX3" fmla="*/ 1695146 w 1796623"/>
              <a:gd name="connsiteY3" fmla="*/ 1747798 h 1818043"/>
              <a:gd name="connsiteX4" fmla="*/ 1638158 w 1796623"/>
              <a:gd name="connsiteY4" fmla="*/ 1257671 h 1818043"/>
              <a:gd name="connsiteX5" fmla="*/ 1585917 w 1796623"/>
              <a:gd name="connsiteY5" fmla="*/ 672856 h 1818043"/>
              <a:gd name="connsiteX6" fmla="*/ 1454331 w 1796623"/>
              <a:gd name="connsiteY6" fmla="*/ 154877 h 1818043"/>
              <a:gd name="connsiteX7" fmla="*/ 956491 w 1796623"/>
              <a:gd name="connsiteY7" fmla="*/ 21205 h 1818043"/>
              <a:gd name="connsiteX8" fmla="*/ 477759 w 1796623"/>
              <a:gd name="connsiteY8" fmla="*/ 534641 h 1818043"/>
              <a:gd name="connsiteX0" fmla="*/ 396783 w 1688820"/>
              <a:gd name="connsiteY0" fmla="*/ 534641 h 1815615"/>
              <a:gd name="connsiteX1" fmla="*/ 36431 w 1688820"/>
              <a:gd name="connsiteY1" fmla="*/ 940200 h 1815615"/>
              <a:gd name="connsiteX2" fmla="*/ 55888 w 1688820"/>
              <a:gd name="connsiteY2" fmla="*/ 1728260 h 1815615"/>
              <a:gd name="connsiteX3" fmla="*/ 421834 w 1688820"/>
              <a:gd name="connsiteY3" fmla="*/ 1798118 h 1815615"/>
              <a:gd name="connsiteX4" fmla="*/ 1614170 w 1688820"/>
              <a:gd name="connsiteY4" fmla="*/ 1747798 h 1815615"/>
              <a:gd name="connsiteX5" fmla="*/ 1557182 w 1688820"/>
              <a:gd name="connsiteY5" fmla="*/ 1257671 h 1815615"/>
              <a:gd name="connsiteX6" fmla="*/ 1504941 w 1688820"/>
              <a:gd name="connsiteY6" fmla="*/ 672856 h 1815615"/>
              <a:gd name="connsiteX7" fmla="*/ 1373355 w 1688820"/>
              <a:gd name="connsiteY7" fmla="*/ 154877 h 1815615"/>
              <a:gd name="connsiteX8" fmla="*/ 875515 w 1688820"/>
              <a:gd name="connsiteY8" fmla="*/ 21205 h 1815615"/>
              <a:gd name="connsiteX9" fmla="*/ 396783 w 1688820"/>
              <a:gd name="connsiteY9" fmla="*/ 534641 h 1815615"/>
              <a:gd name="connsiteX0" fmla="*/ 394951 w 1689541"/>
              <a:gd name="connsiteY0" fmla="*/ 534641 h 1877271"/>
              <a:gd name="connsiteX1" fmla="*/ 34599 w 1689541"/>
              <a:gd name="connsiteY1" fmla="*/ 940200 h 1877271"/>
              <a:gd name="connsiteX2" fmla="*/ 54056 w 1689541"/>
              <a:gd name="connsiteY2" fmla="*/ 1728260 h 1877271"/>
              <a:gd name="connsiteX3" fmla="*/ 385071 w 1689541"/>
              <a:gd name="connsiteY3" fmla="*/ 1877032 h 1877271"/>
              <a:gd name="connsiteX4" fmla="*/ 1612338 w 1689541"/>
              <a:gd name="connsiteY4" fmla="*/ 1747798 h 1877271"/>
              <a:gd name="connsiteX5" fmla="*/ 1555350 w 1689541"/>
              <a:gd name="connsiteY5" fmla="*/ 1257671 h 1877271"/>
              <a:gd name="connsiteX6" fmla="*/ 1503109 w 1689541"/>
              <a:gd name="connsiteY6" fmla="*/ 672856 h 1877271"/>
              <a:gd name="connsiteX7" fmla="*/ 1371523 w 1689541"/>
              <a:gd name="connsiteY7" fmla="*/ 154877 h 1877271"/>
              <a:gd name="connsiteX8" fmla="*/ 873683 w 1689541"/>
              <a:gd name="connsiteY8" fmla="*/ 21205 h 1877271"/>
              <a:gd name="connsiteX9" fmla="*/ 394951 w 1689541"/>
              <a:gd name="connsiteY9" fmla="*/ 534641 h 1877271"/>
              <a:gd name="connsiteX0" fmla="*/ 394949 w 1689541"/>
              <a:gd name="connsiteY0" fmla="*/ 534641 h 1877032"/>
              <a:gd name="connsiteX1" fmla="*/ 34597 w 1689541"/>
              <a:gd name="connsiteY1" fmla="*/ 940200 h 1877032"/>
              <a:gd name="connsiteX2" fmla="*/ 54054 w 1689541"/>
              <a:gd name="connsiteY2" fmla="*/ 1728260 h 1877032"/>
              <a:gd name="connsiteX3" fmla="*/ 385069 w 1689541"/>
              <a:gd name="connsiteY3" fmla="*/ 1877032 h 1877032"/>
              <a:gd name="connsiteX4" fmla="*/ 1612336 w 1689541"/>
              <a:gd name="connsiteY4" fmla="*/ 1747798 h 1877032"/>
              <a:gd name="connsiteX5" fmla="*/ 1555348 w 1689541"/>
              <a:gd name="connsiteY5" fmla="*/ 1257671 h 1877032"/>
              <a:gd name="connsiteX6" fmla="*/ 1503107 w 1689541"/>
              <a:gd name="connsiteY6" fmla="*/ 672856 h 1877032"/>
              <a:gd name="connsiteX7" fmla="*/ 1371521 w 1689541"/>
              <a:gd name="connsiteY7" fmla="*/ 154877 h 1877032"/>
              <a:gd name="connsiteX8" fmla="*/ 873681 w 1689541"/>
              <a:gd name="connsiteY8" fmla="*/ 21205 h 1877032"/>
              <a:gd name="connsiteX9" fmla="*/ 394949 w 1689541"/>
              <a:gd name="connsiteY9" fmla="*/ 534641 h 1877032"/>
              <a:gd name="connsiteX0" fmla="*/ 394949 w 1683795"/>
              <a:gd name="connsiteY0" fmla="*/ 534641 h 1877032"/>
              <a:gd name="connsiteX1" fmla="*/ 34597 w 1683795"/>
              <a:gd name="connsiteY1" fmla="*/ 940200 h 1877032"/>
              <a:gd name="connsiteX2" fmla="*/ 54054 w 1683795"/>
              <a:gd name="connsiteY2" fmla="*/ 1728260 h 1877032"/>
              <a:gd name="connsiteX3" fmla="*/ 385069 w 1683795"/>
              <a:gd name="connsiteY3" fmla="*/ 1877032 h 1877032"/>
              <a:gd name="connsiteX4" fmla="*/ 1605349 w 1683795"/>
              <a:gd name="connsiteY4" fmla="*/ 1798860 h 1877032"/>
              <a:gd name="connsiteX5" fmla="*/ 1555348 w 1683795"/>
              <a:gd name="connsiteY5" fmla="*/ 1257671 h 1877032"/>
              <a:gd name="connsiteX6" fmla="*/ 1503107 w 1683795"/>
              <a:gd name="connsiteY6" fmla="*/ 672856 h 1877032"/>
              <a:gd name="connsiteX7" fmla="*/ 1371521 w 1683795"/>
              <a:gd name="connsiteY7" fmla="*/ 154877 h 1877032"/>
              <a:gd name="connsiteX8" fmla="*/ 873681 w 1683795"/>
              <a:gd name="connsiteY8" fmla="*/ 21205 h 1877032"/>
              <a:gd name="connsiteX9" fmla="*/ 394949 w 1683795"/>
              <a:gd name="connsiteY9" fmla="*/ 534641 h 1877032"/>
              <a:gd name="connsiteX0" fmla="*/ 394949 w 1720794"/>
              <a:gd name="connsiteY0" fmla="*/ 534641 h 1877032"/>
              <a:gd name="connsiteX1" fmla="*/ 34597 w 1720794"/>
              <a:gd name="connsiteY1" fmla="*/ 940200 h 1877032"/>
              <a:gd name="connsiteX2" fmla="*/ 54054 w 1720794"/>
              <a:gd name="connsiteY2" fmla="*/ 1728260 h 1877032"/>
              <a:gd name="connsiteX3" fmla="*/ 385069 w 1720794"/>
              <a:gd name="connsiteY3" fmla="*/ 1877032 h 1877032"/>
              <a:gd name="connsiteX4" fmla="*/ 1605349 w 1720794"/>
              <a:gd name="connsiteY4" fmla="*/ 1798860 h 1877032"/>
              <a:gd name="connsiteX5" fmla="*/ 1555348 w 1720794"/>
              <a:gd name="connsiteY5" fmla="*/ 1257671 h 1877032"/>
              <a:gd name="connsiteX6" fmla="*/ 1503107 w 1720794"/>
              <a:gd name="connsiteY6" fmla="*/ 672856 h 1877032"/>
              <a:gd name="connsiteX7" fmla="*/ 1371521 w 1720794"/>
              <a:gd name="connsiteY7" fmla="*/ 154877 h 1877032"/>
              <a:gd name="connsiteX8" fmla="*/ 873681 w 1720794"/>
              <a:gd name="connsiteY8" fmla="*/ 21205 h 1877032"/>
              <a:gd name="connsiteX9" fmla="*/ 394949 w 1720794"/>
              <a:gd name="connsiteY9" fmla="*/ 534641 h 1877032"/>
              <a:gd name="connsiteX0" fmla="*/ 394949 w 1720794"/>
              <a:gd name="connsiteY0" fmla="*/ 534641 h 1877032"/>
              <a:gd name="connsiteX1" fmla="*/ 34597 w 1720794"/>
              <a:gd name="connsiteY1" fmla="*/ 940200 h 1877032"/>
              <a:gd name="connsiteX2" fmla="*/ 54054 w 1720794"/>
              <a:gd name="connsiteY2" fmla="*/ 1728260 h 1877032"/>
              <a:gd name="connsiteX3" fmla="*/ 385069 w 1720794"/>
              <a:gd name="connsiteY3" fmla="*/ 1877032 h 1877032"/>
              <a:gd name="connsiteX4" fmla="*/ 1605349 w 1720794"/>
              <a:gd name="connsiteY4" fmla="*/ 1798860 h 1877032"/>
              <a:gd name="connsiteX5" fmla="*/ 1555348 w 1720794"/>
              <a:gd name="connsiteY5" fmla="*/ 1257671 h 1877032"/>
              <a:gd name="connsiteX6" fmla="*/ 1503107 w 1720794"/>
              <a:gd name="connsiteY6" fmla="*/ 672856 h 1877032"/>
              <a:gd name="connsiteX7" fmla="*/ 1371521 w 1720794"/>
              <a:gd name="connsiteY7" fmla="*/ 154877 h 1877032"/>
              <a:gd name="connsiteX8" fmla="*/ 873681 w 1720794"/>
              <a:gd name="connsiteY8" fmla="*/ 21205 h 1877032"/>
              <a:gd name="connsiteX9" fmla="*/ 394949 w 1720794"/>
              <a:gd name="connsiteY9" fmla="*/ 534641 h 1877032"/>
              <a:gd name="connsiteX0" fmla="*/ 394949 w 1671512"/>
              <a:gd name="connsiteY0" fmla="*/ 534641 h 1877032"/>
              <a:gd name="connsiteX1" fmla="*/ 34597 w 1671512"/>
              <a:gd name="connsiteY1" fmla="*/ 940200 h 1877032"/>
              <a:gd name="connsiteX2" fmla="*/ 54054 w 1671512"/>
              <a:gd name="connsiteY2" fmla="*/ 1728260 h 1877032"/>
              <a:gd name="connsiteX3" fmla="*/ 385069 w 1671512"/>
              <a:gd name="connsiteY3" fmla="*/ 1877032 h 1877032"/>
              <a:gd name="connsiteX4" fmla="*/ 1605349 w 1671512"/>
              <a:gd name="connsiteY4" fmla="*/ 1798860 h 1877032"/>
              <a:gd name="connsiteX5" fmla="*/ 1555348 w 1671512"/>
              <a:gd name="connsiteY5" fmla="*/ 1257671 h 1877032"/>
              <a:gd name="connsiteX6" fmla="*/ 1503107 w 1671512"/>
              <a:gd name="connsiteY6" fmla="*/ 672856 h 1877032"/>
              <a:gd name="connsiteX7" fmla="*/ 1371521 w 1671512"/>
              <a:gd name="connsiteY7" fmla="*/ 154877 h 1877032"/>
              <a:gd name="connsiteX8" fmla="*/ 873681 w 1671512"/>
              <a:gd name="connsiteY8" fmla="*/ 21205 h 1877032"/>
              <a:gd name="connsiteX9" fmla="*/ 394949 w 1671512"/>
              <a:gd name="connsiteY9" fmla="*/ 534641 h 1877032"/>
              <a:gd name="connsiteX0" fmla="*/ 394949 w 1677296"/>
              <a:gd name="connsiteY0" fmla="*/ 534641 h 1877032"/>
              <a:gd name="connsiteX1" fmla="*/ 34597 w 1677296"/>
              <a:gd name="connsiteY1" fmla="*/ 940200 h 1877032"/>
              <a:gd name="connsiteX2" fmla="*/ 54054 w 1677296"/>
              <a:gd name="connsiteY2" fmla="*/ 1728260 h 1877032"/>
              <a:gd name="connsiteX3" fmla="*/ 385069 w 1677296"/>
              <a:gd name="connsiteY3" fmla="*/ 1877032 h 1877032"/>
              <a:gd name="connsiteX4" fmla="*/ 1612334 w 1677296"/>
              <a:gd name="connsiteY4" fmla="*/ 1840637 h 1877032"/>
              <a:gd name="connsiteX5" fmla="*/ 1555348 w 1677296"/>
              <a:gd name="connsiteY5" fmla="*/ 1257671 h 1877032"/>
              <a:gd name="connsiteX6" fmla="*/ 1503107 w 1677296"/>
              <a:gd name="connsiteY6" fmla="*/ 672856 h 1877032"/>
              <a:gd name="connsiteX7" fmla="*/ 1371521 w 1677296"/>
              <a:gd name="connsiteY7" fmla="*/ 154877 h 1877032"/>
              <a:gd name="connsiteX8" fmla="*/ 873681 w 1677296"/>
              <a:gd name="connsiteY8" fmla="*/ 21205 h 1877032"/>
              <a:gd name="connsiteX9" fmla="*/ 394949 w 1677296"/>
              <a:gd name="connsiteY9" fmla="*/ 534641 h 1877032"/>
              <a:gd name="connsiteX0" fmla="*/ 394949 w 1677298"/>
              <a:gd name="connsiteY0" fmla="*/ 534641 h 1877032"/>
              <a:gd name="connsiteX1" fmla="*/ 34597 w 1677298"/>
              <a:gd name="connsiteY1" fmla="*/ 940200 h 1877032"/>
              <a:gd name="connsiteX2" fmla="*/ 54054 w 1677298"/>
              <a:gd name="connsiteY2" fmla="*/ 1728260 h 1877032"/>
              <a:gd name="connsiteX3" fmla="*/ 385069 w 1677298"/>
              <a:gd name="connsiteY3" fmla="*/ 1877032 h 1877032"/>
              <a:gd name="connsiteX4" fmla="*/ 1612334 w 1677298"/>
              <a:gd name="connsiteY4" fmla="*/ 1840637 h 1877032"/>
              <a:gd name="connsiteX5" fmla="*/ 1555348 w 1677298"/>
              <a:gd name="connsiteY5" fmla="*/ 1257671 h 1877032"/>
              <a:gd name="connsiteX6" fmla="*/ 1503107 w 1677298"/>
              <a:gd name="connsiteY6" fmla="*/ 672856 h 1877032"/>
              <a:gd name="connsiteX7" fmla="*/ 1371521 w 1677298"/>
              <a:gd name="connsiteY7" fmla="*/ 154877 h 1877032"/>
              <a:gd name="connsiteX8" fmla="*/ 873681 w 1677298"/>
              <a:gd name="connsiteY8" fmla="*/ 21205 h 1877032"/>
              <a:gd name="connsiteX9" fmla="*/ 394949 w 1677298"/>
              <a:gd name="connsiteY9" fmla="*/ 534641 h 1877032"/>
              <a:gd name="connsiteX0" fmla="*/ 394949 w 1677296"/>
              <a:gd name="connsiteY0" fmla="*/ 534641 h 1904936"/>
              <a:gd name="connsiteX1" fmla="*/ 34597 w 1677296"/>
              <a:gd name="connsiteY1" fmla="*/ 940200 h 1904936"/>
              <a:gd name="connsiteX2" fmla="*/ 54054 w 1677296"/>
              <a:gd name="connsiteY2" fmla="*/ 1728260 h 1904936"/>
              <a:gd name="connsiteX3" fmla="*/ 385069 w 1677296"/>
              <a:gd name="connsiteY3" fmla="*/ 1877032 h 1904936"/>
              <a:gd name="connsiteX4" fmla="*/ 1612334 w 1677296"/>
              <a:gd name="connsiteY4" fmla="*/ 1840637 h 1904936"/>
              <a:gd name="connsiteX5" fmla="*/ 1555348 w 1677296"/>
              <a:gd name="connsiteY5" fmla="*/ 1257671 h 1904936"/>
              <a:gd name="connsiteX6" fmla="*/ 1503107 w 1677296"/>
              <a:gd name="connsiteY6" fmla="*/ 672856 h 1904936"/>
              <a:gd name="connsiteX7" fmla="*/ 1371521 w 1677296"/>
              <a:gd name="connsiteY7" fmla="*/ 154877 h 1904936"/>
              <a:gd name="connsiteX8" fmla="*/ 873681 w 1677296"/>
              <a:gd name="connsiteY8" fmla="*/ 21205 h 1904936"/>
              <a:gd name="connsiteX9" fmla="*/ 394949 w 1677296"/>
              <a:gd name="connsiteY9" fmla="*/ 534641 h 1904936"/>
              <a:gd name="connsiteX0" fmla="*/ 461539 w 1743887"/>
              <a:gd name="connsiteY0" fmla="*/ 534641 h 1904936"/>
              <a:gd name="connsiteX1" fmla="*/ 101187 w 1743887"/>
              <a:gd name="connsiteY1" fmla="*/ 940200 h 1904936"/>
              <a:gd name="connsiteX2" fmla="*/ 22840 w 1743887"/>
              <a:gd name="connsiteY2" fmla="*/ 1737812 h 1904936"/>
              <a:gd name="connsiteX3" fmla="*/ 451659 w 1743887"/>
              <a:gd name="connsiteY3" fmla="*/ 1877032 h 1904936"/>
              <a:gd name="connsiteX4" fmla="*/ 1678924 w 1743887"/>
              <a:gd name="connsiteY4" fmla="*/ 1840637 h 1904936"/>
              <a:gd name="connsiteX5" fmla="*/ 1621938 w 1743887"/>
              <a:gd name="connsiteY5" fmla="*/ 1257671 h 1904936"/>
              <a:gd name="connsiteX6" fmla="*/ 1569697 w 1743887"/>
              <a:gd name="connsiteY6" fmla="*/ 672856 h 1904936"/>
              <a:gd name="connsiteX7" fmla="*/ 1438111 w 1743887"/>
              <a:gd name="connsiteY7" fmla="*/ 154877 h 1904936"/>
              <a:gd name="connsiteX8" fmla="*/ 940271 w 1743887"/>
              <a:gd name="connsiteY8" fmla="*/ 21205 h 1904936"/>
              <a:gd name="connsiteX9" fmla="*/ 461539 w 1743887"/>
              <a:gd name="connsiteY9" fmla="*/ 534641 h 1904936"/>
              <a:gd name="connsiteX0" fmla="*/ 452050 w 1756359"/>
              <a:gd name="connsiteY0" fmla="*/ 534641 h 1891359"/>
              <a:gd name="connsiteX1" fmla="*/ 91698 w 1756359"/>
              <a:gd name="connsiteY1" fmla="*/ 940200 h 1891359"/>
              <a:gd name="connsiteX2" fmla="*/ 13351 w 1756359"/>
              <a:gd name="connsiteY2" fmla="*/ 1737812 h 1891359"/>
              <a:gd name="connsiteX3" fmla="*/ 309435 w 1756359"/>
              <a:gd name="connsiteY3" fmla="*/ 1891359 h 1891359"/>
              <a:gd name="connsiteX4" fmla="*/ 1669435 w 1756359"/>
              <a:gd name="connsiteY4" fmla="*/ 1840637 h 1891359"/>
              <a:gd name="connsiteX5" fmla="*/ 1612449 w 1756359"/>
              <a:gd name="connsiteY5" fmla="*/ 1257671 h 1891359"/>
              <a:gd name="connsiteX6" fmla="*/ 1560208 w 1756359"/>
              <a:gd name="connsiteY6" fmla="*/ 672856 h 1891359"/>
              <a:gd name="connsiteX7" fmla="*/ 1428622 w 1756359"/>
              <a:gd name="connsiteY7" fmla="*/ 154877 h 1891359"/>
              <a:gd name="connsiteX8" fmla="*/ 930782 w 1756359"/>
              <a:gd name="connsiteY8" fmla="*/ 21205 h 1891359"/>
              <a:gd name="connsiteX9" fmla="*/ 452050 w 1756359"/>
              <a:gd name="connsiteY9" fmla="*/ 534641 h 1891359"/>
              <a:gd name="connsiteX0" fmla="*/ 452050 w 1756257"/>
              <a:gd name="connsiteY0" fmla="*/ 534641 h 1891359"/>
              <a:gd name="connsiteX1" fmla="*/ 91698 w 1756257"/>
              <a:gd name="connsiteY1" fmla="*/ 940200 h 1891359"/>
              <a:gd name="connsiteX2" fmla="*/ 13351 w 1756257"/>
              <a:gd name="connsiteY2" fmla="*/ 1737812 h 1891359"/>
              <a:gd name="connsiteX3" fmla="*/ 309435 w 1756257"/>
              <a:gd name="connsiteY3" fmla="*/ 1891359 h 1891359"/>
              <a:gd name="connsiteX4" fmla="*/ 1669435 w 1756257"/>
              <a:gd name="connsiteY4" fmla="*/ 1840637 h 1891359"/>
              <a:gd name="connsiteX5" fmla="*/ 1612449 w 1756257"/>
              <a:gd name="connsiteY5" fmla="*/ 1257671 h 1891359"/>
              <a:gd name="connsiteX6" fmla="*/ 1563496 w 1756257"/>
              <a:gd name="connsiteY6" fmla="*/ 959631 h 1891359"/>
              <a:gd name="connsiteX7" fmla="*/ 1560208 w 1756257"/>
              <a:gd name="connsiteY7" fmla="*/ 672856 h 1891359"/>
              <a:gd name="connsiteX8" fmla="*/ 1428622 w 1756257"/>
              <a:gd name="connsiteY8" fmla="*/ 154877 h 1891359"/>
              <a:gd name="connsiteX9" fmla="*/ 930782 w 1756257"/>
              <a:gd name="connsiteY9" fmla="*/ 21205 h 1891359"/>
              <a:gd name="connsiteX10" fmla="*/ 452050 w 1756257"/>
              <a:gd name="connsiteY10" fmla="*/ 534641 h 1891359"/>
              <a:gd name="connsiteX0" fmla="*/ 452050 w 1764590"/>
              <a:gd name="connsiteY0" fmla="*/ 534641 h 1891359"/>
              <a:gd name="connsiteX1" fmla="*/ 91698 w 1764590"/>
              <a:gd name="connsiteY1" fmla="*/ 940200 h 1891359"/>
              <a:gd name="connsiteX2" fmla="*/ 13351 w 1764590"/>
              <a:gd name="connsiteY2" fmla="*/ 1737812 h 1891359"/>
              <a:gd name="connsiteX3" fmla="*/ 309435 w 1764590"/>
              <a:gd name="connsiteY3" fmla="*/ 1891359 h 1891359"/>
              <a:gd name="connsiteX4" fmla="*/ 1669435 w 1764590"/>
              <a:gd name="connsiteY4" fmla="*/ 1840637 h 1891359"/>
              <a:gd name="connsiteX5" fmla="*/ 1612449 w 1764590"/>
              <a:gd name="connsiteY5" fmla="*/ 1257671 h 1891359"/>
              <a:gd name="connsiteX6" fmla="*/ 1309780 w 1764590"/>
              <a:gd name="connsiteY6" fmla="*/ 1046341 h 1891359"/>
              <a:gd name="connsiteX7" fmla="*/ 1560208 w 1764590"/>
              <a:gd name="connsiteY7" fmla="*/ 672856 h 1891359"/>
              <a:gd name="connsiteX8" fmla="*/ 1428622 w 1764590"/>
              <a:gd name="connsiteY8" fmla="*/ 154877 h 1891359"/>
              <a:gd name="connsiteX9" fmla="*/ 930782 w 1764590"/>
              <a:gd name="connsiteY9" fmla="*/ 21205 h 1891359"/>
              <a:gd name="connsiteX10" fmla="*/ 452050 w 1764590"/>
              <a:gd name="connsiteY10" fmla="*/ 534641 h 1891359"/>
              <a:gd name="connsiteX0" fmla="*/ 452050 w 1764592"/>
              <a:gd name="connsiteY0" fmla="*/ 534641 h 1891359"/>
              <a:gd name="connsiteX1" fmla="*/ 91698 w 1764592"/>
              <a:gd name="connsiteY1" fmla="*/ 940200 h 1891359"/>
              <a:gd name="connsiteX2" fmla="*/ 13351 w 1764592"/>
              <a:gd name="connsiteY2" fmla="*/ 1737812 h 1891359"/>
              <a:gd name="connsiteX3" fmla="*/ 309435 w 1764592"/>
              <a:gd name="connsiteY3" fmla="*/ 1891359 h 1891359"/>
              <a:gd name="connsiteX4" fmla="*/ 1669435 w 1764592"/>
              <a:gd name="connsiteY4" fmla="*/ 1840637 h 1891359"/>
              <a:gd name="connsiteX5" fmla="*/ 1612449 w 1764592"/>
              <a:gd name="connsiteY5" fmla="*/ 1257671 h 1891359"/>
              <a:gd name="connsiteX6" fmla="*/ 1309780 w 1764592"/>
              <a:gd name="connsiteY6" fmla="*/ 1046341 h 1891359"/>
              <a:gd name="connsiteX7" fmla="*/ 1560208 w 1764592"/>
              <a:gd name="connsiteY7" fmla="*/ 672856 h 1891359"/>
              <a:gd name="connsiteX8" fmla="*/ 1428622 w 1764592"/>
              <a:gd name="connsiteY8" fmla="*/ 154877 h 1891359"/>
              <a:gd name="connsiteX9" fmla="*/ 930782 w 1764592"/>
              <a:gd name="connsiteY9" fmla="*/ 21205 h 1891359"/>
              <a:gd name="connsiteX10" fmla="*/ 452050 w 1764592"/>
              <a:gd name="connsiteY10" fmla="*/ 534641 h 1891359"/>
              <a:gd name="connsiteX0" fmla="*/ 452050 w 1764590"/>
              <a:gd name="connsiteY0" fmla="*/ 534641 h 1891359"/>
              <a:gd name="connsiteX1" fmla="*/ 91698 w 1764590"/>
              <a:gd name="connsiteY1" fmla="*/ 940200 h 1891359"/>
              <a:gd name="connsiteX2" fmla="*/ 13351 w 1764590"/>
              <a:gd name="connsiteY2" fmla="*/ 1737812 h 1891359"/>
              <a:gd name="connsiteX3" fmla="*/ 309435 w 1764590"/>
              <a:gd name="connsiteY3" fmla="*/ 1891359 h 1891359"/>
              <a:gd name="connsiteX4" fmla="*/ 1669435 w 1764590"/>
              <a:gd name="connsiteY4" fmla="*/ 1840637 h 1891359"/>
              <a:gd name="connsiteX5" fmla="*/ 1612449 w 1764590"/>
              <a:gd name="connsiteY5" fmla="*/ 1257671 h 1891359"/>
              <a:gd name="connsiteX6" fmla="*/ 1309780 w 1764590"/>
              <a:gd name="connsiteY6" fmla="*/ 1046341 h 1891359"/>
              <a:gd name="connsiteX7" fmla="*/ 1560208 w 1764590"/>
              <a:gd name="connsiteY7" fmla="*/ 672856 h 1891359"/>
              <a:gd name="connsiteX8" fmla="*/ 1428622 w 1764590"/>
              <a:gd name="connsiteY8" fmla="*/ 154877 h 1891359"/>
              <a:gd name="connsiteX9" fmla="*/ 930782 w 1764590"/>
              <a:gd name="connsiteY9" fmla="*/ 21205 h 1891359"/>
              <a:gd name="connsiteX10" fmla="*/ 452050 w 1764590"/>
              <a:gd name="connsiteY10" fmla="*/ 534641 h 1891359"/>
              <a:gd name="connsiteX0" fmla="*/ 452050 w 1792731"/>
              <a:gd name="connsiteY0" fmla="*/ 534641 h 1891359"/>
              <a:gd name="connsiteX1" fmla="*/ 91698 w 1792731"/>
              <a:gd name="connsiteY1" fmla="*/ 940200 h 1891359"/>
              <a:gd name="connsiteX2" fmla="*/ 13351 w 1792731"/>
              <a:gd name="connsiteY2" fmla="*/ 1737812 h 1891359"/>
              <a:gd name="connsiteX3" fmla="*/ 309435 w 1792731"/>
              <a:gd name="connsiteY3" fmla="*/ 1891359 h 1891359"/>
              <a:gd name="connsiteX4" fmla="*/ 1669435 w 1792731"/>
              <a:gd name="connsiteY4" fmla="*/ 1840637 h 1891359"/>
              <a:gd name="connsiteX5" fmla="*/ 1688563 w 1792731"/>
              <a:gd name="connsiteY5" fmla="*/ 1292355 h 1891359"/>
              <a:gd name="connsiteX6" fmla="*/ 1309780 w 1792731"/>
              <a:gd name="connsiteY6" fmla="*/ 1046341 h 1891359"/>
              <a:gd name="connsiteX7" fmla="*/ 1560208 w 1792731"/>
              <a:gd name="connsiteY7" fmla="*/ 672856 h 1891359"/>
              <a:gd name="connsiteX8" fmla="*/ 1428622 w 1792731"/>
              <a:gd name="connsiteY8" fmla="*/ 154877 h 1891359"/>
              <a:gd name="connsiteX9" fmla="*/ 930782 w 1792731"/>
              <a:gd name="connsiteY9" fmla="*/ 21205 h 1891359"/>
              <a:gd name="connsiteX10" fmla="*/ 452050 w 1792731"/>
              <a:gd name="connsiteY10" fmla="*/ 534641 h 1891359"/>
              <a:gd name="connsiteX0" fmla="*/ 452050 w 1814809"/>
              <a:gd name="connsiteY0" fmla="*/ 534641 h 1891359"/>
              <a:gd name="connsiteX1" fmla="*/ 91698 w 1814809"/>
              <a:gd name="connsiteY1" fmla="*/ 940200 h 1891359"/>
              <a:gd name="connsiteX2" fmla="*/ 13351 w 1814809"/>
              <a:gd name="connsiteY2" fmla="*/ 1737812 h 1891359"/>
              <a:gd name="connsiteX3" fmla="*/ 309435 w 1814809"/>
              <a:gd name="connsiteY3" fmla="*/ 1891359 h 1891359"/>
              <a:gd name="connsiteX4" fmla="*/ 1669435 w 1814809"/>
              <a:gd name="connsiteY4" fmla="*/ 1840637 h 1891359"/>
              <a:gd name="connsiteX5" fmla="*/ 1688563 w 1814809"/>
              <a:gd name="connsiteY5" fmla="*/ 1292355 h 1891359"/>
              <a:gd name="connsiteX6" fmla="*/ 1309780 w 1814809"/>
              <a:gd name="connsiteY6" fmla="*/ 1046341 h 1891359"/>
              <a:gd name="connsiteX7" fmla="*/ 1560208 w 1814809"/>
              <a:gd name="connsiteY7" fmla="*/ 672856 h 1891359"/>
              <a:gd name="connsiteX8" fmla="*/ 1428622 w 1814809"/>
              <a:gd name="connsiteY8" fmla="*/ 154877 h 1891359"/>
              <a:gd name="connsiteX9" fmla="*/ 930782 w 1814809"/>
              <a:gd name="connsiteY9" fmla="*/ 21205 h 1891359"/>
              <a:gd name="connsiteX10" fmla="*/ 452050 w 1814809"/>
              <a:gd name="connsiteY10" fmla="*/ 534641 h 1891359"/>
              <a:gd name="connsiteX0" fmla="*/ 452050 w 1814809"/>
              <a:gd name="connsiteY0" fmla="*/ 534641 h 1891359"/>
              <a:gd name="connsiteX1" fmla="*/ 91698 w 1814809"/>
              <a:gd name="connsiteY1" fmla="*/ 940200 h 1891359"/>
              <a:gd name="connsiteX2" fmla="*/ 13351 w 1814809"/>
              <a:gd name="connsiteY2" fmla="*/ 1737812 h 1891359"/>
              <a:gd name="connsiteX3" fmla="*/ 309435 w 1814809"/>
              <a:gd name="connsiteY3" fmla="*/ 1891359 h 1891359"/>
              <a:gd name="connsiteX4" fmla="*/ 1669435 w 1814809"/>
              <a:gd name="connsiteY4" fmla="*/ 1840637 h 1891359"/>
              <a:gd name="connsiteX5" fmla="*/ 1688563 w 1814809"/>
              <a:gd name="connsiteY5" fmla="*/ 1292355 h 1891359"/>
              <a:gd name="connsiteX6" fmla="*/ 1309780 w 1814809"/>
              <a:gd name="connsiteY6" fmla="*/ 1046341 h 1891359"/>
              <a:gd name="connsiteX7" fmla="*/ 1619996 w 1814809"/>
              <a:gd name="connsiteY7" fmla="*/ 526399 h 1891359"/>
              <a:gd name="connsiteX8" fmla="*/ 1428622 w 1814809"/>
              <a:gd name="connsiteY8" fmla="*/ 154877 h 1891359"/>
              <a:gd name="connsiteX9" fmla="*/ 930782 w 1814809"/>
              <a:gd name="connsiteY9" fmla="*/ 21205 h 1891359"/>
              <a:gd name="connsiteX10" fmla="*/ 452050 w 1814809"/>
              <a:gd name="connsiteY10" fmla="*/ 534641 h 1891359"/>
              <a:gd name="connsiteX0" fmla="*/ 452050 w 1814809"/>
              <a:gd name="connsiteY0" fmla="*/ 542872 h 1899590"/>
              <a:gd name="connsiteX1" fmla="*/ 91698 w 1814809"/>
              <a:gd name="connsiteY1" fmla="*/ 948431 h 1899590"/>
              <a:gd name="connsiteX2" fmla="*/ 13351 w 1814809"/>
              <a:gd name="connsiteY2" fmla="*/ 1746043 h 1899590"/>
              <a:gd name="connsiteX3" fmla="*/ 309435 w 1814809"/>
              <a:gd name="connsiteY3" fmla="*/ 1899590 h 1899590"/>
              <a:gd name="connsiteX4" fmla="*/ 1669435 w 1814809"/>
              <a:gd name="connsiteY4" fmla="*/ 1848868 h 1899590"/>
              <a:gd name="connsiteX5" fmla="*/ 1688563 w 1814809"/>
              <a:gd name="connsiteY5" fmla="*/ 1300586 h 1899590"/>
              <a:gd name="connsiteX6" fmla="*/ 1309780 w 1814809"/>
              <a:gd name="connsiteY6" fmla="*/ 1054572 h 1899590"/>
              <a:gd name="connsiteX7" fmla="*/ 1619996 w 1814809"/>
              <a:gd name="connsiteY7" fmla="*/ 534630 h 1899590"/>
              <a:gd name="connsiteX8" fmla="*/ 1488411 w 1814809"/>
              <a:gd name="connsiteY8" fmla="*/ 129049 h 1899590"/>
              <a:gd name="connsiteX9" fmla="*/ 930782 w 1814809"/>
              <a:gd name="connsiteY9" fmla="*/ 29436 h 1899590"/>
              <a:gd name="connsiteX10" fmla="*/ 452050 w 1814809"/>
              <a:gd name="connsiteY10" fmla="*/ 542872 h 1899590"/>
              <a:gd name="connsiteX0" fmla="*/ 452050 w 1814809"/>
              <a:gd name="connsiteY0" fmla="*/ 540513 h 1897231"/>
              <a:gd name="connsiteX1" fmla="*/ 91698 w 1814809"/>
              <a:gd name="connsiteY1" fmla="*/ 946072 h 1897231"/>
              <a:gd name="connsiteX2" fmla="*/ 13351 w 1814809"/>
              <a:gd name="connsiteY2" fmla="*/ 1743684 h 1897231"/>
              <a:gd name="connsiteX3" fmla="*/ 309435 w 1814809"/>
              <a:gd name="connsiteY3" fmla="*/ 1897231 h 1897231"/>
              <a:gd name="connsiteX4" fmla="*/ 1669435 w 1814809"/>
              <a:gd name="connsiteY4" fmla="*/ 1846509 h 1897231"/>
              <a:gd name="connsiteX5" fmla="*/ 1688563 w 1814809"/>
              <a:gd name="connsiteY5" fmla="*/ 1298227 h 1897231"/>
              <a:gd name="connsiteX6" fmla="*/ 1309780 w 1814809"/>
              <a:gd name="connsiteY6" fmla="*/ 1052213 h 1897231"/>
              <a:gd name="connsiteX7" fmla="*/ 1619996 w 1814809"/>
              <a:gd name="connsiteY7" fmla="*/ 532271 h 1897231"/>
              <a:gd name="connsiteX8" fmla="*/ 1488411 w 1814809"/>
              <a:gd name="connsiteY8" fmla="*/ 126690 h 1897231"/>
              <a:gd name="connsiteX9" fmla="*/ 930782 w 1814809"/>
              <a:gd name="connsiteY9" fmla="*/ 27077 h 1897231"/>
              <a:gd name="connsiteX10" fmla="*/ 452050 w 1814809"/>
              <a:gd name="connsiteY10" fmla="*/ 540513 h 1897231"/>
              <a:gd name="connsiteX0" fmla="*/ 452050 w 1814809"/>
              <a:gd name="connsiteY0" fmla="*/ 540513 h 1897231"/>
              <a:gd name="connsiteX1" fmla="*/ 91698 w 1814809"/>
              <a:gd name="connsiteY1" fmla="*/ 946072 h 1897231"/>
              <a:gd name="connsiteX2" fmla="*/ 13351 w 1814809"/>
              <a:gd name="connsiteY2" fmla="*/ 1743684 h 1897231"/>
              <a:gd name="connsiteX3" fmla="*/ 309435 w 1814809"/>
              <a:gd name="connsiteY3" fmla="*/ 1897231 h 1897231"/>
              <a:gd name="connsiteX4" fmla="*/ 1669435 w 1814809"/>
              <a:gd name="connsiteY4" fmla="*/ 1846509 h 1897231"/>
              <a:gd name="connsiteX5" fmla="*/ 1688563 w 1814809"/>
              <a:gd name="connsiteY5" fmla="*/ 1298227 h 1897231"/>
              <a:gd name="connsiteX6" fmla="*/ 1309780 w 1814809"/>
              <a:gd name="connsiteY6" fmla="*/ 1052213 h 1897231"/>
              <a:gd name="connsiteX7" fmla="*/ 1619996 w 1814809"/>
              <a:gd name="connsiteY7" fmla="*/ 532271 h 1897231"/>
              <a:gd name="connsiteX8" fmla="*/ 1488411 w 1814809"/>
              <a:gd name="connsiteY8" fmla="*/ 126690 h 1897231"/>
              <a:gd name="connsiteX9" fmla="*/ 930782 w 1814809"/>
              <a:gd name="connsiteY9" fmla="*/ 27077 h 1897231"/>
              <a:gd name="connsiteX10" fmla="*/ 452050 w 1814809"/>
              <a:gd name="connsiteY10" fmla="*/ 540513 h 1897231"/>
              <a:gd name="connsiteX0" fmla="*/ 288567 w 1811701"/>
              <a:gd name="connsiteY0" fmla="*/ 555674 h 1898251"/>
              <a:gd name="connsiteX1" fmla="*/ 88590 w 1811701"/>
              <a:gd name="connsiteY1" fmla="*/ 947092 h 1898251"/>
              <a:gd name="connsiteX2" fmla="*/ 10243 w 1811701"/>
              <a:gd name="connsiteY2" fmla="*/ 1744704 h 1898251"/>
              <a:gd name="connsiteX3" fmla="*/ 306327 w 1811701"/>
              <a:gd name="connsiteY3" fmla="*/ 1898251 h 1898251"/>
              <a:gd name="connsiteX4" fmla="*/ 1666327 w 1811701"/>
              <a:gd name="connsiteY4" fmla="*/ 1847529 h 1898251"/>
              <a:gd name="connsiteX5" fmla="*/ 1685455 w 1811701"/>
              <a:gd name="connsiteY5" fmla="*/ 1299247 h 1898251"/>
              <a:gd name="connsiteX6" fmla="*/ 1306672 w 1811701"/>
              <a:gd name="connsiteY6" fmla="*/ 1053233 h 1898251"/>
              <a:gd name="connsiteX7" fmla="*/ 1616888 w 1811701"/>
              <a:gd name="connsiteY7" fmla="*/ 533291 h 1898251"/>
              <a:gd name="connsiteX8" fmla="*/ 1485303 w 1811701"/>
              <a:gd name="connsiteY8" fmla="*/ 127710 h 1898251"/>
              <a:gd name="connsiteX9" fmla="*/ 927674 w 1811701"/>
              <a:gd name="connsiteY9" fmla="*/ 28097 h 1898251"/>
              <a:gd name="connsiteX10" fmla="*/ 288567 w 1811701"/>
              <a:gd name="connsiteY10" fmla="*/ 555674 h 1898251"/>
              <a:gd name="connsiteX0" fmla="*/ 288567 w 1811701"/>
              <a:gd name="connsiteY0" fmla="*/ 479828 h 1822405"/>
              <a:gd name="connsiteX1" fmla="*/ 88590 w 1811701"/>
              <a:gd name="connsiteY1" fmla="*/ 871246 h 1822405"/>
              <a:gd name="connsiteX2" fmla="*/ 10243 w 1811701"/>
              <a:gd name="connsiteY2" fmla="*/ 1668858 h 1822405"/>
              <a:gd name="connsiteX3" fmla="*/ 306327 w 1811701"/>
              <a:gd name="connsiteY3" fmla="*/ 1822405 h 1822405"/>
              <a:gd name="connsiteX4" fmla="*/ 1666327 w 1811701"/>
              <a:gd name="connsiteY4" fmla="*/ 1771683 h 1822405"/>
              <a:gd name="connsiteX5" fmla="*/ 1685455 w 1811701"/>
              <a:gd name="connsiteY5" fmla="*/ 1223401 h 1822405"/>
              <a:gd name="connsiteX6" fmla="*/ 1306672 w 1811701"/>
              <a:gd name="connsiteY6" fmla="*/ 977387 h 1822405"/>
              <a:gd name="connsiteX7" fmla="*/ 1616888 w 1811701"/>
              <a:gd name="connsiteY7" fmla="*/ 457445 h 1822405"/>
              <a:gd name="connsiteX8" fmla="*/ 1485303 w 1811701"/>
              <a:gd name="connsiteY8" fmla="*/ 51864 h 1822405"/>
              <a:gd name="connsiteX9" fmla="*/ 895599 w 1811701"/>
              <a:gd name="connsiteY9" fmla="*/ 79530 h 1822405"/>
              <a:gd name="connsiteX10" fmla="*/ 288567 w 1811701"/>
              <a:gd name="connsiteY10" fmla="*/ 479828 h 1822405"/>
              <a:gd name="connsiteX0" fmla="*/ 288567 w 1811701"/>
              <a:gd name="connsiteY0" fmla="*/ 419258 h 1761835"/>
              <a:gd name="connsiteX1" fmla="*/ 88590 w 1811701"/>
              <a:gd name="connsiteY1" fmla="*/ 810676 h 1761835"/>
              <a:gd name="connsiteX2" fmla="*/ 10243 w 1811701"/>
              <a:gd name="connsiteY2" fmla="*/ 1608288 h 1761835"/>
              <a:gd name="connsiteX3" fmla="*/ 306327 w 1811701"/>
              <a:gd name="connsiteY3" fmla="*/ 1761835 h 1761835"/>
              <a:gd name="connsiteX4" fmla="*/ 1666327 w 1811701"/>
              <a:gd name="connsiteY4" fmla="*/ 1711113 h 1761835"/>
              <a:gd name="connsiteX5" fmla="*/ 1685455 w 1811701"/>
              <a:gd name="connsiteY5" fmla="*/ 1162831 h 1761835"/>
              <a:gd name="connsiteX6" fmla="*/ 1306672 w 1811701"/>
              <a:gd name="connsiteY6" fmla="*/ 916817 h 1761835"/>
              <a:gd name="connsiteX7" fmla="*/ 1616888 w 1811701"/>
              <a:gd name="connsiteY7" fmla="*/ 396875 h 1761835"/>
              <a:gd name="connsiteX8" fmla="*/ 1373040 w 1811701"/>
              <a:gd name="connsiteY8" fmla="*/ 118574 h 1761835"/>
              <a:gd name="connsiteX9" fmla="*/ 895599 w 1811701"/>
              <a:gd name="connsiteY9" fmla="*/ 18960 h 1761835"/>
              <a:gd name="connsiteX10" fmla="*/ 288567 w 1811701"/>
              <a:gd name="connsiteY10" fmla="*/ 419258 h 1761835"/>
              <a:gd name="connsiteX0" fmla="*/ 288567 w 1811701"/>
              <a:gd name="connsiteY0" fmla="*/ 419258 h 1761835"/>
              <a:gd name="connsiteX1" fmla="*/ 88590 w 1811701"/>
              <a:gd name="connsiteY1" fmla="*/ 810676 h 1761835"/>
              <a:gd name="connsiteX2" fmla="*/ 10243 w 1811701"/>
              <a:gd name="connsiteY2" fmla="*/ 1608288 h 1761835"/>
              <a:gd name="connsiteX3" fmla="*/ 306327 w 1811701"/>
              <a:gd name="connsiteY3" fmla="*/ 1761835 h 1761835"/>
              <a:gd name="connsiteX4" fmla="*/ 1666327 w 1811701"/>
              <a:gd name="connsiteY4" fmla="*/ 1711113 h 1761835"/>
              <a:gd name="connsiteX5" fmla="*/ 1685455 w 1811701"/>
              <a:gd name="connsiteY5" fmla="*/ 1162831 h 1761835"/>
              <a:gd name="connsiteX6" fmla="*/ 1306672 w 1811701"/>
              <a:gd name="connsiteY6" fmla="*/ 916817 h 1761835"/>
              <a:gd name="connsiteX7" fmla="*/ 1584814 w 1811701"/>
              <a:gd name="connsiteY7" fmla="*/ 510012 h 1761835"/>
              <a:gd name="connsiteX8" fmla="*/ 1373040 w 1811701"/>
              <a:gd name="connsiteY8" fmla="*/ 118574 h 1761835"/>
              <a:gd name="connsiteX9" fmla="*/ 895599 w 1811701"/>
              <a:gd name="connsiteY9" fmla="*/ 18960 h 1761835"/>
              <a:gd name="connsiteX10" fmla="*/ 288567 w 1811701"/>
              <a:gd name="connsiteY10" fmla="*/ 419258 h 1761835"/>
              <a:gd name="connsiteX0" fmla="*/ 288567 w 1770444"/>
              <a:gd name="connsiteY0" fmla="*/ 419258 h 1761835"/>
              <a:gd name="connsiteX1" fmla="*/ 88590 w 1770444"/>
              <a:gd name="connsiteY1" fmla="*/ 810676 h 1761835"/>
              <a:gd name="connsiteX2" fmla="*/ 10243 w 1770444"/>
              <a:gd name="connsiteY2" fmla="*/ 1608288 h 1761835"/>
              <a:gd name="connsiteX3" fmla="*/ 306327 w 1770444"/>
              <a:gd name="connsiteY3" fmla="*/ 1761835 h 1761835"/>
              <a:gd name="connsiteX4" fmla="*/ 1666327 w 1770444"/>
              <a:gd name="connsiteY4" fmla="*/ 1711113 h 1761835"/>
              <a:gd name="connsiteX5" fmla="*/ 1589229 w 1770444"/>
              <a:gd name="connsiteY5" fmla="*/ 1176973 h 1761835"/>
              <a:gd name="connsiteX6" fmla="*/ 1306672 w 1770444"/>
              <a:gd name="connsiteY6" fmla="*/ 916817 h 1761835"/>
              <a:gd name="connsiteX7" fmla="*/ 1584814 w 1770444"/>
              <a:gd name="connsiteY7" fmla="*/ 510012 h 1761835"/>
              <a:gd name="connsiteX8" fmla="*/ 1373040 w 1770444"/>
              <a:gd name="connsiteY8" fmla="*/ 118574 h 1761835"/>
              <a:gd name="connsiteX9" fmla="*/ 895599 w 1770444"/>
              <a:gd name="connsiteY9" fmla="*/ 18960 h 1761835"/>
              <a:gd name="connsiteX10" fmla="*/ 288567 w 1770444"/>
              <a:gd name="connsiteY10" fmla="*/ 419258 h 1761835"/>
              <a:gd name="connsiteX0" fmla="*/ 288567 w 1592514"/>
              <a:gd name="connsiteY0" fmla="*/ 419258 h 1863058"/>
              <a:gd name="connsiteX1" fmla="*/ 88590 w 1592514"/>
              <a:gd name="connsiteY1" fmla="*/ 810676 h 1863058"/>
              <a:gd name="connsiteX2" fmla="*/ 10243 w 1592514"/>
              <a:gd name="connsiteY2" fmla="*/ 1608288 h 1863058"/>
              <a:gd name="connsiteX3" fmla="*/ 306327 w 1592514"/>
              <a:gd name="connsiteY3" fmla="*/ 1761835 h 1863058"/>
              <a:gd name="connsiteX4" fmla="*/ 1377650 w 1592514"/>
              <a:gd name="connsiteY4" fmla="*/ 1838393 h 1863058"/>
              <a:gd name="connsiteX5" fmla="*/ 1589229 w 1592514"/>
              <a:gd name="connsiteY5" fmla="*/ 1176973 h 1863058"/>
              <a:gd name="connsiteX6" fmla="*/ 1306672 w 1592514"/>
              <a:gd name="connsiteY6" fmla="*/ 916817 h 1863058"/>
              <a:gd name="connsiteX7" fmla="*/ 1584814 w 1592514"/>
              <a:gd name="connsiteY7" fmla="*/ 510012 h 1863058"/>
              <a:gd name="connsiteX8" fmla="*/ 1373040 w 1592514"/>
              <a:gd name="connsiteY8" fmla="*/ 118574 h 1863058"/>
              <a:gd name="connsiteX9" fmla="*/ 895599 w 1592514"/>
              <a:gd name="connsiteY9" fmla="*/ 18960 h 1863058"/>
              <a:gd name="connsiteX10" fmla="*/ 288567 w 1592514"/>
              <a:gd name="connsiteY10" fmla="*/ 419258 h 1863058"/>
              <a:gd name="connsiteX0" fmla="*/ 421322 w 1594935"/>
              <a:gd name="connsiteY0" fmla="*/ 616342 h 1876292"/>
              <a:gd name="connsiteX1" fmla="*/ 91011 w 1594935"/>
              <a:gd name="connsiteY1" fmla="*/ 823910 h 1876292"/>
              <a:gd name="connsiteX2" fmla="*/ 12664 w 1594935"/>
              <a:gd name="connsiteY2" fmla="*/ 1621522 h 1876292"/>
              <a:gd name="connsiteX3" fmla="*/ 308748 w 1594935"/>
              <a:gd name="connsiteY3" fmla="*/ 1775069 h 1876292"/>
              <a:gd name="connsiteX4" fmla="*/ 1380071 w 1594935"/>
              <a:gd name="connsiteY4" fmla="*/ 1851627 h 1876292"/>
              <a:gd name="connsiteX5" fmla="*/ 1591650 w 1594935"/>
              <a:gd name="connsiteY5" fmla="*/ 1190207 h 1876292"/>
              <a:gd name="connsiteX6" fmla="*/ 1309093 w 1594935"/>
              <a:gd name="connsiteY6" fmla="*/ 930051 h 1876292"/>
              <a:gd name="connsiteX7" fmla="*/ 1587235 w 1594935"/>
              <a:gd name="connsiteY7" fmla="*/ 523246 h 1876292"/>
              <a:gd name="connsiteX8" fmla="*/ 1375461 w 1594935"/>
              <a:gd name="connsiteY8" fmla="*/ 131808 h 1876292"/>
              <a:gd name="connsiteX9" fmla="*/ 898020 w 1594935"/>
              <a:gd name="connsiteY9" fmla="*/ 32194 h 1876292"/>
              <a:gd name="connsiteX10" fmla="*/ 421322 w 1594935"/>
              <a:gd name="connsiteY10" fmla="*/ 616342 h 1876292"/>
              <a:gd name="connsiteX0" fmla="*/ 413257 w 1586870"/>
              <a:gd name="connsiteY0" fmla="*/ 616342 h 1876292"/>
              <a:gd name="connsiteX1" fmla="*/ 140873 w 1586870"/>
              <a:gd name="connsiteY1" fmla="*/ 993617 h 1876292"/>
              <a:gd name="connsiteX2" fmla="*/ 4599 w 1586870"/>
              <a:gd name="connsiteY2" fmla="*/ 1621522 h 1876292"/>
              <a:gd name="connsiteX3" fmla="*/ 300683 w 1586870"/>
              <a:gd name="connsiteY3" fmla="*/ 1775069 h 1876292"/>
              <a:gd name="connsiteX4" fmla="*/ 1372006 w 1586870"/>
              <a:gd name="connsiteY4" fmla="*/ 1851627 h 1876292"/>
              <a:gd name="connsiteX5" fmla="*/ 1583585 w 1586870"/>
              <a:gd name="connsiteY5" fmla="*/ 1190207 h 1876292"/>
              <a:gd name="connsiteX6" fmla="*/ 1301028 w 1586870"/>
              <a:gd name="connsiteY6" fmla="*/ 930051 h 1876292"/>
              <a:gd name="connsiteX7" fmla="*/ 1579170 w 1586870"/>
              <a:gd name="connsiteY7" fmla="*/ 523246 h 1876292"/>
              <a:gd name="connsiteX8" fmla="*/ 1367396 w 1586870"/>
              <a:gd name="connsiteY8" fmla="*/ 131808 h 1876292"/>
              <a:gd name="connsiteX9" fmla="*/ 889955 w 1586870"/>
              <a:gd name="connsiteY9" fmla="*/ 32194 h 1876292"/>
              <a:gd name="connsiteX10" fmla="*/ 413257 w 1586870"/>
              <a:gd name="connsiteY10" fmla="*/ 616342 h 1876292"/>
              <a:gd name="connsiteX0" fmla="*/ 284962 w 1458575"/>
              <a:gd name="connsiteY0" fmla="*/ 616342 h 1908017"/>
              <a:gd name="connsiteX1" fmla="*/ 12578 w 1458575"/>
              <a:gd name="connsiteY1" fmla="*/ 993617 h 1908017"/>
              <a:gd name="connsiteX2" fmla="*/ 172388 w 1458575"/>
              <a:gd name="connsiteY2" fmla="*/ 1775069 h 1908017"/>
              <a:gd name="connsiteX3" fmla="*/ 1243711 w 1458575"/>
              <a:gd name="connsiteY3" fmla="*/ 1851627 h 1908017"/>
              <a:gd name="connsiteX4" fmla="*/ 1455290 w 1458575"/>
              <a:gd name="connsiteY4" fmla="*/ 1190207 h 1908017"/>
              <a:gd name="connsiteX5" fmla="*/ 1172733 w 1458575"/>
              <a:gd name="connsiteY5" fmla="*/ 930051 h 1908017"/>
              <a:gd name="connsiteX6" fmla="*/ 1450875 w 1458575"/>
              <a:gd name="connsiteY6" fmla="*/ 523246 h 1908017"/>
              <a:gd name="connsiteX7" fmla="*/ 1239101 w 1458575"/>
              <a:gd name="connsiteY7" fmla="*/ 131808 h 1908017"/>
              <a:gd name="connsiteX8" fmla="*/ 761660 w 1458575"/>
              <a:gd name="connsiteY8" fmla="*/ 32194 h 1908017"/>
              <a:gd name="connsiteX9" fmla="*/ 284962 w 1458575"/>
              <a:gd name="connsiteY9" fmla="*/ 616342 h 1908017"/>
              <a:gd name="connsiteX0" fmla="*/ 343858 w 1519131"/>
              <a:gd name="connsiteY0" fmla="*/ 616342 h 1885036"/>
              <a:gd name="connsiteX1" fmla="*/ 71474 w 1519131"/>
              <a:gd name="connsiteY1" fmla="*/ 993617 h 1885036"/>
              <a:gd name="connsiteX2" fmla="*/ 115432 w 1519131"/>
              <a:gd name="connsiteY2" fmla="*/ 1704358 h 1885036"/>
              <a:gd name="connsiteX3" fmla="*/ 1302607 w 1519131"/>
              <a:gd name="connsiteY3" fmla="*/ 1851627 h 1885036"/>
              <a:gd name="connsiteX4" fmla="*/ 1514186 w 1519131"/>
              <a:gd name="connsiteY4" fmla="*/ 1190207 h 1885036"/>
              <a:gd name="connsiteX5" fmla="*/ 1231629 w 1519131"/>
              <a:gd name="connsiteY5" fmla="*/ 930051 h 1885036"/>
              <a:gd name="connsiteX6" fmla="*/ 1509771 w 1519131"/>
              <a:gd name="connsiteY6" fmla="*/ 523246 h 1885036"/>
              <a:gd name="connsiteX7" fmla="*/ 1297997 w 1519131"/>
              <a:gd name="connsiteY7" fmla="*/ 131808 h 1885036"/>
              <a:gd name="connsiteX8" fmla="*/ 820556 w 1519131"/>
              <a:gd name="connsiteY8" fmla="*/ 32194 h 1885036"/>
              <a:gd name="connsiteX9" fmla="*/ 343858 w 1519131"/>
              <a:gd name="connsiteY9" fmla="*/ 616342 h 1885036"/>
              <a:gd name="connsiteX0" fmla="*/ 343858 w 1549812"/>
              <a:gd name="connsiteY0" fmla="*/ 616342 h 1800235"/>
              <a:gd name="connsiteX1" fmla="*/ 71474 w 1549812"/>
              <a:gd name="connsiteY1" fmla="*/ 993617 h 1800235"/>
              <a:gd name="connsiteX2" fmla="*/ 115432 w 1549812"/>
              <a:gd name="connsiteY2" fmla="*/ 1704358 h 1800235"/>
              <a:gd name="connsiteX3" fmla="*/ 1389496 w 1549812"/>
              <a:gd name="connsiteY3" fmla="*/ 1724347 h 1800235"/>
              <a:gd name="connsiteX4" fmla="*/ 1514186 w 1549812"/>
              <a:gd name="connsiteY4" fmla="*/ 1190207 h 1800235"/>
              <a:gd name="connsiteX5" fmla="*/ 1231629 w 1549812"/>
              <a:gd name="connsiteY5" fmla="*/ 930051 h 1800235"/>
              <a:gd name="connsiteX6" fmla="*/ 1509771 w 1549812"/>
              <a:gd name="connsiteY6" fmla="*/ 523246 h 1800235"/>
              <a:gd name="connsiteX7" fmla="*/ 1297997 w 1549812"/>
              <a:gd name="connsiteY7" fmla="*/ 131808 h 1800235"/>
              <a:gd name="connsiteX8" fmla="*/ 820556 w 1549812"/>
              <a:gd name="connsiteY8" fmla="*/ 32194 h 1800235"/>
              <a:gd name="connsiteX9" fmla="*/ 343858 w 1549812"/>
              <a:gd name="connsiteY9" fmla="*/ 616342 h 18002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549812" h="1800235">
                <a:moveTo>
                  <a:pt x="343858" y="616342"/>
                </a:moveTo>
                <a:cubicBezTo>
                  <a:pt x="219011" y="776579"/>
                  <a:pt x="109545" y="812281"/>
                  <a:pt x="71474" y="993617"/>
                </a:cubicBezTo>
                <a:cubicBezTo>
                  <a:pt x="33403" y="1174953"/>
                  <a:pt x="-89757" y="1561356"/>
                  <a:pt x="115432" y="1704358"/>
                </a:cubicBezTo>
                <a:cubicBezTo>
                  <a:pt x="320621" y="1847360"/>
                  <a:pt x="1156371" y="1810039"/>
                  <a:pt x="1389496" y="1724347"/>
                </a:cubicBezTo>
                <a:cubicBezTo>
                  <a:pt x="1622621" y="1638655"/>
                  <a:pt x="1540497" y="1322590"/>
                  <a:pt x="1514186" y="1190207"/>
                </a:cubicBezTo>
                <a:cubicBezTo>
                  <a:pt x="1487875" y="1057824"/>
                  <a:pt x="1240336" y="1148914"/>
                  <a:pt x="1231629" y="930051"/>
                </a:cubicBezTo>
                <a:cubicBezTo>
                  <a:pt x="1248292" y="693847"/>
                  <a:pt x="1498710" y="656286"/>
                  <a:pt x="1509771" y="523246"/>
                </a:cubicBezTo>
                <a:cubicBezTo>
                  <a:pt x="1520832" y="390206"/>
                  <a:pt x="1431655" y="305130"/>
                  <a:pt x="1297997" y="131808"/>
                </a:cubicBezTo>
                <a:cubicBezTo>
                  <a:pt x="1189251" y="36824"/>
                  <a:pt x="979579" y="-48562"/>
                  <a:pt x="820556" y="32194"/>
                </a:cubicBezTo>
                <a:cubicBezTo>
                  <a:pt x="661533" y="112950"/>
                  <a:pt x="468705" y="456105"/>
                  <a:pt x="343858" y="616342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" name="Freeform 417">
            <a:extLst>
              <a:ext uri="{FF2B5EF4-FFF2-40B4-BE49-F238E27FC236}">
                <a16:creationId xmlns:a16="http://schemas.microsoft.com/office/drawing/2014/main" id="{A6AD087C-04A1-094B-B5E0-C38BD623364D}"/>
              </a:ext>
            </a:extLst>
          </p:cNvPr>
          <p:cNvSpPr>
            <a:spLocks/>
          </p:cNvSpPr>
          <p:nvPr/>
        </p:nvSpPr>
        <p:spPr bwMode="auto">
          <a:xfrm>
            <a:off x="7347816" y="1339341"/>
            <a:ext cx="1736725" cy="1317704"/>
          </a:xfrm>
          <a:custGeom>
            <a:avLst/>
            <a:gdLst>
              <a:gd name="T0" fmla="*/ 2147483646 w 1036"/>
              <a:gd name="T1" fmla="*/ 2147483646 h 675"/>
              <a:gd name="T2" fmla="*/ 2147483646 w 1036"/>
              <a:gd name="T3" fmla="*/ 2147483646 h 675"/>
              <a:gd name="T4" fmla="*/ 2147483646 w 1036"/>
              <a:gd name="T5" fmla="*/ 2147483646 h 675"/>
              <a:gd name="T6" fmla="*/ 2147483646 w 1036"/>
              <a:gd name="T7" fmla="*/ 2147483646 h 675"/>
              <a:gd name="T8" fmla="*/ 2147483646 w 1036"/>
              <a:gd name="T9" fmla="*/ 2147483646 h 675"/>
              <a:gd name="T10" fmla="*/ 2147483646 w 1036"/>
              <a:gd name="T11" fmla="*/ 2147483646 h 675"/>
              <a:gd name="T12" fmla="*/ 2147483646 w 1036"/>
              <a:gd name="T13" fmla="*/ 2147483646 h 675"/>
              <a:gd name="T14" fmla="*/ 2147483646 w 1036"/>
              <a:gd name="T15" fmla="*/ 2147483646 h 675"/>
              <a:gd name="T16" fmla="*/ 2147483646 w 1036"/>
              <a:gd name="T17" fmla="*/ 2147483646 h 675"/>
              <a:gd name="T18" fmla="*/ 2147483646 w 1036"/>
              <a:gd name="T19" fmla="*/ 2147483646 h 675"/>
              <a:gd name="T20" fmla="*/ 2147483646 w 1036"/>
              <a:gd name="T21" fmla="*/ 2147483646 h 675"/>
              <a:gd name="T22" fmla="*/ 2147483646 w 1036"/>
              <a:gd name="T23" fmla="*/ 2147483646 h 675"/>
              <a:gd name="T24" fmla="*/ 2147483646 w 1036"/>
              <a:gd name="T25" fmla="*/ 2147483646 h 675"/>
              <a:gd name="T26" fmla="*/ 2147483646 w 1036"/>
              <a:gd name="T27" fmla="*/ 2147483646 h 675"/>
              <a:gd name="T28" fmla="*/ 2147483646 w 1036"/>
              <a:gd name="T29" fmla="*/ 2147483646 h 675"/>
              <a:gd name="T30" fmla="*/ 2147483646 w 1036"/>
              <a:gd name="T31" fmla="*/ 2147483646 h 675"/>
              <a:gd name="T32" fmla="*/ 2147483646 w 1036"/>
              <a:gd name="T33" fmla="*/ 2147483646 h 675"/>
              <a:gd name="T34" fmla="*/ 2147483646 w 1036"/>
              <a:gd name="T35" fmla="*/ 2147483646 h 675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w 1036"/>
              <a:gd name="T55" fmla="*/ 0 h 675"/>
              <a:gd name="T56" fmla="*/ 1036 w 1036"/>
              <a:gd name="T57" fmla="*/ 675 h 675"/>
            </a:gdLst>
            <a:ahLst/>
            <a:cxnLst>
              <a:cxn ang="T36">
                <a:pos x="T0" y="T1"/>
              </a:cxn>
              <a:cxn ang="T37">
                <a:pos x="T2" y="T3"/>
              </a:cxn>
              <a:cxn ang="T38">
                <a:pos x="T4" y="T5"/>
              </a:cxn>
              <a:cxn ang="T39">
                <a:pos x="T6" y="T7"/>
              </a:cxn>
              <a:cxn ang="T40">
                <a:pos x="T8" y="T9"/>
              </a:cxn>
              <a:cxn ang="T41">
                <a:pos x="T10" y="T11"/>
              </a:cxn>
              <a:cxn ang="T42">
                <a:pos x="T12" y="T13"/>
              </a:cxn>
              <a:cxn ang="T43">
                <a:pos x="T14" y="T15"/>
              </a:cxn>
              <a:cxn ang="T44">
                <a:pos x="T16" y="T17"/>
              </a:cxn>
              <a:cxn ang="T45">
                <a:pos x="T18" y="T19"/>
              </a:cxn>
              <a:cxn ang="T46">
                <a:pos x="T20" y="T21"/>
              </a:cxn>
              <a:cxn ang="T47">
                <a:pos x="T22" y="T23"/>
              </a:cxn>
              <a:cxn ang="T48">
                <a:pos x="T24" y="T25"/>
              </a:cxn>
              <a:cxn ang="T49">
                <a:pos x="T26" y="T27"/>
              </a:cxn>
              <a:cxn ang="T50">
                <a:pos x="T28" y="T29"/>
              </a:cxn>
              <a:cxn ang="T51">
                <a:pos x="T30" y="T31"/>
              </a:cxn>
              <a:cxn ang="T52">
                <a:pos x="T32" y="T33"/>
              </a:cxn>
              <a:cxn ang="T53">
                <a:pos x="T34" y="T35"/>
              </a:cxn>
            </a:cxnLst>
            <a:rect l="T54" t="T55" r="T56" b="T57"/>
            <a:pathLst>
              <a:path w="1036" h="675">
                <a:moveTo>
                  <a:pt x="648" y="11"/>
                </a:moveTo>
                <a:cubicBezTo>
                  <a:pt x="584" y="19"/>
                  <a:pt x="464" y="33"/>
                  <a:pt x="390" y="53"/>
                </a:cubicBezTo>
                <a:cubicBezTo>
                  <a:pt x="316" y="73"/>
                  <a:pt x="246" y="100"/>
                  <a:pt x="206" y="129"/>
                </a:cubicBezTo>
                <a:cubicBezTo>
                  <a:pt x="166" y="158"/>
                  <a:pt x="183" y="201"/>
                  <a:pt x="152" y="229"/>
                </a:cubicBezTo>
                <a:cubicBezTo>
                  <a:pt x="121" y="257"/>
                  <a:pt x="44" y="259"/>
                  <a:pt x="22" y="297"/>
                </a:cubicBezTo>
                <a:cubicBezTo>
                  <a:pt x="0" y="335"/>
                  <a:pt x="0" y="427"/>
                  <a:pt x="18" y="459"/>
                </a:cubicBezTo>
                <a:cubicBezTo>
                  <a:pt x="36" y="491"/>
                  <a:pt x="59" y="484"/>
                  <a:pt x="132" y="489"/>
                </a:cubicBezTo>
                <a:cubicBezTo>
                  <a:pt x="205" y="494"/>
                  <a:pt x="380" y="478"/>
                  <a:pt x="458" y="489"/>
                </a:cubicBezTo>
                <a:cubicBezTo>
                  <a:pt x="536" y="500"/>
                  <a:pt x="549" y="527"/>
                  <a:pt x="598" y="555"/>
                </a:cubicBezTo>
                <a:cubicBezTo>
                  <a:pt x="647" y="583"/>
                  <a:pt x="707" y="639"/>
                  <a:pt x="752" y="657"/>
                </a:cubicBezTo>
                <a:cubicBezTo>
                  <a:pt x="797" y="675"/>
                  <a:pt x="837" y="670"/>
                  <a:pt x="870" y="661"/>
                </a:cubicBezTo>
                <a:cubicBezTo>
                  <a:pt x="903" y="652"/>
                  <a:pt x="932" y="639"/>
                  <a:pt x="952" y="603"/>
                </a:cubicBezTo>
                <a:cubicBezTo>
                  <a:pt x="972" y="567"/>
                  <a:pt x="981" y="497"/>
                  <a:pt x="992" y="445"/>
                </a:cubicBezTo>
                <a:cubicBezTo>
                  <a:pt x="1003" y="393"/>
                  <a:pt x="1013" y="347"/>
                  <a:pt x="1018" y="291"/>
                </a:cubicBezTo>
                <a:cubicBezTo>
                  <a:pt x="1023" y="235"/>
                  <a:pt x="1036" y="153"/>
                  <a:pt x="1022" y="107"/>
                </a:cubicBezTo>
                <a:cubicBezTo>
                  <a:pt x="1008" y="61"/>
                  <a:pt x="975" y="34"/>
                  <a:pt x="934" y="17"/>
                </a:cubicBezTo>
                <a:cubicBezTo>
                  <a:pt x="893" y="0"/>
                  <a:pt x="824" y="4"/>
                  <a:pt x="776" y="3"/>
                </a:cubicBezTo>
                <a:cubicBezTo>
                  <a:pt x="728" y="2"/>
                  <a:pt x="712" y="3"/>
                  <a:pt x="648" y="11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10" name="Group 418">
            <a:extLst>
              <a:ext uri="{FF2B5EF4-FFF2-40B4-BE49-F238E27FC236}">
                <a16:creationId xmlns:a16="http://schemas.microsoft.com/office/drawing/2014/main" id="{DDD85433-A27F-6541-A663-D96D5984F58C}"/>
              </a:ext>
            </a:extLst>
          </p:cNvPr>
          <p:cNvGrpSpPr>
            <a:grpSpLocks/>
          </p:cNvGrpSpPr>
          <p:nvPr/>
        </p:nvGrpSpPr>
        <p:grpSpPr bwMode="auto">
          <a:xfrm>
            <a:off x="7279090" y="2802557"/>
            <a:ext cx="1458912" cy="933450"/>
            <a:chOff x="2889" y="1631"/>
            <a:chExt cx="980" cy="743"/>
          </a:xfrm>
        </p:grpSpPr>
        <p:sp>
          <p:nvSpPr>
            <p:cNvPr id="11" name="Rectangle 419">
              <a:extLst>
                <a:ext uri="{FF2B5EF4-FFF2-40B4-BE49-F238E27FC236}">
                  <a16:creationId xmlns:a16="http://schemas.microsoft.com/office/drawing/2014/main" id="{6BE52684-A899-C64A-B92A-00B359924C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6" y="1841"/>
              <a:ext cx="663" cy="533"/>
            </a:xfrm>
            <a:prstGeom prst="rect">
              <a:avLst/>
            </a:prstGeom>
            <a:solidFill>
              <a:srgbClr val="9CDF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2" name="AutoShape 420">
              <a:extLst>
                <a:ext uri="{FF2B5EF4-FFF2-40B4-BE49-F238E27FC236}">
                  <a16:creationId xmlns:a16="http://schemas.microsoft.com/office/drawing/2014/main" id="{1CC81BD0-1E06-234E-9C84-9CF4B42DEA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9" y="1631"/>
              <a:ext cx="980" cy="253"/>
            </a:xfrm>
            <a:prstGeom prst="triangle">
              <a:avLst>
                <a:gd name="adj" fmla="val 50000"/>
              </a:avLst>
            </a:prstGeom>
            <a:solidFill>
              <a:srgbClr val="9CDF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CCFF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sp>
        <p:nvSpPr>
          <p:cNvPr id="13" name="Freeform 427">
            <a:extLst>
              <a:ext uri="{FF2B5EF4-FFF2-40B4-BE49-F238E27FC236}">
                <a16:creationId xmlns:a16="http://schemas.microsoft.com/office/drawing/2014/main" id="{15D75210-CCB3-EF4F-8147-08315952ABD2}"/>
              </a:ext>
            </a:extLst>
          </p:cNvPr>
          <p:cNvSpPr>
            <a:spLocks/>
          </p:cNvSpPr>
          <p:nvPr/>
        </p:nvSpPr>
        <p:spPr bwMode="auto">
          <a:xfrm>
            <a:off x="7786141" y="4196440"/>
            <a:ext cx="3079750" cy="1665288"/>
          </a:xfrm>
          <a:custGeom>
            <a:avLst/>
            <a:gdLst>
              <a:gd name="T0" fmla="*/ 2147483646 w 1940"/>
              <a:gd name="T1" fmla="*/ 2147483646 h 1049"/>
              <a:gd name="T2" fmla="*/ 2147483646 w 1940"/>
              <a:gd name="T3" fmla="*/ 2147483646 h 1049"/>
              <a:gd name="T4" fmla="*/ 2147483646 w 1940"/>
              <a:gd name="T5" fmla="*/ 2147483646 h 1049"/>
              <a:gd name="T6" fmla="*/ 2147483646 w 1940"/>
              <a:gd name="T7" fmla="*/ 2147483646 h 1049"/>
              <a:gd name="T8" fmla="*/ 2147483646 w 1940"/>
              <a:gd name="T9" fmla="*/ 2147483646 h 1049"/>
              <a:gd name="T10" fmla="*/ 2147483646 w 1940"/>
              <a:gd name="T11" fmla="*/ 2147483646 h 1049"/>
              <a:gd name="T12" fmla="*/ 2147483646 w 1940"/>
              <a:gd name="T13" fmla="*/ 2147483646 h 1049"/>
              <a:gd name="T14" fmla="*/ 2147483646 w 1940"/>
              <a:gd name="T15" fmla="*/ 2147483646 h 1049"/>
              <a:gd name="T16" fmla="*/ 2147483646 w 1940"/>
              <a:gd name="T17" fmla="*/ 2147483646 h 1049"/>
              <a:gd name="T18" fmla="*/ 2147483646 w 1940"/>
              <a:gd name="T19" fmla="*/ 2147483646 h 1049"/>
              <a:gd name="T20" fmla="*/ 2147483646 w 1940"/>
              <a:gd name="T21" fmla="*/ 2147483646 h 1049"/>
              <a:gd name="T22" fmla="*/ 2147483646 w 1940"/>
              <a:gd name="T23" fmla="*/ 2147483646 h 1049"/>
              <a:gd name="T24" fmla="*/ 2147483646 w 1940"/>
              <a:gd name="T25" fmla="*/ 2147483646 h 1049"/>
              <a:gd name="T26" fmla="*/ 2147483646 w 1940"/>
              <a:gd name="T27" fmla="*/ 2147483646 h 1049"/>
              <a:gd name="T28" fmla="*/ 2147483646 w 1940"/>
              <a:gd name="T29" fmla="*/ 2147483646 h 1049"/>
              <a:gd name="T30" fmla="*/ 2147483646 w 1940"/>
              <a:gd name="T31" fmla="*/ 2147483646 h 1049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w 1940"/>
              <a:gd name="T49" fmla="*/ 0 h 1049"/>
              <a:gd name="T50" fmla="*/ 1940 w 1940"/>
              <a:gd name="T51" fmla="*/ 1049 h 1049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T48" t="T49" r="T50" b="T51"/>
            <a:pathLst>
              <a:path w="1940" h="1049">
                <a:moveTo>
                  <a:pt x="952" y="26"/>
                </a:moveTo>
                <a:cubicBezTo>
                  <a:pt x="867" y="45"/>
                  <a:pt x="832" y="118"/>
                  <a:pt x="755" y="125"/>
                </a:cubicBezTo>
                <a:cubicBezTo>
                  <a:pt x="678" y="132"/>
                  <a:pt x="587" y="72"/>
                  <a:pt x="488" y="68"/>
                </a:cubicBezTo>
                <a:cubicBezTo>
                  <a:pt x="389" y="64"/>
                  <a:pt x="237" y="48"/>
                  <a:pt x="158" y="101"/>
                </a:cubicBezTo>
                <a:cubicBezTo>
                  <a:pt x="79" y="154"/>
                  <a:pt x="28" y="298"/>
                  <a:pt x="14" y="389"/>
                </a:cubicBezTo>
                <a:cubicBezTo>
                  <a:pt x="0" y="480"/>
                  <a:pt x="25" y="595"/>
                  <a:pt x="71" y="648"/>
                </a:cubicBezTo>
                <a:cubicBezTo>
                  <a:pt x="117" y="701"/>
                  <a:pt x="205" y="665"/>
                  <a:pt x="288" y="706"/>
                </a:cubicBezTo>
                <a:cubicBezTo>
                  <a:pt x="371" y="747"/>
                  <a:pt x="450" y="842"/>
                  <a:pt x="568" y="893"/>
                </a:cubicBezTo>
                <a:cubicBezTo>
                  <a:pt x="686" y="944"/>
                  <a:pt x="852" y="991"/>
                  <a:pt x="996" y="1014"/>
                </a:cubicBezTo>
                <a:cubicBezTo>
                  <a:pt x="1140" y="1036"/>
                  <a:pt x="1309" y="1049"/>
                  <a:pt x="1433" y="1031"/>
                </a:cubicBezTo>
                <a:cubicBezTo>
                  <a:pt x="1557" y="1012"/>
                  <a:pt x="1657" y="960"/>
                  <a:pt x="1739" y="907"/>
                </a:cubicBezTo>
                <a:cubicBezTo>
                  <a:pt x="1821" y="855"/>
                  <a:pt x="1906" y="824"/>
                  <a:pt x="1923" y="714"/>
                </a:cubicBezTo>
                <a:cubicBezTo>
                  <a:pt x="1940" y="604"/>
                  <a:pt x="1898" y="350"/>
                  <a:pt x="1839" y="251"/>
                </a:cubicBezTo>
                <a:cubicBezTo>
                  <a:pt x="1780" y="151"/>
                  <a:pt x="1662" y="153"/>
                  <a:pt x="1566" y="114"/>
                </a:cubicBezTo>
                <a:cubicBezTo>
                  <a:pt x="1470" y="76"/>
                  <a:pt x="1365" y="30"/>
                  <a:pt x="1263" y="15"/>
                </a:cubicBezTo>
                <a:cubicBezTo>
                  <a:pt x="1161" y="0"/>
                  <a:pt x="1037" y="8"/>
                  <a:pt x="952" y="26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4" name="Text Box 580">
            <a:extLst>
              <a:ext uri="{FF2B5EF4-FFF2-40B4-BE49-F238E27FC236}">
                <a16:creationId xmlns:a16="http://schemas.microsoft.com/office/drawing/2014/main" id="{F5DA193A-3F5E-E747-8642-93E8D466E66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53014" y="1001767"/>
            <a:ext cx="1339406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mobile network</a:t>
            </a:r>
          </a:p>
        </p:txBody>
      </p:sp>
      <p:sp>
        <p:nvSpPr>
          <p:cNvPr id="15" name="Text Box 580">
            <a:extLst>
              <a:ext uri="{FF2B5EF4-FFF2-40B4-BE49-F238E27FC236}">
                <a16:creationId xmlns:a16="http://schemas.microsoft.com/office/drawing/2014/main" id="{5FA06B40-094D-D341-900D-62322B1FAE1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80648" y="5293081"/>
            <a:ext cx="1195135" cy="441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enterprise</a:t>
            </a:r>
          </a:p>
          <a:p>
            <a:pPr marL="0" marR="0" lvl="0" indent="0" algn="l" defTabSz="914400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          network</a:t>
            </a:r>
          </a:p>
        </p:txBody>
      </p:sp>
      <p:sp>
        <p:nvSpPr>
          <p:cNvPr id="16" name="Freeform 15">
            <a:extLst>
              <a:ext uri="{FF2B5EF4-FFF2-40B4-BE49-F238E27FC236}">
                <a16:creationId xmlns:a16="http://schemas.microsoft.com/office/drawing/2014/main" id="{2CB90BDB-7914-2841-868F-B1C171AE02D0}"/>
              </a:ext>
            </a:extLst>
          </p:cNvPr>
          <p:cNvSpPr/>
          <p:nvPr/>
        </p:nvSpPr>
        <p:spPr>
          <a:xfrm>
            <a:off x="10295886" y="2692846"/>
            <a:ext cx="1273167" cy="1935748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60355 w 1534770"/>
              <a:gd name="connsiteY0" fmla="*/ 553225 h 1800672"/>
              <a:gd name="connsiteX1" fmla="*/ 3 w 1534770"/>
              <a:gd name="connsiteY1" fmla="*/ 958784 h 1800672"/>
              <a:gd name="connsiteX2" fmla="*/ 367657 w 1534770"/>
              <a:gd name="connsiteY2" fmla="*/ 1526890 h 1800672"/>
              <a:gd name="connsiteX3" fmla="*/ 1186523 w 1534770"/>
              <a:gd name="connsiteY3" fmla="*/ 1794234 h 1800672"/>
              <a:gd name="connsiteX4" fmla="*/ 1520754 w 1534770"/>
              <a:gd name="connsiteY4" fmla="*/ 1276255 h 1800672"/>
              <a:gd name="connsiteX5" fmla="*/ 1468513 w 1534770"/>
              <a:gd name="connsiteY5" fmla="*/ 691440 h 1800672"/>
              <a:gd name="connsiteX6" fmla="*/ 1435794 w 1534770"/>
              <a:gd name="connsiteY6" fmla="*/ 107761 h 1800672"/>
              <a:gd name="connsiteX7" fmla="*/ 839087 w 1534770"/>
              <a:gd name="connsiteY7" fmla="*/ 39789 h 1800672"/>
              <a:gd name="connsiteX8" fmla="*/ 360355 w 1534770"/>
              <a:gd name="connsiteY8" fmla="*/ 553225 h 1800672"/>
              <a:gd name="connsiteX0" fmla="*/ 360355 w 1580585"/>
              <a:gd name="connsiteY0" fmla="*/ 553225 h 1880420"/>
              <a:gd name="connsiteX1" fmla="*/ 3 w 1580585"/>
              <a:gd name="connsiteY1" fmla="*/ 958784 h 1880420"/>
              <a:gd name="connsiteX2" fmla="*/ 367657 w 1580585"/>
              <a:gd name="connsiteY2" fmla="*/ 1526890 h 1880420"/>
              <a:gd name="connsiteX3" fmla="*/ 1186523 w 1580585"/>
              <a:gd name="connsiteY3" fmla="*/ 1794234 h 1880420"/>
              <a:gd name="connsiteX4" fmla="*/ 1570188 w 1580585"/>
              <a:gd name="connsiteY4" fmla="*/ 1785433 h 1880420"/>
              <a:gd name="connsiteX5" fmla="*/ 1468513 w 1580585"/>
              <a:gd name="connsiteY5" fmla="*/ 691440 h 1880420"/>
              <a:gd name="connsiteX6" fmla="*/ 1435794 w 1580585"/>
              <a:gd name="connsiteY6" fmla="*/ 107761 h 1880420"/>
              <a:gd name="connsiteX7" fmla="*/ 839087 w 1580585"/>
              <a:gd name="connsiteY7" fmla="*/ 39789 h 1880420"/>
              <a:gd name="connsiteX8" fmla="*/ 360355 w 1580585"/>
              <a:gd name="connsiteY8" fmla="*/ 553225 h 1880420"/>
              <a:gd name="connsiteX0" fmla="*/ 316588 w 1580732"/>
              <a:gd name="connsiteY0" fmla="*/ 359285 h 1867156"/>
              <a:gd name="connsiteX1" fmla="*/ 150 w 1580732"/>
              <a:gd name="connsiteY1" fmla="*/ 945520 h 1867156"/>
              <a:gd name="connsiteX2" fmla="*/ 367804 w 1580732"/>
              <a:gd name="connsiteY2" fmla="*/ 1513626 h 1867156"/>
              <a:gd name="connsiteX3" fmla="*/ 1186670 w 1580732"/>
              <a:gd name="connsiteY3" fmla="*/ 1780970 h 1867156"/>
              <a:gd name="connsiteX4" fmla="*/ 1570335 w 1580732"/>
              <a:gd name="connsiteY4" fmla="*/ 1772169 h 1867156"/>
              <a:gd name="connsiteX5" fmla="*/ 1468660 w 1580732"/>
              <a:gd name="connsiteY5" fmla="*/ 678176 h 1867156"/>
              <a:gd name="connsiteX6" fmla="*/ 1435941 w 1580732"/>
              <a:gd name="connsiteY6" fmla="*/ 94497 h 1867156"/>
              <a:gd name="connsiteX7" fmla="*/ 839234 w 1580732"/>
              <a:gd name="connsiteY7" fmla="*/ 26525 h 1867156"/>
              <a:gd name="connsiteX8" fmla="*/ 316588 w 1580732"/>
              <a:gd name="connsiteY8" fmla="*/ 359285 h 1867156"/>
              <a:gd name="connsiteX0" fmla="*/ 163575 w 1427719"/>
              <a:gd name="connsiteY0" fmla="*/ 359285 h 1867156"/>
              <a:gd name="connsiteX1" fmla="*/ 836 w 1427719"/>
              <a:gd name="connsiteY1" fmla="*/ 1076921 h 1867156"/>
              <a:gd name="connsiteX2" fmla="*/ 214791 w 1427719"/>
              <a:gd name="connsiteY2" fmla="*/ 1513626 h 1867156"/>
              <a:gd name="connsiteX3" fmla="*/ 1033657 w 1427719"/>
              <a:gd name="connsiteY3" fmla="*/ 1780970 h 1867156"/>
              <a:gd name="connsiteX4" fmla="*/ 1417322 w 1427719"/>
              <a:gd name="connsiteY4" fmla="*/ 1772169 h 1867156"/>
              <a:gd name="connsiteX5" fmla="*/ 1315647 w 1427719"/>
              <a:gd name="connsiteY5" fmla="*/ 678176 h 1867156"/>
              <a:gd name="connsiteX6" fmla="*/ 1282928 w 1427719"/>
              <a:gd name="connsiteY6" fmla="*/ 94497 h 1867156"/>
              <a:gd name="connsiteX7" fmla="*/ 686221 w 1427719"/>
              <a:gd name="connsiteY7" fmla="*/ 26525 h 1867156"/>
              <a:gd name="connsiteX8" fmla="*/ 163575 w 1427719"/>
              <a:gd name="connsiteY8" fmla="*/ 359285 h 1867156"/>
              <a:gd name="connsiteX0" fmla="*/ 163575 w 1426632"/>
              <a:gd name="connsiteY0" fmla="*/ 394322 h 1902193"/>
              <a:gd name="connsiteX1" fmla="*/ 836 w 1426632"/>
              <a:gd name="connsiteY1" fmla="*/ 1111958 h 1902193"/>
              <a:gd name="connsiteX2" fmla="*/ 214791 w 1426632"/>
              <a:gd name="connsiteY2" fmla="*/ 1548663 h 1902193"/>
              <a:gd name="connsiteX3" fmla="*/ 1033657 w 1426632"/>
              <a:gd name="connsiteY3" fmla="*/ 1816007 h 1902193"/>
              <a:gd name="connsiteX4" fmla="*/ 1417322 w 1426632"/>
              <a:gd name="connsiteY4" fmla="*/ 1807206 h 1902193"/>
              <a:gd name="connsiteX5" fmla="*/ 1315647 w 1426632"/>
              <a:gd name="connsiteY5" fmla="*/ 713213 h 1902193"/>
              <a:gd name="connsiteX6" fmla="*/ 1401843 w 1426632"/>
              <a:gd name="connsiteY6" fmla="*/ 63834 h 1902193"/>
              <a:gd name="connsiteX7" fmla="*/ 686221 w 1426632"/>
              <a:gd name="connsiteY7" fmla="*/ 61562 h 1902193"/>
              <a:gd name="connsiteX8" fmla="*/ 163575 w 1426632"/>
              <a:gd name="connsiteY8" fmla="*/ 394322 h 1902193"/>
              <a:gd name="connsiteX0" fmla="*/ 163575 w 1435249"/>
              <a:gd name="connsiteY0" fmla="*/ 394322 h 1885560"/>
              <a:gd name="connsiteX1" fmla="*/ 836 w 1435249"/>
              <a:gd name="connsiteY1" fmla="*/ 1111958 h 1885560"/>
              <a:gd name="connsiteX2" fmla="*/ 214791 w 1435249"/>
              <a:gd name="connsiteY2" fmla="*/ 1548663 h 1885560"/>
              <a:gd name="connsiteX3" fmla="*/ 1033657 w 1435249"/>
              <a:gd name="connsiteY3" fmla="*/ 1816007 h 1885560"/>
              <a:gd name="connsiteX4" fmla="*/ 1417322 w 1435249"/>
              <a:gd name="connsiteY4" fmla="*/ 1807206 h 1885560"/>
              <a:gd name="connsiteX5" fmla="*/ 1375103 w 1435249"/>
              <a:gd name="connsiteY5" fmla="*/ 943164 h 1885560"/>
              <a:gd name="connsiteX6" fmla="*/ 1401843 w 1435249"/>
              <a:gd name="connsiteY6" fmla="*/ 63834 h 1885560"/>
              <a:gd name="connsiteX7" fmla="*/ 686221 w 1435249"/>
              <a:gd name="connsiteY7" fmla="*/ 61562 h 1885560"/>
              <a:gd name="connsiteX8" fmla="*/ 163575 w 1435249"/>
              <a:gd name="connsiteY8" fmla="*/ 394322 h 1885560"/>
              <a:gd name="connsiteX0" fmla="*/ 128947 w 1438213"/>
              <a:gd name="connsiteY0" fmla="*/ 345176 h 1883146"/>
              <a:gd name="connsiteX1" fmla="*/ 3802 w 1438213"/>
              <a:gd name="connsiteY1" fmla="*/ 1109544 h 1883146"/>
              <a:gd name="connsiteX2" fmla="*/ 217757 w 1438213"/>
              <a:gd name="connsiteY2" fmla="*/ 1546249 h 1883146"/>
              <a:gd name="connsiteX3" fmla="*/ 1036623 w 1438213"/>
              <a:gd name="connsiteY3" fmla="*/ 1813593 h 1883146"/>
              <a:gd name="connsiteX4" fmla="*/ 1420288 w 1438213"/>
              <a:gd name="connsiteY4" fmla="*/ 1804792 h 1883146"/>
              <a:gd name="connsiteX5" fmla="*/ 1378069 w 1438213"/>
              <a:gd name="connsiteY5" fmla="*/ 940750 h 1883146"/>
              <a:gd name="connsiteX6" fmla="*/ 1404809 w 1438213"/>
              <a:gd name="connsiteY6" fmla="*/ 61420 h 1883146"/>
              <a:gd name="connsiteX7" fmla="*/ 689187 w 1438213"/>
              <a:gd name="connsiteY7" fmla="*/ 59148 h 1883146"/>
              <a:gd name="connsiteX8" fmla="*/ 128947 w 1438213"/>
              <a:gd name="connsiteY8" fmla="*/ 345176 h 1883146"/>
              <a:gd name="connsiteX0" fmla="*/ 126587 w 1435854"/>
              <a:gd name="connsiteY0" fmla="*/ 353278 h 1891248"/>
              <a:gd name="connsiteX1" fmla="*/ 1442 w 1435854"/>
              <a:gd name="connsiteY1" fmla="*/ 1117646 h 1891248"/>
              <a:gd name="connsiteX2" fmla="*/ 215397 w 1435854"/>
              <a:gd name="connsiteY2" fmla="*/ 1554351 h 1891248"/>
              <a:gd name="connsiteX3" fmla="*/ 1034263 w 1435854"/>
              <a:gd name="connsiteY3" fmla="*/ 1821695 h 1891248"/>
              <a:gd name="connsiteX4" fmla="*/ 1417928 w 1435854"/>
              <a:gd name="connsiteY4" fmla="*/ 1812894 h 1891248"/>
              <a:gd name="connsiteX5" fmla="*/ 1375709 w 1435854"/>
              <a:gd name="connsiteY5" fmla="*/ 948852 h 1891248"/>
              <a:gd name="connsiteX6" fmla="*/ 1402449 w 1435854"/>
              <a:gd name="connsiteY6" fmla="*/ 69522 h 1891248"/>
              <a:gd name="connsiteX7" fmla="*/ 221605 w 1435854"/>
              <a:gd name="connsiteY7" fmla="*/ 47778 h 1891248"/>
              <a:gd name="connsiteX8" fmla="*/ 126587 w 1435854"/>
              <a:gd name="connsiteY8" fmla="*/ 353278 h 1891248"/>
              <a:gd name="connsiteX0" fmla="*/ 35803 w 1453152"/>
              <a:gd name="connsiteY0" fmla="*/ 439993 h 1896181"/>
              <a:gd name="connsiteX1" fmla="*/ 18740 w 1453152"/>
              <a:gd name="connsiteY1" fmla="*/ 1122579 h 1896181"/>
              <a:gd name="connsiteX2" fmla="*/ 232695 w 1453152"/>
              <a:gd name="connsiteY2" fmla="*/ 1559284 h 1896181"/>
              <a:gd name="connsiteX3" fmla="*/ 1051561 w 1453152"/>
              <a:gd name="connsiteY3" fmla="*/ 1826628 h 1896181"/>
              <a:gd name="connsiteX4" fmla="*/ 1435226 w 1453152"/>
              <a:gd name="connsiteY4" fmla="*/ 1817827 h 1896181"/>
              <a:gd name="connsiteX5" fmla="*/ 1393007 w 1453152"/>
              <a:gd name="connsiteY5" fmla="*/ 953785 h 1896181"/>
              <a:gd name="connsiteX6" fmla="*/ 1419747 w 1453152"/>
              <a:gd name="connsiteY6" fmla="*/ 74455 h 1896181"/>
              <a:gd name="connsiteX7" fmla="*/ 238903 w 1453152"/>
              <a:gd name="connsiteY7" fmla="*/ 52711 h 1896181"/>
              <a:gd name="connsiteX8" fmla="*/ 35803 w 1453152"/>
              <a:gd name="connsiteY8" fmla="*/ 439993 h 1896181"/>
              <a:gd name="connsiteX0" fmla="*/ 35803 w 1447873"/>
              <a:gd name="connsiteY0" fmla="*/ 439993 h 1952840"/>
              <a:gd name="connsiteX1" fmla="*/ 18740 w 1447873"/>
              <a:gd name="connsiteY1" fmla="*/ 1122579 h 1952840"/>
              <a:gd name="connsiteX2" fmla="*/ 232695 w 1447873"/>
              <a:gd name="connsiteY2" fmla="*/ 1559284 h 1952840"/>
              <a:gd name="connsiteX3" fmla="*/ 1130848 w 1447873"/>
              <a:gd name="connsiteY3" fmla="*/ 1925181 h 1952840"/>
              <a:gd name="connsiteX4" fmla="*/ 1435226 w 1447873"/>
              <a:gd name="connsiteY4" fmla="*/ 1817827 h 1952840"/>
              <a:gd name="connsiteX5" fmla="*/ 1393007 w 1447873"/>
              <a:gd name="connsiteY5" fmla="*/ 953785 h 1952840"/>
              <a:gd name="connsiteX6" fmla="*/ 1419747 w 1447873"/>
              <a:gd name="connsiteY6" fmla="*/ 74455 h 1952840"/>
              <a:gd name="connsiteX7" fmla="*/ 238903 w 1447873"/>
              <a:gd name="connsiteY7" fmla="*/ 52711 h 1952840"/>
              <a:gd name="connsiteX8" fmla="*/ 35803 w 1447873"/>
              <a:gd name="connsiteY8" fmla="*/ 439993 h 19528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447873" h="1952840">
                <a:moveTo>
                  <a:pt x="35803" y="439993"/>
                </a:moveTo>
                <a:cubicBezTo>
                  <a:pt x="-891" y="618304"/>
                  <a:pt x="-14075" y="936031"/>
                  <a:pt x="18740" y="1122579"/>
                </a:cubicBezTo>
                <a:cubicBezTo>
                  <a:pt x="51555" y="1309127"/>
                  <a:pt x="47344" y="1425517"/>
                  <a:pt x="232695" y="1559284"/>
                </a:cubicBezTo>
                <a:cubicBezTo>
                  <a:pt x="418046" y="1693051"/>
                  <a:pt x="930426" y="1882091"/>
                  <a:pt x="1130848" y="1925181"/>
                </a:cubicBezTo>
                <a:cubicBezTo>
                  <a:pt x="1331270" y="1968271"/>
                  <a:pt x="1391533" y="1979726"/>
                  <a:pt x="1435226" y="1817827"/>
                </a:cubicBezTo>
                <a:cubicBezTo>
                  <a:pt x="1478919" y="1655928"/>
                  <a:pt x="1395587" y="1244347"/>
                  <a:pt x="1393007" y="953785"/>
                </a:cubicBezTo>
                <a:cubicBezTo>
                  <a:pt x="1390427" y="663223"/>
                  <a:pt x="1458740" y="183063"/>
                  <a:pt x="1419747" y="74455"/>
                </a:cubicBezTo>
                <a:cubicBezTo>
                  <a:pt x="1380754" y="-34153"/>
                  <a:pt x="469560" y="-8212"/>
                  <a:pt x="238903" y="52711"/>
                </a:cubicBezTo>
                <a:cubicBezTo>
                  <a:pt x="8246" y="113634"/>
                  <a:pt x="72497" y="261682"/>
                  <a:pt x="35803" y="439993"/>
                </a:cubicBezTo>
                <a:close/>
              </a:path>
            </a:pathLst>
          </a:custGeom>
          <a:gradFill flip="none" rotWithShape="1">
            <a:gsLst>
              <a:gs pos="0">
                <a:srgbClr val="9CDFF9"/>
              </a:gs>
              <a:gs pos="100000">
                <a:schemeClr val="bg1"/>
              </a:gs>
              <a:gs pos="59000">
                <a:schemeClr val="accent5">
                  <a:lumMod val="20000"/>
                  <a:lumOff val="80000"/>
                </a:scheme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17" name="Group 16">
            <a:extLst>
              <a:ext uri="{FF2B5EF4-FFF2-40B4-BE49-F238E27FC236}">
                <a16:creationId xmlns:a16="http://schemas.microsoft.com/office/drawing/2014/main" id="{102009C1-63E0-AC48-A451-99CD5E6FDD90}"/>
              </a:ext>
            </a:extLst>
          </p:cNvPr>
          <p:cNvGrpSpPr/>
          <p:nvPr/>
        </p:nvGrpSpPr>
        <p:grpSpPr>
          <a:xfrm>
            <a:off x="10911440" y="3441356"/>
            <a:ext cx="687393" cy="721548"/>
            <a:chOff x="5203089" y="1751190"/>
            <a:chExt cx="858331" cy="662414"/>
          </a:xfrm>
        </p:grpSpPr>
        <p:sp>
          <p:nvSpPr>
            <p:cNvPr id="18" name="Freeform 17">
              <a:extLst>
                <a:ext uri="{FF2B5EF4-FFF2-40B4-BE49-F238E27FC236}">
                  <a16:creationId xmlns:a16="http://schemas.microsoft.com/office/drawing/2014/main" id="{755FF949-4EF8-E942-B9BB-20394F3598DF}"/>
                </a:ext>
              </a:extLst>
            </p:cNvPr>
            <p:cNvSpPr/>
            <p:nvPr/>
          </p:nvSpPr>
          <p:spPr>
            <a:xfrm>
              <a:off x="5536769" y="1751190"/>
              <a:ext cx="524651" cy="662124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  <a:gd name="connsiteX0" fmla="*/ 3618 w 651290"/>
                <a:gd name="connsiteY0" fmla="*/ 593378 h 593378"/>
                <a:gd name="connsiteX1" fmla="*/ 0 w 651290"/>
                <a:gd name="connsiteY1" fmla="*/ 242416 h 593378"/>
                <a:gd name="connsiteX2" fmla="*/ 423338 w 651290"/>
                <a:gd name="connsiteY2" fmla="*/ 101308 h 593378"/>
                <a:gd name="connsiteX3" fmla="*/ 647672 w 651290"/>
                <a:gd name="connsiteY3" fmla="*/ 0 h 593378"/>
                <a:gd name="connsiteX4" fmla="*/ 651290 w 651290"/>
                <a:gd name="connsiteY4" fmla="*/ 593378 h 593378"/>
                <a:gd name="connsiteX5" fmla="*/ 3618 w 651290"/>
                <a:gd name="connsiteY5" fmla="*/ 593378 h 593378"/>
                <a:gd name="connsiteX0" fmla="*/ 3618 w 651290"/>
                <a:gd name="connsiteY0" fmla="*/ 662124 h 662124"/>
                <a:gd name="connsiteX1" fmla="*/ 0 w 651290"/>
                <a:gd name="connsiteY1" fmla="*/ 311162 h 662124"/>
                <a:gd name="connsiteX2" fmla="*/ 376300 w 651290"/>
                <a:gd name="connsiteY2" fmla="*/ 0 h 662124"/>
                <a:gd name="connsiteX3" fmla="*/ 647672 w 651290"/>
                <a:gd name="connsiteY3" fmla="*/ 68746 h 662124"/>
                <a:gd name="connsiteX4" fmla="*/ 651290 w 651290"/>
                <a:gd name="connsiteY4" fmla="*/ 662124 h 662124"/>
                <a:gd name="connsiteX5" fmla="*/ 3618 w 651290"/>
                <a:gd name="connsiteY5" fmla="*/ 662124 h 662124"/>
                <a:gd name="connsiteX0" fmla="*/ 0 w 647672"/>
                <a:gd name="connsiteY0" fmla="*/ 662124 h 662124"/>
                <a:gd name="connsiteX1" fmla="*/ 123021 w 647672"/>
                <a:gd name="connsiteY1" fmla="*/ 83217 h 662124"/>
                <a:gd name="connsiteX2" fmla="*/ 372682 w 647672"/>
                <a:gd name="connsiteY2" fmla="*/ 0 h 662124"/>
                <a:gd name="connsiteX3" fmla="*/ 644054 w 647672"/>
                <a:gd name="connsiteY3" fmla="*/ 68746 h 662124"/>
                <a:gd name="connsiteX4" fmla="*/ 647672 w 647672"/>
                <a:gd name="connsiteY4" fmla="*/ 662124 h 662124"/>
                <a:gd name="connsiteX5" fmla="*/ 0 w 647672"/>
                <a:gd name="connsiteY5" fmla="*/ 662124 h 662124"/>
                <a:gd name="connsiteX0" fmla="*/ 7238 w 524651"/>
                <a:gd name="connsiteY0" fmla="*/ 669360 h 669360"/>
                <a:gd name="connsiteX1" fmla="*/ 0 w 524651"/>
                <a:gd name="connsiteY1" fmla="*/ 83217 h 669360"/>
                <a:gd name="connsiteX2" fmla="*/ 249661 w 524651"/>
                <a:gd name="connsiteY2" fmla="*/ 0 h 669360"/>
                <a:gd name="connsiteX3" fmla="*/ 521033 w 524651"/>
                <a:gd name="connsiteY3" fmla="*/ 68746 h 669360"/>
                <a:gd name="connsiteX4" fmla="*/ 524651 w 524651"/>
                <a:gd name="connsiteY4" fmla="*/ 662124 h 669360"/>
                <a:gd name="connsiteX5" fmla="*/ 7238 w 524651"/>
                <a:gd name="connsiteY5" fmla="*/ 669360 h 669360"/>
                <a:gd name="connsiteX0" fmla="*/ 438 w 528706"/>
                <a:gd name="connsiteY0" fmla="*/ 665742 h 665742"/>
                <a:gd name="connsiteX1" fmla="*/ 4055 w 528706"/>
                <a:gd name="connsiteY1" fmla="*/ 83217 h 665742"/>
                <a:gd name="connsiteX2" fmla="*/ 253716 w 528706"/>
                <a:gd name="connsiteY2" fmla="*/ 0 h 665742"/>
                <a:gd name="connsiteX3" fmla="*/ 525088 w 528706"/>
                <a:gd name="connsiteY3" fmla="*/ 68746 h 665742"/>
                <a:gd name="connsiteX4" fmla="*/ 528706 w 528706"/>
                <a:gd name="connsiteY4" fmla="*/ 662124 h 665742"/>
                <a:gd name="connsiteX5" fmla="*/ 438 w 528706"/>
                <a:gd name="connsiteY5" fmla="*/ 665742 h 665742"/>
                <a:gd name="connsiteX0" fmla="*/ 155 w 546514"/>
                <a:gd name="connsiteY0" fmla="*/ 662124 h 662124"/>
                <a:gd name="connsiteX1" fmla="*/ 21863 w 546514"/>
                <a:gd name="connsiteY1" fmla="*/ 83217 h 662124"/>
                <a:gd name="connsiteX2" fmla="*/ 271524 w 546514"/>
                <a:gd name="connsiteY2" fmla="*/ 0 h 662124"/>
                <a:gd name="connsiteX3" fmla="*/ 542896 w 546514"/>
                <a:gd name="connsiteY3" fmla="*/ 68746 h 662124"/>
                <a:gd name="connsiteX4" fmla="*/ 546514 w 546514"/>
                <a:gd name="connsiteY4" fmla="*/ 662124 h 662124"/>
                <a:gd name="connsiteX5" fmla="*/ 155 w 546514"/>
                <a:gd name="connsiteY5" fmla="*/ 662124 h 662124"/>
                <a:gd name="connsiteX0" fmla="*/ 10856 w 524651"/>
                <a:gd name="connsiteY0" fmla="*/ 658506 h 662124"/>
                <a:gd name="connsiteX1" fmla="*/ 0 w 524651"/>
                <a:gd name="connsiteY1" fmla="*/ 83217 h 662124"/>
                <a:gd name="connsiteX2" fmla="*/ 249661 w 524651"/>
                <a:gd name="connsiteY2" fmla="*/ 0 h 662124"/>
                <a:gd name="connsiteX3" fmla="*/ 521033 w 524651"/>
                <a:gd name="connsiteY3" fmla="*/ 68746 h 662124"/>
                <a:gd name="connsiteX4" fmla="*/ 524651 w 524651"/>
                <a:gd name="connsiteY4" fmla="*/ 662124 h 662124"/>
                <a:gd name="connsiteX5" fmla="*/ 10856 w 524651"/>
                <a:gd name="connsiteY5" fmla="*/ 658506 h 662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4651" h="662124">
                  <a:moveTo>
                    <a:pt x="10856" y="658506"/>
                  </a:moveTo>
                  <a:cubicBezTo>
                    <a:pt x="8443" y="463125"/>
                    <a:pt x="2413" y="278598"/>
                    <a:pt x="0" y="83217"/>
                  </a:cubicBezTo>
                  <a:lnTo>
                    <a:pt x="249661" y="0"/>
                  </a:lnTo>
                  <a:lnTo>
                    <a:pt x="521033" y="68746"/>
                  </a:lnTo>
                  <a:lnTo>
                    <a:pt x="524651" y="662124"/>
                  </a:lnTo>
                  <a:lnTo>
                    <a:pt x="10856" y="658506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8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9" name="Freeform 18">
              <a:extLst>
                <a:ext uri="{FF2B5EF4-FFF2-40B4-BE49-F238E27FC236}">
                  <a16:creationId xmlns:a16="http://schemas.microsoft.com/office/drawing/2014/main" id="{FD409681-4032-1C42-9F30-5D5899243858}"/>
                </a:ext>
              </a:extLst>
            </p:cNvPr>
            <p:cNvSpPr/>
            <p:nvPr/>
          </p:nvSpPr>
          <p:spPr>
            <a:xfrm>
              <a:off x="5203089" y="1921244"/>
              <a:ext cx="651290" cy="492070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1290" h="492070">
                  <a:moveTo>
                    <a:pt x="3618" y="492070"/>
                  </a:moveTo>
                  <a:lnTo>
                    <a:pt x="0" y="141108"/>
                  </a:lnTo>
                  <a:lnTo>
                    <a:pt x="423338" y="0"/>
                  </a:lnTo>
                  <a:lnTo>
                    <a:pt x="647672" y="57891"/>
                  </a:lnTo>
                  <a:lnTo>
                    <a:pt x="651290" y="492070"/>
                  </a:lnTo>
                  <a:lnTo>
                    <a:pt x="3618" y="492070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20" name="Straight Connector 19">
              <a:extLst>
                <a:ext uri="{FF2B5EF4-FFF2-40B4-BE49-F238E27FC236}">
                  <a16:creationId xmlns:a16="http://schemas.microsoft.com/office/drawing/2014/main" id="{0E2DDC28-E103-7F4D-A505-AB39A3D44C75}"/>
                </a:ext>
              </a:extLst>
            </p:cNvPr>
            <p:cNvCxnSpPr/>
            <p:nvPr/>
          </p:nvCxnSpPr>
          <p:spPr>
            <a:xfrm flipV="1">
              <a:off x="5270526" y="2029553"/>
              <a:ext cx="295249" cy="73468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Straight Connector 20">
              <a:extLst>
                <a:ext uri="{FF2B5EF4-FFF2-40B4-BE49-F238E27FC236}">
                  <a16:creationId xmlns:a16="http://schemas.microsoft.com/office/drawing/2014/main" id="{63023E15-0AB6-944A-BAB0-EE6BBC79C34E}"/>
                </a:ext>
              </a:extLst>
            </p:cNvPr>
            <p:cNvCxnSpPr/>
            <p:nvPr/>
          </p:nvCxnSpPr>
          <p:spPr>
            <a:xfrm flipV="1">
              <a:off x="5275406" y="2261710"/>
              <a:ext cx="290369" cy="1675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Straight Connector 21">
              <a:extLst>
                <a:ext uri="{FF2B5EF4-FFF2-40B4-BE49-F238E27FC236}">
                  <a16:creationId xmlns:a16="http://schemas.microsoft.com/office/drawing/2014/main" id="{C1B742AD-A3E5-804B-A5D0-76DC204011A2}"/>
                </a:ext>
              </a:extLst>
            </p:cNvPr>
            <p:cNvCxnSpPr/>
            <p:nvPr/>
          </p:nvCxnSpPr>
          <p:spPr>
            <a:xfrm flipV="1">
              <a:off x="5275406" y="2151772"/>
              <a:ext cx="290369" cy="4840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Straight Connector 22">
              <a:extLst>
                <a:ext uri="{FF2B5EF4-FFF2-40B4-BE49-F238E27FC236}">
                  <a16:creationId xmlns:a16="http://schemas.microsoft.com/office/drawing/2014/main" id="{E479FB69-9C9F-3F4E-9B51-39F1BCB2DC8D}"/>
                </a:ext>
              </a:extLst>
            </p:cNvPr>
            <p:cNvCxnSpPr/>
            <p:nvPr/>
          </p:nvCxnSpPr>
          <p:spPr>
            <a:xfrm>
              <a:off x="5270094" y="2354086"/>
              <a:ext cx="295681" cy="0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Straight Connector 23">
              <a:extLst>
                <a:ext uri="{FF2B5EF4-FFF2-40B4-BE49-F238E27FC236}">
                  <a16:creationId xmlns:a16="http://schemas.microsoft.com/office/drawing/2014/main" id="{9D605DCA-7A42-2D49-ADF6-F861B8748A04}"/>
                </a:ext>
              </a:extLst>
            </p:cNvPr>
            <p:cNvCxnSpPr/>
            <p:nvPr/>
          </p:nvCxnSpPr>
          <p:spPr>
            <a:xfrm flipV="1">
              <a:off x="5950242" y="1866900"/>
              <a:ext cx="0" cy="465273"/>
            </a:xfrm>
            <a:prstGeom prst="line">
              <a:avLst/>
            </a:prstGeom>
            <a:ln w="44450">
              <a:solidFill>
                <a:schemeClr val="bg1"/>
              </a:solidFill>
              <a:prstDash val="sysDash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Straight Connector 24">
              <a:extLst>
                <a:ext uri="{FF2B5EF4-FFF2-40B4-BE49-F238E27FC236}">
                  <a16:creationId xmlns:a16="http://schemas.microsoft.com/office/drawing/2014/main" id="{FC0D6FB2-8F5C-724C-B4A0-F530677569F5}"/>
                </a:ext>
              </a:extLst>
            </p:cNvPr>
            <p:cNvCxnSpPr/>
            <p:nvPr/>
          </p:nvCxnSpPr>
          <p:spPr>
            <a:xfrm>
              <a:off x="5628589" y="1936750"/>
              <a:ext cx="0" cy="476854"/>
            </a:xfrm>
            <a:prstGeom prst="line">
              <a:avLst/>
            </a:prstGeom>
            <a:ln w="15875">
              <a:solidFill>
                <a:srgbClr val="0000A8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6" name="Group 25">
            <a:extLst>
              <a:ext uri="{FF2B5EF4-FFF2-40B4-BE49-F238E27FC236}">
                <a16:creationId xmlns:a16="http://schemas.microsoft.com/office/drawing/2014/main" id="{4460C8EE-1C4B-5F46-9E22-3DBBF4F11C68}"/>
              </a:ext>
            </a:extLst>
          </p:cNvPr>
          <p:cNvGrpSpPr/>
          <p:nvPr/>
        </p:nvGrpSpPr>
        <p:grpSpPr>
          <a:xfrm>
            <a:off x="10844911" y="2707477"/>
            <a:ext cx="594613" cy="648336"/>
            <a:chOff x="5203089" y="1751190"/>
            <a:chExt cx="858331" cy="662414"/>
          </a:xfrm>
        </p:grpSpPr>
        <p:sp>
          <p:nvSpPr>
            <p:cNvPr id="27" name="Freeform 26">
              <a:extLst>
                <a:ext uri="{FF2B5EF4-FFF2-40B4-BE49-F238E27FC236}">
                  <a16:creationId xmlns:a16="http://schemas.microsoft.com/office/drawing/2014/main" id="{451F5106-32A5-2543-880B-662ACD66CA26}"/>
                </a:ext>
              </a:extLst>
            </p:cNvPr>
            <p:cNvSpPr/>
            <p:nvPr/>
          </p:nvSpPr>
          <p:spPr>
            <a:xfrm>
              <a:off x="5536769" y="1751190"/>
              <a:ext cx="524651" cy="662124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  <a:gd name="connsiteX0" fmla="*/ 3618 w 651290"/>
                <a:gd name="connsiteY0" fmla="*/ 593378 h 593378"/>
                <a:gd name="connsiteX1" fmla="*/ 0 w 651290"/>
                <a:gd name="connsiteY1" fmla="*/ 242416 h 593378"/>
                <a:gd name="connsiteX2" fmla="*/ 423338 w 651290"/>
                <a:gd name="connsiteY2" fmla="*/ 101308 h 593378"/>
                <a:gd name="connsiteX3" fmla="*/ 647672 w 651290"/>
                <a:gd name="connsiteY3" fmla="*/ 0 h 593378"/>
                <a:gd name="connsiteX4" fmla="*/ 651290 w 651290"/>
                <a:gd name="connsiteY4" fmla="*/ 593378 h 593378"/>
                <a:gd name="connsiteX5" fmla="*/ 3618 w 651290"/>
                <a:gd name="connsiteY5" fmla="*/ 593378 h 593378"/>
                <a:gd name="connsiteX0" fmla="*/ 3618 w 651290"/>
                <a:gd name="connsiteY0" fmla="*/ 662124 h 662124"/>
                <a:gd name="connsiteX1" fmla="*/ 0 w 651290"/>
                <a:gd name="connsiteY1" fmla="*/ 311162 h 662124"/>
                <a:gd name="connsiteX2" fmla="*/ 376300 w 651290"/>
                <a:gd name="connsiteY2" fmla="*/ 0 h 662124"/>
                <a:gd name="connsiteX3" fmla="*/ 647672 w 651290"/>
                <a:gd name="connsiteY3" fmla="*/ 68746 h 662124"/>
                <a:gd name="connsiteX4" fmla="*/ 651290 w 651290"/>
                <a:gd name="connsiteY4" fmla="*/ 662124 h 662124"/>
                <a:gd name="connsiteX5" fmla="*/ 3618 w 651290"/>
                <a:gd name="connsiteY5" fmla="*/ 662124 h 662124"/>
                <a:gd name="connsiteX0" fmla="*/ 0 w 647672"/>
                <a:gd name="connsiteY0" fmla="*/ 662124 h 662124"/>
                <a:gd name="connsiteX1" fmla="*/ 123021 w 647672"/>
                <a:gd name="connsiteY1" fmla="*/ 83217 h 662124"/>
                <a:gd name="connsiteX2" fmla="*/ 372682 w 647672"/>
                <a:gd name="connsiteY2" fmla="*/ 0 h 662124"/>
                <a:gd name="connsiteX3" fmla="*/ 644054 w 647672"/>
                <a:gd name="connsiteY3" fmla="*/ 68746 h 662124"/>
                <a:gd name="connsiteX4" fmla="*/ 647672 w 647672"/>
                <a:gd name="connsiteY4" fmla="*/ 662124 h 662124"/>
                <a:gd name="connsiteX5" fmla="*/ 0 w 647672"/>
                <a:gd name="connsiteY5" fmla="*/ 662124 h 662124"/>
                <a:gd name="connsiteX0" fmla="*/ 7238 w 524651"/>
                <a:gd name="connsiteY0" fmla="*/ 669360 h 669360"/>
                <a:gd name="connsiteX1" fmla="*/ 0 w 524651"/>
                <a:gd name="connsiteY1" fmla="*/ 83217 h 669360"/>
                <a:gd name="connsiteX2" fmla="*/ 249661 w 524651"/>
                <a:gd name="connsiteY2" fmla="*/ 0 h 669360"/>
                <a:gd name="connsiteX3" fmla="*/ 521033 w 524651"/>
                <a:gd name="connsiteY3" fmla="*/ 68746 h 669360"/>
                <a:gd name="connsiteX4" fmla="*/ 524651 w 524651"/>
                <a:gd name="connsiteY4" fmla="*/ 662124 h 669360"/>
                <a:gd name="connsiteX5" fmla="*/ 7238 w 524651"/>
                <a:gd name="connsiteY5" fmla="*/ 669360 h 669360"/>
                <a:gd name="connsiteX0" fmla="*/ 438 w 528706"/>
                <a:gd name="connsiteY0" fmla="*/ 665742 h 665742"/>
                <a:gd name="connsiteX1" fmla="*/ 4055 w 528706"/>
                <a:gd name="connsiteY1" fmla="*/ 83217 h 665742"/>
                <a:gd name="connsiteX2" fmla="*/ 253716 w 528706"/>
                <a:gd name="connsiteY2" fmla="*/ 0 h 665742"/>
                <a:gd name="connsiteX3" fmla="*/ 525088 w 528706"/>
                <a:gd name="connsiteY3" fmla="*/ 68746 h 665742"/>
                <a:gd name="connsiteX4" fmla="*/ 528706 w 528706"/>
                <a:gd name="connsiteY4" fmla="*/ 662124 h 665742"/>
                <a:gd name="connsiteX5" fmla="*/ 438 w 528706"/>
                <a:gd name="connsiteY5" fmla="*/ 665742 h 665742"/>
                <a:gd name="connsiteX0" fmla="*/ 155 w 546514"/>
                <a:gd name="connsiteY0" fmla="*/ 662124 h 662124"/>
                <a:gd name="connsiteX1" fmla="*/ 21863 w 546514"/>
                <a:gd name="connsiteY1" fmla="*/ 83217 h 662124"/>
                <a:gd name="connsiteX2" fmla="*/ 271524 w 546514"/>
                <a:gd name="connsiteY2" fmla="*/ 0 h 662124"/>
                <a:gd name="connsiteX3" fmla="*/ 542896 w 546514"/>
                <a:gd name="connsiteY3" fmla="*/ 68746 h 662124"/>
                <a:gd name="connsiteX4" fmla="*/ 546514 w 546514"/>
                <a:gd name="connsiteY4" fmla="*/ 662124 h 662124"/>
                <a:gd name="connsiteX5" fmla="*/ 155 w 546514"/>
                <a:gd name="connsiteY5" fmla="*/ 662124 h 662124"/>
                <a:gd name="connsiteX0" fmla="*/ 10856 w 524651"/>
                <a:gd name="connsiteY0" fmla="*/ 658506 h 662124"/>
                <a:gd name="connsiteX1" fmla="*/ 0 w 524651"/>
                <a:gd name="connsiteY1" fmla="*/ 83217 h 662124"/>
                <a:gd name="connsiteX2" fmla="*/ 249661 w 524651"/>
                <a:gd name="connsiteY2" fmla="*/ 0 h 662124"/>
                <a:gd name="connsiteX3" fmla="*/ 521033 w 524651"/>
                <a:gd name="connsiteY3" fmla="*/ 68746 h 662124"/>
                <a:gd name="connsiteX4" fmla="*/ 524651 w 524651"/>
                <a:gd name="connsiteY4" fmla="*/ 662124 h 662124"/>
                <a:gd name="connsiteX5" fmla="*/ 10856 w 524651"/>
                <a:gd name="connsiteY5" fmla="*/ 658506 h 662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4651" h="662124">
                  <a:moveTo>
                    <a:pt x="10856" y="658506"/>
                  </a:moveTo>
                  <a:cubicBezTo>
                    <a:pt x="8443" y="463125"/>
                    <a:pt x="2413" y="278598"/>
                    <a:pt x="0" y="83217"/>
                  </a:cubicBezTo>
                  <a:lnTo>
                    <a:pt x="249661" y="0"/>
                  </a:lnTo>
                  <a:lnTo>
                    <a:pt x="521033" y="68746"/>
                  </a:lnTo>
                  <a:lnTo>
                    <a:pt x="524651" y="662124"/>
                  </a:lnTo>
                  <a:lnTo>
                    <a:pt x="10856" y="658506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8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8" name="Freeform 27">
              <a:extLst>
                <a:ext uri="{FF2B5EF4-FFF2-40B4-BE49-F238E27FC236}">
                  <a16:creationId xmlns:a16="http://schemas.microsoft.com/office/drawing/2014/main" id="{1424404C-A23C-F647-8C93-68F0BA827AC7}"/>
                </a:ext>
              </a:extLst>
            </p:cNvPr>
            <p:cNvSpPr/>
            <p:nvPr/>
          </p:nvSpPr>
          <p:spPr>
            <a:xfrm>
              <a:off x="5203089" y="1921244"/>
              <a:ext cx="651290" cy="492070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1290" h="492070">
                  <a:moveTo>
                    <a:pt x="3618" y="492070"/>
                  </a:moveTo>
                  <a:lnTo>
                    <a:pt x="0" y="141108"/>
                  </a:lnTo>
                  <a:lnTo>
                    <a:pt x="423338" y="0"/>
                  </a:lnTo>
                  <a:lnTo>
                    <a:pt x="647672" y="57891"/>
                  </a:lnTo>
                  <a:lnTo>
                    <a:pt x="651290" y="492070"/>
                  </a:lnTo>
                  <a:lnTo>
                    <a:pt x="3618" y="492070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29" name="Straight Connector 28">
              <a:extLst>
                <a:ext uri="{FF2B5EF4-FFF2-40B4-BE49-F238E27FC236}">
                  <a16:creationId xmlns:a16="http://schemas.microsoft.com/office/drawing/2014/main" id="{8DBFCDF5-D1B4-EA46-B271-D0722F529047}"/>
                </a:ext>
              </a:extLst>
            </p:cNvPr>
            <p:cNvCxnSpPr/>
            <p:nvPr/>
          </p:nvCxnSpPr>
          <p:spPr>
            <a:xfrm flipV="1">
              <a:off x="5270526" y="2029553"/>
              <a:ext cx="295249" cy="73468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Straight Connector 29">
              <a:extLst>
                <a:ext uri="{FF2B5EF4-FFF2-40B4-BE49-F238E27FC236}">
                  <a16:creationId xmlns:a16="http://schemas.microsoft.com/office/drawing/2014/main" id="{89889E85-63CC-7944-B49D-B29033B3D945}"/>
                </a:ext>
              </a:extLst>
            </p:cNvPr>
            <p:cNvCxnSpPr/>
            <p:nvPr/>
          </p:nvCxnSpPr>
          <p:spPr>
            <a:xfrm flipV="1">
              <a:off x="5275406" y="2261710"/>
              <a:ext cx="290369" cy="1675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Straight Connector 30">
              <a:extLst>
                <a:ext uri="{FF2B5EF4-FFF2-40B4-BE49-F238E27FC236}">
                  <a16:creationId xmlns:a16="http://schemas.microsoft.com/office/drawing/2014/main" id="{FEA8382F-1B0D-464D-BBFD-9D1451ACDE62}"/>
                </a:ext>
              </a:extLst>
            </p:cNvPr>
            <p:cNvCxnSpPr/>
            <p:nvPr/>
          </p:nvCxnSpPr>
          <p:spPr>
            <a:xfrm flipV="1">
              <a:off x="5275406" y="2151772"/>
              <a:ext cx="290369" cy="4840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Straight Connector 31">
              <a:extLst>
                <a:ext uri="{FF2B5EF4-FFF2-40B4-BE49-F238E27FC236}">
                  <a16:creationId xmlns:a16="http://schemas.microsoft.com/office/drawing/2014/main" id="{1A5A3F61-17DD-3A49-B29B-EC101C5D8241}"/>
                </a:ext>
              </a:extLst>
            </p:cNvPr>
            <p:cNvCxnSpPr/>
            <p:nvPr/>
          </p:nvCxnSpPr>
          <p:spPr>
            <a:xfrm>
              <a:off x="5270094" y="2354086"/>
              <a:ext cx="295681" cy="0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Straight Connector 32">
              <a:extLst>
                <a:ext uri="{FF2B5EF4-FFF2-40B4-BE49-F238E27FC236}">
                  <a16:creationId xmlns:a16="http://schemas.microsoft.com/office/drawing/2014/main" id="{87DD4340-C868-4744-9D1F-1BB1FDEE7F23}"/>
                </a:ext>
              </a:extLst>
            </p:cNvPr>
            <p:cNvCxnSpPr/>
            <p:nvPr/>
          </p:nvCxnSpPr>
          <p:spPr>
            <a:xfrm flipV="1">
              <a:off x="5950242" y="1866900"/>
              <a:ext cx="0" cy="465273"/>
            </a:xfrm>
            <a:prstGeom prst="line">
              <a:avLst/>
            </a:prstGeom>
            <a:ln w="44450">
              <a:solidFill>
                <a:schemeClr val="bg1"/>
              </a:solidFill>
              <a:prstDash val="sysDash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Straight Connector 33">
              <a:extLst>
                <a:ext uri="{FF2B5EF4-FFF2-40B4-BE49-F238E27FC236}">
                  <a16:creationId xmlns:a16="http://schemas.microsoft.com/office/drawing/2014/main" id="{7C0E793E-B8DA-774F-AF06-238006ECEBE3}"/>
                </a:ext>
              </a:extLst>
            </p:cNvPr>
            <p:cNvCxnSpPr/>
            <p:nvPr/>
          </p:nvCxnSpPr>
          <p:spPr>
            <a:xfrm>
              <a:off x="5628589" y="1936750"/>
              <a:ext cx="0" cy="476854"/>
            </a:xfrm>
            <a:prstGeom prst="line">
              <a:avLst/>
            </a:prstGeom>
            <a:ln w="15875">
              <a:solidFill>
                <a:srgbClr val="0000A8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5" name="Freeform 34">
            <a:extLst>
              <a:ext uri="{FF2B5EF4-FFF2-40B4-BE49-F238E27FC236}">
                <a16:creationId xmlns:a16="http://schemas.microsoft.com/office/drawing/2014/main" id="{D4457E50-81C3-874C-80A4-80EAE0791741}"/>
              </a:ext>
            </a:extLst>
          </p:cNvPr>
          <p:cNvSpPr/>
          <p:nvPr/>
        </p:nvSpPr>
        <p:spPr>
          <a:xfrm>
            <a:off x="9614553" y="1295348"/>
            <a:ext cx="1497864" cy="1386455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60355 w 1494463"/>
              <a:gd name="connsiteY0" fmla="*/ 534641 h 1775651"/>
              <a:gd name="connsiteX1" fmla="*/ 3 w 1494463"/>
              <a:gd name="connsiteY1" fmla="*/ 940200 h 1775651"/>
              <a:gd name="connsiteX2" fmla="*/ 367657 w 1494463"/>
              <a:gd name="connsiteY2" fmla="*/ 1508306 h 1775651"/>
              <a:gd name="connsiteX3" fmla="*/ 1186523 w 1494463"/>
              <a:gd name="connsiteY3" fmla="*/ 1775650 h 1775651"/>
              <a:gd name="connsiteX4" fmla="*/ 1467465 w 1494463"/>
              <a:gd name="connsiteY4" fmla="*/ 1510813 h 1775651"/>
              <a:gd name="connsiteX5" fmla="*/ 1468513 w 1494463"/>
              <a:gd name="connsiteY5" fmla="*/ 672856 h 1775651"/>
              <a:gd name="connsiteX6" fmla="*/ 1336927 w 1494463"/>
              <a:gd name="connsiteY6" fmla="*/ 154877 h 1775651"/>
              <a:gd name="connsiteX7" fmla="*/ 839087 w 1494463"/>
              <a:gd name="connsiteY7" fmla="*/ 21205 h 1775651"/>
              <a:gd name="connsiteX8" fmla="*/ 360355 w 1494463"/>
              <a:gd name="connsiteY8" fmla="*/ 534641 h 1775651"/>
              <a:gd name="connsiteX0" fmla="*/ 360355 w 1491064"/>
              <a:gd name="connsiteY0" fmla="*/ 552327 h 1793337"/>
              <a:gd name="connsiteX1" fmla="*/ 3 w 1491064"/>
              <a:gd name="connsiteY1" fmla="*/ 957886 h 1793337"/>
              <a:gd name="connsiteX2" fmla="*/ 367657 w 1491064"/>
              <a:gd name="connsiteY2" fmla="*/ 1525992 h 1793337"/>
              <a:gd name="connsiteX3" fmla="*/ 1186523 w 1491064"/>
              <a:gd name="connsiteY3" fmla="*/ 1793336 h 1793337"/>
              <a:gd name="connsiteX4" fmla="*/ 1467465 w 1491064"/>
              <a:gd name="connsiteY4" fmla="*/ 1528499 h 1793337"/>
              <a:gd name="connsiteX5" fmla="*/ 1468513 w 1491064"/>
              <a:gd name="connsiteY5" fmla="*/ 690542 h 1793337"/>
              <a:gd name="connsiteX6" fmla="*/ 1407977 w 1491064"/>
              <a:gd name="connsiteY6" fmla="*/ 109278 h 1793337"/>
              <a:gd name="connsiteX7" fmla="*/ 839087 w 1491064"/>
              <a:gd name="connsiteY7" fmla="*/ 38891 h 1793337"/>
              <a:gd name="connsiteX8" fmla="*/ 360355 w 1491064"/>
              <a:gd name="connsiteY8" fmla="*/ 552327 h 1793337"/>
              <a:gd name="connsiteX0" fmla="*/ 360355 w 1502818"/>
              <a:gd name="connsiteY0" fmla="*/ 552327 h 1612281"/>
              <a:gd name="connsiteX1" fmla="*/ 3 w 1502818"/>
              <a:gd name="connsiteY1" fmla="*/ 957886 h 1612281"/>
              <a:gd name="connsiteX2" fmla="*/ 367657 w 1502818"/>
              <a:gd name="connsiteY2" fmla="*/ 1525992 h 1612281"/>
              <a:gd name="connsiteX3" fmla="*/ 1026659 w 1502818"/>
              <a:gd name="connsiteY3" fmla="*/ 1582385 h 1612281"/>
              <a:gd name="connsiteX4" fmla="*/ 1467465 w 1502818"/>
              <a:gd name="connsiteY4" fmla="*/ 1528499 h 1612281"/>
              <a:gd name="connsiteX5" fmla="*/ 1468513 w 1502818"/>
              <a:gd name="connsiteY5" fmla="*/ 690542 h 1612281"/>
              <a:gd name="connsiteX6" fmla="*/ 1407977 w 1502818"/>
              <a:gd name="connsiteY6" fmla="*/ 109278 h 1612281"/>
              <a:gd name="connsiteX7" fmla="*/ 839087 w 1502818"/>
              <a:gd name="connsiteY7" fmla="*/ 38891 h 1612281"/>
              <a:gd name="connsiteX8" fmla="*/ 360355 w 1502818"/>
              <a:gd name="connsiteY8" fmla="*/ 552327 h 1612281"/>
              <a:gd name="connsiteX0" fmla="*/ 360384 w 1502847"/>
              <a:gd name="connsiteY0" fmla="*/ 552327 h 1803602"/>
              <a:gd name="connsiteX1" fmla="*/ 32 w 1502847"/>
              <a:gd name="connsiteY1" fmla="*/ 957886 h 1803602"/>
              <a:gd name="connsiteX2" fmla="*/ 385448 w 1502847"/>
              <a:gd name="connsiteY2" fmla="*/ 1779134 h 1803602"/>
              <a:gd name="connsiteX3" fmla="*/ 1026688 w 1502847"/>
              <a:gd name="connsiteY3" fmla="*/ 1582385 h 1803602"/>
              <a:gd name="connsiteX4" fmla="*/ 1467494 w 1502847"/>
              <a:gd name="connsiteY4" fmla="*/ 1528499 h 1803602"/>
              <a:gd name="connsiteX5" fmla="*/ 1468542 w 1502847"/>
              <a:gd name="connsiteY5" fmla="*/ 690542 h 1803602"/>
              <a:gd name="connsiteX6" fmla="*/ 1408006 w 1502847"/>
              <a:gd name="connsiteY6" fmla="*/ 109278 h 1803602"/>
              <a:gd name="connsiteX7" fmla="*/ 839116 w 1502847"/>
              <a:gd name="connsiteY7" fmla="*/ 38891 h 1803602"/>
              <a:gd name="connsiteX8" fmla="*/ 360384 w 1502847"/>
              <a:gd name="connsiteY8" fmla="*/ 552327 h 1803602"/>
              <a:gd name="connsiteX0" fmla="*/ 360384 w 1502847"/>
              <a:gd name="connsiteY0" fmla="*/ 552327 h 1826319"/>
              <a:gd name="connsiteX1" fmla="*/ 32 w 1502847"/>
              <a:gd name="connsiteY1" fmla="*/ 957886 h 1826319"/>
              <a:gd name="connsiteX2" fmla="*/ 385448 w 1502847"/>
              <a:gd name="connsiteY2" fmla="*/ 1779134 h 1826319"/>
              <a:gd name="connsiteX3" fmla="*/ 1026688 w 1502847"/>
              <a:gd name="connsiteY3" fmla="*/ 1582385 h 1826319"/>
              <a:gd name="connsiteX4" fmla="*/ 1467494 w 1502847"/>
              <a:gd name="connsiteY4" fmla="*/ 1528499 h 1826319"/>
              <a:gd name="connsiteX5" fmla="*/ 1468542 w 1502847"/>
              <a:gd name="connsiteY5" fmla="*/ 690542 h 1826319"/>
              <a:gd name="connsiteX6" fmla="*/ 1408006 w 1502847"/>
              <a:gd name="connsiteY6" fmla="*/ 109278 h 1826319"/>
              <a:gd name="connsiteX7" fmla="*/ 839116 w 1502847"/>
              <a:gd name="connsiteY7" fmla="*/ 38891 h 1826319"/>
              <a:gd name="connsiteX8" fmla="*/ 360384 w 1502847"/>
              <a:gd name="connsiteY8" fmla="*/ 552327 h 1826319"/>
              <a:gd name="connsiteX0" fmla="*/ 289852 w 1503366"/>
              <a:gd name="connsiteY0" fmla="*/ 461730 h 1820101"/>
              <a:gd name="connsiteX1" fmla="*/ 551 w 1503366"/>
              <a:gd name="connsiteY1" fmla="*/ 951668 h 1820101"/>
              <a:gd name="connsiteX2" fmla="*/ 385967 w 1503366"/>
              <a:gd name="connsiteY2" fmla="*/ 1772916 h 1820101"/>
              <a:gd name="connsiteX3" fmla="*/ 1027207 w 1503366"/>
              <a:gd name="connsiteY3" fmla="*/ 1576167 h 1820101"/>
              <a:gd name="connsiteX4" fmla="*/ 1468013 w 1503366"/>
              <a:gd name="connsiteY4" fmla="*/ 1522281 h 1820101"/>
              <a:gd name="connsiteX5" fmla="*/ 1469061 w 1503366"/>
              <a:gd name="connsiteY5" fmla="*/ 684324 h 1820101"/>
              <a:gd name="connsiteX6" fmla="*/ 1408525 w 1503366"/>
              <a:gd name="connsiteY6" fmla="*/ 103060 h 1820101"/>
              <a:gd name="connsiteX7" fmla="*/ 839635 w 1503366"/>
              <a:gd name="connsiteY7" fmla="*/ 32673 h 1820101"/>
              <a:gd name="connsiteX8" fmla="*/ 289852 w 1503366"/>
              <a:gd name="connsiteY8" fmla="*/ 461730 h 1820101"/>
              <a:gd name="connsiteX0" fmla="*/ 293376 w 1506890"/>
              <a:gd name="connsiteY0" fmla="*/ 461730 h 1820101"/>
              <a:gd name="connsiteX1" fmla="*/ 4075 w 1506890"/>
              <a:gd name="connsiteY1" fmla="*/ 951668 h 1820101"/>
              <a:gd name="connsiteX2" fmla="*/ 389491 w 1506890"/>
              <a:gd name="connsiteY2" fmla="*/ 1772916 h 1820101"/>
              <a:gd name="connsiteX3" fmla="*/ 1030731 w 1506890"/>
              <a:gd name="connsiteY3" fmla="*/ 1576167 h 1820101"/>
              <a:gd name="connsiteX4" fmla="*/ 1471537 w 1506890"/>
              <a:gd name="connsiteY4" fmla="*/ 1522281 h 1820101"/>
              <a:gd name="connsiteX5" fmla="*/ 1472585 w 1506890"/>
              <a:gd name="connsiteY5" fmla="*/ 684324 h 1820101"/>
              <a:gd name="connsiteX6" fmla="*/ 1412049 w 1506890"/>
              <a:gd name="connsiteY6" fmla="*/ 103060 h 1820101"/>
              <a:gd name="connsiteX7" fmla="*/ 843159 w 1506890"/>
              <a:gd name="connsiteY7" fmla="*/ 32673 h 1820101"/>
              <a:gd name="connsiteX8" fmla="*/ 293376 w 1506890"/>
              <a:gd name="connsiteY8" fmla="*/ 461730 h 1820101"/>
              <a:gd name="connsiteX0" fmla="*/ 203955 w 1545103"/>
              <a:gd name="connsiteY0" fmla="*/ 206126 h 1802639"/>
              <a:gd name="connsiteX1" fmla="*/ 42288 w 1545103"/>
              <a:gd name="connsiteY1" fmla="*/ 934206 h 1802639"/>
              <a:gd name="connsiteX2" fmla="*/ 427704 w 1545103"/>
              <a:gd name="connsiteY2" fmla="*/ 1755454 h 1802639"/>
              <a:gd name="connsiteX3" fmla="*/ 1068944 w 1545103"/>
              <a:gd name="connsiteY3" fmla="*/ 1558705 h 1802639"/>
              <a:gd name="connsiteX4" fmla="*/ 1509750 w 1545103"/>
              <a:gd name="connsiteY4" fmla="*/ 1504819 h 1802639"/>
              <a:gd name="connsiteX5" fmla="*/ 1510798 w 1545103"/>
              <a:gd name="connsiteY5" fmla="*/ 666862 h 1802639"/>
              <a:gd name="connsiteX6" fmla="*/ 1450262 w 1545103"/>
              <a:gd name="connsiteY6" fmla="*/ 85598 h 1802639"/>
              <a:gd name="connsiteX7" fmla="*/ 881372 w 1545103"/>
              <a:gd name="connsiteY7" fmla="*/ 15211 h 1802639"/>
              <a:gd name="connsiteX8" fmla="*/ 203955 w 1545103"/>
              <a:gd name="connsiteY8" fmla="*/ 206126 h 1802639"/>
              <a:gd name="connsiteX0" fmla="*/ 147252 w 1634267"/>
              <a:gd name="connsiteY0" fmla="*/ 113266 h 1796376"/>
              <a:gd name="connsiteX1" fmla="*/ 131452 w 1634267"/>
              <a:gd name="connsiteY1" fmla="*/ 927943 h 1796376"/>
              <a:gd name="connsiteX2" fmla="*/ 516868 w 1634267"/>
              <a:gd name="connsiteY2" fmla="*/ 1749191 h 1796376"/>
              <a:gd name="connsiteX3" fmla="*/ 1158108 w 1634267"/>
              <a:gd name="connsiteY3" fmla="*/ 1552442 h 1796376"/>
              <a:gd name="connsiteX4" fmla="*/ 1598914 w 1634267"/>
              <a:gd name="connsiteY4" fmla="*/ 1498556 h 1796376"/>
              <a:gd name="connsiteX5" fmla="*/ 1599962 w 1634267"/>
              <a:gd name="connsiteY5" fmla="*/ 660599 h 1796376"/>
              <a:gd name="connsiteX6" fmla="*/ 1539426 w 1634267"/>
              <a:gd name="connsiteY6" fmla="*/ 79335 h 1796376"/>
              <a:gd name="connsiteX7" fmla="*/ 970536 w 1634267"/>
              <a:gd name="connsiteY7" fmla="*/ 8948 h 1796376"/>
              <a:gd name="connsiteX8" fmla="*/ 147252 w 1634267"/>
              <a:gd name="connsiteY8" fmla="*/ 113266 h 17963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634267" h="1796376">
                <a:moveTo>
                  <a:pt x="147252" y="113266"/>
                </a:moveTo>
                <a:cubicBezTo>
                  <a:pt x="-139307" y="245497"/>
                  <a:pt x="69849" y="655289"/>
                  <a:pt x="131452" y="927943"/>
                </a:cubicBezTo>
                <a:cubicBezTo>
                  <a:pt x="193055" y="1200597"/>
                  <a:pt x="345759" y="1645108"/>
                  <a:pt x="516868" y="1749191"/>
                </a:cubicBezTo>
                <a:cubicBezTo>
                  <a:pt x="687977" y="1853274"/>
                  <a:pt x="1013294" y="1784070"/>
                  <a:pt x="1158108" y="1552442"/>
                </a:cubicBezTo>
                <a:cubicBezTo>
                  <a:pt x="1302922" y="1320814"/>
                  <a:pt x="1525272" y="1647197"/>
                  <a:pt x="1598914" y="1498556"/>
                </a:cubicBezTo>
                <a:cubicBezTo>
                  <a:pt x="1672556" y="1349916"/>
                  <a:pt x="1609877" y="897136"/>
                  <a:pt x="1599962" y="660599"/>
                </a:cubicBezTo>
                <a:cubicBezTo>
                  <a:pt x="1590047" y="424062"/>
                  <a:pt x="1578419" y="187943"/>
                  <a:pt x="1539426" y="79335"/>
                </a:cubicBezTo>
                <a:cubicBezTo>
                  <a:pt x="1500433" y="-29273"/>
                  <a:pt x="1202565" y="3293"/>
                  <a:pt x="970536" y="8948"/>
                </a:cubicBezTo>
                <a:cubicBezTo>
                  <a:pt x="738507" y="14603"/>
                  <a:pt x="433811" y="-18965"/>
                  <a:pt x="147252" y="113266"/>
                </a:cubicBezTo>
                <a:close/>
              </a:path>
            </a:pathLst>
          </a:custGeom>
          <a:gradFill flip="none" rotWithShape="1">
            <a:gsLst>
              <a:gs pos="0">
                <a:srgbClr val="9CDFF9"/>
              </a:gs>
              <a:gs pos="100000">
                <a:schemeClr val="bg1"/>
              </a:gs>
              <a:gs pos="57000">
                <a:schemeClr val="accent5">
                  <a:lumMod val="20000"/>
                  <a:lumOff val="80000"/>
                </a:scheme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2857054E-9FD6-024C-A915-5AB7C6A89AFD}"/>
              </a:ext>
            </a:extLst>
          </p:cNvPr>
          <p:cNvSpPr txBox="1"/>
          <p:nvPr/>
        </p:nvSpPr>
        <p:spPr>
          <a:xfrm>
            <a:off x="9500941" y="1364501"/>
            <a:ext cx="1725088" cy="2862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national or global ISP</a:t>
            </a:r>
          </a:p>
        </p:txBody>
      </p:sp>
      <p:sp>
        <p:nvSpPr>
          <p:cNvPr id="37" name="Rectangle 36">
            <a:extLst>
              <a:ext uri="{FF2B5EF4-FFF2-40B4-BE49-F238E27FC236}">
                <a16:creationId xmlns:a16="http://schemas.microsoft.com/office/drawing/2014/main" id="{5D2F7C00-5965-8F41-99F0-F64F3C546739}"/>
              </a:ext>
            </a:extLst>
          </p:cNvPr>
          <p:cNvSpPr/>
          <p:nvPr/>
        </p:nvSpPr>
        <p:spPr>
          <a:xfrm>
            <a:off x="9352808" y="3191214"/>
            <a:ext cx="305749" cy="197847"/>
          </a:xfrm>
          <a:prstGeom prst="rect">
            <a:avLst/>
          </a:prstGeom>
          <a:solidFill>
            <a:srgbClr val="9CDFF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8" name="TextBox 37">
            <a:extLst>
              <a:ext uri="{FF2B5EF4-FFF2-40B4-BE49-F238E27FC236}">
                <a16:creationId xmlns:a16="http://schemas.microsoft.com/office/drawing/2014/main" id="{FFBD6713-BAE9-3C4E-B463-C5B4D65DA870}"/>
              </a:ext>
            </a:extLst>
          </p:cNvPr>
          <p:cNvSpPr txBox="1"/>
          <p:nvPr/>
        </p:nvSpPr>
        <p:spPr>
          <a:xfrm>
            <a:off x="10991507" y="4191243"/>
            <a:ext cx="813043" cy="38318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datacenter 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network</a:t>
            </a:r>
          </a:p>
        </p:txBody>
      </p:sp>
      <p:cxnSp>
        <p:nvCxnSpPr>
          <p:cNvPr id="39" name="Straight Connector 38">
            <a:extLst>
              <a:ext uri="{FF2B5EF4-FFF2-40B4-BE49-F238E27FC236}">
                <a16:creationId xmlns:a16="http://schemas.microsoft.com/office/drawing/2014/main" id="{E2530C9D-5A6A-4840-95EE-E62E0F45C045}"/>
              </a:ext>
            </a:extLst>
          </p:cNvPr>
          <p:cNvCxnSpPr>
            <a:cxnSpLocks/>
          </p:cNvCxnSpPr>
          <p:nvPr/>
        </p:nvCxnSpPr>
        <p:spPr>
          <a:xfrm flipH="1" flipV="1">
            <a:off x="10633660" y="3093431"/>
            <a:ext cx="412964" cy="63712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0" name="Straight Connector 39">
            <a:extLst>
              <a:ext uri="{FF2B5EF4-FFF2-40B4-BE49-F238E27FC236}">
                <a16:creationId xmlns:a16="http://schemas.microsoft.com/office/drawing/2014/main" id="{CE695EB4-9B05-534C-8956-9DB8A7F3BB4D}"/>
              </a:ext>
            </a:extLst>
          </p:cNvPr>
          <p:cNvCxnSpPr>
            <a:cxnSpLocks/>
          </p:cNvCxnSpPr>
          <p:nvPr/>
        </p:nvCxnSpPr>
        <p:spPr>
          <a:xfrm flipH="1" flipV="1">
            <a:off x="10734575" y="3153990"/>
            <a:ext cx="345866" cy="738975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1" name="Straight Connector 40">
            <a:extLst>
              <a:ext uri="{FF2B5EF4-FFF2-40B4-BE49-F238E27FC236}">
                <a16:creationId xmlns:a16="http://schemas.microsoft.com/office/drawing/2014/main" id="{18F7467A-DF1D-0E46-BAE5-AA618B1E2E23}"/>
              </a:ext>
            </a:extLst>
          </p:cNvPr>
          <p:cNvCxnSpPr>
            <a:cxnSpLocks/>
          </p:cNvCxnSpPr>
          <p:nvPr/>
        </p:nvCxnSpPr>
        <p:spPr>
          <a:xfrm flipV="1">
            <a:off x="10710637" y="3146727"/>
            <a:ext cx="335987" cy="39534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2" name="Straight Connector 41">
            <a:extLst>
              <a:ext uri="{FF2B5EF4-FFF2-40B4-BE49-F238E27FC236}">
                <a16:creationId xmlns:a16="http://schemas.microsoft.com/office/drawing/2014/main" id="{B678AF35-2773-354B-990C-E6287528A770}"/>
              </a:ext>
            </a:extLst>
          </p:cNvPr>
          <p:cNvCxnSpPr>
            <a:cxnSpLocks/>
          </p:cNvCxnSpPr>
          <p:nvPr/>
        </p:nvCxnSpPr>
        <p:spPr>
          <a:xfrm flipH="1" flipV="1">
            <a:off x="10644514" y="3108202"/>
            <a:ext cx="1" cy="485748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3" name="Straight Connector 42">
            <a:extLst>
              <a:ext uri="{FF2B5EF4-FFF2-40B4-BE49-F238E27FC236}">
                <a16:creationId xmlns:a16="http://schemas.microsoft.com/office/drawing/2014/main" id="{ED3CE828-FE2E-C442-997E-2F0E1211CF46}"/>
              </a:ext>
            </a:extLst>
          </p:cNvPr>
          <p:cNvCxnSpPr>
            <a:cxnSpLocks/>
          </p:cNvCxnSpPr>
          <p:nvPr/>
        </p:nvCxnSpPr>
        <p:spPr>
          <a:xfrm flipH="1" flipV="1">
            <a:off x="10624360" y="3584948"/>
            <a:ext cx="508543" cy="348647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4" name="Straight Connector 43">
            <a:extLst>
              <a:ext uri="{FF2B5EF4-FFF2-40B4-BE49-F238E27FC236}">
                <a16:creationId xmlns:a16="http://schemas.microsoft.com/office/drawing/2014/main" id="{3668B3BB-A47F-5E47-AC63-7A64454822AB}"/>
              </a:ext>
            </a:extLst>
          </p:cNvPr>
          <p:cNvCxnSpPr>
            <a:cxnSpLocks/>
          </p:cNvCxnSpPr>
          <p:nvPr/>
        </p:nvCxnSpPr>
        <p:spPr>
          <a:xfrm flipH="1">
            <a:off x="9968935" y="3601048"/>
            <a:ext cx="655425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" name="Straight Connector 44">
            <a:extLst>
              <a:ext uri="{FF2B5EF4-FFF2-40B4-BE49-F238E27FC236}">
                <a16:creationId xmlns:a16="http://schemas.microsoft.com/office/drawing/2014/main" id="{10E00960-4829-DF40-A68E-F6F8238FF69F}"/>
              </a:ext>
            </a:extLst>
          </p:cNvPr>
          <p:cNvCxnSpPr>
            <a:cxnSpLocks/>
          </p:cNvCxnSpPr>
          <p:nvPr/>
        </p:nvCxnSpPr>
        <p:spPr>
          <a:xfrm flipH="1">
            <a:off x="9293356" y="3601048"/>
            <a:ext cx="655425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6" name="Straight Connector 45">
            <a:extLst>
              <a:ext uri="{FF2B5EF4-FFF2-40B4-BE49-F238E27FC236}">
                <a16:creationId xmlns:a16="http://schemas.microsoft.com/office/drawing/2014/main" id="{FAD6522C-9B65-7B47-9343-759ADC3E82EF}"/>
              </a:ext>
            </a:extLst>
          </p:cNvPr>
          <p:cNvCxnSpPr>
            <a:cxnSpLocks/>
          </p:cNvCxnSpPr>
          <p:nvPr/>
        </p:nvCxnSpPr>
        <p:spPr>
          <a:xfrm flipH="1">
            <a:off x="9350608" y="3020978"/>
            <a:ext cx="382424" cy="51705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7" name="Straight Connector 46">
            <a:extLst>
              <a:ext uri="{FF2B5EF4-FFF2-40B4-BE49-F238E27FC236}">
                <a16:creationId xmlns:a16="http://schemas.microsoft.com/office/drawing/2014/main" id="{C9D60433-CC5F-F847-96F4-C7AB0F1F4319}"/>
              </a:ext>
            </a:extLst>
          </p:cNvPr>
          <p:cNvCxnSpPr>
            <a:cxnSpLocks/>
          </p:cNvCxnSpPr>
          <p:nvPr/>
        </p:nvCxnSpPr>
        <p:spPr>
          <a:xfrm>
            <a:off x="9806809" y="3020978"/>
            <a:ext cx="0" cy="540294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8" name="Straight Connector 47">
            <a:extLst>
              <a:ext uri="{FF2B5EF4-FFF2-40B4-BE49-F238E27FC236}">
                <a16:creationId xmlns:a16="http://schemas.microsoft.com/office/drawing/2014/main" id="{5889A11F-395A-0146-B6C3-4B72596D337D}"/>
              </a:ext>
            </a:extLst>
          </p:cNvPr>
          <p:cNvCxnSpPr/>
          <p:nvPr/>
        </p:nvCxnSpPr>
        <p:spPr>
          <a:xfrm>
            <a:off x="10211408" y="2267998"/>
            <a:ext cx="488174" cy="839333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9" name="Straight Connector 48">
            <a:extLst>
              <a:ext uri="{FF2B5EF4-FFF2-40B4-BE49-F238E27FC236}">
                <a16:creationId xmlns:a16="http://schemas.microsoft.com/office/drawing/2014/main" id="{5B56C4A7-D357-9B49-881D-CA196AEAFB86}"/>
              </a:ext>
            </a:extLst>
          </p:cNvPr>
          <p:cNvCxnSpPr>
            <a:cxnSpLocks/>
          </p:cNvCxnSpPr>
          <p:nvPr/>
        </p:nvCxnSpPr>
        <p:spPr>
          <a:xfrm flipH="1">
            <a:off x="9872459" y="2208319"/>
            <a:ext cx="380432" cy="694807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grpSp>
        <p:nvGrpSpPr>
          <p:cNvPr id="50" name="Group 49">
            <a:extLst>
              <a:ext uri="{FF2B5EF4-FFF2-40B4-BE49-F238E27FC236}">
                <a16:creationId xmlns:a16="http://schemas.microsoft.com/office/drawing/2014/main" id="{F956D9B4-9FB3-E942-993E-5C0B6D6D4E8E}"/>
              </a:ext>
            </a:extLst>
          </p:cNvPr>
          <p:cNvGrpSpPr/>
          <p:nvPr/>
        </p:nvGrpSpPr>
        <p:grpSpPr>
          <a:xfrm>
            <a:off x="7635978" y="1640631"/>
            <a:ext cx="3578867" cy="3640283"/>
            <a:chOff x="7562238" y="2127325"/>
            <a:chExt cx="3578867" cy="3640283"/>
          </a:xfrm>
        </p:grpSpPr>
        <p:grpSp>
          <p:nvGrpSpPr>
            <p:cNvPr id="51" name="Group 50">
              <a:extLst>
                <a:ext uri="{FF2B5EF4-FFF2-40B4-BE49-F238E27FC236}">
                  <a16:creationId xmlns:a16="http://schemas.microsoft.com/office/drawing/2014/main" id="{16638E5F-AAD7-1E49-9118-E30B36F9BBE5}"/>
                </a:ext>
              </a:extLst>
            </p:cNvPr>
            <p:cNvGrpSpPr/>
            <p:nvPr/>
          </p:nvGrpSpPr>
          <p:grpSpPr>
            <a:xfrm>
              <a:off x="7857253" y="2127325"/>
              <a:ext cx="3283852" cy="3640283"/>
              <a:chOff x="7881336" y="2104198"/>
              <a:chExt cx="3283852" cy="3640283"/>
            </a:xfrm>
          </p:grpSpPr>
          <p:sp>
            <p:nvSpPr>
              <p:cNvPr id="56" name="Line 428">
                <a:extLst>
                  <a:ext uri="{FF2B5EF4-FFF2-40B4-BE49-F238E27FC236}">
                    <a16:creationId xmlns:a16="http://schemas.microsoft.com/office/drawing/2014/main" id="{73C14346-74B2-0A41-B7C0-12342BB486A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16200000" flipV="1">
                <a:off x="9813692" y="5228612"/>
                <a:ext cx="388062" cy="756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7" name="Line 430">
                <a:extLst>
                  <a:ext uri="{FF2B5EF4-FFF2-40B4-BE49-F238E27FC236}">
                    <a16:creationId xmlns:a16="http://schemas.microsoft.com/office/drawing/2014/main" id="{0D57C56C-0C29-B74B-8FBC-5FE76C1C730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16200000">
                <a:off x="10234009" y="5382159"/>
                <a:ext cx="0" cy="11430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" name="Line 431">
                <a:extLst>
                  <a:ext uri="{FF2B5EF4-FFF2-40B4-BE49-F238E27FC236}">
                    <a16:creationId xmlns:a16="http://schemas.microsoft.com/office/drawing/2014/main" id="{BFFEF7F7-03E4-6249-BB27-BF21D385377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9457042" y="4815390"/>
                <a:ext cx="524483" cy="261537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" name="Line 432">
                <a:extLst>
                  <a:ext uri="{FF2B5EF4-FFF2-40B4-BE49-F238E27FC236}">
                    <a16:creationId xmlns:a16="http://schemas.microsoft.com/office/drawing/2014/main" id="{DF776BD7-BCAC-094E-827B-C2448A76F77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874149" y="4815390"/>
                <a:ext cx="569255" cy="24626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0" name="Line 433">
                <a:extLst>
                  <a:ext uri="{FF2B5EF4-FFF2-40B4-BE49-F238E27FC236}">
                    <a16:creationId xmlns:a16="http://schemas.microsoft.com/office/drawing/2014/main" id="{43C2E62B-BB7A-5C46-8927-931F84F3F89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845827" y="5085749"/>
                <a:ext cx="1030502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1" name="Line 435">
                <a:extLst>
                  <a:ext uri="{FF2B5EF4-FFF2-40B4-BE49-F238E27FC236}">
                    <a16:creationId xmlns:a16="http://schemas.microsoft.com/office/drawing/2014/main" id="{663DFC23-9B89-9C45-9D1B-0D48274B8B6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234290" y="5094207"/>
                <a:ext cx="226800" cy="12700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" name="Line 436">
                <a:extLst>
                  <a:ext uri="{FF2B5EF4-FFF2-40B4-BE49-F238E27FC236}">
                    <a16:creationId xmlns:a16="http://schemas.microsoft.com/office/drawing/2014/main" id="{18DD1356-89D5-3A44-95E7-F9A8CBA1076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972450" y="5267343"/>
                <a:ext cx="412750" cy="12700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3" name="Line 439">
                <a:extLst>
                  <a:ext uri="{FF2B5EF4-FFF2-40B4-BE49-F238E27FC236}">
                    <a16:creationId xmlns:a16="http://schemas.microsoft.com/office/drawing/2014/main" id="{97928BA0-13A6-EB47-BAB3-34433975D47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8397900" y="5259125"/>
                <a:ext cx="68080" cy="29396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4" name="Line 440">
                <a:extLst>
                  <a:ext uri="{FF2B5EF4-FFF2-40B4-BE49-F238E27FC236}">
                    <a16:creationId xmlns:a16="http://schemas.microsoft.com/office/drawing/2014/main" id="{2C224211-7D09-3B43-A0B8-3F79ED55F84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8512814" y="5284804"/>
                <a:ext cx="280374" cy="26987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5" name="Line 441">
                <a:extLst>
                  <a:ext uri="{FF2B5EF4-FFF2-40B4-BE49-F238E27FC236}">
                    <a16:creationId xmlns:a16="http://schemas.microsoft.com/office/drawing/2014/main" id="{BC08E60D-832A-A349-9156-9FF0DCB8DA0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512814" y="5234921"/>
                <a:ext cx="914184" cy="46862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6" name="Line 443">
                <a:extLst>
                  <a:ext uri="{FF2B5EF4-FFF2-40B4-BE49-F238E27FC236}">
                    <a16:creationId xmlns:a16="http://schemas.microsoft.com/office/drawing/2014/main" id="{9290D2BD-563E-7049-907C-4BAF6989D00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271861" y="3806843"/>
                <a:ext cx="0" cy="13176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7" name="Line 449">
                <a:extLst>
                  <a:ext uri="{FF2B5EF4-FFF2-40B4-BE49-F238E27FC236}">
                    <a16:creationId xmlns:a16="http://schemas.microsoft.com/office/drawing/2014/main" id="{34D18B5D-D38E-294D-9B36-D83EA1EA66F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881336" y="4017980"/>
                <a:ext cx="168275" cy="3175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8" name="Line 428">
                <a:extLst>
                  <a:ext uri="{FF2B5EF4-FFF2-40B4-BE49-F238E27FC236}">
                    <a16:creationId xmlns:a16="http://schemas.microsoft.com/office/drawing/2014/main" id="{390CF526-5CCE-B44E-9ADE-6403971D0B7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16200000" flipV="1">
                <a:off x="9909628" y="5560344"/>
                <a:ext cx="366793" cy="1482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9" name="Line 440">
                <a:extLst>
                  <a:ext uri="{FF2B5EF4-FFF2-40B4-BE49-F238E27FC236}">
                    <a16:creationId xmlns:a16="http://schemas.microsoft.com/office/drawing/2014/main" id="{4FC20A7F-7EBB-B34E-A088-4F737F1DCCA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483508" y="5013435"/>
                <a:ext cx="404236" cy="20777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cxnSp>
            <p:nvCxnSpPr>
              <p:cNvPr id="70" name="Straight Connector 69">
                <a:extLst>
                  <a:ext uri="{FF2B5EF4-FFF2-40B4-BE49-F238E27FC236}">
                    <a16:creationId xmlns:a16="http://schemas.microsoft.com/office/drawing/2014/main" id="{D0A1EE81-EDC0-E24E-81ED-25EC7FC1859F}"/>
                  </a:ext>
                </a:extLst>
              </p:cNvPr>
              <p:cNvCxnSpPr/>
              <p:nvPr/>
            </p:nvCxnSpPr>
            <p:spPr>
              <a:xfrm flipH="1">
                <a:off x="10124718" y="2146305"/>
                <a:ext cx="761467" cy="577355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1" name="Straight Connector 70">
                <a:extLst>
                  <a:ext uri="{FF2B5EF4-FFF2-40B4-BE49-F238E27FC236}">
                    <a16:creationId xmlns:a16="http://schemas.microsoft.com/office/drawing/2014/main" id="{B40B7AC1-4BC8-7841-AB79-C252B50D01B9}"/>
                  </a:ext>
                </a:extLst>
              </p:cNvPr>
              <p:cNvCxnSpPr/>
              <p:nvPr/>
            </p:nvCxnSpPr>
            <p:spPr>
              <a:xfrm flipH="1">
                <a:off x="10124718" y="2245186"/>
                <a:ext cx="3970" cy="518461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2" name="Straight Connector 71">
                <a:extLst>
                  <a:ext uri="{FF2B5EF4-FFF2-40B4-BE49-F238E27FC236}">
                    <a16:creationId xmlns:a16="http://schemas.microsoft.com/office/drawing/2014/main" id="{F8FC87DD-FCE9-4847-8369-0353D5F038BA}"/>
                  </a:ext>
                </a:extLst>
              </p:cNvPr>
              <p:cNvCxnSpPr/>
              <p:nvPr/>
            </p:nvCxnSpPr>
            <p:spPr>
              <a:xfrm flipH="1">
                <a:off x="10696218" y="2177379"/>
                <a:ext cx="149360" cy="518461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3" name="Straight Connector 72">
                <a:extLst>
                  <a:ext uri="{FF2B5EF4-FFF2-40B4-BE49-F238E27FC236}">
                    <a16:creationId xmlns:a16="http://schemas.microsoft.com/office/drawing/2014/main" id="{3A5AC2F9-DAA5-2B42-ADBA-8AA2CE13A98C}"/>
                  </a:ext>
                </a:extLst>
              </p:cNvPr>
              <p:cNvCxnSpPr/>
              <p:nvPr/>
            </p:nvCxnSpPr>
            <p:spPr>
              <a:xfrm flipH="1">
                <a:off x="10166249" y="2695840"/>
                <a:ext cx="574283" cy="2782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4" name="Straight Connector 73">
                <a:extLst>
                  <a:ext uri="{FF2B5EF4-FFF2-40B4-BE49-F238E27FC236}">
                    <a16:creationId xmlns:a16="http://schemas.microsoft.com/office/drawing/2014/main" id="{CD02ED14-DF8A-6F47-8739-891B3E17E541}"/>
                  </a:ext>
                </a:extLst>
              </p:cNvPr>
              <p:cNvCxnSpPr/>
              <p:nvPr/>
            </p:nvCxnSpPr>
            <p:spPr>
              <a:xfrm flipH="1">
                <a:off x="10093625" y="2146305"/>
                <a:ext cx="788589" cy="98881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5" name="Straight Connector 74">
                <a:extLst>
                  <a:ext uri="{FF2B5EF4-FFF2-40B4-BE49-F238E27FC236}">
                    <a16:creationId xmlns:a16="http://schemas.microsoft.com/office/drawing/2014/main" id="{331B2571-456D-AA4C-9A42-8EC6DB5942CF}"/>
                  </a:ext>
                </a:extLst>
              </p:cNvPr>
              <p:cNvCxnSpPr/>
              <p:nvPr/>
            </p:nvCxnSpPr>
            <p:spPr>
              <a:xfrm flipH="1">
                <a:off x="10886186" y="2104198"/>
                <a:ext cx="279002" cy="42107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6" name="Straight Connector 75">
                <a:extLst>
                  <a:ext uri="{FF2B5EF4-FFF2-40B4-BE49-F238E27FC236}">
                    <a16:creationId xmlns:a16="http://schemas.microsoft.com/office/drawing/2014/main" id="{9DD07C97-ADFF-3B4D-9D80-4CCDBD9933B0}"/>
                  </a:ext>
                </a:extLst>
              </p:cNvPr>
              <p:cNvCxnSpPr/>
              <p:nvPr/>
            </p:nvCxnSpPr>
            <p:spPr>
              <a:xfrm flipH="1" flipV="1">
                <a:off x="10706077" y="2695840"/>
                <a:ext cx="353541" cy="67807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7" name="Straight Connector 76">
                <a:extLst>
                  <a:ext uri="{FF2B5EF4-FFF2-40B4-BE49-F238E27FC236}">
                    <a16:creationId xmlns:a16="http://schemas.microsoft.com/office/drawing/2014/main" id="{21CD801D-E623-DF4F-AE29-F9EDFFC1853E}"/>
                  </a:ext>
                </a:extLst>
              </p:cNvPr>
              <p:cNvCxnSpPr/>
              <p:nvPr/>
            </p:nvCxnSpPr>
            <p:spPr>
              <a:xfrm flipH="1">
                <a:off x="8793306" y="2245186"/>
                <a:ext cx="1300319" cy="606622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8" name="Line 541">
                <a:extLst>
                  <a:ext uri="{FF2B5EF4-FFF2-40B4-BE49-F238E27FC236}">
                    <a16:creationId xmlns:a16="http://schemas.microsoft.com/office/drawing/2014/main" id="{7986AEA4-9721-1648-AF87-0143CA33D4A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9402788" y="4090252"/>
                <a:ext cx="429324" cy="705603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9" name="Line 424">
                <a:extLst>
                  <a:ext uri="{FF2B5EF4-FFF2-40B4-BE49-F238E27FC236}">
                    <a16:creationId xmlns:a16="http://schemas.microsoft.com/office/drawing/2014/main" id="{5B046CBA-A8F6-A944-8D42-E33C2FBF401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268637" y="4024329"/>
                <a:ext cx="969051" cy="3175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pic>
          <p:nvPicPr>
            <p:cNvPr id="52" name="Picture 778" descr="antenna_radiation_stylized">
              <a:extLst>
                <a:ext uri="{FF2B5EF4-FFF2-40B4-BE49-F238E27FC236}">
                  <a16:creationId xmlns:a16="http://schemas.microsoft.com/office/drawing/2014/main" id="{631F2DEF-0FF8-3C41-AEF8-65E9DF76C1A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562238" y="3813930"/>
              <a:ext cx="506412" cy="10600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53" name="Picture 781" descr="antenna_radiation_stylized">
              <a:extLst>
                <a:ext uri="{FF2B5EF4-FFF2-40B4-BE49-F238E27FC236}">
                  <a16:creationId xmlns:a16="http://schemas.microsoft.com/office/drawing/2014/main" id="{A237A058-6399-5243-824F-D60A75A742E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242073" y="5480938"/>
              <a:ext cx="452014" cy="9515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54" name="Picture 799" descr="cell_tower_radiation copy">
              <a:extLst>
                <a:ext uri="{FF2B5EF4-FFF2-40B4-BE49-F238E27FC236}">
                  <a16:creationId xmlns:a16="http://schemas.microsoft.com/office/drawing/2014/main" id="{7D446A4E-5E76-104B-810A-DBB0D426EE6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980866" y="2158167"/>
              <a:ext cx="457200" cy="3327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5" name="Oval 800">
              <a:extLst>
                <a:ext uri="{FF2B5EF4-FFF2-40B4-BE49-F238E27FC236}">
                  <a16:creationId xmlns:a16="http://schemas.microsoft.com/office/drawing/2014/main" id="{EAAB4AC1-DEE9-134F-A0D6-239D715DAA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74541" y="2292995"/>
              <a:ext cx="52388" cy="49485"/>
            </a:xfrm>
            <a:prstGeom prst="ellipse">
              <a:avLst/>
            </a:prstGeom>
            <a:solidFill>
              <a:schemeClr val="tx2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sp>
        <p:nvSpPr>
          <p:cNvPr id="80" name="Line 426">
            <a:extLst>
              <a:ext uri="{FF2B5EF4-FFF2-40B4-BE49-F238E27FC236}">
                <a16:creationId xmlns:a16="http://schemas.microsoft.com/office/drawing/2014/main" id="{5B80D194-D80B-BF48-8540-D5B8565B4303}"/>
              </a:ext>
            </a:extLst>
          </p:cNvPr>
          <p:cNvSpPr>
            <a:spLocks noChangeShapeType="1"/>
          </p:cNvSpPr>
          <p:nvPr/>
        </p:nvSpPr>
        <p:spPr bwMode="auto">
          <a:xfrm>
            <a:off x="8281600" y="2213665"/>
            <a:ext cx="227964" cy="174352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81" name="Group 783">
            <a:extLst>
              <a:ext uri="{FF2B5EF4-FFF2-40B4-BE49-F238E27FC236}">
                <a16:creationId xmlns:a16="http://schemas.microsoft.com/office/drawing/2014/main" id="{E68A1148-D704-A446-A2F3-AD2E0367AAB2}"/>
              </a:ext>
            </a:extLst>
          </p:cNvPr>
          <p:cNvGrpSpPr>
            <a:grpSpLocks/>
          </p:cNvGrpSpPr>
          <p:nvPr/>
        </p:nvGrpSpPr>
        <p:grpSpPr bwMode="auto">
          <a:xfrm>
            <a:off x="8124438" y="1822682"/>
            <a:ext cx="298450" cy="464008"/>
            <a:chOff x="3130" y="3288"/>
            <a:chExt cx="410" cy="742"/>
          </a:xfrm>
        </p:grpSpPr>
        <p:sp>
          <p:nvSpPr>
            <p:cNvPr id="82" name="Line 270">
              <a:extLst>
                <a:ext uri="{FF2B5EF4-FFF2-40B4-BE49-F238E27FC236}">
                  <a16:creationId xmlns:a16="http://schemas.microsoft.com/office/drawing/2014/main" id="{148E09EA-BBD1-E045-A9C1-2579C62EE83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130" y="3288"/>
              <a:ext cx="205" cy="6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3" name="Line 271">
              <a:extLst>
                <a:ext uri="{FF2B5EF4-FFF2-40B4-BE49-F238E27FC236}">
                  <a16:creationId xmlns:a16="http://schemas.microsoft.com/office/drawing/2014/main" id="{0CEB5342-A8E6-2241-A276-5D5BB507FC8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35" y="3288"/>
              <a:ext cx="205" cy="669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4" name="Line 272">
              <a:extLst>
                <a:ext uri="{FF2B5EF4-FFF2-40B4-BE49-F238E27FC236}">
                  <a16:creationId xmlns:a16="http://schemas.microsoft.com/office/drawing/2014/main" id="{1C31E4F5-A349-A54A-B3C6-FCE7EC386D4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30" y="3957"/>
              <a:ext cx="205" cy="73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5" name="Line 273">
              <a:extLst>
                <a:ext uri="{FF2B5EF4-FFF2-40B4-BE49-F238E27FC236}">
                  <a16:creationId xmlns:a16="http://schemas.microsoft.com/office/drawing/2014/main" id="{89E72D14-18C6-4F4A-A018-55770D016BB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335" y="3957"/>
              <a:ext cx="205" cy="73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6" name="Line 274">
              <a:extLst>
                <a:ext uri="{FF2B5EF4-FFF2-40B4-BE49-F238E27FC236}">
                  <a16:creationId xmlns:a16="http://schemas.microsoft.com/office/drawing/2014/main" id="{6FD77342-4E61-494C-9600-ADAF89CDF5C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35" y="3303"/>
              <a:ext cx="0" cy="72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7" name="Line 275">
              <a:extLst>
                <a:ext uri="{FF2B5EF4-FFF2-40B4-BE49-F238E27FC236}">
                  <a16:creationId xmlns:a16="http://schemas.microsoft.com/office/drawing/2014/main" id="{840F43A3-D863-904A-912C-87898DB80EF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130" y="3888"/>
              <a:ext cx="205" cy="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8" name="Line 276">
              <a:extLst>
                <a:ext uri="{FF2B5EF4-FFF2-40B4-BE49-F238E27FC236}">
                  <a16:creationId xmlns:a16="http://schemas.microsoft.com/office/drawing/2014/main" id="{C8E333AC-9EDA-F34E-A2B4-BB319D3FB16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3335" y="3888"/>
              <a:ext cx="205" cy="69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9" name="Line 277">
              <a:extLst>
                <a:ext uri="{FF2B5EF4-FFF2-40B4-BE49-F238E27FC236}">
                  <a16:creationId xmlns:a16="http://schemas.microsoft.com/office/drawing/2014/main" id="{DBBC7195-32E5-1E44-A4B7-2D041FCF195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17" y="3668"/>
              <a:ext cx="118" cy="5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0" name="Line 278">
              <a:extLst>
                <a:ext uri="{FF2B5EF4-FFF2-40B4-BE49-F238E27FC236}">
                  <a16:creationId xmlns:a16="http://schemas.microsoft.com/office/drawing/2014/main" id="{B6C3F345-DEA7-C64D-90EE-6DFEF6B0F79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5" y="3668"/>
              <a:ext cx="124" cy="5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1" name="Line 279">
              <a:extLst>
                <a:ext uri="{FF2B5EF4-FFF2-40B4-BE49-F238E27FC236}">
                  <a16:creationId xmlns:a16="http://schemas.microsoft.com/office/drawing/2014/main" id="{6C2CB45E-DD31-644D-B38E-56690CBDE83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78" y="3766"/>
              <a:ext cx="152" cy="7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2" name="Line 280">
              <a:extLst>
                <a:ext uri="{FF2B5EF4-FFF2-40B4-BE49-F238E27FC236}">
                  <a16:creationId xmlns:a16="http://schemas.microsoft.com/office/drawing/2014/main" id="{0B1D6178-5CDF-C44A-BD74-FC217ED5751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5" y="3781"/>
              <a:ext cx="153" cy="6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3" name="Line 281">
              <a:extLst>
                <a:ext uri="{FF2B5EF4-FFF2-40B4-BE49-F238E27FC236}">
                  <a16:creationId xmlns:a16="http://schemas.microsoft.com/office/drawing/2014/main" id="{363887BB-4AF3-B84E-9683-EE49686A1C8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5" y="3567"/>
              <a:ext cx="78" cy="2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4" name="Line 282">
              <a:extLst>
                <a:ext uri="{FF2B5EF4-FFF2-40B4-BE49-F238E27FC236}">
                  <a16:creationId xmlns:a16="http://schemas.microsoft.com/office/drawing/2014/main" id="{175D27BE-3FD8-CE45-A067-6C508BF70C8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5" y="3428"/>
              <a:ext cx="49" cy="21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5" name="Line 283">
              <a:extLst>
                <a:ext uri="{FF2B5EF4-FFF2-40B4-BE49-F238E27FC236}">
                  <a16:creationId xmlns:a16="http://schemas.microsoft.com/office/drawing/2014/main" id="{B2BBADBF-8220-2243-8DAD-6DAD647432F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47" y="3558"/>
              <a:ext cx="95" cy="3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6" name="Line 284">
              <a:extLst>
                <a:ext uri="{FF2B5EF4-FFF2-40B4-BE49-F238E27FC236}">
                  <a16:creationId xmlns:a16="http://schemas.microsoft.com/office/drawing/2014/main" id="{3AB793CC-A3CA-9F45-A697-F5B2AC584A5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89" y="3422"/>
              <a:ext cx="55" cy="3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pic>
        <p:nvPicPr>
          <p:cNvPr id="97" name="Picture 777" descr="access_point_stylized_small">
            <a:extLst>
              <a:ext uri="{FF2B5EF4-FFF2-40B4-BE49-F238E27FC236}">
                <a16:creationId xmlns:a16="http://schemas.microsoft.com/office/drawing/2014/main" id="{68963423-0F28-9C4E-9209-A68C79A01E5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87622" y="3375205"/>
            <a:ext cx="370169" cy="30675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98" name="Picture 780" descr="access_point_stylized_small">
            <a:extLst>
              <a:ext uri="{FF2B5EF4-FFF2-40B4-BE49-F238E27FC236}">
                <a16:creationId xmlns:a16="http://schemas.microsoft.com/office/drawing/2014/main" id="{CC400AD6-BFC6-FE40-9B3A-1E58BEB77C0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364350" y="5037538"/>
            <a:ext cx="380935" cy="31746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99" name="Group 98">
            <a:extLst>
              <a:ext uri="{FF2B5EF4-FFF2-40B4-BE49-F238E27FC236}">
                <a16:creationId xmlns:a16="http://schemas.microsoft.com/office/drawing/2014/main" id="{45D32098-7053-E144-ABFD-96A14B42CDE7}"/>
              </a:ext>
            </a:extLst>
          </p:cNvPr>
          <p:cNvGrpSpPr/>
          <p:nvPr/>
        </p:nvGrpSpPr>
        <p:grpSpPr>
          <a:xfrm>
            <a:off x="9923105" y="4852343"/>
            <a:ext cx="309740" cy="190838"/>
            <a:chOff x="3668110" y="2448910"/>
            <a:chExt cx="3794234" cy="2165130"/>
          </a:xfrm>
        </p:grpSpPr>
        <p:sp>
          <p:nvSpPr>
            <p:cNvPr id="100" name="Rectangle 99">
              <a:extLst>
                <a:ext uri="{FF2B5EF4-FFF2-40B4-BE49-F238E27FC236}">
                  <a16:creationId xmlns:a16="http://schemas.microsoft.com/office/drawing/2014/main" id="{04E26E62-0A09-FE48-83DB-99D08E6D9666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1" name="Freeform 100">
              <a:extLst>
                <a:ext uri="{FF2B5EF4-FFF2-40B4-BE49-F238E27FC236}">
                  <a16:creationId xmlns:a16="http://schemas.microsoft.com/office/drawing/2014/main" id="{5BBE0DFE-0625-6941-BE0B-54B132BA201D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02" name="Group 101">
              <a:extLst>
                <a:ext uri="{FF2B5EF4-FFF2-40B4-BE49-F238E27FC236}">
                  <a16:creationId xmlns:a16="http://schemas.microsoft.com/office/drawing/2014/main" id="{607D2C3A-C248-C14C-AE1E-3CEA21A7711E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103" name="Freeform 102">
                <a:extLst>
                  <a:ext uri="{FF2B5EF4-FFF2-40B4-BE49-F238E27FC236}">
                    <a16:creationId xmlns:a16="http://schemas.microsoft.com/office/drawing/2014/main" id="{BD2E6830-1548-F748-9CD3-9BBE3D747B5B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4" name="Freeform 103">
                <a:extLst>
                  <a:ext uri="{FF2B5EF4-FFF2-40B4-BE49-F238E27FC236}">
                    <a16:creationId xmlns:a16="http://schemas.microsoft.com/office/drawing/2014/main" id="{87EA9A58-4D21-1A4A-8916-404ABE135DDA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" name="Freeform 104">
                <a:extLst>
                  <a:ext uri="{FF2B5EF4-FFF2-40B4-BE49-F238E27FC236}">
                    <a16:creationId xmlns:a16="http://schemas.microsoft.com/office/drawing/2014/main" id="{7CF3E410-162D-074A-8E74-378002078118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6" name="Freeform 105">
                <a:extLst>
                  <a:ext uri="{FF2B5EF4-FFF2-40B4-BE49-F238E27FC236}">
                    <a16:creationId xmlns:a16="http://schemas.microsoft.com/office/drawing/2014/main" id="{072DA05C-F551-2546-ACD2-A6674CBCE382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07" name="Group 106">
            <a:extLst>
              <a:ext uri="{FF2B5EF4-FFF2-40B4-BE49-F238E27FC236}">
                <a16:creationId xmlns:a16="http://schemas.microsoft.com/office/drawing/2014/main" id="{659AA5C6-EE3B-2947-B048-197F6FD3AC8C}"/>
              </a:ext>
            </a:extLst>
          </p:cNvPr>
          <p:cNvGrpSpPr/>
          <p:nvPr/>
        </p:nvGrpSpPr>
        <p:grpSpPr>
          <a:xfrm>
            <a:off x="8750359" y="4480726"/>
            <a:ext cx="393760" cy="218578"/>
            <a:chOff x="7493876" y="2774731"/>
            <a:chExt cx="1481958" cy="894622"/>
          </a:xfrm>
        </p:grpSpPr>
        <p:sp>
          <p:nvSpPr>
            <p:cNvPr id="108" name="Freeform 107">
              <a:extLst>
                <a:ext uri="{FF2B5EF4-FFF2-40B4-BE49-F238E27FC236}">
                  <a16:creationId xmlns:a16="http://schemas.microsoft.com/office/drawing/2014/main" id="{9100A36C-A3A7-F64D-ACF1-BC8A727C2CBC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9" name="Oval 108">
              <a:extLst>
                <a:ext uri="{FF2B5EF4-FFF2-40B4-BE49-F238E27FC236}">
                  <a16:creationId xmlns:a16="http://schemas.microsoft.com/office/drawing/2014/main" id="{66AC0DDF-BAAC-9648-9DB4-B82F4C800F10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10" name="Group 109">
              <a:extLst>
                <a:ext uri="{FF2B5EF4-FFF2-40B4-BE49-F238E27FC236}">
                  <a16:creationId xmlns:a16="http://schemas.microsoft.com/office/drawing/2014/main" id="{F93AC9B6-D959-EE46-8553-EF585F23BD73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11" name="Freeform 110">
                <a:extLst>
                  <a:ext uri="{FF2B5EF4-FFF2-40B4-BE49-F238E27FC236}">
                    <a16:creationId xmlns:a16="http://schemas.microsoft.com/office/drawing/2014/main" id="{4CC15E79-4120-D643-9348-8A2483E7C149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12" name="Freeform 111">
                <a:extLst>
                  <a:ext uri="{FF2B5EF4-FFF2-40B4-BE49-F238E27FC236}">
                    <a16:creationId xmlns:a16="http://schemas.microsoft.com/office/drawing/2014/main" id="{B4C3AE5D-7179-E240-8F3C-8DF74EC9998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13" name="Freeform 112">
                <a:extLst>
                  <a:ext uri="{FF2B5EF4-FFF2-40B4-BE49-F238E27FC236}">
                    <a16:creationId xmlns:a16="http://schemas.microsoft.com/office/drawing/2014/main" id="{3A0685E0-EC87-CF48-A96B-77CB2EC25C01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14" name="Freeform 113">
                <a:extLst>
                  <a:ext uri="{FF2B5EF4-FFF2-40B4-BE49-F238E27FC236}">
                    <a16:creationId xmlns:a16="http://schemas.microsoft.com/office/drawing/2014/main" id="{9E67B1F5-ED42-AE4A-8D5B-75AD8401AC44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15" name="Group 114">
            <a:extLst>
              <a:ext uri="{FF2B5EF4-FFF2-40B4-BE49-F238E27FC236}">
                <a16:creationId xmlns:a16="http://schemas.microsoft.com/office/drawing/2014/main" id="{04996387-BE14-DF43-805B-702F9CA5C7DE}"/>
              </a:ext>
            </a:extLst>
          </p:cNvPr>
          <p:cNvGrpSpPr/>
          <p:nvPr/>
        </p:nvGrpSpPr>
        <p:grpSpPr>
          <a:xfrm>
            <a:off x="8385260" y="4707739"/>
            <a:ext cx="309740" cy="190838"/>
            <a:chOff x="3668110" y="2448910"/>
            <a:chExt cx="3794234" cy="2165130"/>
          </a:xfrm>
        </p:grpSpPr>
        <p:sp>
          <p:nvSpPr>
            <p:cNvPr id="116" name="Rectangle 115">
              <a:extLst>
                <a:ext uri="{FF2B5EF4-FFF2-40B4-BE49-F238E27FC236}">
                  <a16:creationId xmlns:a16="http://schemas.microsoft.com/office/drawing/2014/main" id="{45754FAB-24AD-164E-8246-AFEEDC5117CD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17" name="Freeform 116">
              <a:extLst>
                <a:ext uri="{FF2B5EF4-FFF2-40B4-BE49-F238E27FC236}">
                  <a16:creationId xmlns:a16="http://schemas.microsoft.com/office/drawing/2014/main" id="{E5DD5BBA-99BE-AB40-ABCA-66BF6954D980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18" name="Group 117">
              <a:extLst>
                <a:ext uri="{FF2B5EF4-FFF2-40B4-BE49-F238E27FC236}">
                  <a16:creationId xmlns:a16="http://schemas.microsoft.com/office/drawing/2014/main" id="{AEB271AC-E128-C94E-8C52-AEF23798B7A8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119" name="Freeform 118">
                <a:extLst>
                  <a:ext uri="{FF2B5EF4-FFF2-40B4-BE49-F238E27FC236}">
                    <a16:creationId xmlns:a16="http://schemas.microsoft.com/office/drawing/2014/main" id="{6A1116CA-475C-3648-95B4-42F00A2A0566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20" name="Freeform 119">
                <a:extLst>
                  <a:ext uri="{FF2B5EF4-FFF2-40B4-BE49-F238E27FC236}">
                    <a16:creationId xmlns:a16="http://schemas.microsoft.com/office/drawing/2014/main" id="{C2AE9788-7391-8445-B359-B4CC25A1EE97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21" name="Freeform 120">
                <a:extLst>
                  <a:ext uri="{FF2B5EF4-FFF2-40B4-BE49-F238E27FC236}">
                    <a16:creationId xmlns:a16="http://schemas.microsoft.com/office/drawing/2014/main" id="{B02E83DD-BD53-7B47-A845-B8C7DC6A6943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22" name="Freeform 121">
                <a:extLst>
                  <a:ext uri="{FF2B5EF4-FFF2-40B4-BE49-F238E27FC236}">
                    <a16:creationId xmlns:a16="http://schemas.microsoft.com/office/drawing/2014/main" id="{2DC92133-A32C-A741-B66D-863B3C03BD8D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23" name="Group 122">
            <a:extLst>
              <a:ext uri="{FF2B5EF4-FFF2-40B4-BE49-F238E27FC236}">
                <a16:creationId xmlns:a16="http://schemas.microsoft.com/office/drawing/2014/main" id="{643D9FE3-9524-3844-AF33-35CA20FC0D76}"/>
              </a:ext>
            </a:extLst>
          </p:cNvPr>
          <p:cNvGrpSpPr/>
          <p:nvPr/>
        </p:nvGrpSpPr>
        <p:grpSpPr>
          <a:xfrm>
            <a:off x="8513567" y="2325615"/>
            <a:ext cx="353678" cy="168275"/>
            <a:chOff x="7493876" y="2774731"/>
            <a:chExt cx="1481958" cy="894622"/>
          </a:xfrm>
        </p:grpSpPr>
        <p:sp>
          <p:nvSpPr>
            <p:cNvPr id="124" name="Freeform 123">
              <a:extLst>
                <a:ext uri="{FF2B5EF4-FFF2-40B4-BE49-F238E27FC236}">
                  <a16:creationId xmlns:a16="http://schemas.microsoft.com/office/drawing/2014/main" id="{D4B39EB8-9828-0342-9391-704A2CD03D1A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25" name="Oval 124">
              <a:extLst>
                <a:ext uri="{FF2B5EF4-FFF2-40B4-BE49-F238E27FC236}">
                  <a16:creationId xmlns:a16="http://schemas.microsoft.com/office/drawing/2014/main" id="{774578F8-9C32-FF4C-94B9-DD296E4639D6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26" name="Group 125">
              <a:extLst>
                <a:ext uri="{FF2B5EF4-FFF2-40B4-BE49-F238E27FC236}">
                  <a16:creationId xmlns:a16="http://schemas.microsoft.com/office/drawing/2014/main" id="{E3FFE085-A1E8-8C4A-863C-F297E69E8C5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27" name="Freeform 126">
                <a:extLst>
                  <a:ext uri="{FF2B5EF4-FFF2-40B4-BE49-F238E27FC236}">
                    <a16:creationId xmlns:a16="http://schemas.microsoft.com/office/drawing/2014/main" id="{FF20BBBE-61F6-414F-AB4A-B44CBEECD9AC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28" name="Freeform 127">
                <a:extLst>
                  <a:ext uri="{FF2B5EF4-FFF2-40B4-BE49-F238E27FC236}">
                    <a16:creationId xmlns:a16="http://schemas.microsoft.com/office/drawing/2014/main" id="{B2045209-7C1C-F24A-AEE1-071242B149D4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29" name="Freeform 128">
                <a:extLst>
                  <a:ext uri="{FF2B5EF4-FFF2-40B4-BE49-F238E27FC236}">
                    <a16:creationId xmlns:a16="http://schemas.microsoft.com/office/drawing/2014/main" id="{1B01ADE3-1B6E-D247-973F-54E2D9B5D151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0" name="Freeform 129">
                <a:extLst>
                  <a:ext uri="{FF2B5EF4-FFF2-40B4-BE49-F238E27FC236}">
                    <a16:creationId xmlns:a16="http://schemas.microsoft.com/office/drawing/2014/main" id="{405D61D6-D043-834E-8866-8619F48CA510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31" name="Group 130">
            <a:extLst>
              <a:ext uri="{FF2B5EF4-FFF2-40B4-BE49-F238E27FC236}">
                <a16:creationId xmlns:a16="http://schemas.microsoft.com/office/drawing/2014/main" id="{1012F64F-EF7E-5344-A4F3-7EABE2D4F217}"/>
              </a:ext>
            </a:extLst>
          </p:cNvPr>
          <p:cNvGrpSpPr/>
          <p:nvPr/>
        </p:nvGrpSpPr>
        <p:grpSpPr>
          <a:xfrm>
            <a:off x="10957825" y="3114671"/>
            <a:ext cx="170989" cy="97052"/>
            <a:chOff x="7493876" y="2774731"/>
            <a:chExt cx="1481958" cy="894622"/>
          </a:xfrm>
        </p:grpSpPr>
        <p:sp>
          <p:nvSpPr>
            <p:cNvPr id="132" name="Freeform 131">
              <a:extLst>
                <a:ext uri="{FF2B5EF4-FFF2-40B4-BE49-F238E27FC236}">
                  <a16:creationId xmlns:a16="http://schemas.microsoft.com/office/drawing/2014/main" id="{8BB13C1F-054D-7941-91CB-76ED796B6567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33" name="Oval 132">
              <a:extLst>
                <a:ext uri="{FF2B5EF4-FFF2-40B4-BE49-F238E27FC236}">
                  <a16:creationId xmlns:a16="http://schemas.microsoft.com/office/drawing/2014/main" id="{70C6DC31-F653-F446-9B94-60CB67A860A3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34" name="Group 133">
              <a:extLst>
                <a:ext uri="{FF2B5EF4-FFF2-40B4-BE49-F238E27FC236}">
                  <a16:creationId xmlns:a16="http://schemas.microsoft.com/office/drawing/2014/main" id="{3F4A7E86-562E-9C48-95BF-2B9D877B5376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35" name="Freeform 134">
                <a:extLst>
                  <a:ext uri="{FF2B5EF4-FFF2-40B4-BE49-F238E27FC236}">
                    <a16:creationId xmlns:a16="http://schemas.microsoft.com/office/drawing/2014/main" id="{D80C08FB-4E69-EB4A-BBCA-4E44FB7EEF56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6" name="Freeform 135">
                <a:extLst>
                  <a:ext uri="{FF2B5EF4-FFF2-40B4-BE49-F238E27FC236}">
                    <a16:creationId xmlns:a16="http://schemas.microsoft.com/office/drawing/2014/main" id="{2632F4FB-DFCC-2F4D-B158-2D3743B3F958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7" name="Freeform 136">
                <a:extLst>
                  <a:ext uri="{FF2B5EF4-FFF2-40B4-BE49-F238E27FC236}">
                    <a16:creationId xmlns:a16="http://schemas.microsoft.com/office/drawing/2014/main" id="{E6D5E9E9-B17F-9D4B-B223-9141D3A68882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8" name="Freeform 137">
                <a:extLst>
                  <a:ext uri="{FF2B5EF4-FFF2-40B4-BE49-F238E27FC236}">
                    <a16:creationId xmlns:a16="http://schemas.microsoft.com/office/drawing/2014/main" id="{8D0A12F2-B562-2648-B16A-1D30E22E02A8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39" name="Group 138">
            <a:extLst>
              <a:ext uri="{FF2B5EF4-FFF2-40B4-BE49-F238E27FC236}">
                <a16:creationId xmlns:a16="http://schemas.microsoft.com/office/drawing/2014/main" id="{B4E432F1-1693-8A4E-A460-5802A1AEAD07}"/>
              </a:ext>
            </a:extLst>
          </p:cNvPr>
          <p:cNvGrpSpPr/>
          <p:nvPr/>
        </p:nvGrpSpPr>
        <p:grpSpPr>
          <a:xfrm>
            <a:off x="10484349" y="3009444"/>
            <a:ext cx="353678" cy="198344"/>
            <a:chOff x="7493876" y="2774731"/>
            <a:chExt cx="1481958" cy="894622"/>
          </a:xfrm>
        </p:grpSpPr>
        <p:sp>
          <p:nvSpPr>
            <p:cNvPr id="140" name="Freeform 139">
              <a:extLst>
                <a:ext uri="{FF2B5EF4-FFF2-40B4-BE49-F238E27FC236}">
                  <a16:creationId xmlns:a16="http://schemas.microsoft.com/office/drawing/2014/main" id="{5ED14BE6-903D-9940-AC2B-3268B87ADFF7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41" name="Oval 140">
              <a:extLst>
                <a:ext uri="{FF2B5EF4-FFF2-40B4-BE49-F238E27FC236}">
                  <a16:creationId xmlns:a16="http://schemas.microsoft.com/office/drawing/2014/main" id="{7EFC5165-1B49-B544-B703-D0E9DA908D72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42" name="Group 141">
              <a:extLst>
                <a:ext uri="{FF2B5EF4-FFF2-40B4-BE49-F238E27FC236}">
                  <a16:creationId xmlns:a16="http://schemas.microsoft.com/office/drawing/2014/main" id="{AB1397D1-18DA-5944-8339-897F9A9AD894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43" name="Freeform 142">
                <a:extLst>
                  <a:ext uri="{FF2B5EF4-FFF2-40B4-BE49-F238E27FC236}">
                    <a16:creationId xmlns:a16="http://schemas.microsoft.com/office/drawing/2014/main" id="{D3D45686-63E9-E245-8305-C334F0541E7A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4" name="Freeform 143">
                <a:extLst>
                  <a:ext uri="{FF2B5EF4-FFF2-40B4-BE49-F238E27FC236}">
                    <a16:creationId xmlns:a16="http://schemas.microsoft.com/office/drawing/2014/main" id="{3B2FA1D1-BF4F-F947-B3E1-406A420C4F11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5" name="Freeform 144">
                <a:extLst>
                  <a:ext uri="{FF2B5EF4-FFF2-40B4-BE49-F238E27FC236}">
                    <a16:creationId xmlns:a16="http://schemas.microsoft.com/office/drawing/2014/main" id="{2C4C730F-0E5F-9441-B3F0-9FB7DB403631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6" name="Freeform 145">
                <a:extLst>
                  <a:ext uri="{FF2B5EF4-FFF2-40B4-BE49-F238E27FC236}">
                    <a16:creationId xmlns:a16="http://schemas.microsoft.com/office/drawing/2014/main" id="{3C05DC31-C04A-DA4E-BD68-6BCFC14A564F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47" name="Group 146">
            <a:extLst>
              <a:ext uri="{FF2B5EF4-FFF2-40B4-BE49-F238E27FC236}">
                <a16:creationId xmlns:a16="http://schemas.microsoft.com/office/drawing/2014/main" id="{851A2E38-C8F7-5B4D-93A5-130306B471F9}"/>
              </a:ext>
            </a:extLst>
          </p:cNvPr>
          <p:cNvGrpSpPr/>
          <p:nvPr/>
        </p:nvGrpSpPr>
        <p:grpSpPr>
          <a:xfrm>
            <a:off x="10022464" y="1715598"/>
            <a:ext cx="353678" cy="198344"/>
            <a:chOff x="7493876" y="2774731"/>
            <a:chExt cx="1481958" cy="894622"/>
          </a:xfrm>
        </p:grpSpPr>
        <p:sp>
          <p:nvSpPr>
            <p:cNvPr id="148" name="Freeform 147">
              <a:extLst>
                <a:ext uri="{FF2B5EF4-FFF2-40B4-BE49-F238E27FC236}">
                  <a16:creationId xmlns:a16="http://schemas.microsoft.com/office/drawing/2014/main" id="{DE316D8C-B460-B94D-8F8C-D3061831AA7E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49" name="Oval 148">
              <a:extLst>
                <a:ext uri="{FF2B5EF4-FFF2-40B4-BE49-F238E27FC236}">
                  <a16:creationId xmlns:a16="http://schemas.microsoft.com/office/drawing/2014/main" id="{F1A1A5CB-A709-1F4F-8D50-2C99B35EED99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50" name="Group 149">
              <a:extLst>
                <a:ext uri="{FF2B5EF4-FFF2-40B4-BE49-F238E27FC236}">
                  <a16:creationId xmlns:a16="http://schemas.microsoft.com/office/drawing/2014/main" id="{2C3D1ACE-2ADB-1B4F-B4F6-152F4655CFF6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51" name="Freeform 150">
                <a:extLst>
                  <a:ext uri="{FF2B5EF4-FFF2-40B4-BE49-F238E27FC236}">
                    <a16:creationId xmlns:a16="http://schemas.microsoft.com/office/drawing/2014/main" id="{ABA3F008-D35A-3344-AE9B-985B191CD41C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52" name="Freeform 151">
                <a:extLst>
                  <a:ext uri="{FF2B5EF4-FFF2-40B4-BE49-F238E27FC236}">
                    <a16:creationId xmlns:a16="http://schemas.microsoft.com/office/drawing/2014/main" id="{9B80981C-5DF8-8A44-871A-76578F68D6F7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53" name="Freeform 152">
                <a:extLst>
                  <a:ext uri="{FF2B5EF4-FFF2-40B4-BE49-F238E27FC236}">
                    <a16:creationId xmlns:a16="http://schemas.microsoft.com/office/drawing/2014/main" id="{811450F3-31D3-204D-B370-675D8DEBAA52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54" name="Freeform 153">
                <a:extLst>
                  <a:ext uri="{FF2B5EF4-FFF2-40B4-BE49-F238E27FC236}">
                    <a16:creationId xmlns:a16="http://schemas.microsoft.com/office/drawing/2014/main" id="{B8AF6519-9948-BD4F-9BDE-BF2FE27174EC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55" name="Group 154">
            <a:extLst>
              <a:ext uri="{FF2B5EF4-FFF2-40B4-BE49-F238E27FC236}">
                <a16:creationId xmlns:a16="http://schemas.microsoft.com/office/drawing/2014/main" id="{D553E004-5B76-CE49-82A8-228403BC57E9}"/>
              </a:ext>
            </a:extLst>
          </p:cNvPr>
          <p:cNvGrpSpPr/>
          <p:nvPr/>
        </p:nvGrpSpPr>
        <p:grpSpPr>
          <a:xfrm>
            <a:off x="10600954" y="2126673"/>
            <a:ext cx="353678" cy="198344"/>
            <a:chOff x="7493876" y="2774731"/>
            <a:chExt cx="1481958" cy="894622"/>
          </a:xfrm>
        </p:grpSpPr>
        <p:sp>
          <p:nvSpPr>
            <p:cNvPr id="156" name="Freeform 155">
              <a:extLst>
                <a:ext uri="{FF2B5EF4-FFF2-40B4-BE49-F238E27FC236}">
                  <a16:creationId xmlns:a16="http://schemas.microsoft.com/office/drawing/2014/main" id="{80D1B1C3-E533-0648-A8F6-501D4123A9CF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57" name="Oval 156">
              <a:extLst>
                <a:ext uri="{FF2B5EF4-FFF2-40B4-BE49-F238E27FC236}">
                  <a16:creationId xmlns:a16="http://schemas.microsoft.com/office/drawing/2014/main" id="{3F68FB3F-D92E-ED44-AFF7-CC7359337C21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58" name="Group 157">
              <a:extLst>
                <a:ext uri="{FF2B5EF4-FFF2-40B4-BE49-F238E27FC236}">
                  <a16:creationId xmlns:a16="http://schemas.microsoft.com/office/drawing/2014/main" id="{4166E5B1-FD06-CF4F-BE46-0665B6C44065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59" name="Freeform 158">
                <a:extLst>
                  <a:ext uri="{FF2B5EF4-FFF2-40B4-BE49-F238E27FC236}">
                    <a16:creationId xmlns:a16="http://schemas.microsoft.com/office/drawing/2014/main" id="{6EED667D-92E4-684F-8131-08EE73D78654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60" name="Freeform 159">
                <a:extLst>
                  <a:ext uri="{FF2B5EF4-FFF2-40B4-BE49-F238E27FC236}">
                    <a16:creationId xmlns:a16="http://schemas.microsoft.com/office/drawing/2014/main" id="{173F21E0-20AE-3947-B3A9-DCB066F95BF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61" name="Freeform 160">
                <a:extLst>
                  <a:ext uri="{FF2B5EF4-FFF2-40B4-BE49-F238E27FC236}">
                    <a16:creationId xmlns:a16="http://schemas.microsoft.com/office/drawing/2014/main" id="{90BCAD6D-9742-A743-AF6C-AA4C11DF2F7C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62" name="Freeform 161">
                <a:extLst>
                  <a:ext uri="{FF2B5EF4-FFF2-40B4-BE49-F238E27FC236}">
                    <a16:creationId xmlns:a16="http://schemas.microsoft.com/office/drawing/2014/main" id="{D15CCA2D-FF07-7E49-AFAC-41F608FBA3F1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63" name="Group 162">
            <a:extLst>
              <a:ext uri="{FF2B5EF4-FFF2-40B4-BE49-F238E27FC236}">
                <a16:creationId xmlns:a16="http://schemas.microsoft.com/office/drawing/2014/main" id="{0BBFA4F2-6DC5-6246-AC0D-A5B6362510CA}"/>
              </a:ext>
            </a:extLst>
          </p:cNvPr>
          <p:cNvGrpSpPr/>
          <p:nvPr/>
        </p:nvGrpSpPr>
        <p:grpSpPr>
          <a:xfrm>
            <a:off x="10717565" y="1621269"/>
            <a:ext cx="353678" cy="198344"/>
            <a:chOff x="7493876" y="2774731"/>
            <a:chExt cx="1481958" cy="894622"/>
          </a:xfrm>
        </p:grpSpPr>
        <p:sp>
          <p:nvSpPr>
            <p:cNvPr id="164" name="Freeform 163">
              <a:extLst>
                <a:ext uri="{FF2B5EF4-FFF2-40B4-BE49-F238E27FC236}">
                  <a16:creationId xmlns:a16="http://schemas.microsoft.com/office/drawing/2014/main" id="{9E6389F9-EE6B-CF41-87B2-6FEC736C1CCA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65" name="Oval 164">
              <a:extLst>
                <a:ext uri="{FF2B5EF4-FFF2-40B4-BE49-F238E27FC236}">
                  <a16:creationId xmlns:a16="http://schemas.microsoft.com/office/drawing/2014/main" id="{76CEA600-9F29-9443-ADED-51B00EDB37A1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66" name="Group 165">
              <a:extLst>
                <a:ext uri="{FF2B5EF4-FFF2-40B4-BE49-F238E27FC236}">
                  <a16:creationId xmlns:a16="http://schemas.microsoft.com/office/drawing/2014/main" id="{5E8A275D-4224-6C4E-8C9F-80FCD44EE50C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67" name="Freeform 166">
                <a:extLst>
                  <a:ext uri="{FF2B5EF4-FFF2-40B4-BE49-F238E27FC236}">
                    <a16:creationId xmlns:a16="http://schemas.microsoft.com/office/drawing/2014/main" id="{157952CE-D220-6342-A756-6FC7F0E68266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68" name="Freeform 167">
                <a:extLst>
                  <a:ext uri="{FF2B5EF4-FFF2-40B4-BE49-F238E27FC236}">
                    <a16:creationId xmlns:a16="http://schemas.microsoft.com/office/drawing/2014/main" id="{F1725E00-636B-DF42-935F-85B23C81F9E1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69" name="Freeform 168">
                <a:extLst>
                  <a:ext uri="{FF2B5EF4-FFF2-40B4-BE49-F238E27FC236}">
                    <a16:creationId xmlns:a16="http://schemas.microsoft.com/office/drawing/2014/main" id="{9F692ABC-0305-A843-A220-05CFCA150050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70" name="Freeform 169">
                <a:extLst>
                  <a:ext uri="{FF2B5EF4-FFF2-40B4-BE49-F238E27FC236}">
                    <a16:creationId xmlns:a16="http://schemas.microsoft.com/office/drawing/2014/main" id="{4119B6AB-B752-5F42-A59E-D0238D48456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71" name="Group 170">
            <a:extLst>
              <a:ext uri="{FF2B5EF4-FFF2-40B4-BE49-F238E27FC236}">
                <a16:creationId xmlns:a16="http://schemas.microsoft.com/office/drawing/2014/main" id="{02AC74F3-7F15-D34A-9BA0-F4EC124FA78B}"/>
              </a:ext>
            </a:extLst>
          </p:cNvPr>
          <p:cNvGrpSpPr/>
          <p:nvPr/>
        </p:nvGrpSpPr>
        <p:grpSpPr>
          <a:xfrm>
            <a:off x="10053866" y="2174871"/>
            <a:ext cx="353678" cy="198344"/>
            <a:chOff x="7493876" y="2774731"/>
            <a:chExt cx="1481958" cy="894622"/>
          </a:xfrm>
        </p:grpSpPr>
        <p:sp>
          <p:nvSpPr>
            <p:cNvPr id="172" name="Freeform 171">
              <a:extLst>
                <a:ext uri="{FF2B5EF4-FFF2-40B4-BE49-F238E27FC236}">
                  <a16:creationId xmlns:a16="http://schemas.microsoft.com/office/drawing/2014/main" id="{E16EDB01-D80B-594C-BC98-877D41E0F777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73" name="Oval 172">
              <a:extLst>
                <a:ext uri="{FF2B5EF4-FFF2-40B4-BE49-F238E27FC236}">
                  <a16:creationId xmlns:a16="http://schemas.microsoft.com/office/drawing/2014/main" id="{1036E018-AA0D-3B41-B308-80EC3DDB6EE4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74" name="Group 173">
              <a:extLst>
                <a:ext uri="{FF2B5EF4-FFF2-40B4-BE49-F238E27FC236}">
                  <a16:creationId xmlns:a16="http://schemas.microsoft.com/office/drawing/2014/main" id="{F792B572-4770-5640-96DE-FC5DD4403375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75" name="Freeform 174">
                <a:extLst>
                  <a:ext uri="{FF2B5EF4-FFF2-40B4-BE49-F238E27FC236}">
                    <a16:creationId xmlns:a16="http://schemas.microsoft.com/office/drawing/2014/main" id="{0359911B-E2D4-4540-9EDC-0B97BCDA15DD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76" name="Freeform 175">
                <a:extLst>
                  <a:ext uri="{FF2B5EF4-FFF2-40B4-BE49-F238E27FC236}">
                    <a16:creationId xmlns:a16="http://schemas.microsoft.com/office/drawing/2014/main" id="{0451C2A1-599A-4640-AE3E-2F1FEE23C45C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77" name="Freeform 176">
                <a:extLst>
                  <a:ext uri="{FF2B5EF4-FFF2-40B4-BE49-F238E27FC236}">
                    <a16:creationId xmlns:a16="http://schemas.microsoft.com/office/drawing/2014/main" id="{A85EFAFD-85B1-A345-B4E1-4ECEBD8958A6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78" name="Freeform 177">
                <a:extLst>
                  <a:ext uri="{FF2B5EF4-FFF2-40B4-BE49-F238E27FC236}">
                    <a16:creationId xmlns:a16="http://schemas.microsoft.com/office/drawing/2014/main" id="{236EF265-EE83-4742-983C-B66B4F284742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79" name="Group 178">
            <a:extLst>
              <a:ext uri="{FF2B5EF4-FFF2-40B4-BE49-F238E27FC236}">
                <a16:creationId xmlns:a16="http://schemas.microsoft.com/office/drawing/2014/main" id="{2B5330E9-EDFF-0747-B627-EF53456A8B64}"/>
              </a:ext>
            </a:extLst>
          </p:cNvPr>
          <p:cNvGrpSpPr/>
          <p:nvPr/>
        </p:nvGrpSpPr>
        <p:grpSpPr>
          <a:xfrm>
            <a:off x="9570878" y="2907338"/>
            <a:ext cx="367224" cy="240304"/>
            <a:chOff x="7493876" y="2774731"/>
            <a:chExt cx="1481958" cy="894622"/>
          </a:xfrm>
        </p:grpSpPr>
        <p:sp>
          <p:nvSpPr>
            <p:cNvPr id="180" name="Freeform 179">
              <a:extLst>
                <a:ext uri="{FF2B5EF4-FFF2-40B4-BE49-F238E27FC236}">
                  <a16:creationId xmlns:a16="http://schemas.microsoft.com/office/drawing/2014/main" id="{30F39B79-3124-AD4C-8764-BACF02925410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81" name="Oval 180">
              <a:extLst>
                <a:ext uri="{FF2B5EF4-FFF2-40B4-BE49-F238E27FC236}">
                  <a16:creationId xmlns:a16="http://schemas.microsoft.com/office/drawing/2014/main" id="{6D3A5C65-5135-3E43-BC9C-26B221D2BD6F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82" name="Group 181">
              <a:extLst>
                <a:ext uri="{FF2B5EF4-FFF2-40B4-BE49-F238E27FC236}">
                  <a16:creationId xmlns:a16="http://schemas.microsoft.com/office/drawing/2014/main" id="{D5A79E7B-CEC1-8147-A15D-D6439828808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83" name="Freeform 182">
                <a:extLst>
                  <a:ext uri="{FF2B5EF4-FFF2-40B4-BE49-F238E27FC236}">
                    <a16:creationId xmlns:a16="http://schemas.microsoft.com/office/drawing/2014/main" id="{2BD3E2AF-CDD9-9246-84EF-6B3C998B708D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84" name="Freeform 183">
                <a:extLst>
                  <a:ext uri="{FF2B5EF4-FFF2-40B4-BE49-F238E27FC236}">
                    <a16:creationId xmlns:a16="http://schemas.microsoft.com/office/drawing/2014/main" id="{F3B7C4EC-0B9B-9C4B-8DCA-B05AB189E23E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85" name="Freeform 184">
                <a:extLst>
                  <a:ext uri="{FF2B5EF4-FFF2-40B4-BE49-F238E27FC236}">
                    <a16:creationId xmlns:a16="http://schemas.microsoft.com/office/drawing/2014/main" id="{C76B3FF2-DB28-5345-9F37-DA5FB92C60D3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86" name="Freeform 185">
                <a:extLst>
                  <a:ext uri="{FF2B5EF4-FFF2-40B4-BE49-F238E27FC236}">
                    <a16:creationId xmlns:a16="http://schemas.microsoft.com/office/drawing/2014/main" id="{ABE65594-F638-E64C-8962-1496FE7877CC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87" name="Group 186">
            <a:extLst>
              <a:ext uri="{FF2B5EF4-FFF2-40B4-BE49-F238E27FC236}">
                <a16:creationId xmlns:a16="http://schemas.microsoft.com/office/drawing/2014/main" id="{00B62598-D40E-DA41-9BA7-786371172FE5}"/>
              </a:ext>
            </a:extLst>
          </p:cNvPr>
          <p:cNvGrpSpPr/>
          <p:nvPr/>
        </p:nvGrpSpPr>
        <p:grpSpPr>
          <a:xfrm>
            <a:off x="10448999" y="3505631"/>
            <a:ext cx="353678" cy="198344"/>
            <a:chOff x="7493876" y="2774731"/>
            <a:chExt cx="1481958" cy="894622"/>
          </a:xfrm>
        </p:grpSpPr>
        <p:sp>
          <p:nvSpPr>
            <p:cNvPr id="188" name="Freeform 187">
              <a:extLst>
                <a:ext uri="{FF2B5EF4-FFF2-40B4-BE49-F238E27FC236}">
                  <a16:creationId xmlns:a16="http://schemas.microsoft.com/office/drawing/2014/main" id="{6021AAD8-BCF9-7A4A-9F26-42F18CC9347B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89" name="Oval 188">
              <a:extLst>
                <a:ext uri="{FF2B5EF4-FFF2-40B4-BE49-F238E27FC236}">
                  <a16:creationId xmlns:a16="http://schemas.microsoft.com/office/drawing/2014/main" id="{8F43CCF6-ACD4-5147-B888-B61AD4295720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90" name="Group 189">
              <a:extLst>
                <a:ext uri="{FF2B5EF4-FFF2-40B4-BE49-F238E27FC236}">
                  <a16:creationId xmlns:a16="http://schemas.microsoft.com/office/drawing/2014/main" id="{21651EE2-1E07-B94C-ACE2-BD7C4F4DA18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91" name="Freeform 190">
                <a:extLst>
                  <a:ext uri="{FF2B5EF4-FFF2-40B4-BE49-F238E27FC236}">
                    <a16:creationId xmlns:a16="http://schemas.microsoft.com/office/drawing/2014/main" id="{A13A50ED-8A30-144A-9FCA-F6AF66BABCBA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92" name="Freeform 191">
                <a:extLst>
                  <a:ext uri="{FF2B5EF4-FFF2-40B4-BE49-F238E27FC236}">
                    <a16:creationId xmlns:a16="http://schemas.microsoft.com/office/drawing/2014/main" id="{EFDF9400-03D5-6C49-A330-85A392376C0C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93" name="Freeform 192">
                <a:extLst>
                  <a:ext uri="{FF2B5EF4-FFF2-40B4-BE49-F238E27FC236}">
                    <a16:creationId xmlns:a16="http://schemas.microsoft.com/office/drawing/2014/main" id="{F8DAD1FD-BE68-2948-B3F0-3E9911571500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94" name="Freeform 193">
                <a:extLst>
                  <a:ext uri="{FF2B5EF4-FFF2-40B4-BE49-F238E27FC236}">
                    <a16:creationId xmlns:a16="http://schemas.microsoft.com/office/drawing/2014/main" id="{518751B6-2900-7045-AAFF-75CBB79B60C0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95" name="Group 194">
            <a:extLst>
              <a:ext uri="{FF2B5EF4-FFF2-40B4-BE49-F238E27FC236}">
                <a16:creationId xmlns:a16="http://schemas.microsoft.com/office/drawing/2014/main" id="{2AEAE14E-5721-E24F-A796-AF18CA4785D5}"/>
              </a:ext>
            </a:extLst>
          </p:cNvPr>
          <p:cNvGrpSpPr/>
          <p:nvPr/>
        </p:nvGrpSpPr>
        <p:grpSpPr>
          <a:xfrm>
            <a:off x="10999722" y="3882431"/>
            <a:ext cx="228295" cy="120400"/>
            <a:chOff x="7493876" y="2774731"/>
            <a:chExt cx="1481958" cy="894622"/>
          </a:xfrm>
        </p:grpSpPr>
        <p:sp>
          <p:nvSpPr>
            <p:cNvPr id="196" name="Freeform 195">
              <a:extLst>
                <a:ext uri="{FF2B5EF4-FFF2-40B4-BE49-F238E27FC236}">
                  <a16:creationId xmlns:a16="http://schemas.microsoft.com/office/drawing/2014/main" id="{CAA55824-11B1-CA4B-8903-9B33C1A7C22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97" name="Oval 196">
              <a:extLst>
                <a:ext uri="{FF2B5EF4-FFF2-40B4-BE49-F238E27FC236}">
                  <a16:creationId xmlns:a16="http://schemas.microsoft.com/office/drawing/2014/main" id="{35F1BF45-FD77-9C4F-8E5D-A169B6235F9E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98" name="Group 197">
              <a:extLst>
                <a:ext uri="{FF2B5EF4-FFF2-40B4-BE49-F238E27FC236}">
                  <a16:creationId xmlns:a16="http://schemas.microsoft.com/office/drawing/2014/main" id="{CDC55E1F-BD25-644E-9AB3-7B5B06FF0206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99" name="Freeform 198">
                <a:extLst>
                  <a:ext uri="{FF2B5EF4-FFF2-40B4-BE49-F238E27FC236}">
                    <a16:creationId xmlns:a16="http://schemas.microsoft.com/office/drawing/2014/main" id="{9BF3F54D-9319-774D-BA3B-607814A7F83B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00" name="Freeform 199">
                <a:extLst>
                  <a:ext uri="{FF2B5EF4-FFF2-40B4-BE49-F238E27FC236}">
                    <a16:creationId xmlns:a16="http://schemas.microsoft.com/office/drawing/2014/main" id="{4A4416B5-2DDC-4445-805F-E643A06EA190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01" name="Freeform 200">
                <a:extLst>
                  <a:ext uri="{FF2B5EF4-FFF2-40B4-BE49-F238E27FC236}">
                    <a16:creationId xmlns:a16="http://schemas.microsoft.com/office/drawing/2014/main" id="{578E2B14-D4B8-2F48-8C26-3403D3443A2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02" name="Freeform 201">
                <a:extLst>
                  <a:ext uri="{FF2B5EF4-FFF2-40B4-BE49-F238E27FC236}">
                    <a16:creationId xmlns:a16="http://schemas.microsoft.com/office/drawing/2014/main" id="{19A4FCB0-5196-9544-9A9C-65D60E598CFD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203" name="Group 202">
            <a:extLst>
              <a:ext uri="{FF2B5EF4-FFF2-40B4-BE49-F238E27FC236}">
                <a16:creationId xmlns:a16="http://schemas.microsoft.com/office/drawing/2014/main" id="{F66312FF-6592-084B-9F5B-06957DADD349}"/>
              </a:ext>
            </a:extLst>
          </p:cNvPr>
          <p:cNvGrpSpPr/>
          <p:nvPr/>
        </p:nvGrpSpPr>
        <p:grpSpPr>
          <a:xfrm>
            <a:off x="7512814" y="1869919"/>
            <a:ext cx="534987" cy="407988"/>
            <a:chOff x="7432700" y="2327293"/>
            <a:chExt cx="534987" cy="407988"/>
          </a:xfrm>
        </p:grpSpPr>
        <p:pic>
          <p:nvPicPr>
            <p:cNvPr id="204" name="Picture 1017" descr="antenna_stylized">
              <a:extLst>
                <a:ext uri="{FF2B5EF4-FFF2-40B4-BE49-F238E27FC236}">
                  <a16:creationId xmlns:a16="http://schemas.microsoft.com/office/drawing/2014/main" id="{0D4A2309-AAED-2C48-A418-D03CB0001F8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432700" y="2327293"/>
              <a:ext cx="530702" cy="2237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05" name="Picture 1018" descr="laptop_keyboard">
              <a:extLst>
                <a:ext uri="{FF2B5EF4-FFF2-40B4-BE49-F238E27FC236}">
                  <a16:creationId xmlns:a16="http://schemas.microsoft.com/office/drawing/2014/main" id="{46CD79A2-426F-8F45-92D1-0968B698AC9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7458407" y="2575770"/>
              <a:ext cx="437221" cy="1595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06" name="Freeform 1019">
              <a:extLst>
                <a:ext uri="{FF2B5EF4-FFF2-40B4-BE49-F238E27FC236}">
                  <a16:creationId xmlns:a16="http://schemas.microsoft.com/office/drawing/2014/main" id="{35B7582C-3157-594E-9B4D-8B43466950E2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3304" y="2420984"/>
              <a:ext cx="351919" cy="208167"/>
            </a:xfrm>
            <a:custGeom>
              <a:avLst/>
              <a:gdLst>
                <a:gd name="T0" fmla="*/ 775798119 w 2982"/>
                <a:gd name="T1" fmla="*/ 0 h 2442"/>
                <a:gd name="T2" fmla="*/ 0 w 2982"/>
                <a:gd name="T3" fmla="*/ 211226083 h 2442"/>
                <a:gd name="T4" fmla="*/ 2147483646 w 2982"/>
                <a:gd name="T5" fmla="*/ 263880059 h 2442"/>
                <a:gd name="T6" fmla="*/ 2147483646 w 2982"/>
                <a:gd name="T7" fmla="*/ 52653891 h 2442"/>
                <a:gd name="T8" fmla="*/ 775798119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pic>
          <p:nvPicPr>
            <p:cNvPr id="207" name="Picture 1020" descr="screen">
              <a:extLst>
                <a:ext uri="{FF2B5EF4-FFF2-40B4-BE49-F238E27FC236}">
                  <a16:creationId xmlns:a16="http://schemas.microsoft.com/office/drawing/2014/main" id="{70049DA6-6492-2A45-AD5C-2D64A84365B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9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620637" y="2426338"/>
              <a:ext cx="319785" cy="18942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08" name="Freeform 1021">
              <a:extLst>
                <a:ext uri="{FF2B5EF4-FFF2-40B4-BE49-F238E27FC236}">
                  <a16:creationId xmlns:a16="http://schemas.microsoft.com/office/drawing/2014/main" id="{3B28293C-D483-A943-9B11-E29DBBA5B90C}"/>
                </a:ext>
              </a:extLst>
            </p:cNvPr>
            <p:cNvSpPr>
              <a:spLocks/>
            </p:cNvSpPr>
            <p:nvPr/>
          </p:nvSpPr>
          <p:spPr bwMode="auto">
            <a:xfrm>
              <a:off x="7667378" y="2414843"/>
              <a:ext cx="298167" cy="38736"/>
            </a:xfrm>
            <a:custGeom>
              <a:avLst/>
              <a:gdLst>
                <a:gd name="T0" fmla="*/ 193616298 w 2528"/>
                <a:gd name="T1" fmla="*/ 0 h 455"/>
                <a:gd name="T2" fmla="*/ 2147483646 w 2528"/>
                <a:gd name="T3" fmla="*/ 52445139 h 455"/>
                <a:gd name="T4" fmla="*/ 2147483646 w 2528"/>
                <a:gd name="T5" fmla="*/ 52445139 h 455"/>
                <a:gd name="T6" fmla="*/ 0 w 2528"/>
                <a:gd name="T7" fmla="*/ 52445139 h 455"/>
                <a:gd name="T8" fmla="*/ 193616298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09" name="Freeform 1022">
              <a:extLst>
                <a:ext uri="{FF2B5EF4-FFF2-40B4-BE49-F238E27FC236}">
                  <a16:creationId xmlns:a16="http://schemas.microsoft.com/office/drawing/2014/main" id="{861B393C-154B-8D45-8CF1-3817B8627E76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0188" y="2414528"/>
              <a:ext cx="82770" cy="161243"/>
            </a:xfrm>
            <a:custGeom>
              <a:avLst/>
              <a:gdLst>
                <a:gd name="T0" fmla="*/ 773664160 w 702"/>
                <a:gd name="T1" fmla="*/ 0 h 1893"/>
                <a:gd name="T2" fmla="*/ 0 w 702"/>
                <a:gd name="T3" fmla="*/ 210739916 h 1893"/>
                <a:gd name="T4" fmla="*/ 193416040 w 702"/>
                <a:gd name="T5" fmla="*/ 210739916 h 1893"/>
                <a:gd name="T6" fmla="*/ 967080200 w 702"/>
                <a:gd name="T7" fmla="*/ 52529017 h 1893"/>
                <a:gd name="T8" fmla="*/ 773664160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0" name="Freeform 1023">
              <a:extLst>
                <a:ext uri="{FF2B5EF4-FFF2-40B4-BE49-F238E27FC236}">
                  <a16:creationId xmlns:a16="http://schemas.microsoft.com/office/drawing/2014/main" id="{0B63C9C2-674C-D944-8A4D-2C82246561ED}"/>
                </a:ext>
              </a:extLst>
            </p:cNvPr>
            <p:cNvSpPr>
              <a:spLocks/>
            </p:cNvSpPr>
            <p:nvPr/>
          </p:nvSpPr>
          <p:spPr bwMode="auto">
            <a:xfrm>
              <a:off x="7874205" y="2443344"/>
              <a:ext cx="89197" cy="186122"/>
            </a:xfrm>
            <a:custGeom>
              <a:avLst/>
              <a:gdLst>
                <a:gd name="T0" fmla="*/ 969024527 w 756"/>
                <a:gd name="T1" fmla="*/ 0 h 2184"/>
                <a:gd name="T2" fmla="*/ 193802074 w 756"/>
                <a:gd name="T3" fmla="*/ 263660221 h 2184"/>
                <a:gd name="T4" fmla="*/ 0 w 756"/>
                <a:gd name="T5" fmla="*/ 263660221 h 2184"/>
                <a:gd name="T6" fmla="*/ 775222454 w 756"/>
                <a:gd name="T7" fmla="*/ 52610059 h 2184"/>
                <a:gd name="T8" fmla="*/ 969024527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1" name="Freeform 1024">
              <a:extLst>
                <a:ext uri="{FF2B5EF4-FFF2-40B4-BE49-F238E27FC236}">
                  <a16:creationId xmlns:a16="http://schemas.microsoft.com/office/drawing/2014/main" id="{A2F9EB18-B241-7741-A387-8AD6E2A5FF65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9214" y="2567582"/>
              <a:ext cx="327185" cy="62828"/>
            </a:xfrm>
            <a:custGeom>
              <a:avLst/>
              <a:gdLst>
                <a:gd name="T0" fmla="*/ 193829444 w 2773"/>
                <a:gd name="T1" fmla="*/ 0 h 738"/>
                <a:gd name="T2" fmla="*/ 0 w 2773"/>
                <a:gd name="T3" fmla="*/ 52443587 h 738"/>
                <a:gd name="T4" fmla="*/ 2147483646 w 2773"/>
                <a:gd name="T5" fmla="*/ 104894411 h 738"/>
                <a:gd name="T6" fmla="*/ 2147483646 w 2773"/>
                <a:gd name="T7" fmla="*/ 52443587 h 738"/>
                <a:gd name="T8" fmla="*/ 193829444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2" name="Freeform 1025">
              <a:extLst>
                <a:ext uri="{FF2B5EF4-FFF2-40B4-BE49-F238E27FC236}">
                  <a16:creationId xmlns:a16="http://schemas.microsoft.com/office/drawing/2014/main" id="{A5AFAB36-089A-F246-ADED-53137F1702DD}"/>
                </a:ext>
              </a:extLst>
            </p:cNvPr>
            <p:cNvSpPr>
              <a:spLocks/>
            </p:cNvSpPr>
            <p:nvPr/>
          </p:nvSpPr>
          <p:spPr bwMode="auto">
            <a:xfrm>
              <a:off x="7884138" y="2444918"/>
              <a:ext cx="83549" cy="186909"/>
            </a:xfrm>
            <a:custGeom>
              <a:avLst/>
              <a:gdLst>
                <a:gd name="T0" fmla="*/ 2147483646 w 637"/>
                <a:gd name="T1" fmla="*/ 0 h 1659"/>
                <a:gd name="T2" fmla="*/ 2147483646 w 637"/>
                <a:gd name="T3" fmla="*/ 0 h 1659"/>
                <a:gd name="T4" fmla="*/ 295581541 w 637"/>
                <a:gd name="T5" fmla="*/ 2147483646 h 1659"/>
                <a:gd name="T6" fmla="*/ 0 w 637"/>
                <a:gd name="T7" fmla="*/ 2147483646 h 1659"/>
                <a:gd name="T8" fmla="*/ 2147483646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3" name="Freeform 1026">
              <a:extLst>
                <a:ext uri="{FF2B5EF4-FFF2-40B4-BE49-F238E27FC236}">
                  <a16:creationId xmlns:a16="http://schemas.microsoft.com/office/drawing/2014/main" id="{FF109530-217D-9D4E-81DB-6B3046B18EF4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9603" y="2575928"/>
              <a:ext cx="290961" cy="62041"/>
            </a:xfrm>
            <a:custGeom>
              <a:avLst/>
              <a:gdLst>
                <a:gd name="T0" fmla="*/ 0 w 2216"/>
                <a:gd name="T1" fmla="*/ 0 h 550"/>
                <a:gd name="T2" fmla="*/ 296523134 w 2216"/>
                <a:gd name="T3" fmla="*/ 324379338 h 550"/>
                <a:gd name="T4" fmla="*/ 2147483646 w 2216"/>
                <a:gd name="T5" fmla="*/ 2147483646 h 550"/>
                <a:gd name="T6" fmla="*/ 2147483646 w 2216"/>
                <a:gd name="T7" fmla="*/ 2147483646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214" name="Group 1027">
              <a:extLst>
                <a:ext uri="{FF2B5EF4-FFF2-40B4-BE49-F238E27FC236}">
                  <a16:creationId xmlns:a16="http://schemas.microsoft.com/office/drawing/2014/main" id="{B4933AB6-F567-0B4F-98D5-E7B82E998AE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594735" y="2642220"/>
              <a:ext cx="98740" cy="36846"/>
              <a:chOff x="1740" y="2642"/>
              <a:chExt cx="752" cy="327"/>
            </a:xfrm>
          </p:grpSpPr>
          <p:sp>
            <p:nvSpPr>
              <p:cNvPr id="221" name="Freeform 1028">
                <a:extLst>
                  <a:ext uri="{FF2B5EF4-FFF2-40B4-BE49-F238E27FC236}">
                    <a16:creationId xmlns:a16="http://schemas.microsoft.com/office/drawing/2014/main" id="{FEB5A1CA-C662-AC42-906E-42FEA80102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22" name="Freeform 1029">
                <a:extLst>
                  <a:ext uri="{FF2B5EF4-FFF2-40B4-BE49-F238E27FC236}">
                    <a16:creationId xmlns:a16="http://schemas.microsoft.com/office/drawing/2014/main" id="{F73B18BC-3775-124A-ABC7-7178BA6868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23" name="Freeform 1030">
                <a:extLst>
                  <a:ext uri="{FF2B5EF4-FFF2-40B4-BE49-F238E27FC236}">
                    <a16:creationId xmlns:a16="http://schemas.microsoft.com/office/drawing/2014/main" id="{B0CC40EF-A30F-FB4A-A013-445912460E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24" name="Freeform 1031">
                <a:extLst>
                  <a:ext uri="{FF2B5EF4-FFF2-40B4-BE49-F238E27FC236}">
                    <a16:creationId xmlns:a16="http://schemas.microsoft.com/office/drawing/2014/main" id="{695C34A3-04D7-8544-8C39-0FBEB205F3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25" name="Freeform 1032">
                <a:extLst>
                  <a:ext uri="{FF2B5EF4-FFF2-40B4-BE49-F238E27FC236}">
                    <a16:creationId xmlns:a16="http://schemas.microsoft.com/office/drawing/2014/main" id="{83AE7D29-720B-854B-B4F9-BC9FBE8B89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26" name="Freeform 1033">
                <a:extLst>
                  <a:ext uri="{FF2B5EF4-FFF2-40B4-BE49-F238E27FC236}">
                    <a16:creationId xmlns:a16="http://schemas.microsoft.com/office/drawing/2014/main" id="{404B1EF4-0053-644A-AAF0-66FB16735A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215" name="Freeform 1034">
              <a:extLst>
                <a:ext uri="{FF2B5EF4-FFF2-40B4-BE49-F238E27FC236}">
                  <a16:creationId xmlns:a16="http://schemas.microsoft.com/office/drawing/2014/main" id="{7F7F78D2-EE09-EF4B-BE89-EC511B47A1DB}"/>
                </a:ext>
              </a:extLst>
            </p:cNvPr>
            <p:cNvSpPr>
              <a:spLocks/>
            </p:cNvSpPr>
            <p:nvPr/>
          </p:nvSpPr>
          <p:spPr bwMode="auto">
            <a:xfrm>
              <a:off x="7763780" y="2647731"/>
              <a:ext cx="119578" cy="80936"/>
            </a:xfrm>
            <a:custGeom>
              <a:avLst/>
              <a:gdLst>
                <a:gd name="T0" fmla="*/ 213221464 w 990"/>
                <a:gd name="T1" fmla="*/ 1090686587 h 792"/>
                <a:gd name="T2" fmla="*/ 1915477586 w 990"/>
                <a:gd name="T3" fmla="*/ 0 h 792"/>
                <a:gd name="T4" fmla="*/ 1915477586 w 990"/>
                <a:gd name="T5" fmla="*/ 108859840 h 792"/>
                <a:gd name="T6" fmla="*/ 0 w 990"/>
                <a:gd name="T7" fmla="*/ 1090686587 h 792"/>
                <a:gd name="T8" fmla="*/ 213221464 w 990"/>
                <a:gd name="T9" fmla="*/ 1090686587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6" name="Freeform 1035">
              <a:extLst>
                <a:ext uri="{FF2B5EF4-FFF2-40B4-BE49-F238E27FC236}">
                  <a16:creationId xmlns:a16="http://schemas.microsoft.com/office/drawing/2014/main" id="{6ED22B39-55F8-254F-B260-10B9358A159C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602" y="2654187"/>
              <a:ext cx="305957" cy="73850"/>
            </a:xfrm>
            <a:custGeom>
              <a:avLst/>
              <a:gdLst>
                <a:gd name="T0" fmla="*/ 213486572 w 2532"/>
                <a:gd name="T1" fmla="*/ 0 h 723"/>
                <a:gd name="T2" fmla="*/ 213486572 w 2532"/>
                <a:gd name="T3" fmla="*/ 0 h 723"/>
                <a:gd name="T4" fmla="*/ 2147483646 w 2532"/>
                <a:gd name="T5" fmla="*/ 979380008 h 723"/>
                <a:gd name="T6" fmla="*/ 2147483646 w 2532"/>
                <a:gd name="T7" fmla="*/ 1088085165 h 723"/>
                <a:gd name="T8" fmla="*/ 0 w 2532"/>
                <a:gd name="T9" fmla="*/ 108705259 h 723"/>
                <a:gd name="T10" fmla="*/ 213486572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7" name="Freeform 1036">
              <a:extLst>
                <a:ext uri="{FF2B5EF4-FFF2-40B4-BE49-F238E27FC236}">
                  <a16:creationId xmlns:a16="http://schemas.microsoft.com/office/drawing/2014/main" id="{519FDAB7-8F2B-D540-87B8-EBC39983723D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797" y="2640645"/>
              <a:ext cx="3311" cy="14959"/>
            </a:xfrm>
            <a:custGeom>
              <a:avLst/>
              <a:gdLst>
                <a:gd name="T0" fmla="*/ 262278191 w 26"/>
                <a:gd name="T1" fmla="*/ 107489981 h 147"/>
                <a:gd name="T2" fmla="*/ 262278191 w 26"/>
                <a:gd name="T3" fmla="*/ 214969480 h 147"/>
                <a:gd name="T4" fmla="*/ 0 w 26"/>
                <a:gd name="T5" fmla="*/ 214969480 h 147"/>
                <a:gd name="T6" fmla="*/ 262278191 w 26"/>
                <a:gd name="T7" fmla="*/ 0 h 147"/>
                <a:gd name="T8" fmla="*/ 262278191 w 26"/>
                <a:gd name="T9" fmla="*/ 10748998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8" name="Freeform 1037">
              <a:extLst>
                <a:ext uri="{FF2B5EF4-FFF2-40B4-BE49-F238E27FC236}">
                  <a16:creationId xmlns:a16="http://schemas.microsoft.com/office/drawing/2014/main" id="{0FDDEC0B-D787-B543-B9C8-713981CB2B81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992" y="2579707"/>
              <a:ext cx="142170" cy="61883"/>
            </a:xfrm>
            <a:custGeom>
              <a:avLst/>
              <a:gdLst>
                <a:gd name="T0" fmla="*/ 2136125890 w 1176"/>
                <a:gd name="T1" fmla="*/ 0 h 606"/>
                <a:gd name="T2" fmla="*/ 0 w 1176"/>
                <a:gd name="T3" fmla="*/ 870000945 h 606"/>
                <a:gd name="T4" fmla="*/ 213789467 w 1176"/>
                <a:gd name="T5" fmla="*/ 870000945 h 606"/>
                <a:gd name="T6" fmla="*/ 2136125890 w 1176"/>
                <a:gd name="T7" fmla="*/ 108617123 h 606"/>
                <a:gd name="T8" fmla="*/ 2136125890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9" name="Freeform 1038">
              <a:extLst>
                <a:ext uri="{FF2B5EF4-FFF2-40B4-BE49-F238E27FC236}">
                  <a16:creationId xmlns:a16="http://schemas.microsoft.com/office/drawing/2014/main" id="{9ED25421-8538-254C-93C7-149B971AD72A}"/>
                </a:ext>
              </a:extLst>
            </p:cNvPr>
            <p:cNvSpPr>
              <a:spLocks/>
            </p:cNvSpPr>
            <p:nvPr/>
          </p:nvSpPr>
          <p:spPr bwMode="auto">
            <a:xfrm>
              <a:off x="7468535" y="2643795"/>
              <a:ext cx="290182" cy="71016"/>
            </a:xfrm>
            <a:custGeom>
              <a:avLst/>
              <a:gdLst>
                <a:gd name="T0" fmla="*/ 173112702 w 2532"/>
                <a:gd name="T1" fmla="*/ 0 h 723"/>
                <a:gd name="T2" fmla="*/ 173112702 w 2532"/>
                <a:gd name="T3" fmla="*/ 0 h 723"/>
                <a:gd name="T4" fmla="*/ 2069773885 w 2532"/>
                <a:gd name="T5" fmla="*/ 558173482 h 723"/>
                <a:gd name="T6" fmla="*/ 2069773885 w 2532"/>
                <a:gd name="T7" fmla="*/ 558173482 h 723"/>
                <a:gd name="T8" fmla="*/ 0 w 2532"/>
                <a:gd name="T9" fmla="*/ 92871346 h 723"/>
                <a:gd name="T10" fmla="*/ 173112702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20" name="Freeform 1039">
              <a:extLst>
                <a:ext uri="{FF2B5EF4-FFF2-40B4-BE49-F238E27FC236}">
                  <a16:creationId xmlns:a16="http://schemas.microsoft.com/office/drawing/2014/main" id="{539798D0-719C-DD47-AE49-D9B557B94FCC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7758327" y="2638756"/>
              <a:ext cx="118410" cy="73535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962694895 h 723"/>
                <a:gd name="T6" fmla="*/ 0 w 2532"/>
                <a:gd name="T7" fmla="*/ 962694895 h 723"/>
                <a:gd name="T8" fmla="*/ 0 w 2532"/>
                <a:gd name="T9" fmla="*/ 107314314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27" name="Group 226">
            <a:extLst>
              <a:ext uri="{FF2B5EF4-FFF2-40B4-BE49-F238E27FC236}">
                <a16:creationId xmlns:a16="http://schemas.microsoft.com/office/drawing/2014/main" id="{C9E92DFA-701B-E444-963E-738F29287753}"/>
              </a:ext>
            </a:extLst>
          </p:cNvPr>
          <p:cNvGrpSpPr/>
          <p:nvPr/>
        </p:nvGrpSpPr>
        <p:grpSpPr>
          <a:xfrm>
            <a:off x="8711521" y="1833033"/>
            <a:ext cx="530702" cy="478009"/>
            <a:chOff x="8631407" y="2290407"/>
            <a:chExt cx="530702" cy="478009"/>
          </a:xfrm>
        </p:grpSpPr>
        <p:pic>
          <p:nvPicPr>
            <p:cNvPr id="228" name="Picture 568" descr="light2.png">
              <a:extLst>
                <a:ext uri="{FF2B5EF4-FFF2-40B4-BE49-F238E27FC236}">
                  <a16:creationId xmlns:a16="http://schemas.microsoft.com/office/drawing/2014/main" id="{FC493893-8A11-354F-BABD-C11607E82D0F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8825293" y="2362969"/>
              <a:ext cx="92772" cy="40544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29" name="Picture 1017" descr="antenna_stylized">
              <a:extLst>
                <a:ext uri="{FF2B5EF4-FFF2-40B4-BE49-F238E27FC236}">
                  <a16:creationId xmlns:a16="http://schemas.microsoft.com/office/drawing/2014/main" id="{58F4A529-12FB-E644-9930-FD20F449E67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631407" y="2290407"/>
              <a:ext cx="530702" cy="2237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30" name="Group 229">
            <a:extLst>
              <a:ext uri="{FF2B5EF4-FFF2-40B4-BE49-F238E27FC236}">
                <a16:creationId xmlns:a16="http://schemas.microsoft.com/office/drawing/2014/main" id="{69382BE4-EA07-E549-B2F9-9FD19BF88E60}"/>
              </a:ext>
            </a:extLst>
          </p:cNvPr>
          <p:cNvGrpSpPr/>
          <p:nvPr/>
        </p:nvGrpSpPr>
        <p:grpSpPr>
          <a:xfrm>
            <a:off x="8573279" y="1572430"/>
            <a:ext cx="849312" cy="226109"/>
            <a:chOff x="8493165" y="2029804"/>
            <a:chExt cx="849312" cy="226109"/>
          </a:xfrm>
        </p:grpSpPr>
        <p:pic>
          <p:nvPicPr>
            <p:cNvPr id="231" name="Picture 603" descr="car_icon_small">
              <a:extLst>
                <a:ext uri="{FF2B5EF4-FFF2-40B4-BE49-F238E27FC236}">
                  <a16:creationId xmlns:a16="http://schemas.microsoft.com/office/drawing/2014/main" id="{3367712F-9E5F-1447-9EEE-B0A9252E5B3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493165" y="2087638"/>
              <a:ext cx="849312" cy="1682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32" name="Picture 1017" descr="antenna_stylized">
              <a:extLst>
                <a:ext uri="{FF2B5EF4-FFF2-40B4-BE49-F238E27FC236}">
                  <a16:creationId xmlns:a16="http://schemas.microsoft.com/office/drawing/2014/main" id="{7BB610B1-0C85-3845-80DE-4F600834EEB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04645" y="2029804"/>
              <a:ext cx="530702" cy="2237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33" name="Group 232">
            <a:extLst>
              <a:ext uri="{FF2B5EF4-FFF2-40B4-BE49-F238E27FC236}">
                <a16:creationId xmlns:a16="http://schemas.microsoft.com/office/drawing/2014/main" id="{3338FA73-5831-8048-9F9F-83E195D5716B}"/>
              </a:ext>
            </a:extLst>
          </p:cNvPr>
          <p:cNvGrpSpPr/>
          <p:nvPr/>
        </p:nvGrpSpPr>
        <p:grpSpPr>
          <a:xfrm>
            <a:off x="7567258" y="2838730"/>
            <a:ext cx="857739" cy="583764"/>
            <a:chOff x="7487144" y="3296104"/>
            <a:chExt cx="857739" cy="583764"/>
          </a:xfrm>
        </p:grpSpPr>
        <p:grpSp>
          <p:nvGrpSpPr>
            <p:cNvPr id="234" name="Group 233">
              <a:extLst>
                <a:ext uri="{FF2B5EF4-FFF2-40B4-BE49-F238E27FC236}">
                  <a16:creationId xmlns:a16="http://schemas.microsoft.com/office/drawing/2014/main" id="{4D04C3AF-A6A0-3543-9CEC-C36594B3C98A}"/>
                </a:ext>
              </a:extLst>
            </p:cNvPr>
            <p:cNvGrpSpPr/>
            <p:nvPr/>
          </p:nvGrpSpPr>
          <p:grpSpPr>
            <a:xfrm>
              <a:off x="7487144" y="3389820"/>
              <a:ext cx="350807" cy="305517"/>
              <a:chOff x="7487144" y="3389820"/>
              <a:chExt cx="350807" cy="305517"/>
            </a:xfrm>
          </p:grpSpPr>
          <p:pic>
            <p:nvPicPr>
              <p:cNvPr id="241" name="Picture 1115" descr="antenna_stylized">
                <a:extLst>
                  <a:ext uri="{FF2B5EF4-FFF2-40B4-BE49-F238E27FC236}">
                    <a16:creationId xmlns:a16="http://schemas.microsoft.com/office/drawing/2014/main" id="{3A4BE67F-53F2-2249-9275-9C6A0F0AB04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487144" y="3389820"/>
                <a:ext cx="347997" cy="16755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2" name="Picture 1116" descr="laptop_keyboard">
                <a:extLst>
                  <a:ext uri="{FF2B5EF4-FFF2-40B4-BE49-F238E27FC236}">
                    <a16:creationId xmlns:a16="http://schemas.microsoft.com/office/drawing/2014/main" id="{3032FEAB-62CC-D44F-B823-94A6C314666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3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09064" flipH="1">
                <a:off x="7504001" y="3575889"/>
                <a:ext cx="286699" cy="11944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43" name="Freeform 1117">
                <a:extLst>
                  <a:ext uri="{FF2B5EF4-FFF2-40B4-BE49-F238E27FC236}">
                    <a16:creationId xmlns:a16="http://schemas.microsoft.com/office/drawing/2014/main" id="{FE755B2B-D563-7C44-97D1-A76981535F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9014" y="3459979"/>
                <a:ext cx="230764" cy="155883"/>
              </a:xfrm>
              <a:custGeom>
                <a:avLst/>
                <a:gdLst>
                  <a:gd name="T0" fmla="*/ 143665061 w 2982"/>
                  <a:gd name="T1" fmla="*/ 0 h 2442"/>
                  <a:gd name="T2" fmla="*/ 0 w 2982"/>
                  <a:gd name="T3" fmla="*/ 66329557 h 2442"/>
                  <a:gd name="T4" fmla="*/ 573719931 w 2982"/>
                  <a:gd name="T5" fmla="*/ 82975142 h 2442"/>
                  <a:gd name="T6" fmla="*/ 717384993 w 2982"/>
                  <a:gd name="T7" fmla="*/ 16645585 h 2442"/>
                  <a:gd name="T8" fmla="*/ 143665061 w 2982"/>
                  <a:gd name="T9" fmla="*/ 0 h 24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82"/>
                  <a:gd name="T16" fmla="*/ 0 h 2442"/>
                  <a:gd name="T17" fmla="*/ 2982 w 2982"/>
                  <a:gd name="T18" fmla="*/ 2442 h 24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82" h="2442">
                    <a:moveTo>
                      <a:pt x="540" y="0"/>
                    </a:moveTo>
                    <a:lnTo>
                      <a:pt x="0" y="1734"/>
                    </a:lnTo>
                    <a:lnTo>
                      <a:pt x="2394" y="2442"/>
                    </a:lnTo>
                    <a:lnTo>
                      <a:pt x="2982" y="318"/>
                    </a:lnTo>
                    <a:lnTo>
                      <a:pt x="540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pic>
            <p:nvPicPr>
              <p:cNvPr id="244" name="Picture 1118" descr="screen">
                <a:extLst>
                  <a:ext uri="{FF2B5EF4-FFF2-40B4-BE49-F238E27FC236}">
                    <a16:creationId xmlns:a16="http://schemas.microsoft.com/office/drawing/2014/main" id="{051B193A-BCF4-3E49-9934-81C4B74B1F4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610380" y="3463988"/>
                <a:ext cx="209692" cy="14185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45" name="Freeform 1119">
                <a:extLst>
                  <a:ext uri="{FF2B5EF4-FFF2-40B4-BE49-F238E27FC236}">
                    <a16:creationId xmlns:a16="http://schemas.microsoft.com/office/drawing/2014/main" id="{818E62C1-0069-EA49-9CF8-45B2D1232F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41029" y="3455381"/>
                <a:ext cx="195517" cy="29007"/>
              </a:xfrm>
              <a:custGeom>
                <a:avLst/>
                <a:gdLst>
                  <a:gd name="T0" fmla="*/ 35620212 w 2528"/>
                  <a:gd name="T1" fmla="*/ 0 h 455"/>
                  <a:gd name="T2" fmla="*/ 608343257 w 2528"/>
                  <a:gd name="T3" fmla="*/ 16582250 h 455"/>
                  <a:gd name="T4" fmla="*/ 572256449 w 2528"/>
                  <a:gd name="T5" fmla="*/ 16582250 h 455"/>
                  <a:gd name="T6" fmla="*/ 0 w 2528"/>
                  <a:gd name="T7" fmla="*/ 16582250 h 455"/>
                  <a:gd name="T8" fmla="*/ 35620212 w 2528"/>
                  <a:gd name="T9" fmla="*/ 0 h 4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28"/>
                  <a:gd name="T16" fmla="*/ 0 h 455"/>
                  <a:gd name="T17" fmla="*/ 2528 w 2528"/>
                  <a:gd name="T18" fmla="*/ 455 h 4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28" h="455">
                    <a:moveTo>
                      <a:pt x="14" y="0"/>
                    </a:moveTo>
                    <a:lnTo>
                      <a:pt x="2528" y="341"/>
                    </a:lnTo>
                    <a:lnTo>
                      <a:pt x="2480" y="455"/>
                    </a:lnTo>
                    <a:lnTo>
                      <a:pt x="0" y="86"/>
                    </a:lnTo>
                    <a:lnTo>
                      <a:pt x="14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46" name="Freeform 1120">
                <a:extLst>
                  <a:ext uri="{FF2B5EF4-FFF2-40B4-BE49-F238E27FC236}">
                    <a16:creationId xmlns:a16="http://schemas.microsoft.com/office/drawing/2014/main" id="{84CA5961-4DB4-0D43-B026-C4E984CBEF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6971" y="3455145"/>
                <a:ext cx="54275" cy="120745"/>
              </a:xfrm>
              <a:custGeom>
                <a:avLst/>
                <a:gdLst>
                  <a:gd name="T0" fmla="*/ 142804406 w 702"/>
                  <a:gd name="T1" fmla="*/ 0 h 1893"/>
                  <a:gd name="T2" fmla="*/ 0 w 702"/>
                  <a:gd name="T3" fmla="*/ 66174575 h 1893"/>
                  <a:gd name="T4" fmla="*/ 35584530 w 702"/>
                  <a:gd name="T5" fmla="*/ 66174575 h 1893"/>
                  <a:gd name="T6" fmla="*/ 178855222 w 702"/>
                  <a:gd name="T7" fmla="*/ 16607700 h 1893"/>
                  <a:gd name="T8" fmla="*/ 142804406 w 702"/>
                  <a:gd name="T9" fmla="*/ 0 h 18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02"/>
                  <a:gd name="T16" fmla="*/ 0 h 1893"/>
                  <a:gd name="T17" fmla="*/ 702 w 702"/>
                  <a:gd name="T18" fmla="*/ 1893 h 189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02" h="1893">
                    <a:moveTo>
                      <a:pt x="579" y="0"/>
                    </a:moveTo>
                    <a:lnTo>
                      <a:pt x="0" y="1869"/>
                    </a:lnTo>
                    <a:lnTo>
                      <a:pt x="114" y="1893"/>
                    </a:lnTo>
                    <a:lnTo>
                      <a:pt x="702" y="51"/>
                    </a:lnTo>
                    <a:lnTo>
                      <a:pt x="579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47" name="Freeform 1121">
                <a:extLst>
                  <a:ext uri="{FF2B5EF4-FFF2-40B4-BE49-F238E27FC236}">
                    <a16:creationId xmlns:a16="http://schemas.microsoft.com/office/drawing/2014/main" id="{E5A969C6-2875-2548-A4E6-D224F70A9F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76652" y="3476723"/>
                <a:ext cx="58489" cy="139375"/>
              </a:xfrm>
              <a:custGeom>
                <a:avLst/>
                <a:gdLst>
                  <a:gd name="T0" fmla="*/ 179213623 w 756"/>
                  <a:gd name="T1" fmla="*/ 0 h 2184"/>
                  <a:gd name="T2" fmla="*/ 35656008 w 756"/>
                  <a:gd name="T3" fmla="*/ 82904513 h 2184"/>
                  <a:gd name="T4" fmla="*/ 0 w 756"/>
                  <a:gd name="T5" fmla="*/ 82904513 h 2184"/>
                  <a:gd name="T6" fmla="*/ 143090785 w 756"/>
                  <a:gd name="T7" fmla="*/ 16632211 h 2184"/>
                  <a:gd name="T8" fmla="*/ 179213623 w 756"/>
                  <a:gd name="T9" fmla="*/ 0 h 2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6"/>
                  <a:gd name="T16" fmla="*/ 0 h 2184"/>
                  <a:gd name="T17" fmla="*/ 756 w 756"/>
                  <a:gd name="T18" fmla="*/ 2184 h 218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6" h="2184">
                    <a:moveTo>
                      <a:pt x="756" y="0"/>
                    </a:moveTo>
                    <a:lnTo>
                      <a:pt x="138" y="2184"/>
                    </a:lnTo>
                    <a:lnTo>
                      <a:pt x="0" y="2148"/>
                    </a:lnTo>
                    <a:lnTo>
                      <a:pt x="606" y="78"/>
                    </a:lnTo>
                    <a:lnTo>
                      <a:pt x="756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chemeClr val="bg1"/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48" name="Freeform 1122">
                <a:extLst>
                  <a:ext uri="{FF2B5EF4-FFF2-40B4-BE49-F238E27FC236}">
                    <a16:creationId xmlns:a16="http://schemas.microsoft.com/office/drawing/2014/main" id="{8BC05D01-8EEF-1A49-B84C-FB100CCF5F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6332" y="3569758"/>
                <a:ext cx="214545" cy="47048"/>
              </a:xfrm>
              <a:custGeom>
                <a:avLst/>
                <a:gdLst>
                  <a:gd name="T0" fmla="*/ 35658648 w 2773"/>
                  <a:gd name="T1" fmla="*/ 0 h 738"/>
                  <a:gd name="T2" fmla="*/ 0 w 2773"/>
                  <a:gd name="T3" fmla="*/ 16581742 h 738"/>
                  <a:gd name="T4" fmla="*/ 573357470 w 2773"/>
                  <a:gd name="T5" fmla="*/ 33163485 h 738"/>
                  <a:gd name="T6" fmla="*/ 573357470 w 2773"/>
                  <a:gd name="T7" fmla="*/ 16581742 h 738"/>
                  <a:gd name="T8" fmla="*/ 35658648 w 2773"/>
                  <a:gd name="T9" fmla="*/ 0 h 7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73"/>
                  <a:gd name="T16" fmla="*/ 0 h 738"/>
                  <a:gd name="T17" fmla="*/ 2773 w 2773"/>
                  <a:gd name="T18" fmla="*/ 738 h 7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73" h="738">
                    <a:moveTo>
                      <a:pt x="33" y="0"/>
                    </a:moveTo>
                    <a:lnTo>
                      <a:pt x="0" y="99"/>
                    </a:lnTo>
                    <a:lnTo>
                      <a:pt x="2436" y="738"/>
                    </a:lnTo>
                    <a:cubicBezTo>
                      <a:pt x="2499" y="501"/>
                      <a:pt x="2773" y="727"/>
                      <a:pt x="2373" y="603"/>
                    </a:cubicBezTo>
                    <a:lnTo>
                      <a:pt x="3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CC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49" name="Freeform 1123">
                <a:extLst>
                  <a:ext uri="{FF2B5EF4-FFF2-40B4-BE49-F238E27FC236}">
                    <a16:creationId xmlns:a16="http://schemas.microsoft.com/office/drawing/2014/main" id="{C6EECD85-C1CC-2844-A1D5-17790C2760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83165" y="3477902"/>
                <a:ext cx="54786" cy="139965"/>
              </a:xfrm>
              <a:custGeom>
                <a:avLst/>
                <a:gdLst>
                  <a:gd name="T0" fmla="*/ 656550006 w 637"/>
                  <a:gd name="T1" fmla="*/ 0 h 1659"/>
                  <a:gd name="T2" fmla="*/ 656550006 w 637"/>
                  <a:gd name="T3" fmla="*/ 0 h 1659"/>
                  <a:gd name="T4" fmla="*/ 54716163 w 637"/>
                  <a:gd name="T5" fmla="*/ 2147483646 h 1659"/>
                  <a:gd name="T6" fmla="*/ 0 w 637"/>
                  <a:gd name="T7" fmla="*/ 2147483646 h 1659"/>
                  <a:gd name="T8" fmla="*/ 656550006 w 637"/>
                  <a:gd name="T9" fmla="*/ 0 h 16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37"/>
                  <a:gd name="T16" fmla="*/ 0 h 1659"/>
                  <a:gd name="T17" fmla="*/ 637 w 637"/>
                  <a:gd name="T18" fmla="*/ 1659 h 16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37" h="1659">
                    <a:moveTo>
                      <a:pt x="615" y="0"/>
                    </a:moveTo>
                    <a:lnTo>
                      <a:pt x="637" y="0"/>
                    </a:lnTo>
                    <a:lnTo>
                      <a:pt x="68" y="1659"/>
                    </a:lnTo>
                    <a:lnTo>
                      <a:pt x="0" y="1647"/>
                    </a:lnTo>
                    <a:lnTo>
                      <a:pt x="615" y="0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0" name="Freeform 1124">
                <a:extLst>
                  <a:ext uri="{FF2B5EF4-FFF2-40B4-BE49-F238E27FC236}">
                    <a16:creationId xmlns:a16="http://schemas.microsoft.com/office/drawing/2014/main" id="{F6382FF0-3401-074E-B47F-7092DF234B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6588" y="3576007"/>
                <a:ext cx="190792" cy="46458"/>
              </a:xfrm>
              <a:custGeom>
                <a:avLst/>
                <a:gdLst>
                  <a:gd name="T0" fmla="*/ 0 w 2216"/>
                  <a:gd name="T1" fmla="*/ 0 h 550"/>
                  <a:gd name="T2" fmla="*/ 54884212 w 2216"/>
                  <a:gd name="T3" fmla="*/ 101852492 h 550"/>
                  <a:gd name="T4" fmla="*/ 2147483646 w 2216"/>
                  <a:gd name="T5" fmla="*/ 1017940055 h 550"/>
                  <a:gd name="T6" fmla="*/ 2147483646 w 2216"/>
                  <a:gd name="T7" fmla="*/ 865464562 h 550"/>
                  <a:gd name="T8" fmla="*/ 0 w 2216"/>
                  <a:gd name="T9" fmla="*/ 0 h 5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16"/>
                  <a:gd name="T16" fmla="*/ 0 h 550"/>
                  <a:gd name="T17" fmla="*/ 2216 w 2216"/>
                  <a:gd name="T18" fmla="*/ 550 h 5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16" h="550">
                    <a:moveTo>
                      <a:pt x="0" y="0"/>
                    </a:moveTo>
                    <a:lnTo>
                      <a:pt x="9" y="57"/>
                    </a:lnTo>
                    <a:lnTo>
                      <a:pt x="2164" y="550"/>
                    </a:lnTo>
                    <a:lnTo>
                      <a:pt x="2216" y="49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251" name="Group 1125">
                <a:extLst>
                  <a:ext uri="{FF2B5EF4-FFF2-40B4-BE49-F238E27FC236}">
                    <a16:creationId xmlns:a16="http://schemas.microsoft.com/office/drawing/2014/main" id="{E6D4326D-E697-EA48-8350-11193493604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593395" y="3625649"/>
                <a:ext cx="64747" cy="27592"/>
                <a:chOff x="1740" y="2642"/>
                <a:chExt cx="752" cy="327"/>
              </a:xfrm>
            </p:grpSpPr>
            <p:sp>
              <p:nvSpPr>
                <p:cNvPr id="258" name="Freeform 1126">
                  <a:extLst>
                    <a:ext uri="{FF2B5EF4-FFF2-40B4-BE49-F238E27FC236}">
                      <a16:creationId xmlns:a16="http://schemas.microsoft.com/office/drawing/2014/main" id="{CEA1DD05-B803-9149-AF2B-DB014532078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40" y="2642"/>
                  <a:ext cx="752" cy="327"/>
                </a:xfrm>
                <a:custGeom>
                  <a:avLst/>
                  <a:gdLst>
                    <a:gd name="T0" fmla="*/ 293 w 752"/>
                    <a:gd name="T1" fmla="*/ 0 h 327"/>
                    <a:gd name="T2" fmla="*/ 752 w 752"/>
                    <a:gd name="T3" fmla="*/ 124 h 327"/>
                    <a:gd name="T4" fmla="*/ 470 w 752"/>
                    <a:gd name="T5" fmla="*/ 327 h 327"/>
                    <a:gd name="T6" fmla="*/ 0 w 752"/>
                    <a:gd name="T7" fmla="*/ 183 h 327"/>
                    <a:gd name="T8" fmla="*/ 293 w 752"/>
                    <a:gd name="T9" fmla="*/ 0 h 32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2"/>
                    <a:gd name="T16" fmla="*/ 0 h 327"/>
                    <a:gd name="T17" fmla="*/ 752 w 752"/>
                    <a:gd name="T18" fmla="*/ 327 h 32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2" h="327">
                      <a:moveTo>
                        <a:pt x="293" y="0"/>
                      </a:moveTo>
                      <a:lnTo>
                        <a:pt x="752" y="124"/>
                      </a:lnTo>
                      <a:lnTo>
                        <a:pt x="470" y="327"/>
                      </a:lnTo>
                      <a:lnTo>
                        <a:pt x="0" y="183"/>
                      </a:lnTo>
                      <a:lnTo>
                        <a:pt x="293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9" name="Freeform 1127">
                  <a:extLst>
                    <a:ext uri="{FF2B5EF4-FFF2-40B4-BE49-F238E27FC236}">
                      <a16:creationId xmlns:a16="http://schemas.microsoft.com/office/drawing/2014/main" id="{F8B395FE-C4ED-884D-BFD7-F2220E45606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54" y="2649"/>
                  <a:ext cx="726" cy="311"/>
                </a:xfrm>
                <a:custGeom>
                  <a:avLst/>
                  <a:gdLst>
                    <a:gd name="T0" fmla="*/ 282 w 726"/>
                    <a:gd name="T1" fmla="*/ 0 h 311"/>
                    <a:gd name="T2" fmla="*/ 726 w 726"/>
                    <a:gd name="T3" fmla="*/ 119 h 311"/>
                    <a:gd name="T4" fmla="*/ 457 w 726"/>
                    <a:gd name="T5" fmla="*/ 311 h 311"/>
                    <a:gd name="T6" fmla="*/ 0 w 726"/>
                    <a:gd name="T7" fmla="*/ 173 h 311"/>
                    <a:gd name="T8" fmla="*/ 282 w 726"/>
                    <a:gd name="T9" fmla="*/ 0 h 3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26"/>
                    <a:gd name="T16" fmla="*/ 0 h 311"/>
                    <a:gd name="T17" fmla="*/ 726 w 726"/>
                    <a:gd name="T18" fmla="*/ 311 h 31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26" h="311">
                      <a:moveTo>
                        <a:pt x="282" y="0"/>
                      </a:moveTo>
                      <a:lnTo>
                        <a:pt x="726" y="119"/>
                      </a:lnTo>
                      <a:lnTo>
                        <a:pt x="457" y="311"/>
                      </a:lnTo>
                      <a:lnTo>
                        <a:pt x="0" y="173"/>
                      </a:lnTo>
                      <a:lnTo>
                        <a:pt x="282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60" name="Freeform 1128">
                  <a:extLst>
                    <a:ext uri="{FF2B5EF4-FFF2-40B4-BE49-F238E27FC236}">
                      <a16:creationId xmlns:a16="http://schemas.microsoft.com/office/drawing/2014/main" id="{9FD2580F-A3F6-F947-9B0C-25EC879AFC9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08" y="2770"/>
                  <a:ext cx="258" cy="100"/>
                </a:xfrm>
                <a:custGeom>
                  <a:avLst/>
                  <a:gdLst>
                    <a:gd name="T0" fmla="*/ 0 w 258"/>
                    <a:gd name="T1" fmla="*/ 44 h 100"/>
                    <a:gd name="T2" fmla="*/ 75 w 258"/>
                    <a:gd name="T3" fmla="*/ 0 h 100"/>
                    <a:gd name="T4" fmla="*/ 258 w 258"/>
                    <a:gd name="T5" fmla="*/ 50 h 100"/>
                    <a:gd name="T6" fmla="*/ 183 w 258"/>
                    <a:gd name="T7" fmla="*/ 100 h 100"/>
                    <a:gd name="T8" fmla="*/ 0 w 258"/>
                    <a:gd name="T9" fmla="*/ 44 h 10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0"/>
                    <a:gd name="T17" fmla="*/ 258 w 258"/>
                    <a:gd name="T18" fmla="*/ 100 h 10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0">
                      <a:moveTo>
                        <a:pt x="0" y="44"/>
                      </a:moveTo>
                      <a:lnTo>
                        <a:pt x="75" y="0"/>
                      </a:lnTo>
                      <a:lnTo>
                        <a:pt x="258" y="50"/>
                      </a:lnTo>
                      <a:lnTo>
                        <a:pt x="183" y="10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61" name="Freeform 1129">
                  <a:extLst>
                    <a:ext uri="{FF2B5EF4-FFF2-40B4-BE49-F238E27FC236}">
                      <a16:creationId xmlns:a16="http://schemas.microsoft.com/office/drawing/2014/main" id="{46294FED-2DBE-0B42-9E0D-59575DF518B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99" y="2816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62" name="Freeform 1130">
                  <a:extLst>
                    <a:ext uri="{FF2B5EF4-FFF2-40B4-BE49-F238E27FC236}">
                      <a16:creationId xmlns:a16="http://schemas.microsoft.com/office/drawing/2014/main" id="{B4090839-1A64-1D44-AC50-B3691212F29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20" y="2834"/>
                  <a:ext cx="258" cy="102"/>
                </a:xfrm>
                <a:custGeom>
                  <a:avLst/>
                  <a:gdLst>
                    <a:gd name="T0" fmla="*/ 0 w 258"/>
                    <a:gd name="T1" fmla="*/ 46 h 102"/>
                    <a:gd name="T2" fmla="*/ 71 w 258"/>
                    <a:gd name="T3" fmla="*/ 0 h 102"/>
                    <a:gd name="T4" fmla="*/ 258 w 258"/>
                    <a:gd name="T5" fmla="*/ 52 h 102"/>
                    <a:gd name="T6" fmla="*/ 183 w 258"/>
                    <a:gd name="T7" fmla="*/ 102 h 102"/>
                    <a:gd name="T8" fmla="*/ 0 w 258"/>
                    <a:gd name="T9" fmla="*/ 46 h 10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2"/>
                    <a:gd name="T17" fmla="*/ 258 w 258"/>
                    <a:gd name="T18" fmla="*/ 102 h 10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2">
                      <a:moveTo>
                        <a:pt x="0" y="46"/>
                      </a:moveTo>
                      <a:lnTo>
                        <a:pt x="71" y="0"/>
                      </a:lnTo>
                      <a:lnTo>
                        <a:pt x="258" y="52"/>
                      </a:lnTo>
                      <a:lnTo>
                        <a:pt x="183" y="102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63" name="Freeform 1131">
                  <a:extLst>
                    <a:ext uri="{FF2B5EF4-FFF2-40B4-BE49-F238E27FC236}">
                      <a16:creationId xmlns:a16="http://schemas.microsoft.com/office/drawing/2014/main" id="{3075A43B-D07B-0840-9FBC-ED066A735E7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11" y="2882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252" name="Freeform 1132">
                <a:extLst>
                  <a:ext uri="{FF2B5EF4-FFF2-40B4-BE49-F238E27FC236}">
                    <a16:creationId xmlns:a16="http://schemas.microsoft.com/office/drawing/2014/main" id="{02E935B0-131B-B748-90DC-BF9EAF226B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04243" y="3629776"/>
                <a:ext cx="78411" cy="60608"/>
              </a:xfrm>
              <a:custGeom>
                <a:avLst/>
                <a:gdLst>
                  <a:gd name="T0" fmla="*/ 39250883 w 990"/>
                  <a:gd name="T1" fmla="*/ 342828616 h 792"/>
                  <a:gd name="T2" fmla="*/ 354255671 w 990"/>
                  <a:gd name="T3" fmla="*/ 0 h 792"/>
                  <a:gd name="T4" fmla="*/ 354255671 w 990"/>
                  <a:gd name="T5" fmla="*/ 34504242 h 792"/>
                  <a:gd name="T6" fmla="*/ 0 w 990"/>
                  <a:gd name="T7" fmla="*/ 342828616 h 792"/>
                  <a:gd name="T8" fmla="*/ 39250883 w 990"/>
                  <a:gd name="T9" fmla="*/ 342828616 h 7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90"/>
                  <a:gd name="T16" fmla="*/ 0 h 792"/>
                  <a:gd name="T17" fmla="*/ 990 w 990"/>
                  <a:gd name="T18" fmla="*/ 792 h 79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90" h="792">
                    <a:moveTo>
                      <a:pt x="3" y="738"/>
                    </a:moveTo>
                    <a:lnTo>
                      <a:pt x="990" y="0"/>
                    </a:lnTo>
                    <a:lnTo>
                      <a:pt x="987" y="60"/>
                    </a:lnTo>
                    <a:lnTo>
                      <a:pt x="0" y="792"/>
                    </a:lnTo>
                    <a:lnTo>
                      <a:pt x="3" y="73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3" name="Freeform 1133">
                <a:extLst>
                  <a:ext uri="{FF2B5EF4-FFF2-40B4-BE49-F238E27FC236}">
                    <a16:creationId xmlns:a16="http://schemas.microsoft.com/office/drawing/2014/main" id="{1E123A3E-CC3F-5C47-B1F2-2171D77F69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04129" y="3634611"/>
                <a:ext cx="200625" cy="55302"/>
              </a:xfrm>
              <a:custGeom>
                <a:avLst/>
                <a:gdLst>
                  <a:gd name="T0" fmla="*/ 39302216 w 2532"/>
                  <a:gd name="T1" fmla="*/ 0 h 723"/>
                  <a:gd name="T2" fmla="*/ 39302216 w 2532"/>
                  <a:gd name="T3" fmla="*/ 0 h 723"/>
                  <a:gd name="T4" fmla="*/ 867084690 w 2532"/>
                  <a:gd name="T5" fmla="*/ 307891170 h 723"/>
                  <a:gd name="T6" fmla="*/ 867084690 w 2532"/>
                  <a:gd name="T7" fmla="*/ 342351506 h 723"/>
                  <a:gd name="T8" fmla="*/ 0 w 2532"/>
                  <a:gd name="T9" fmla="*/ 34009889 h 723"/>
                  <a:gd name="T10" fmla="*/ 39302216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4" name="Freeform 1134">
                <a:extLst>
                  <a:ext uri="{FF2B5EF4-FFF2-40B4-BE49-F238E27FC236}">
                    <a16:creationId xmlns:a16="http://schemas.microsoft.com/office/drawing/2014/main" id="{AECD52AE-3551-654E-880E-D3640BE646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04257" y="3624470"/>
                <a:ext cx="2171" cy="11202"/>
              </a:xfrm>
              <a:custGeom>
                <a:avLst/>
                <a:gdLst>
                  <a:gd name="T0" fmla="*/ 48903362 w 26"/>
                  <a:gd name="T1" fmla="*/ 33634500 h 147"/>
                  <a:gd name="T2" fmla="*/ 48903362 w 26"/>
                  <a:gd name="T3" fmla="*/ 67263209 h 147"/>
                  <a:gd name="T4" fmla="*/ 0 w 26"/>
                  <a:gd name="T5" fmla="*/ 67263209 h 147"/>
                  <a:gd name="T6" fmla="*/ 48903362 w 26"/>
                  <a:gd name="T7" fmla="*/ 0 h 147"/>
                  <a:gd name="T8" fmla="*/ 48903362 w 26"/>
                  <a:gd name="T9" fmla="*/ 33634500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"/>
                  <a:gd name="T16" fmla="*/ 0 h 147"/>
                  <a:gd name="T17" fmla="*/ 26 w 26"/>
                  <a:gd name="T18" fmla="*/ 147 h 14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" h="147">
                    <a:moveTo>
                      <a:pt x="26" y="10"/>
                    </a:moveTo>
                    <a:lnTo>
                      <a:pt x="23" y="147"/>
                    </a:lnTo>
                    <a:lnTo>
                      <a:pt x="0" y="144"/>
                    </a:lnTo>
                    <a:lnTo>
                      <a:pt x="3" y="0"/>
                    </a:lnTo>
                    <a:lnTo>
                      <a:pt x="26" y="1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5" name="Freeform 1135">
                <a:extLst>
                  <a:ext uri="{FF2B5EF4-FFF2-40B4-BE49-F238E27FC236}">
                    <a16:creationId xmlns:a16="http://schemas.microsoft.com/office/drawing/2014/main" id="{512F9E97-47EA-8542-92DD-7DE8CE7E8D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04384" y="3578837"/>
                <a:ext cx="93225" cy="46340"/>
              </a:xfrm>
              <a:custGeom>
                <a:avLst/>
                <a:gdLst>
                  <a:gd name="T0" fmla="*/ 395043791 w 1176"/>
                  <a:gd name="T1" fmla="*/ 0 h 606"/>
                  <a:gd name="T2" fmla="*/ 0 w 1176"/>
                  <a:gd name="T3" fmla="*/ 273654982 h 606"/>
                  <a:gd name="T4" fmla="*/ 39357994 w 1176"/>
                  <a:gd name="T5" fmla="*/ 273654982 h 606"/>
                  <a:gd name="T6" fmla="*/ 395043791 w 1176"/>
                  <a:gd name="T7" fmla="*/ 33985420 h 606"/>
                  <a:gd name="T8" fmla="*/ 395043791 w 1176"/>
                  <a:gd name="T9" fmla="*/ 0 h 6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76"/>
                  <a:gd name="T16" fmla="*/ 0 h 606"/>
                  <a:gd name="T17" fmla="*/ 1176 w 1176"/>
                  <a:gd name="T18" fmla="*/ 606 h 60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76" h="606">
                    <a:moveTo>
                      <a:pt x="1170" y="0"/>
                    </a:moveTo>
                    <a:lnTo>
                      <a:pt x="0" y="597"/>
                    </a:lnTo>
                    <a:lnTo>
                      <a:pt x="30" y="606"/>
                    </a:lnTo>
                    <a:lnTo>
                      <a:pt x="1176" y="18"/>
                    </a:lnTo>
                    <a:lnTo>
                      <a:pt x="1170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6" name="Freeform 1136">
                <a:extLst>
                  <a:ext uri="{FF2B5EF4-FFF2-40B4-BE49-F238E27FC236}">
                    <a16:creationId xmlns:a16="http://schemas.microsoft.com/office/drawing/2014/main" id="{A1F34E8B-7018-7048-B4A5-23A7F6E4F6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10642" y="3626829"/>
                <a:ext cx="190281" cy="53180"/>
              </a:xfrm>
              <a:custGeom>
                <a:avLst/>
                <a:gdLst>
                  <a:gd name="T0" fmla="*/ 31829833 w 2532"/>
                  <a:gd name="T1" fmla="*/ 0 h 723"/>
                  <a:gd name="T2" fmla="*/ 31829833 w 2532"/>
                  <a:gd name="T3" fmla="*/ 0 h 723"/>
                  <a:gd name="T4" fmla="*/ 382827787 w 2532"/>
                  <a:gd name="T5" fmla="*/ 175498781 h 723"/>
                  <a:gd name="T6" fmla="*/ 382827787 w 2532"/>
                  <a:gd name="T7" fmla="*/ 175498781 h 723"/>
                  <a:gd name="T8" fmla="*/ 0 w 2532"/>
                  <a:gd name="T9" fmla="*/ 29448186 h 723"/>
                  <a:gd name="T10" fmla="*/ 31829833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7" name="Freeform 1137">
                <a:extLst>
                  <a:ext uri="{FF2B5EF4-FFF2-40B4-BE49-F238E27FC236}">
                    <a16:creationId xmlns:a16="http://schemas.microsoft.com/office/drawing/2014/main" id="{6D462AFA-A931-3147-A9B9-EF6BBBA6F28F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7700668" y="3623055"/>
                <a:ext cx="77645" cy="55066"/>
              </a:xfrm>
              <a:custGeom>
                <a:avLst/>
                <a:gdLst>
                  <a:gd name="T0" fmla="*/ 0 w 2532"/>
                  <a:gd name="T1" fmla="*/ 0 h 723"/>
                  <a:gd name="T2" fmla="*/ 0 w 2532"/>
                  <a:gd name="T3" fmla="*/ 0 h 723"/>
                  <a:gd name="T4" fmla="*/ 0 w 2532"/>
                  <a:gd name="T5" fmla="*/ 302641137 h 723"/>
                  <a:gd name="T6" fmla="*/ 0 w 2532"/>
                  <a:gd name="T7" fmla="*/ 302641137 h 723"/>
                  <a:gd name="T8" fmla="*/ 0 w 2532"/>
                  <a:gd name="T9" fmla="*/ 33575256 h 723"/>
                  <a:gd name="T10" fmla="*/ 0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235" name="Group 1139">
              <a:extLst>
                <a:ext uri="{FF2B5EF4-FFF2-40B4-BE49-F238E27FC236}">
                  <a16:creationId xmlns:a16="http://schemas.microsoft.com/office/drawing/2014/main" id="{A492659A-25BB-7D42-8237-FFD058C1C230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7985622" y="3537823"/>
              <a:ext cx="359261" cy="342045"/>
              <a:chOff x="2839" y="3501"/>
              <a:chExt cx="755" cy="803"/>
            </a:xfrm>
          </p:grpSpPr>
          <p:pic>
            <p:nvPicPr>
              <p:cNvPr id="239" name="Picture 1140" descr="desktop_computer_stylized_medium">
                <a:extLst>
                  <a:ext uri="{FF2B5EF4-FFF2-40B4-BE49-F238E27FC236}">
                    <a16:creationId xmlns:a16="http://schemas.microsoft.com/office/drawing/2014/main" id="{C3134BA7-C49F-3D41-A8CD-0BF47D59120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40" name="Freeform 1141">
                <a:extLst>
                  <a:ext uri="{FF2B5EF4-FFF2-40B4-BE49-F238E27FC236}">
                    <a16:creationId xmlns:a16="http://schemas.microsoft.com/office/drawing/2014/main" id="{0EE3BC06-EEFD-BE47-9337-BCCD121AA7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236" name="Group 235">
              <a:extLst>
                <a:ext uri="{FF2B5EF4-FFF2-40B4-BE49-F238E27FC236}">
                  <a16:creationId xmlns:a16="http://schemas.microsoft.com/office/drawing/2014/main" id="{6E129665-47CD-9244-84D3-9833306DF6CF}"/>
                </a:ext>
              </a:extLst>
            </p:cNvPr>
            <p:cNvGrpSpPr/>
            <p:nvPr/>
          </p:nvGrpSpPr>
          <p:grpSpPr>
            <a:xfrm>
              <a:off x="7797061" y="3296104"/>
              <a:ext cx="347997" cy="396620"/>
              <a:chOff x="7797061" y="3296104"/>
              <a:chExt cx="347997" cy="396620"/>
            </a:xfrm>
          </p:grpSpPr>
          <p:pic>
            <p:nvPicPr>
              <p:cNvPr id="237" name="Picture 571" descr="fridge2.png">
                <a:extLst>
                  <a:ext uri="{FF2B5EF4-FFF2-40B4-BE49-F238E27FC236}">
                    <a16:creationId xmlns:a16="http://schemas.microsoft.com/office/drawing/2014/main" id="{D6D74BC7-4624-6B47-8BE9-FC2448DEB7A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6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896825" y="3355697"/>
                <a:ext cx="189578" cy="33702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8" name="Picture 1115" descr="antenna_stylized">
                <a:extLst>
                  <a:ext uri="{FF2B5EF4-FFF2-40B4-BE49-F238E27FC236}">
                    <a16:creationId xmlns:a16="http://schemas.microsoft.com/office/drawing/2014/main" id="{A2DE5E73-D910-E245-A581-C8152428D7A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797061" y="3296104"/>
                <a:ext cx="347997" cy="16755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grpSp>
        <p:nvGrpSpPr>
          <p:cNvPr id="264" name="Group 263">
            <a:extLst>
              <a:ext uri="{FF2B5EF4-FFF2-40B4-BE49-F238E27FC236}">
                <a16:creationId xmlns:a16="http://schemas.microsoft.com/office/drawing/2014/main" id="{0A5A480A-A0E9-5B46-8B42-A17922C793B1}"/>
              </a:ext>
            </a:extLst>
          </p:cNvPr>
          <p:cNvGrpSpPr/>
          <p:nvPr/>
        </p:nvGrpSpPr>
        <p:grpSpPr>
          <a:xfrm>
            <a:off x="11138687" y="2941791"/>
            <a:ext cx="518448" cy="1212242"/>
            <a:chOff x="11058573" y="3399165"/>
            <a:chExt cx="518448" cy="1212242"/>
          </a:xfrm>
        </p:grpSpPr>
        <p:grpSp>
          <p:nvGrpSpPr>
            <p:cNvPr id="265" name="Group 264">
              <a:extLst>
                <a:ext uri="{FF2B5EF4-FFF2-40B4-BE49-F238E27FC236}">
                  <a16:creationId xmlns:a16="http://schemas.microsoft.com/office/drawing/2014/main" id="{73C84718-FB33-ED42-88DF-0B1F15F2FD51}"/>
                </a:ext>
              </a:extLst>
            </p:cNvPr>
            <p:cNvGrpSpPr/>
            <p:nvPr/>
          </p:nvGrpSpPr>
          <p:grpSpPr>
            <a:xfrm>
              <a:off x="11087182" y="4159591"/>
              <a:ext cx="489839" cy="451816"/>
              <a:chOff x="5103720" y="2693365"/>
              <a:chExt cx="611650" cy="414788"/>
            </a:xfrm>
          </p:grpSpPr>
          <p:cxnSp>
            <p:nvCxnSpPr>
              <p:cNvPr id="272" name="Straight Connector 271">
                <a:extLst>
                  <a:ext uri="{FF2B5EF4-FFF2-40B4-BE49-F238E27FC236}">
                    <a16:creationId xmlns:a16="http://schemas.microsoft.com/office/drawing/2014/main" id="{67012382-B12D-F844-B7EB-573597A22185}"/>
                  </a:ext>
                </a:extLst>
              </p:cNvPr>
              <p:cNvCxnSpPr/>
              <p:nvPr/>
            </p:nvCxnSpPr>
            <p:spPr>
              <a:xfrm>
                <a:off x="5103720" y="2914214"/>
                <a:ext cx="232559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273" name="Group 272">
                <a:extLst>
                  <a:ext uri="{FF2B5EF4-FFF2-40B4-BE49-F238E27FC236}">
                    <a16:creationId xmlns:a16="http://schemas.microsoft.com/office/drawing/2014/main" id="{EA4F63F6-8062-C44D-9090-B18E02E8DAAF}"/>
                  </a:ext>
                </a:extLst>
              </p:cNvPr>
              <p:cNvGrpSpPr/>
              <p:nvPr/>
            </p:nvGrpSpPr>
            <p:grpSpPr>
              <a:xfrm>
                <a:off x="5275406" y="2693365"/>
                <a:ext cx="439964" cy="414788"/>
                <a:chOff x="5275406" y="2711455"/>
                <a:chExt cx="452949" cy="405518"/>
              </a:xfrm>
            </p:grpSpPr>
            <p:pic>
              <p:nvPicPr>
                <p:cNvPr id="274" name="Picture 273" descr="server_rack.png">
                  <a:extLst>
                    <a:ext uri="{FF2B5EF4-FFF2-40B4-BE49-F238E27FC236}">
                      <a16:creationId xmlns:a16="http://schemas.microsoft.com/office/drawing/2014/main" id="{91106E9F-3C67-AA4E-9287-A9EFF36FE39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537367" y="2770786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275" name="Picture 274" descr="server_rack.png">
                  <a:extLst>
                    <a:ext uri="{FF2B5EF4-FFF2-40B4-BE49-F238E27FC236}">
                      <a16:creationId xmlns:a16="http://schemas.microsoft.com/office/drawing/2014/main" id="{79A4A6A6-5E65-6F46-B7B2-90FD24375E9B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275406" y="2764002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276" name="Picture 275" descr="server_rack.png">
                  <a:extLst>
                    <a:ext uri="{FF2B5EF4-FFF2-40B4-BE49-F238E27FC236}">
                      <a16:creationId xmlns:a16="http://schemas.microsoft.com/office/drawing/2014/main" id="{3216266F-0267-0840-841D-08502DD9110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385676" y="2711455"/>
                  <a:ext cx="247152" cy="405518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266" name="Group 265">
              <a:extLst>
                <a:ext uri="{FF2B5EF4-FFF2-40B4-BE49-F238E27FC236}">
                  <a16:creationId xmlns:a16="http://schemas.microsoft.com/office/drawing/2014/main" id="{106EB7B9-587B-604A-BB84-21393767F651}"/>
                </a:ext>
              </a:extLst>
            </p:cNvPr>
            <p:cNvGrpSpPr/>
            <p:nvPr/>
          </p:nvGrpSpPr>
          <p:grpSpPr>
            <a:xfrm>
              <a:off x="11058573" y="3399165"/>
              <a:ext cx="423724" cy="405973"/>
              <a:chOff x="5103720" y="2693365"/>
              <a:chExt cx="611650" cy="414788"/>
            </a:xfrm>
          </p:grpSpPr>
          <p:cxnSp>
            <p:nvCxnSpPr>
              <p:cNvPr id="267" name="Straight Connector 266">
                <a:extLst>
                  <a:ext uri="{FF2B5EF4-FFF2-40B4-BE49-F238E27FC236}">
                    <a16:creationId xmlns:a16="http://schemas.microsoft.com/office/drawing/2014/main" id="{2F7016C5-3456-6545-A196-AF5D73FF3865}"/>
                  </a:ext>
                </a:extLst>
              </p:cNvPr>
              <p:cNvCxnSpPr/>
              <p:nvPr/>
            </p:nvCxnSpPr>
            <p:spPr>
              <a:xfrm>
                <a:off x="5103720" y="2914214"/>
                <a:ext cx="232559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268" name="Group 267">
                <a:extLst>
                  <a:ext uri="{FF2B5EF4-FFF2-40B4-BE49-F238E27FC236}">
                    <a16:creationId xmlns:a16="http://schemas.microsoft.com/office/drawing/2014/main" id="{CFE74420-7287-EB40-B7EE-E554F3965C89}"/>
                  </a:ext>
                </a:extLst>
              </p:cNvPr>
              <p:cNvGrpSpPr/>
              <p:nvPr/>
            </p:nvGrpSpPr>
            <p:grpSpPr>
              <a:xfrm>
                <a:off x="5275406" y="2693365"/>
                <a:ext cx="439964" cy="414788"/>
                <a:chOff x="5275406" y="2711455"/>
                <a:chExt cx="452949" cy="405518"/>
              </a:xfrm>
            </p:grpSpPr>
            <p:pic>
              <p:nvPicPr>
                <p:cNvPr id="269" name="Picture 268" descr="server_rack.png">
                  <a:extLst>
                    <a:ext uri="{FF2B5EF4-FFF2-40B4-BE49-F238E27FC236}">
                      <a16:creationId xmlns:a16="http://schemas.microsoft.com/office/drawing/2014/main" id="{6B281684-A293-474A-A2E6-3B193D839A0C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537367" y="2770786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270" name="Picture 269" descr="server_rack.png">
                  <a:extLst>
                    <a:ext uri="{FF2B5EF4-FFF2-40B4-BE49-F238E27FC236}">
                      <a16:creationId xmlns:a16="http://schemas.microsoft.com/office/drawing/2014/main" id="{9F75EF01-9A2A-3A49-932A-4C42C719585B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275406" y="2764002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271" name="Picture 270" descr="server_rack.png">
                  <a:extLst>
                    <a:ext uri="{FF2B5EF4-FFF2-40B4-BE49-F238E27FC236}">
                      <a16:creationId xmlns:a16="http://schemas.microsoft.com/office/drawing/2014/main" id="{446E25FC-31EE-334C-8D4A-FE0F222A8E3F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385676" y="2711455"/>
                  <a:ext cx="247152" cy="405518"/>
                </a:xfrm>
                <a:prstGeom prst="rect">
                  <a:avLst/>
                </a:prstGeom>
              </p:spPr>
            </p:pic>
          </p:grpSp>
        </p:grpSp>
      </p:grpSp>
      <p:grpSp>
        <p:nvGrpSpPr>
          <p:cNvPr id="277" name="Group 590">
            <a:extLst>
              <a:ext uri="{FF2B5EF4-FFF2-40B4-BE49-F238E27FC236}">
                <a16:creationId xmlns:a16="http://schemas.microsoft.com/office/drawing/2014/main" id="{E519F234-2007-384B-BC1B-5D998EFDC23E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054595" y="4413467"/>
            <a:ext cx="345630" cy="320302"/>
            <a:chOff x="2839" y="3501"/>
            <a:chExt cx="755" cy="803"/>
          </a:xfrm>
        </p:grpSpPr>
        <p:pic>
          <p:nvPicPr>
            <p:cNvPr id="278" name="Picture 591" descr="desktop_computer_stylized_medium">
              <a:extLst>
                <a:ext uri="{FF2B5EF4-FFF2-40B4-BE49-F238E27FC236}">
                  <a16:creationId xmlns:a16="http://schemas.microsoft.com/office/drawing/2014/main" id="{33A2ACC8-59B8-BE41-AE95-2FCE8CBFBC3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79" name="Freeform 592">
              <a:extLst>
                <a:ext uri="{FF2B5EF4-FFF2-40B4-BE49-F238E27FC236}">
                  <a16:creationId xmlns:a16="http://schemas.microsoft.com/office/drawing/2014/main" id="{D3941249-0EC2-7F4F-B6DE-853D1B0F58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80" name="Group 1064">
            <a:extLst>
              <a:ext uri="{FF2B5EF4-FFF2-40B4-BE49-F238E27FC236}">
                <a16:creationId xmlns:a16="http://schemas.microsoft.com/office/drawing/2014/main" id="{32873DDE-DE5F-FD44-B451-B2DB0A80F417}"/>
              </a:ext>
            </a:extLst>
          </p:cNvPr>
          <p:cNvGrpSpPr>
            <a:grpSpLocks/>
          </p:cNvGrpSpPr>
          <p:nvPr/>
        </p:nvGrpSpPr>
        <p:grpSpPr bwMode="auto">
          <a:xfrm>
            <a:off x="9275421" y="5366115"/>
            <a:ext cx="310186" cy="307808"/>
            <a:chOff x="877" y="1008"/>
            <a:chExt cx="2747" cy="2591"/>
          </a:xfrm>
        </p:grpSpPr>
        <p:pic>
          <p:nvPicPr>
            <p:cNvPr id="281" name="Picture 1065" descr="antenna_stylized">
              <a:extLst>
                <a:ext uri="{FF2B5EF4-FFF2-40B4-BE49-F238E27FC236}">
                  <a16:creationId xmlns:a16="http://schemas.microsoft.com/office/drawing/2014/main" id="{AE6278DC-71B3-934A-A861-85089C08711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7" y="1008"/>
              <a:ext cx="2725" cy="14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82" name="Picture 1066" descr="laptop_keyboard">
              <a:extLst>
                <a:ext uri="{FF2B5EF4-FFF2-40B4-BE49-F238E27FC236}">
                  <a16:creationId xmlns:a16="http://schemas.microsoft.com/office/drawing/2014/main" id="{3FEF45DC-F120-5245-9ABC-6F0D0A2356D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1009" y="2586"/>
              <a:ext cx="2245" cy="10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83" name="Freeform 1067">
              <a:extLst>
                <a:ext uri="{FF2B5EF4-FFF2-40B4-BE49-F238E27FC236}">
                  <a16:creationId xmlns:a16="http://schemas.microsoft.com/office/drawing/2014/main" id="{8722F022-4F8C-2D45-81ED-EFF0FDD9EA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3" y="1603"/>
              <a:ext cx="1807" cy="1322"/>
            </a:xfrm>
            <a:custGeom>
              <a:avLst/>
              <a:gdLst>
                <a:gd name="T0" fmla="*/ 1 w 2982"/>
                <a:gd name="T1" fmla="*/ 0 h 2442"/>
                <a:gd name="T2" fmla="*/ 0 w 2982"/>
                <a:gd name="T3" fmla="*/ 1 h 2442"/>
                <a:gd name="T4" fmla="*/ 2 w 2982"/>
                <a:gd name="T5" fmla="*/ 1 h 2442"/>
                <a:gd name="T6" fmla="*/ 2 w 2982"/>
                <a:gd name="T7" fmla="*/ 1 h 2442"/>
                <a:gd name="T8" fmla="*/ 1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pic>
          <p:nvPicPr>
            <p:cNvPr id="284" name="Picture 1068" descr="screen">
              <a:extLst>
                <a:ext uri="{FF2B5EF4-FFF2-40B4-BE49-F238E27FC236}">
                  <a16:creationId xmlns:a16="http://schemas.microsoft.com/office/drawing/2014/main" id="{204FC4A1-539E-5442-BEC0-E471E14FA69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42" y="1637"/>
              <a:ext cx="1642" cy="12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85" name="Freeform 1069">
              <a:extLst>
                <a:ext uri="{FF2B5EF4-FFF2-40B4-BE49-F238E27FC236}">
                  <a16:creationId xmlns:a16="http://schemas.microsoft.com/office/drawing/2014/main" id="{A1A1347C-9D1F-BA40-834D-25F9985332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2" y="1564"/>
              <a:ext cx="1531" cy="246"/>
            </a:xfrm>
            <a:custGeom>
              <a:avLst/>
              <a:gdLst>
                <a:gd name="T0" fmla="*/ 1 w 2528"/>
                <a:gd name="T1" fmla="*/ 0 h 455"/>
                <a:gd name="T2" fmla="*/ 2 w 2528"/>
                <a:gd name="T3" fmla="*/ 1 h 455"/>
                <a:gd name="T4" fmla="*/ 2 w 2528"/>
                <a:gd name="T5" fmla="*/ 1 h 455"/>
                <a:gd name="T6" fmla="*/ 0 w 2528"/>
                <a:gd name="T7" fmla="*/ 1 h 455"/>
                <a:gd name="T8" fmla="*/ 1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86" name="Freeform 1070">
              <a:extLst>
                <a:ext uri="{FF2B5EF4-FFF2-40B4-BE49-F238E27FC236}">
                  <a16:creationId xmlns:a16="http://schemas.microsoft.com/office/drawing/2014/main" id="{5962D35F-879E-2549-AB01-3DB83293FA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7" y="1562"/>
              <a:ext cx="425" cy="1024"/>
            </a:xfrm>
            <a:custGeom>
              <a:avLst/>
              <a:gdLst>
                <a:gd name="T0" fmla="*/ 1 w 702"/>
                <a:gd name="T1" fmla="*/ 0 h 1893"/>
                <a:gd name="T2" fmla="*/ 0 w 702"/>
                <a:gd name="T3" fmla="*/ 1 h 1893"/>
                <a:gd name="T4" fmla="*/ 1 w 702"/>
                <a:gd name="T5" fmla="*/ 1 h 1893"/>
                <a:gd name="T6" fmla="*/ 1 w 702"/>
                <a:gd name="T7" fmla="*/ 1 h 1893"/>
                <a:gd name="T8" fmla="*/ 1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87" name="Freeform 1071">
              <a:extLst>
                <a:ext uri="{FF2B5EF4-FFF2-40B4-BE49-F238E27FC236}">
                  <a16:creationId xmlns:a16="http://schemas.microsoft.com/office/drawing/2014/main" id="{22F02B8D-E551-4348-96A0-9FA3E305B7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4" y="1745"/>
              <a:ext cx="458" cy="1182"/>
            </a:xfrm>
            <a:custGeom>
              <a:avLst/>
              <a:gdLst>
                <a:gd name="T0" fmla="*/ 1 w 756"/>
                <a:gd name="T1" fmla="*/ 0 h 2184"/>
                <a:gd name="T2" fmla="*/ 1 w 756"/>
                <a:gd name="T3" fmla="*/ 1 h 2184"/>
                <a:gd name="T4" fmla="*/ 0 w 756"/>
                <a:gd name="T5" fmla="*/ 1 h 2184"/>
                <a:gd name="T6" fmla="*/ 1 w 756"/>
                <a:gd name="T7" fmla="*/ 1 h 2184"/>
                <a:gd name="T8" fmla="*/ 1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88" name="Freeform 1072">
              <a:extLst>
                <a:ext uri="{FF2B5EF4-FFF2-40B4-BE49-F238E27FC236}">
                  <a16:creationId xmlns:a16="http://schemas.microsoft.com/office/drawing/2014/main" id="{C526490C-E805-3744-973A-5CC36BB229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2" y="2534"/>
              <a:ext cx="1680" cy="399"/>
            </a:xfrm>
            <a:custGeom>
              <a:avLst/>
              <a:gdLst>
                <a:gd name="T0" fmla="*/ 1 w 2773"/>
                <a:gd name="T1" fmla="*/ 0 h 738"/>
                <a:gd name="T2" fmla="*/ 0 w 2773"/>
                <a:gd name="T3" fmla="*/ 1 h 738"/>
                <a:gd name="T4" fmla="*/ 2 w 2773"/>
                <a:gd name="T5" fmla="*/ 1 h 738"/>
                <a:gd name="T6" fmla="*/ 2 w 2773"/>
                <a:gd name="T7" fmla="*/ 1 h 738"/>
                <a:gd name="T8" fmla="*/ 1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89" name="Freeform 1073">
              <a:extLst>
                <a:ext uri="{FF2B5EF4-FFF2-40B4-BE49-F238E27FC236}">
                  <a16:creationId xmlns:a16="http://schemas.microsoft.com/office/drawing/2014/main" id="{7A50B32F-A919-C345-8D9F-670BB4E927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5" y="1755"/>
              <a:ext cx="429" cy="1187"/>
            </a:xfrm>
            <a:custGeom>
              <a:avLst/>
              <a:gdLst>
                <a:gd name="T0" fmla="*/ 2 w 637"/>
                <a:gd name="T1" fmla="*/ 0 h 1659"/>
                <a:gd name="T2" fmla="*/ 2 w 637"/>
                <a:gd name="T3" fmla="*/ 0 h 1659"/>
                <a:gd name="T4" fmla="*/ 1 w 637"/>
                <a:gd name="T5" fmla="*/ 15 h 1659"/>
                <a:gd name="T6" fmla="*/ 0 w 637"/>
                <a:gd name="T7" fmla="*/ 15 h 1659"/>
                <a:gd name="T8" fmla="*/ 2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90" name="Freeform 1074">
              <a:extLst>
                <a:ext uri="{FF2B5EF4-FFF2-40B4-BE49-F238E27FC236}">
                  <a16:creationId xmlns:a16="http://schemas.microsoft.com/office/drawing/2014/main" id="{0175EDC4-A636-8E46-AE82-E96C1601BB0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4" y="2587"/>
              <a:ext cx="1494" cy="394"/>
            </a:xfrm>
            <a:custGeom>
              <a:avLst/>
              <a:gdLst>
                <a:gd name="T0" fmla="*/ 0 w 2216"/>
                <a:gd name="T1" fmla="*/ 0 h 550"/>
                <a:gd name="T2" fmla="*/ 1 w 2216"/>
                <a:gd name="T3" fmla="*/ 1 h 550"/>
                <a:gd name="T4" fmla="*/ 9 w 2216"/>
                <a:gd name="T5" fmla="*/ 5 h 550"/>
                <a:gd name="T6" fmla="*/ 9 w 2216"/>
                <a:gd name="T7" fmla="*/ 4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291" name="Group 1075">
              <a:extLst>
                <a:ext uri="{FF2B5EF4-FFF2-40B4-BE49-F238E27FC236}">
                  <a16:creationId xmlns:a16="http://schemas.microsoft.com/office/drawing/2014/main" id="{0DFAC9F2-BFCA-0847-8353-C8E921686F4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09" y="3008"/>
              <a:ext cx="507" cy="234"/>
              <a:chOff x="1740" y="2642"/>
              <a:chExt cx="752" cy="327"/>
            </a:xfrm>
          </p:grpSpPr>
          <p:sp>
            <p:nvSpPr>
              <p:cNvPr id="298" name="Freeform 1076">
                <a:extLst>
                  <a:ext uri="{FF2B5EF4-FFF2-40B4-BE49-F238E27FC236}">
                    <a16:creationId xmlns:a16="http://schemas.microsoft.com/office/drawing/2014/main" id="{850E3FFA-D3FE-4A46-89D2-C6682C4DE9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99" name="Freeform 1077">
                <a:extLst>
                  <a:ext uri="{FF2B5EF4-FFF2-40B4-BE49-F238E27FC236}">
                    <a16:creationId xmlns:a16="http://schemas.microsoft.com/office/drawing/2014/main" id="{802EE040-A819-9640-B947-1A1395BEF3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00" name="Freeform 1078">
                <a:extLst>
                  <a:ext uri="{FF2B5EF4-FFF2-40B4-BE49-F238E27FC236}">
                    <a16:creationId xmlns:a16="http://schemas.microsoft.com/office/drawing/2014/main" id="{2E6E4ADE-8434-D746-854F-AD5EAF7793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01" name="Freeform 1079">
                <a:extLst>
                  <a:ext uri="{FF2B5EF4-FFF2-40B4-BE49-F238E27FC236}">
                    <a16:creationId xmlns:a16="http://schemas.microsoft.com/office/drawing/2014/main" id="{C3433830-574B-834F-8066-2E9F5FD6EF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02" name="Freeform 1080">
                <a:extLst>
                  <a:ext uri="{FF2B5EF4-FFF2-40B4-BE49-F238E27FC236}">
                    <a16:creationId xmlns:a16="http://schemas.microsoft.com/office/drawing/2014/main" id="{E9FF40EC-D904-F941-BD96-FDDB247ACC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03" name="Freeform 1081">
                <a:extLst>
                  <a:ext uri="{FF2B5EF4-FFF2-40B4-BE49-F238E27FC236}">
                    <a16:creationId xmlns:a16="http://schemas.microsoft.com/office/drawing/2014/main" id="{D764A724-F392-9F42-AE28-024E09E62C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292" name="Freeform 1082">
              <a:extLst>
                <a:ext uri="{FF2B5EF4-FFF2-40B4-BE49-F238E27FC236}">
                  <a16:creationId xmlns:a16="http://schemas.microsoft.com/office/drawing/2014/main" id="{1D359E2D-603D-1C42-AF6A-BFF1712248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7" y="3043"/>
              <a:ext cx="614" cy="514"/>
            </a:xfrm>
            <a:custGeom>
              <a:avLst/>
              <a:gdLst>
                <a:gd name="T0" fmla="*/ 1 w 990"/>
                <a:gd name="T1" fmla="*/ 2 h 792"/>
                <a:gd name="T2" fmla="*/ 1 w 990"/>
                <a:gd name="T3" fmla="*/ 0 h 792"/>
                <a:gd name="T4" fmla="*/ 1 w 990"/>
                <a:gd name="T5" fmla="*/ 1 h 792"/>
                <a:gd name="T6" fmla="*/ 0 w 990"/>
                <a:gd name="T7" fmla="*/ 2 h 792"/>
                <a:gd name="T8" fmla="*/ 1 w 990"/>
                <a:gd name="T9" fmla="*/ 2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93" name="Freeform 1083">
              <a:extLst>
                <a:ext uri="{FF2B5EF4-FFF2-40B4-BE49-F238E27FC236}">
                  <a16:creationId xmlns:a16="http://schemas.microsoft.com/office/drawing/2014/main" id="{A7F6435A-5F6F-D04A-9651-135556C9AA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0" y="3084"/>
              <a:ext cx="1571" cy="469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4 w 2532"/>
                <a:gd name="T5" fmla="*/ 2 h 723"/>
                <a:gd name="T6" fmla="*/ 4 w 2532"/>
                <a:gd name="T7" fmla="*/ 2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94" name="Freeform 1084">
              <a:extLst>
                <a:ext uri="{FF2B5EF4-FFF2-40B4-BE49-F238E27FC236}">
                  <a16:creationId xmlns:a16="http://schemas.microsoft.com/office/drawing/2014/main" id="{7E5560DA-5784-0949-BF64-EED5A85C8B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" y="2998"/>
              <a:ext cx="17" cy="95"/>
            </a:xfrm>
            <a:custGeom>
              <a:avLst/>
              <a:gdLst>
                <a:gd name="T0" fmla="*/ 1 w 26"/>
                <a:gd name="T1" fmla="*/ 1 h 147"/>
                <a:gd name="T2" fmla="*/ 1 w 26"/>
                <a:gd name="T3" fmla="*/ 1 h 147"/>
                <a:gd name="T4" fmla="*/ 0 w 26"/>
                <a:gd name="T5" fmla="*/ 1 h 147"/>
                <a:gd name="T6" fmla="*/ 1 w 26"/>
                <a:gd name="T7" fmla="*/ 0 h 147"/>
                <a:gd name="T8" fmla="*/ 1 w 26"/>
                <a:gd name="T9" fmla="*/ 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95" name="Freeform 1085">
              <a:extLst>
                <a:ext uri="{FF2B5EF4-FFF2-40B4-BE49-F238E27FC236}">
                  <a16:creationId xmlns:a16="http://schemas.microsoft.com/office/drawing/2014/main" id="{EE37634B-CC1C-B440-AEAB-A81F991F34F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" y="2611"/>
              <a:ext cx="730" cy="393"/>
            </a:xfrm>
            <a:custGeom>
              <a:avLst/>
              <a:gdLst>
                <a:gd name="T0" fmla="*/ 1 w 1176"/>
                <a:gd name="T1" fmla="*/ 0 h 606"/>
                <a:gd name="T2" fmla="*/ 0 w 1176"/>
                <a:gd name="T3" fmla="*/ 1 h 606"/>
                <a:gd name="T4" fmla="*/ 1 w 1176"/>
                <a:gd name="T5" fmla="*/ 1 h 606"/>
                <a:gd name="T6" fmla="*/ 1 w 1176"/>
                <a:gd name="T7" fmla="*/ 1 h 606"/>
                <a:gd name="T8" fmla="*/ 1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96" name="Freeform 1086">
              <a:extLst>
                <a:ext uri="{FF2B5EF4-FFF2-40B4-BE49-F238E27FC236}">
                  <a16:creationId xmlns:a16="http://schemas.microsoft.com/office/drawing/2014/main" id="{06E015D5-7D47-FA43-A710-59DE4A7650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" y="3018"/>
              <a:ext cx="1490" cy="451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1 w 2532"/>
                <a:gd name="T5" fmla="*/ 1 h 723"/>
                <a:gd name="T6" fmla="*/ 1 w 2532"/>
                <a:gd name="T7" fmla="*/ 1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97" name="Freeform 1087">
              <a:extLst>
                <a:ext uri="{FF2B5EF4-FFF2-40B4-BE49-F238E27FC236}">
                  <a16:creationId xmlns:a16="http://schemas.microsoft.com/office/drawing/2014/main" id="{92FD50DD-905B-534A-8A82-2CABB656D691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2549" y="2986"/>
              <a:ext cx="608" cy="467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2 h 723"/>
                <a:gd name="T6" fmla="*/ 0 w 2532"/>
                <a:gd name="T7" fmla="*/ 2 h 723"/>
                <a:gd name="T8" fmla="*/ 0 w 2532"/>
                <a:gd name="T9" fmla="*/ 1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304" name="Group 590">
            <a:extLst>
              <a:ext uri="{FF2B5EF4-FFF2-40B4-BE49-F238E27FC236}">
                <a16:creationId xmlns:a16="http://schemas.microsoft.com/office/drawing/2014/main" id="{7D86CBB7-90D5-5C4A-9DB8-D6046D4D95F4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227649" y="5017963"/>
            <a:ext cx="345630" cy="320302"/>
            <a:chOff x="2839" y="3501"/>
            <a:chExt cx="755" cy="803"/>
          </a:xfrm>
        </p:grpSpPr>
        <p:pic>
          <p:nvPicPr>
            <p:cNvPr id="305" name="Picture 591" descr="desktop_computer_stylized_medium">
              <a:extLst>
                <a:ext uri="{FF2B5EF4-FFF2-40B4-BE49-F238E27FC236}">
                  <a16:creationId xmlns:a16="http://schemas.microsoft.com/office/drawing/2014/main" id="{1E6AFB2E-6DD2-0F42-9FCC-C1E32A1B016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06" name="Freeform 592">
              <a:extLst>
                <a:ext uri="{FF2B5EF4-FFF2-40B4-BE49-F238E27FC236}">
                  <a16:creationId xmlns:a16="http://schemas.microsoft.com/office/drawing/2014/main" id="{C502709A-9A0D-9A47-A5CE-EC46F9304D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307" name="Group 590">
            <a:extLst>
              <a:ext uri="{FF2B5EF4-FFF2-40B4-BE49-F238E27FC236}">
                <a16:creationId xmlns:a16="http://schemas.microsoft.com/office/drawing/2014/main" id="{CA180629-1EE9-9045-BF20-AA161650E5BE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625874" y="5039436"/>
            <a:ext cx="345630" cy="320302"/>
            <a:chOff x="2839" y="3501"/>
            <a:chExt cx="755" cy="803"/>
          </a:xfrm>
        </p:grpSpPr>
        <p:pic>
          <p:nvPicPr>
            <p:cNvPr id="308" name="Picture 591" descr="desktop_computer_stylized_medium">
              <a:extLst>
                <a:ext uri="{FF2B5EF4-FFF2-40B4-BE49-F238E27FC236}">
                  <a16:creationId xmlns:a16="http://schemas.microsoft.com/office/drawing/2014/main" id="{10FB4FF7-ED0D-4548-A925-6709E47499E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09" name="Freeform 592">
              <a:extLst>
                <a:ext uri="{FF2B5EF4-FFF2-40B4-BE49-F238E27FC236}">
                  <a16:creationId xmlns:a16="http://schemas.microsoft.com/office/drawing/2014/main" id="{76E9A76B-3815-1842-8657-E47D646185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310" name="Group 1064">
            <a:extLst>
              <a:ext uri="{FF2B5EF4-FFF2-40B4-BE49-F238E27FC236}">
                <a16:creationId xmlns:a16="http://schemas.microsoft.com/office/drawing/2014/main" id="{2A1515AB-81BE-A647-B780-057B7B04F549}"/>
              </a:ext>
            </a:extLst>
          </p:cNvPr>
          <p:cNvGrpSpPr>
            <a:grpSpLocks/>
          </p:cNvGrpSpPr>
          <p:nvPr/>
        </p:nvGrpSpPr>
        <p:grpSpPr bwMode="auto">
          <a:xfrm>
            <a:off x="9608486" y="5308444"/>
            <a:ext cx="319264" cy="253379"/>
            <a:chOff x="877" y="1008"/>
            <a:chExt cx="2747" cy="2591"/>
          </a:xfrm>
        </p:grpSpPr>
        <p:pic>
          <p:nvPicPr>
            <p:cNvPr id="311" name="Picture 1065" descr="antenna_stylized">
              <a:extLst>
                <a:ext uri="{FF2B5EF4-FFF2-40B4-BE49-F238E27FC236}">
                  <a16:creationId xmlns:a16="http://schemas.microsoft.com/office/drawing/2014/main" id="{BE3CD0B6-78E6-DA4F-99EA-A5B227564A1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7" y="1008"/>
              <a:ext cx="2725" cy="14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312" name="Picture 1066" descr="laptop_keyboard">
              <a:extLst>
                <a:ext uri="{FF2B5EF4-FFF2-40B4-BE49-F238E27FC236}">
                  <a16:creationId xmlns:a16="http://schemas.microsoft.com/office/drawing/2014/main" id="{D2626BF6-46AC-604D-8A51-37EA389D2F5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1009" y="2586"/>
              <a:ext cx="2245" cy="10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13" name="Freeform 1067">
              <a:extLst>
                <a:ext uri="{FF2B5EF4-FFF2-40B4-BE49-F238E27FC236}">
                  <a16:creationId xmlns:a16="http://schemas.microsoft.com/office/drawing/2014/main" id="{959EDFAC-C6A1-D14A-947E-35A00B3A91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3" y="1603"/>
              <a:ext cx="1807" cy="1322"/>
            </a:xfrm>
            <a:custGeom>
              <a:avLst/>
              <a:gdLst>
                <a:gd name="T0" fmla="*/ 1 w 2982"/>
                <a:gd name="T1" fmla="*/ 0 h 2442"/>
                <a:gd name="T2" fmla="*/ 0 w 2982"/>
                <a:gd name="T3" fmla="*/ 1 h 2442"/>
                <a:gd name="T4" fmla="*/ 2 w 2982"/>
                <a:gd name="T5" fmla="*/ 1 h 2442"/>
                <a:gd name="T6" fmla="*/ 2 w 2982"/>
                <a:gd name="T7" fmla="*/ 1 h 2442"/>
                <a:gd name="T8" fmla="*/ 1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pic>
          <p:nvPicPr>
            <p:cNvPr id="314" name="Picture 1068" descr="screen">
              <a:extLst>
                <a:ext uri="{FF2B5EF4-FFF2-40B4-BE49-F238E27FC236}">
                  <a16:creationId xmlns:a16="http://schemas.microsoft.com/office/drawing/2014/main" id="{9D1F4A99-3250-9849-B965-F91DA625722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42" y="1637"/>
              <a:ext cx="1642" cy="12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15" name="Freeform 1069">
              <a:extLst>
                <a:ext uri="{FF2B5EF4-FFF2-40B4-BE49-F238E27FC236}">
                  <a16:creationId xmlns:a16="http://schemas.microsoft.com/office/drawing/2014/main" id="{5C31E3EB-B3FB-0B4F-93CD-5092308DC2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2" y="1564"/>
              <a:ext cx="1531" cy="246"/>
            </a:xfrm>
            <a:custGeom>
              <a:avLst/>
              <a:gdLst>
                <a:gd name="T0" fmla="*/ 1 w 2528"/>
                <a:gd name="T1" fmla="*/ 0 h 455"/>
                <a:gd name="T2" fmla="*/ 2 w 2528"/>
                <a:gd name="T3" fmla="*/ 1 h 455"/>
                <a:gd name="T4" fmla="*/ 2 w 2528"/>
                <a:gd name="T5" fmla="*/ 1 h 455"/>
                <a:gd name="T6" fmla="*/ 0 w 2528"/>
                <a:gd name="T7" fmla="*/ 1 h 455"/>
                <a:gd name="T8" fmla="*/ 1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16" name="Freeform 1070">
              <a:extLst>
                <a:ext uri="{FF2B5EF4-FFF2-40B4-BE49-F238E27FC236}">
                  <a16:creationId xmlns:a16="http://schemas.microsoft.com/office/drawing/2014/main" id="{3AD986D8-84E7-4747-A1C9-5481DDD06F8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7" y="1562"/>
              <a:ext cx="425" cy="1024"/>
            </a:xfrm>
            <a:custGeom>
              <a:avLst/>
              <a:gdLst>
                <a:gd name="T0" fmla="*/ 1 w 702"/>
                <a:gd name="T1" fmla="*/ 0 h 1893"/>
                <a:gd name="T2" fmla="*/ 0 w 702"/>
                <a:gd name="T3" fmla="*/ 1 h 1893"/>
                <a:gd name="T4" fmla="*/ 1 w 702"/>
                <a:gd name="T5" fmla="*/ 1 h 1893"/>
                <a:gd name="T6" fmla="*/ 1 w 702"/>
                <a:gd name="T7" fmla="*/ 1 h 1893"/>
                <a:gd name="T8" fmla="*/ 1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17" name="Freeform 1071">
              <a:extLst>
                <a:ext uri="{FF2B5EF4-FFF2-40B4-BE49-F238E27FC236}">
                  <a16:creationId xmlns:a16="http://schemas.microsoft.com/office/drawing/2014/main" id="{99E21446-DDC6-F947-8143-0229A88296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4" y="1745"/>
              <a:ext cx="458" cy="1182"/>
            </a:xfrm>
            <a:custGeom>
              <a:avLst/>
              <a:gdLst>
                <a:gd name="T0" fmla="*/ 1 w 756"/>
                <a:gd name="T1" fmla="*/ 0 h 2184"/>
                <a:gd name="T2" fmla="*/ 1 w 756"/>
                <a:gd name="T3" fmla="*/ 1 h 2184"/>
                <a:gd name="T4" fmla="*/ 0 w 756"/>
                <a:gd name="T5" fmla="*/ 1 h 2184"/>
                <a:gd name="T6" fmla="*/ 1 w 756"/>
                <a:gd name="T7" fmla="*/ 1 h 2184"/>
                <a:gd name="T8" fmla="*/ 1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18" name="Freeform 1072">
              <a:extLst>
                <a:ext uri="{FF2B5EF4-FFF2-40B4-BE49-F238E27FC236}">
                  <a16:creationId xmlns:a16="http://schemas.microsoft.com/office/drawing/2014/main" id="{760E6505-2D47-0045-B608-C79782D315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2" y="2534"/>
              <a:ext cx="1680" cy="399"/>
            </a:xfrm>
            <a:custGeom>
              <a:avLst/>
              <a:gdLst>
                <a:gd name="T0" fmla="*/ 1 w 2773"/>
                <a:gd name="T1" fmla="*/ 0 h 738"/>
                <a:gd name="T2" fmla="*/ 0 w 2773"/>
                <a:gd name="T3" fmla="*/ 1 h 738"/>
                <a:gd name="T4" fmla="*/ 2 w 2773"/>
                <a:gd name="T5" fmla="*/ 1 h 738"/>
                <a:gd name="T6" fmla="*/ 2 w 2773"/>
                <a:gd name="T7" fmla="*/ 1 h 738"/>
                <a:gd name="T8" fmla="*/ 1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19" name="Freeform 1073">
              <a:extLst>
                <a:ext uri="{FF2B5EF4-FFF2-40B4-BE49-F238E27FC236}">
                  <a16:creationId xmlns:a16="http://schemas.microsoft.com/office/drawing/2014/main" id="{1E8320ED-B12F-2641-BEF1-FFE08A7092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5" y="1755"/>
              <a:ext cx="429" cy="1187"/>
            </a:xfrm>
            <a:custGeom>
              <a:avLst/>
              <a:gdLst>
                <a:gd name="T0" fmla="*/ 2 w 637"/>
                <a:gd name="T1" fmla="*/ 0 h 1659"/>
                <a:gd name="T2" fmla="*/ 2 w 637"/>
                <a:gd name="T3" fmla="*/ 0 h 1659"/>
                <a:gd name="T4" fmla="*/ 1 w 637"/>
                <a:gd name="T5" fmla="*/ 15 h 1659"/>
                <a:gd name="T6" fmla="*/ 0 w 637"/>
                <a:gd name="T7" fmla="*/ 15 h 1659"/>
                <a:gd name="T8" fmla="*/ 2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20" name="Freeform 1074">
              <a:extLst>
                <a:ext uri="{FF2B5EF4-FFF2-40B4-BE49-F238E27FC236}">
                  <a16:creationId xmlns:a16="http://schemas.microsoft.com/office/drawing/2014/main" id="{6F216F19-7A9E-7842-8DE3-87CF67C247D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4" y="2587"/>
              <a:ext cx="1494" cy="394"/>
            </a:xfrm>
            <a:custGeom>
              <a:avLst/>
              <a:gdLst>
                <a:gd name="T0" fmla="*/ 0 w 2216"/>
                <a:gd name="T1" fmla="*/ 0 h 550"/>
                <a:gd name="T2" fmla="*/ 1 w 2216"/>
                <a:gd name="T3" fmla="*/ 1 h 550"/>
                <a:gd name="T4" fmla="*/ 9 w 2216"/>
                <a:gd name="T5" fmla="*/ 5 h 550"/>
                <a:gd name="T6" fmla="*/ 9 w 2216"/>
                <a:gd name="T7" fmla="*/ 4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321" name="Group 1075">
              <a:extLst>
                <a:ext uri="{FF2B5EF4-FFF2-40B4-BE49-F238E27FC236}">
                  <a16:creationId xmlns:a16="http://schemas.microsoft.com/office/drawing/2014/main" id="{739F03CA-20B1-E448-ACD6-1C13B4F6746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09" y="3008"/>
              <a:ext cx="507" cy="234"/>
              <a:chOff x="1740" y="2642"/>
              <a:chExt cx="752" cy="327"/>
            </a:xfrm>
          </p:grpSpPr>
          <p:sp>
            <p:nvSpPr>
              <p:cNvPr id="328" name="Freeform 1076">
                <a:extLst>
                  <a:ext uri="{FF2B5EF4-FFF2-40B4-BE49-F238E27FC236}">
                    <a16:creationId xmlns:a16="http://schemas.microsoft.com/office/drawing/2014/main" id="{C8940D77-B4F3-1246-9EB1-62B374D1DC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29" name="Freeform 1077">
                <a:extLst>
                  <a:ext uri="{FF2B5EF4-FFF2-40B4-BE49-F238E27FC236}">
                    <a16:creationId xmlns:a16="http://schemas.microsoft.com/office/drawing/2014/main" id="{50CF6234-28F9-6A4A-9C8F-25FE11F3DE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30" name="Freeform 1078">
                <a:extLst>
                  <a:ext uri="{FF2B5EF4-FFF2-40B4-BE49-F238E27FC236}">
                    <a16:creationId xmlns:a16="http://schemas.microsoft.com/office/drawing/2014/main" id="{6D8485B5-FB9F-C945-BF8E-55BD012586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31" name="Freeform 1079">
                <a:extLst>
                  <a:ext uri="{FF2B5EF4-FFF2-40B4-BE49-F238E27FC236}">
                    <a16:creationId xmlns:a16="http://schemas.microsoft.com/office/drawing/2014/main" id="{499E2EF6-03A8-7649-AF1E-92C6AEEACC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32" name="Freeform 1080">
                <a:extLst>
                  <a:ext uri="{FF2B5EF4-FFF2-40B4-BE49-F238E27FC236}">
                    <a16:creationId xmlns:a16="http://schemas.microsoft.com/office/drawing/2014/main" id="{74F729D9-EF91-0447-847C-32A9E97FFA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33" name="Freeform 1081">
                <a:extLst>
                  <a:ext uri="{FF2B5EF4-FFF2-40B4-BE49-F238E27FC236}">
                    <a16:creationId xmlns:a16="http://schemas.microsoft.com/office/drawing/2014/main" id="{79448D30-757C-AD42-9BE7-746E1DDA27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322" name="Freeform 1082">
              <a:extLst>
                <a:ext uri="{FF2B5EF4-FFF2-40B4-BE49-F238E27FC236}">
                  <a16:creationId xmlns:a16="http://schemas.microsoft.com/office/drawing/2014/main" id="{ACA0EA96-8459-6D48-B384-71DC0DE9F4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7" y="3043"/>
              <a:ext cx="614" cy="514"/>
            </a:xfrm>
            <a:custGeom>
              <a:avLst/>
              <a:gdLst>
                <a:gd name="T0" fmla="*/ 1 w 990"/>
                <a:gd name="T1" fmla="*/ 2 h 792"/>
                <a:gd name="T2" fmla="*/ 1 w 990"/>
                <a:gd name="T3" fmla="*/ 0 h 792"/>
                <a:gd name="T4" fmla="*/ 1 w 990"/>
                <a:gd name="T5" fmla="*/ 1 h 792"/>
                <a:gd name="T6" fmla="*/ 0 w 990"/>
                <a:gd name="T7" fmla="*/ 2 h 792"/>
                <a:gd name="T8" fmla="*/ 1 w 990"/>
                <a:gd name="T9" fmla="*/ 2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23" name="Freeform 1083">
              <a:extLst>
                <a:ext uri="{FF2B5EF4-FFF2-40B4-BE49-F238E27FC236}">
                  <a16:creationId xmlns:a16="http://schemas.microsoft.com/office/drawing/2014/main" id="{4AFEEFA0-1AD5-2A4E-8E91-2BA01BA888C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0" y="3084"/>
              <a:ext cx="1571" cy="469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4 w 2532"/>
                <a:gd name="T5" fmla="*/ 2 h 723"/>
                <a:gd name="T6" fmla="*/ 4 w 2532"/>
                <a:gd name="T7" fmla="*/ 2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24" name="Freeform 1084">
              <a:extLst>
                <a:ext uri="{FF2B5EF4-FFF2-40B4-BE49-F238E27FC236}">
                  <a16:creationId xmlns:a16="http://schemas.microsoft.com/office/drawing/2014/main" id="{21B8D876-55EE-014B-B6A7-135E27D26C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" y="2998"/>
              <a:ext cx="17" cy="95"/>
            </a:xfrm>
            <a:custGeom>
              <a:avLst/>
              <a:gdLst>
                <a:gd name="T0" fmla="*/ 1 w 26"/>
                <a:gd name="T1" fmla="*/ 1 h 147"/>
                <a:gd name="T2" fmla="*/ 1 w 26"/>
                <a:gd name="T3" fmla="*/ 1 h 147"/>
                <a:gd name="T4" fmla="*/ 0 w 26"/>
                <a:gd name="T5" fmla="*/ 1 h 147"/>
                <a:gd name="T6" fmla="*/ 1 w 26"/>
                <a:gd name="T7" fmla="*/ 0 h 147"/>
                <a:gd name="T8" fmla="*/ 1 w 26"/>
                <a:gd name="T9" fmla="*/ 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25" name="Freeform 1085">
              <a:extLst>
                <a:ext uri="{FF2B5EF4-FFF2-40B4-BE49-F238E27FC236}">
                  <a16:creationId xmlns:a16="http://schemas.microsoft.com/office/drawing/2014/main" id="{8385F355-35A0-3348-8DF5-BC36DCEC95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" y="2611"/>
              <a:ext cx="730" cy="393"/>
            </a:xfrm>
            <a:custGeom>
              <a:avLst/>
              <a:gdLst>
                <a:gd name="T0" fmla="*/ 1 w 1176"/>
                <a:gd name="T1" fmla="*/ 0 h 606"/>
                <a:gd name="T2" fmla="*/ 0 w 1176"/>
                <a:gd name="T3" fmla="*/ 1 h 606"/>
                <a:gd name="T4" fmla="*/ 1 w 1176"/>
                <a:gd name="T5" fmla="*/ 1 h 606"/>
                <a:gd name="T6" fmla="*/ 1 w 1176"/>
                <a:gd name="T7" fmla="*/ 1 h 606"/>
                <a:gd name="T8" fmla="*/ 1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26" name="Freeform 1086">
              <a:extLst>
                <a:ext uri="{FF2B5EF4-FFF2-40B4-BE49-F238E27FC236}">
                  <a16:creationId xmlns:a16="http://schemas.microsoft.com/office/drawing/2014/main" id="{DD8C8F16-B86F-DA4C-8E23-1A23CACB9D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" y="3018"/>
              <a:ext cx="1490" cy="451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1 w 2532"/>
                <a:gd name="T5" fmla="*/ 1 h 723"/>
                <a:gd name="T6" fmla="*/ 1 w 2532"/>
                <a:gd name="T7" fmla="*/ 1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27" name="Freeform 1087">
              <a:extLst>
                <a:ext uri="{FF2B5EF4-FFF2-40B4-BE49-F238E27FC236}">
                  <a16:creationId xmlns:a16="http://schemas.microsoft.com/office/drawing/2014/main" id="{C205008C-65B4-0C4E-858E-4BE7FE6B84AD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2549" y="2986"/>
              <a:ext cx="608" cy="467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2 h 723"/>
                <a:gd name="T6" fmla="*/ 0 w 2532"/>
                <a:gd name="T7" fmla="*/ 2 h 723"/>
                <a:gd name="T8" fmla="*/ 0 w 2532"/>
                <a:gd name="T9" fmla="*/ 1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334" name="Freeform 984">
            <a:extLst>
              <a:ext uri="{FF2B5EF4-FFF2-40B4-BE49-F238E27FC236}">
                <a16:creationId xmlns:a16="http://schemas.microsoft.com/office/drawing/2014/main" id="{F683EC5C-41E4-CB46-A4DE-DA79C11DB0A3}"/>
              </a:ext>
            </a:extLst>
          </p:cNvPr>
          <p:cNvSpPr>
            <a:spLocks/>
          </p:cNvSpPr>
          <p:nvPr/>
        </p:nvSpPr>
        <p:spPr bwMode="auto">
          <a:xfrm>
            <a:off x="10227333" y="5150277"/>
            <a:ext cx="34049" cy="332924"/>
          </a:xfrm>
          <a:custGeom>
            <a:avLst/>
            <a:gdLst>
              <a:gd name="T0" fmla="*/ 3 w 354"/>
              <a:gd name="T1" fmla="*/ 0 h 2742"/>
              <a:gd name="T2" fmla="*/ 15 w 354"/>
              <a:gd name="T3" fmla="*/ 27 h 2742"/>
              <a:gd name="T4" fmla="*/ 15 w 354"/>
              <a:gd name="T5" fmla="*/ 205 h 2742"/>
              <a:gd name="T6" fmla="*/ 0 w 354"/>
              <a:gd name="T7" fmla="*/ 215 h 2742"/>
              <a:gd name="T8" fmla="*/ 3 w 354"/>
              <a:gd name="T9" fmla="*/ 0 h 27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54"/>
              <a:gd name="T16" fmla="*/ 0 h 2742"/>
              <a:gd name="T17" fmla="*/ 354 w 354"/>
              <a:gd name="T18" fmla="*/ 2742 h 27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54" h="2742">
                <a:moveTo>
                  <a:pt x="63" y="0"/>
                </a:moveTo>
                <a:lnTo>
                  <a:pt x="354" y="339"/>
                </a:lnTo>
                <a:lnTo>
                  <a:pt x="346" y="2624"/>
                </a:lnTo>
                <a:lnTo>
                  <a:pt x="0" y="2742"/>
                </a:lnTo>
                <a:lnTo>
                  <a:pt x="63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rgbClr val="333333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35" name="Freeform 986">
            <a:extLst>
              <a:ext uri="{FF2B5EF4-FFF2-40B4-BE49-F238E27FC236}">
                <a16:creationId xmlns:a16="http://schemas.microsoft.com/office/drawing/2014/main" id="{5EF954DC-7E38-5E4F-A1CE-66E02590E45F}"/>
              </a:ext>
            </a:extLst>
          </p:cNvPr>
          <p:cNvSpPr>
            <a:spLocks/>
          </p:cNvSpPr>
          <p:nvPr/>
        </p:nvSpPr>
        <p:spPr bwMode="auto">
          <a:xfrm>
            <a:off x="10233710" y="5170229"/>
            <a:ext cx="20333" cy="308020"/>
          </a:xfrm>
          <a:custGeom>
            <a:avLst/>
            <a:gdLst>
              <a:gd name="T0" fmla="*/ 2 w 211"/>
              <a:gd name="T1" fmla="*/ 0 h 2537"/>
              <a:gd name="T2" fmla="*/ 9 w 211"/>
              <a:gd name="T3" fmla="*/ 18 h 2537"/>
              <a:gd name="T4" fmla="*/ 2 w 211"/>
              <a:gd name="T5" fmla="*/ 196 h 2537"/>
              <a:gd name="T6" fmla="*/ 2 w 211"/>
              <a:gd name="T7" fmla="*/ 0 h 2537"/>
              <a:gd name="T8" fmla="*/ 0 60000 65536"/>
              <a:gd name="T9" fmla="*/ 0 60000 65536"/>
              <a:gd name="T10" fmla="*/ 0 60000 65536"/>
              <a:gd name="T11" fmla="*/ 0 60000 65536"/>
              <a:gd name="T12" fmla="*/ 0 w 211"/>
              <a:gd name="T13" fmla="*/ 0 h 2537"/>
              <a:gd name="T14" fmla="*/ 211 w 211"/>
              <a:gd name="T15" fmla="*/ 2537 h 2537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11" h="2537">
                <a:moveTo>
                  <a:pt x="7" y="0"/>
                </a:moveTo>
                <a:cubicBezTo>
                  <a:pt x="7" y="0"/>
                  <a:pt x="57" y="28"/>
                  <a:pt x="211" y="218"/>
                </a:cubicBezTo>
                <a:cubicBezTo>
                  <a:pt x="0" y="1229"/>
                  <a:pt x="41" y="2537"/>
                  <a:pt x="7" y="2501"/>
                </a:cubicBezTo>
                <a:lnTo>
                  <a:pt x="7" y="0"/>
                </a:lnTo>
                <a:close/>
              </a:path>
            </a:pathLst>
          </a:custGeom>
          <a:gradFill rotWithShape="1">
            <a:gsLst>
              <a:gs pos="0">
                <a:srgbClr val="808080"/>
              </a:gs>
              <a:gs pos="100000">
                <a:srgbClr val="F8F8F8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36" name="Freeform 987">
            <a:extLst>
              <a:ext uri="{FF2B5EF4-FFF2-40B4-BE49-F238E27FC236}">
                <a16:creationId xmlns:a16="http://schemas.microsoft.com/office/drawing/2014/main" id="{715C54AB-3880-BA45-928C-39C4D7CA3C4E}"/>
              </a:ext>
            </a:extLst>
          </p:cNvPr>
          <p:cNvSpPr>
            <a:spLocks/>
          </p:cNvSpPr>
          <p:nvPr/>
        </p:nvSpPr>
        <p:spPr bwMode="auto">
          <a:xfrm>
            <a:off x="10229258" y="5326059"/>
            <a:ext cx="31643" cy="27525"/>
          </a:xfrm>
          <a:custGeom>
            <a:avLst/>
            <a:gdLst>
              <a:gd name="T0" fmla="*/ 2 w 328"/>
              <a:gd name="T1" fmla="*/ 0 h 226"/>
              <a:gd name="T2" fmla="*/ 14 w 328"/>
              <a:gd name="T3" fmla="*/ 11 h 226"/>
              <a:gd name="T4" fmla="*/ 14 w 328"/>
              <a:gd name="T5" fmla="*/ 19 h 226"/>
              <a:gd name="T6" fmla="*/ 0 w 328"/>
              <a:gd name="T7" fmla="*/ 8 h 226"/>
              <a:gd name="T8" fmla="*/ 2 w 328"/>
              <a:gd name="T9" fmla="*/ 0 h 22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28"/>
              <a:gd name="T16" fmla="*/ 0 h 226"/>
              <a:gd name="T17" fmla="*/ 328 w 328"/>
              <a:gd name="T18" fmla="*/ 226 h 22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28" h="226">
                <a:moveTo>
                  <a:pt x="4" y="0"/>
                </a:moveTo>
                <a:cubicBezTo>
                  <a:pt x="60" y="10"/>
                  <a:pt x="182" y="74"/>
                  <a:pt x="328" y="128"/>
                </a:cubicBezTo>
                <a:cubicBezTo>
                  <a:pt x="326" y="162"/>
                  <a:pt x="326" y="158"/>
                  <a:pt x="326" y="226"/>
                </a:cubicBezTo>
                <a:cubicBezTo>
                  <a:pt x="326" y="226"/>
                  <a:pt x="169" y="155"/>
                  <a:pt x="0" y="100"/>
                </a:cubicBezTo>
                <a:cubicBezTo>
                  <a:pt x="0" y="48"/>
                  <a:pt x="4" y="17"/>
                  <a:pt x="4" y="0"/>
                </a:cubicBezTo>
                <a:close/>
              </a:path>
            </a:pathLst>
          </a:custGeom>
          <a:gradFill rotWithShape="1">
            <a:gsLst>
              <a:gs pos="0">
                <a:srgbClr val="29292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37" name="Rectangle 988">
            <a:extLst>
              <a:ext uri="{FF2B5EF4-FFF2-40B4-BE49-F238E27FC236}">
                <a16:creationId xmlns:a16="http://schemas.microsoft.com/office/drawing/2014/main" id="{370296DA-87E2-9341-A2CE-4380B23742D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100039" y="5187705"/>
            <a:ext cx="71949" cy="6845"/>
          </a:xfrm>
          <a:prstGeom prst="rect">
            <a:avLst/>
          </a:prstGeom>
          <a:solidFill>
            <a:schemeClr val="tx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grpSp>
        <p:nvGrpSpPr>
          <p:cNvPr id="338" name="Group 989">
            <a:extLst>
              <a:ext uri="{FF2B5EF4-FFF2-40B4-BE49-F238E27FC236}">
                <a16:creationId xmlns:a16="http://schemas.microsoft.com/office/drawing/2014/main" id="{AFA2681D-B24E-9548-A42D-DBE7D03E1B65}"/>
              </a:ext>
            </a:extLst>
          </p:cNvPr>
          <p:cNvGrpSpPr>
            <a:grpSpLocks/>
          </p:cNvGrpSpPr>
          <p:nvPr/>
        </p:nvGrpSpPr>
        <p:grpSpPr bwMode="auto">
          <a:xfrm>
            <a:off x="10164889" y="5184501"/>
            <a:ext cx="69903" cy="21117"/>
            <a:chOff x="614" y="2568"/>
            <a:chExt cx="725" cy="139"/>
          </a:xfrm>
        </p:grpSpPr>
        <p:sp>
          <p:nvSpPr>
            <p:cNvPr id="339" name="AutoShape 990">
              <a:extLst>
                <a:ext uri="{FF2B5EF4-FFF2-40B4-BE49-F238E27FC236}">
                  <a16:creationId xmlns:a16="http://schemas.microsoft.com/office/drawing/2014/main" id="{8D15E716-2018-CA44-A0CF-BA1BD3C4F9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3" y="2566"/>
              <a:ext cx="721" cy="144"/>
            </a:xfrm>
            <a:prstGeom prst="roundRect">
              <a:avLst>
                <a:gd name="adj" fmla="val 50000"/>
              </a:avLst>
            </a:pr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340" name="AutoShape 991">
              <a:extLst>
                <a:ext uri="{FF2B5EF4-FFF2-40B4-BE49-F238E27FC236}">
                  <a16:creationId xmlns:a16="http://schemas.microsoft.com/office/drawing/2014/main" id="{45074B74-5B36-7F43-A334-2E56465800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5" y="2581"/>
              <a:ext cx="696" cy="114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FF"/>
                </a:gs>
                <a:gs pos="50000">
                  <a:srgbClr val="99CCFF"/>
                </a:gs>
                <a:gs pos="100000">
                  <a:srgbClr val="0000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sp>
        <p:nvSpPr>
          <p:cNvPr id="341" name="Rectangle 992">
            <a:extLst>
              <a:ext uri="{FF2B5EF4-FFF2-40B4-BE49-F238E27FC236}">
                <a16:creationId xmlns:a16="http://schemas.microsoft.com/office/drawing/2014/main" id="{D5DC0FDD-F05E-D940-80D3-95FD6FA6ED4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101242" y="5236056"/>
            <a:ext cx="71949" cy="6845"/>
          </a:xfrm>
          <a:prstGeom prst="rect">
            <a:avLst/>
          </a:prstGeom>
          <a:solidFill>
            <a:schemeClr val="tx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grpSp>
        <p:nvGrpSpPr>
          <p:cNvPr id="342" name="Group 993">
            <a:extLst>
              <a:ext uri="{FF2B5EF4-FFF2-40B4-BE49-F238E27FC236}">
                <a16:creationId xmlns:a16="http://schemas.microsoft.com/office/drawing/2014/main" id="{80CA8E93-98F3-5845-A8F0-9AFCA71C58D2}"/>
              </a:ext>
            </a:extLst>
          </p:cNvPr>
          <p:cNvGrpSpPr>
            <a:grpSpLocks/>
          </p:cNvGrpSpPr>
          <p:nvPr/>
        </p:nvGrpSpPr>
        <p:grpSpPr bwMode="auto">
          <a:xfrm>
            <a:off x="10164649" y="5231978"/>
            <a:ext cx="69903" cy="19515"/>
            <a:chOff x="614" y="2568"/>
            <a:chExt cx="725" cy="139"/>
          </a:xfrm>
        </p:grpSpPr>
        <p:sp>
          <p:nvSpPr>
            <p:cNvPr id="343" name="AutoShape 994">
              <a:extLst>
                <a:ext uri="{FF2B5EF4-FFF2-40B4-BE49-F238E27FC236}">
                  <a16:creationId xmlns:a16="http://schemas.microsoft.com/office/drawing/2014/main" id="{7DD517ED-4EA6-CE4D-BABF-4E87B224F6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5" y="2564"/>
              <a:ext cx="721" cy="139"/>
            </a:xfrm>
            <a:prstGeom prst="roundRect">
              <a:avLst>
                <a:gd name="adj" fmla="val 50000"/>
              </a:avLst>
            </a:pr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344" name="AutoShape 995">
              <a:extLst>
                <a:ext uri="{FF2B5EF4-FFF2-40B4-BE49-F238E27FC236}">
                  <a16:creationId xmlns:a16="http://schemas.microsoft.com/office/drawing/2014/main" id="{67610340-11E9-0D44-B036-7F836809F5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8" y="2581"/>
              <a:ext cx="696" cy="107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FF"/>
                </a:gs>
                <a:gs pos="50000">
                  <a:srgbClr val="99CCFF"/>
                </a:gs>
                <a:gs pos="100000">
                  <a:srgbClr val="0000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sp>
        <p:nvSpPr>
          <p:cNvPr id="345" name="Rectangle 996">
            <a:extLst>
              <a:ext uri="{FF2B5EF4-FFF2-40B4-BE49-F238E27FC236}">
                <a16:creationId xmlns:a16="http://schemas.microsoft.com/office/drawing/2014/main" id="{797BEBD2-AFB2-D04F-BF4D-C98B5985E83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101242" y="5284407"/>
            <a:ext cx="71949" cy="6845"/>
          </a:xfrm>
          <a:prstGeom prst="rect">
            <a:avLst/>
          </a:prstGeom>
          <a:solidFill>
            <a:schemeClr val="tx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346" name="Rectangle 997">
            <a:extLst>
              <a:ext uri="{FF2B5EF4-FFF2-40B4-BE49-F238E27FC236}">
                <a16:creationId xmlns:a16="http://schemas.microsoft.com/office/drawing/2014/main" id="{CAEB6086-A181-E845-B0C6-0E5FA8C48B0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102445" y="5328244"/>
            <a:ext cx="71949" cy="6845"/>
          </a:xfrm>
          <a:prstGeom prst="rect">
            <a:avLst/>
          </a:prstGeom>
          <a:solidFill>
            <a:schemeClr val="tx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grpSp>
        <p:nvGrpSpPr>
          <p:cNvPr id="347" name="Group 998">
            <a:extLst>
              <a:ext uri="{FF2B5EF4-FFF2-40B4-BE49-F238E27FC236}">
                <a16:creationId xmlns:a16="http://schemas.microsoft.com/office/drawing/2014/main" id="{2AA46A1E-93AF-BA48-99B9-AEC064BD1FEC}"/>
              </a:ext>
            </a:extLst>
          </p:cNvPr>
          <p:cNvGrpSpPr>
            <a:grpSpLocks/>
          </p:cNvGrpSpPr>
          <p:nvPr/>
        </p:nvGrpSpPr>
        <p:grpSpPr bwMode="auto">
          <a:xfrm>
            <a:off x="10163205" y="5324166"/>
            <a:ext cx="70024" cy="21991"/>
            <a:chOff x="614" y="2568"/>
            <a:chExt cx="725" cy="139"/>
          </a:xfrm>
        </p:grpSpPr>
        <p:sp>
          <p:nvSpPr>
            <p:cNvPr id="348" name="AutoShape 999">
              <a:extLst>
                <a:ext uri="{FF2B5EF4-FFF2-40B4-BE49-F238E27FC236}">
                  <a16:creationId xmlns:a16="http://schemas.microsoft.com/office/drawing/2014/main" id="{3DDF69A6-D5A3-CE4D-9320-9AFFD3C428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8" y="2586"/>
              <a:ext cx="720" cy="124"/>
            </a:xfrm>
            <a:prstGeom prst="roundRect">
              <a:avLst>
                <a:gd name="adj" fmla="val 50000"/>
              </a:avLst>
            </a:pr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349" name="AutoShape 1000">
              <a:extLst>
                <a:ext uri="{FF2B5EF4-FFF2-40B4-BE49-F238E27FC236}">
                  <a16:creationId xmlns:a16="http://schemas.microsoft.com/office/drawing/2014/main" id="{7324BD93-FB3D-8844-A86D-CAAF66EC79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0" y="2586"/>
              <a:ext cx="695" cy="10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FF"/>
                </a:gs>
                <a:gs pos="50000">
                  <a:srgbClr val="99CCFF"/>
                </a:gs>
                <a:gs pos="100000">
                  <a:srgbClr val="0000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sp>
        <p:nvSpPr>
          <p:cNvPr id="350" name="Freeform 1001">
            <a:extLst>
              <a:ext uri="{FF2B5EF4-FFF2-40B4-BE49-F238E27FC236}">
                <a16:creationId xmlns:a16="http://schemas.microsoft.com/office/drawing/2014/main" id="{98435968-C1C8-374F-8AC1-5AF0F3D6EC49}"/>
              </a:ext>
            </a:extLst>
          </p:cNvPr>
          <p:cNvSpPr>
            <a:spLocks/>
          </p:cNvSpPr>
          <p:nvPr/>
        </p:nvSpPr>
        <p:spPr bwMode="auto">
          <a:xfrm>
            <a:off x="10229740" y="5284407"/>
            <a:ext cx="31643" cy="27380"/>
          </a:xfrm>
          <a:custGeom>
            <a:avLst/>
            <a:gdLst>
              <a:gd name="T0" fmla="*/ 2 w 328"/>
              <a:gd name="T1" fmla="*/ 0 h 226"/>
              <a:gd name="T2" fmla="*/ 14 w 328"/>
              <a:gd name="T3" fmla="*/ 10 h 226"/>
              <a:gd name="T4" fmla="*/ 14 w 328"/>
              <a:gd name="T5" fmla="*/ 17 h 226"/>
              <a:gd name="T6" fmla="*/ 0 w 328"/>
              <a:gd name="T7" fmla="*/ 7 h 226"/>
              <a:gd name="T8" fmla="*/ 2 w 328"/>
              <a:gd name="T9" fmla="*/ 0 h 22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28"/>
              <a:gd name="T16" fmla="*/ 0 h 226"/>
              <a:gd name="T17" fmla="*/ 328 w 328"/>
              <a:gd name="T18" fmla="*/ 226 h 22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28" h="226">
                <a:moveTo>
                  <a:pt x="4" y="0"/>
                </a:moveTo>
                <a:cubicBezTo>
                  <a:pt x="60" y="10"/>
                  <a:pt x="182" y="74"/>
                  <a:pt x="328" y="128"/>
                </a:cubicBezTo>
                <a:cubicBezTo>
                  <a:pt x="326" y="162"/>
                  <a:pt x="326" y="158"/>
                  <a:pt x="326" y="226"/>
                </a:cubicBezTo>
                <a:cubicBezTo>
                  <a:pt x="326" y="226"/>
                  <a:pt x="169" y="155"/>
                  <a:pt x="0" y="100"/>
                </a:cubicBezTo>
                <a:cubicBezTo>
                  <a:pt x="0" y="48"/>
                  <a:pt x="4" y="17"/>
                  <a:pt x="4" y="0"/>
                </a:cubicBezTo>
                <a:close/>
              </a:path>
            </a:pathLst>
          </a:custGeom>
          <a:gradFill rotWithShape="1">
            <a:gsLst>
              <a:gs pos="0">
                <a:srgbClr val="29292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351" name="Group 1002">
            <a:extLst>
              <a:ext uri="{FF2B5EF4-FFF2-40B4-BE49-F238E27FC236}">
                <a16:creationId xmlns:a16="http://schemas.microsoft.com/office/drawing/2014/main" id="{30C5E95A-609F-2641-9A30-3EFA406AB51F}"/>
              </a:ext>
            </a:extLst>
          </p:cNvPr>
          <p:cNvGrpSpPr>
            <a:grpSpLocks/>
          </p:cNvGrpSpPr>
          <p:nvPr/>
        </p:nvGrpSpPr>
        <p:grpSpPr bwMode="auto">
          <a:xfrm>
            <a:off x="10163686" y="5280475"/>
            <a:ext cx="70024" cy="20243"/>
            <a:chOff x="614" y="2568"/>
            <a:chExt cx="725" cy="139"/>
          </a:xfrm>
        </p:grpSpPr>
        <p:sp>
          <p:nvSpPr>
            <p:cNvPr id="352" name="AutoShape 1003">
              <a:extLst>
                <a:ext uri="{FF2B5EF4-FFF2-40B4-BE49-F238E27FC236}">
                  <a16:creationId xmlns:a16="http://schemas.microsoft.com/office/drawing/2014/main" id="{6C6A18B9-4731-9E4A-8433-C467629BB7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3" y="2571"/>
              <a:ext cx="732" cy="134"/>
            </a:xfrm>
            <a:prstGeom prst="roundRect">
              <a:avLst>
                <a:gd name="adj" fmla="val 50000"/>
              </a:avLst>
            </a:pr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353" name="AutoShape 1004">
              <a:extLst>
                <a:ext uri="{FF2B5EF4-FFF2-40B4-BE49-F238E27FC236}">
                  <a16:creationId xmlns:a16="http://schemas.microsoft.com/office/drawing/2014/main" id="{80E49604-CFF7-2249-8AC0-274FFDA8EE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5" y="2587"/>
              <a:ext cx="720" cy="103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FF"/>
                </a:gs>
                <a:gs pos="50000">
                  <a:srgbClr val="99CCFF"/>
                </a:gs>
                <a:gs pos="100000">
                  <a:srgbClr val="0000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sp>
        <p:nvSpPr>
          <p:cNvPr id="354" name="Rectangle 1005">
            <a:extLst>
              <a:ext uri="{FF2B5EF4-FFF2-40B4-BE49-F238E27FC236}">
                <a16:creationId xmlns:a16="http://schemas.microsoft.com/office/drawing/2014/main" id="{4574A330-D5AC-1949-8F3A-0425F1BF8BF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224686" y="5149694"/>
            <a:ext cx="8422" cy="332778"/>
          </a:xfrm>
          <a:prstGeom prst="rect">
            <a:avLst/>
          </a:prstGeom>
          <a:gradFill rotWithShape="1">
            <a:gsLst>
              <a:gs pos="0">
                <a:srgbClr val="333333"/>
              </a:gs>
              <a:gs pos="50000">
                <a:srgbClr val="DDDDDD"/>
              </a:gs>
              <a:gs pos="100000">
                <a:srgbClr val="333333"/>
              </a:gs>
            </a:gsLst>
            <a:lin ang="0" scaled="1"/>
          </a:gra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355" name="Freeform 1006">
            <a:extLst>
              <a:ext uri="{FF2B5EF4-FFF2-40B4-BE49-F238E27FC236}">
                <a16:creationId xmlns:a16="http://schemas.microsoft.com/office/drawing/2014/main" id="{346534D2-9C43-5D4C-97DD-9BFA3F3C1E19}"/>
              </a:ext>
            </a:extLst>
          </p:cNvPr>
          <p:cNvSpPr>
            <a:spLocks/>
          </p:cNvSpPr>
          <p:nvPr/>
        </p:nvSpPr>
        <p:spPr bwMode="auto">
          <a:xfrm>
            <a:off x="10232627" y="5233872"/>
            <a:ext cx="28515" cy="31020"/>
          </a:xfrm>
          <a:custGeom>
            <a:avLst/>
            <a:gdLst>
              <a:gd name="T0" fmla="*/ 2 w 296"/>
              <a:gd name="T1" fmla="*/ 0 h 256"/>
              <a:gd name="T2" fmla="*/ 14 w 296"/>
              <a:gd name="T3" fmla="*/ 10 h 256"/>
              <a:gd name="T4" fmla="*/ 14 w 296"/>
              <a:gd name="T5" fmla="*/ 19 h 256"/>
              <a:gd name="T6" fmla="*/ 0 w 296"/>
              <a:gd name="T7" fmla="*/ 7 h 256"/>
              <a:gd name="T8" fmla="*/ 2 w 296"/>
              <a:gd name="T9" fmla="*/ 0 h 25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6"/>
              <a:gd name="T16" fmla="*/ 0 h 256"/>
              <a:gd name="T17" fmla="*/ 296 w 296"/>
              <a:gd name="T18" fmla="*/ 256 h 25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6" h="256">
                <a:moveTo>
                  <a:pt x="4" y="0"/>
                </a:moveTo>
                <a:cubicBezTo>
                  <a:pt x="55" y="10"/>
                  <a:pt x="144" y="68"/>
                  <a:pt x="292" y="144"/>
                </a:cubicBezTo>
                <a:cubicBezTo>
                  <a:pt x="290" y="178"/>
                  <a:pt x="296" y="188"/>
                  <a:pt x="296" y="256"/>
                </a:cubicBezTo>
                <a:cubicBezTo>
                  <a:pt x="296" y="256"/>
                  <a:pt x="160" y="176"/>
                  <a:pt x="0" y="100"/>
                </a:cubicBezTo>
                <a:cubicBezTo>
                  <a:pt x="0" y="48"/>
                  <a:pt x="4" y="17"/>
                  <a:pt x="4" y="0"/>
                </a:cubicBezTo>
                <a:close/>
              </a:path>
            </a:pathLst>
          </a:custGeom>
          <a:gradFill rotWithShape="1">
            <a:gsLst>
              <a:gs pos="0">
                <a:srgbClr val="29292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56" name="Freeform 1007">
            <a:extLst>
              <a:ext uri="{FF2B5EF4-FFF2-40B4-BE49-F238E27FC236}">
                <a16:creationId xmlns:a16="http://schemas.microsoft.com/office/drawing/2014/main" id="{34FDA504-7EFB-0F47-BF0E-7541255FF63F}"/>
              </a:ext>
            </a:extLst>
          </p:cNvPr>
          <p:cNvSpPr>
            <a:spLocks/>
          </p:cNvSpPr>
          <p:nvPr/>
        </p:nvSpPr>
        <p:spPr bwMode="auto">
          <a:xfrm>
            <a:off x="10232988" y="5186249"/>
            <a:ext cx="29357" cy="34953"/>
          </a:xfrm>
          <a:custGeom>
            <a:avLst/>
            <a:gdLst>
              <a:gd name="T0" fmla="*/ 0 w 304"/>
              <a:gd name="T1" fmla="*/ 0 h 288"/>
              <a:gd name="T2" fmla="*/ 14 w 304"/>
              <a:gd name="T3" fmla="*/ 13 h 288"/>
              <a:gd name="T4" fmla="*/ 13 w 304"/>
              <a:gd name="T5" fmla="*/ 23 h 288"/>
              <a:gd name="T6" fmla="*/ 2 w 304"/>
              <a:gd name="T7" fmla="*/ 10 h 288"/>
              <a:gd name="T8" fmla="*/ 0 w 304"/>
              <a:gd name="T9" fmla="*/ 0 h 28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04"/>
              <a:gd name="T16" fmla="*/ 0 h 288"/>
              <a:gd name="T17" fmla="*/ 304 w 304"/>
              <a:gd name="T18" fmla="*/ 288 h 28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04" h="288">
                <a:moveTo>
                  <a:pt x="0" y="0"/>
                </a:moveTo>
                <a:cubicBezTo>
                  <a:pt x="51" y="10"/>
                  <a:pt x="148" y="76"/>
                  <a:pt x="304" y="164"/>
                </a:cubicBezTo>
                <a:cubicBezTo>
                  <a:pt x="302" y="198"/>
                  <a:pt x="284" y="220"/>
                  <a:pt x="284" y="288"/>
                </a:cubicBezTo>
                <a:cubicBezTo>
                  <a:pt x="284" y="288"/>
                  <a:pt x="163" y="179"/>
                  <a:pt x="8" y="124"/>
                </a:cubicBezTo>
                <a:cubicBezTo>
                  <a:pt x="8" y="72"/>
                  <a:pt x="0" y="17"/>
                  <a:pt x="0" y="0"/>
                </a:cubicBezTo>
                <a:close/>
              </a:path>
            </a:pathLst>
          </a:custGeom>
          <a:gradFill rotWithShape="1">
            <a:gsLst>
              <a:gs pos="0">
                <a:srgbClr val="29292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57" name="Oval 1008">
            <a:extLst>
              <a:ext uri="{FF2B5EF4-FFF2-40B4-BE49-F238E27FC236}">
                <a16:creationId xmlns:a16="http://schemas.microsoft.com/office/drawing/2014/main" id="{EB41E430-44F1-2040-B040-34AC4812C1E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257051" y="5467472"/>
            <a:ext cx="6016" cy="13835"/>
          </a:xfrm>
          <a:prstGeom prst="ellipse">
            <a:avLst/>
          </a:prstGeom>
          <a:solidFill>
            <a:srgbClr val="33333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358" name="Freeform 1009">
            <a:extLst>
              <a:ext uri="{FF2B5EF4-FFF2-40B4-BE49-F238E27FC236}">
                <a16:creationId xmlns:a16="http://schemas.microsoft.com/office/drawing/2014/main" id="{790EC54C-1F12-7145-B84C-38FCEE8E9F9C}"/>
              </a:ext>
            </a:extLst>
          </p:cNvPr>
          <p:cNvSpPr>
            <a:spLocks/>
          </p:cNvSpPr>
          <p:nvPr/>
        </p:nvSpPr>
        <p:spPr bwMode="auto">
          <a:xfrm>
            <a:off x="10231424" y="5467909"/>
            <a:ext cx="29477" cy="29127"/>
          </a:xfrm>
          <a:custGeom>
            <a:avLst/>
            <a:gdLst>
              <a:gd name="T0" fmla="*/ 0 w 306"/>
              <a:gd name="T1" fmla="*/ 9 h 240"/>
              <a:gd name="T2" fmla="*/ 2 w 306"/>
              <a:gd name="T3" fmla="*/ 19 h 240"/>
              <a:gd name="T4" fmla="*/ 14 w 306"/>
              <a:gd name="T5" fmla="*/ 9 h 240"/>
              <a:gd name="T6" fmla="*/ 14 w 306"/>
              <a:gd name="T7" fmla="*/ 0 h 240"/>
              <a:gd name="T8" fmla="*/ 0 w 306"/>
              <a:gd name="T9" fmla="*/ 9 h 24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06"/>
              <a:gd name="T16" fmla="*/ 0 h 240"/>
              <a:gd name="T17" fmla="*/ 306 w 306"/>
              <a:gd name="T18" fmla="*/ 240 h 24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06" h="240">
                <a:moveTo>
                  <a:pt x="0" y="106"/>
                </a:moveTo>
                <a:lnTo>
                  <a:pt x="2" y="240"/>
                </a:lnTo>
                <a:lnTo>
                  <a:pt x="306" y="110"/>
                </a:lnTo>
                <a:lnTo>
                  <a:pt x="300" y="0"/>
                </a:lnTo>
                <a:lnTo>
                  <a:pt x="0" y="106"/>
                </a:lnTo>
                <a:close/>
              </a:path>
            </a:pathLst>
          </a:custGeom>
          <a:solidFill>
            <a:srgbClr val="33333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59" name="AutoShape 1010">
            <a:extLst>
              <a:ext uri="{FF2B5EF4-FFF2-40B4-BE49-F238E27FC236}">
                <a16:creationId xmlns:a16="http://schemas.microsoft.com/office/drawing/2014/main" id="{2E145E4B-9370-3442-8CC9-84BAE4D06F3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091617" y="5476793"/>
            <a:ext cx="143898" cy="21845"/>
          </a:xfrm>
          <a:prstGeom prst="roundRect">
            <a:avLst>
              <a:gd name="adj" fmla="val 50000"/>
            </a:avLst>
          </a:prstGeom>
          <a:solidFill>
            <a:srgbClr val="DDDDDD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360" name="AutoShape 1011">
            <a:extLst>
              <a:ext uri="{FF2B5EF4-FFF2-40B4-BE49-F238E27FC236}">
                <a16:creationId xmlns:a16="http://schemas.microsoft.com/office/drawing/2014/main" id="{D478C9C4-B89C-9C48-BBD7-DEABBACEA5B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100039" y="5482472"/>
            <a:ext cx="128257" cy="11505"/>
          </a:xfrm>
          <a:prstGeom prst="roundRect">
            <a:avLst>
              <a:gd name="adj" fmla="val 50000"/>
            </a:avLst>
          </a:prstGeom>
          <a:gradFill rotWithShape="1">
            <a:gsLst>
              <a:gs pos="0">
                <a:schemeClr val="tx2"/>
              </a:gs>
              <a:gs pos="100000">
                <a:schemeClr val="bg2"/>
              </a:gs>
            </a:gsLst>
            <a:lin ang="0" scaled="1"/>
          </a:gra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361" name="Oval 1012">
            <a:extLst>
              <a:ext uri="{FF2B5EF4-FFF2-40B4-BE49-F238E27FC236}">
                <a16:creationId xmlns:a16="http://schemas.microsoft.com/office/drawing/2014/main" id="{5909E442-66CF-664F-9DE0-0E9F8CA73D9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111950" y="5434121"/>
            <a:ext cx="19130" cy="20680"/>
          </a:xfrm>
          <a:prstGeom prst="ellipse">
            <a:avLst/>
          </a:prstGeom>
          <a:solidFill>
            <a:srgbClr val="33CC3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362" name="Oval 1013">
            <a:extLst>
              <a:ext uri="{FF2B5EF4-FFF2-40B4-BE49-F238E27FC236}">
                <a16:creationId xmlns:a16="http://schemas.microsoft.com/office/drawing/2014/main" id="{2551EE99-1D61-D44B-8562-B0ABC004498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133607" y="5434121"/>
            <a:ext cx="19130" cy="20680"/>
          </a:xfrm>
          <a:prstGeom prst="ellipse">
            <a:avLst/>
          </a:prstGeom>
          <a:solidFill>
            <a:srgbClr val="FF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363" name="Oval 1014">
            <a:extLst>
              <a:ext uri="{FF2B5EF4-FFF2-40B4-BE49-F238E27FC236}">
                <a16:creationId xmlns:a16="http://schemas.microsoft.com/office/drawing/2014/main" id="{634591C9-BA12-B348-80C9-F09AFA1CED7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153941" y="5434121"/>
            <a:ext cx="19130" cy="20680"/>
          </a:xfrm>
          <a:prstGeom prst="ellipse">
            <a:avLst/>
          </a:prstGeom>
          <a:solidFill>
            <a:srgbClr val="33CC3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364" name="Rectangle 1015">
            <a:extLst>
              <a:ext uri="{FF2B5EF4-FFF2-40B4-BE49-F238E27FC236}">
                <a16:creationId xmlns:a16="http://schemas.microsoft.com/office/drawing/2014/main" id="{0223EEF6-BCF3-3D42-9120-9B8B3E38C9F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203150" y="5354750"/>
            <a:ext cx="9625" cy="110538"/>
          </a:xfrm>
          <a:prstGeom prst="rect">
            <a:avLst/>
          </a:prstGeom>
          <a:solidFill>
            <a:srgbClr val="292929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grpSp>
        <p:nvGrpSpPr>
          <p:cNvPr id="365" name="Group 590">
            <a:extLst>
              <a:ext uri="{FF2B5EF4-FFF2-40B4-BE49-F238E27FC236}">
                <a16:creationId xmlns:a16="http://schemas.microsoft.com/office/drawing/2014/main" id="{32D88EF7-FD3F-EF44-9D3E-076AA7EB1E8D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847721" y="4794366"/>
            <a:ext cx="345630" cy="320302"/>
            <a:chOff x="2839" y="3501"/>
            <a:chExt cx="755" cy="803"/>
          </a:xfrm>
        </p:grpSpPr>
        <p:pic>
          <p:nvPicPr>
            <p:cNvPr id="366" name="Picture 591" descr="desktop_computer_stylized_medium">
              <a:extLst>
                <a:ext uri="{FF2B5EF4-FFF2-40B4-BE49-F238E27FC236}">
                  <a16:creationId xmlns:a16="http://schemas.microsoft.com/office/drawing/2014/main" id="{AB01A8A8-1CAA-9145-A6E4-1398D1D62EC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67" name="Freeform 592">
              <a:extLst>
                <a:ext uri="{FF2B5EF4-FFF2-40B4-BE49-F238E27FC236}">
                  <a16:creationId xmlns:a16="http://schemas.microsoft.com/office/drawing/2014/main" id="{4195A758-5601-AD48-BDA5-274E79AC13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368" name="Group 652">
            <a:extLst>
              <a:ext uri="{FF2B5EF4-FFF2-40B4-BE49-F238E27FC236}">
                <a16:creationId xmlns:a16="http://schemas.microsoft.com/office/drawing/2014/main" id="{B6EF2BFA-2876-1841-873B-0FF970F0E60B}"/>
              </a:ext>
            </a:extLst>
          </p:cNvPr>
          <p:cNvGrpSpPr>
            <a:grpSpLocks/>
          </p:cNvGrpSpPr>
          <p:nvPr/>
        </p:nvGrpSpPr>
        <p:grpSpPr bwMode="auto">
          <a:xfrm>
            <a:off x="7823964" y="1373031"/>
            <a:ext cx="415925" cy="385763"/>
            <a:chOff x="2751" y="1851"/>
            <a:chExt cx="462" cy="478"/>
          </a:xfrm>
        </p:grpSpPr>
        <p:pic>
          <p:nvPicPr>
            <p:cNvPr id="369" name="Picture 653" descr="iphone_stylized_small">
              <a:extLst>
                <a:ext uri="{FF2B5EF4-FFF2-40B4-BE49-F238E27FC236}">
                  <a16:creationId xmlns:a16="http://schemas.microsoft.com/office/drawing/2014/main" id="{6A302962-1680-A04D-B69F-7F3E5F6F546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370" name="Picture 654" descr="antenna_radiation_stylized">
              <a:extLst>
                <a:ext uri="{FF2B5EF4-FFF2-40B4-BE49-F238E27FC236}">
                  <a16:creationId xmlns:a16="http://schemas.microsoft.com/office/drawing/2014/main" id="{C6EC98A7-19FC-1745-AA2F-96FA4FE454A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371" name="Group 950">
            <a:extLst>
              <a:ext uri="{FF2B5EF4-FFF2-40B4-BE49-F238E27FC236}">
                <a16:creationId xmlns:a16="http://schemas.microsoft.com/office/drawing/2014/main" id="{AF76C7C1-F5D8-6342-AF5C-D3B231A09266}"/>
              </a:ext>
            </a:extLst>
          </p:cNvPr>
          <p:cNvGrpSpPr>
            <a:grpSpLocks/>
          </p:cNvGrpSpPr>
          <p:nvPr/>
        </p:nvGrpSpPr>
        <p:grpSpPr bwMode="auto">
          <a:xfrm>
            <a:off x="10327730" y="4787257"/>
            <a:ext cx="177192" cy="330833"/>
            <a:chOff x="4140" y="429"/>
            <a:chExt cx="1425" cy="2396"/>
          </a:xfrm>
        </p:grpSpPr>
        <p:sp>
          <p:nvSpPr>
            <p:cNvPr id="372" name="Freeform 951">
              <a:extLst>
                <a:ext uri="{FF2B5EF4-FFF2-40B4-BE49-F238E27FC236}">
                  <a16:creationId xmlns:a16="http://schemas.microsoft.com/office/drawing/2014/main" id="{D2849A7E-B1C5-C74A-A8D9-BC8D0920FE3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73" name="Rectangle 952">
              <a:extLst>
                <a:ext uri="{FF2B5EF4-FFF2-40B4-BE49-F238E27FC236}">
                  <a16:creationId xmlns:a16="http://schemas.microsoft.com/office/drawing/2014/main" id="{E9E5770D-8A9F-FB46-89A2-04825C3931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374" name="Freeform 953">
              <a:extLst>
                <a:ext uri="{FF2B5EF4-FFF2-40B4-BE49-F238E27FC236}">
                  <a16:creationId xmlns:a16="http://schemas.microsoft.com/office/drawing/2014/main" id="{0E239736-0728-284A-B0B4-C1B7FA11A27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75" name="Freeform 954">
              <a:extLst>
                <a:ext uri="{FF2B5EF4-FFF2-40B4-BE49-F238E27FC236}">
                  <a16:creationId xmlns:a16="http://schemas.microsoft.com/office/drawing/2014/main" id="{F114EC93-A19B-1543-9627-1A8C3FD96B3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76" name="Rectangle 955">
              <a:extLst>
                <a:ext uri="{FF2B5EF4-FFF2-40B4-BE49-F238E27FC236}">
                  <a16:creationId xmlns:a16="http://schemas.microsoft.com/office/drawing/2014/main" id="{CED0094B-8557-0541-B7EE-8FA350D782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377" name="Group 956">
              <a:extLst>
                <a:ext uri="{FF2B5EF4-FFF2-40B4-BE49-F238E27FC236}">
                  <a16:creationId xmlns:a16="http://schemas.microsoft.com/office/drawing/2014/main" id="{A1465FD4-1D70-5641-803C-0950E2AF32B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402" name="AutoShape 957">
                <a:extLst>
                  <a:ext uri="{FF2B5EF4-FFF2-40B4-BE49-F238E27FC236}">
                    <a16:creationId xmlns:a16="http://schemas.microsoft.com/office/drawing/2014/main" id="{FF024338-1F9F-E64C-BA98-C28690618D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403" name="AutoShape 958">
                <a:extLst>
                  <a:ext uri="{FF2B5EF4-FFF2-40B4-BE49-F238E27FC236}">
                    <a16:creationId xmlns:a16="http://schemas.microsoft.com/office/drawing/2014/main" id="{A90F11D2-082B-0748-982F-1A09061DD1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378" name="Rectangle 959">
              <a:extLst>
                <a:ext uri="{FF2B5EF4-FFF2-40B4-BE49-F238E27FC236}">
                  <a16:creationId xmlns:a16="http://schemas.microsoft.com/office/drawing/2014/main" id="{B9B5D7EF-E5F6-CF40-AF5E-871CC68720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379" name="Group 960">
              <a:extLst>
                <a:ext uri="{FF2B5EF4-FFF2-40B4-BE49-F238E27FC236}">
                  <a16:creationId xmlns:a16="http://schemas.microsoft.com/office/drawing/2014/main" id="{893C9D91-E30F-254B-8709-D7B10987E04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400" name="AutoShape 961">
                <a:extLst>
                  <a:ext uri="{FF2B5EF4-FFF2-40B4-BE49-F238E27FC236}">
                    <a16:creationId xmlns:a16="http://schemas.microsoft.com/office/drawing/2014/main" id="{FD337E36-AAFD-7948-A91E-B5AA5B523F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401" name="AutoShape 962">
                <a:extLst>
                  <a:ext uri="{FF2B5EF4-FFF2-40B4-BE49-F238E27FC236}">
                    <a16:creationId xmlns:a16="http://schemas.microsoft.com/office/drawing/2014/main" id="{B25EBDF7-1063-CD45-8C78-3C80EEE90D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380" name="Rectangle 963">
              <a:extLst>
                <a:ext uri="{FF2B5EF4-FFF2-40B4-BE49-F238E27FC236}">
                  <a16:creationId xmlns:a16="http://schemas.microsoft.com/office/drawing/2014/main" id="{47917FD8-A5F3-2344-A7FA-192C29C6B3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381" name="Rectangle 964">
              <a:extLst>
                <a:ext uri="{FF2B5EF4-FFF2-40B4-BE49-F238E27FC236}">
                  <a16:creationId xmlns:a16="http://schemas.microsoft.com/office/drawing/2014/main" id="{1E21C3D1-A0E4-B84F-9506-1421B02DFD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382" name="Group 965">
              <a:extLst>
                <a:ext uri="{FF2B5EF4-FFF2-40B4-BE49-F238E27FC236}">
                  <a16:creationId xmlns:a16="http://schemas.microsoft.com/office/drawing/2014/main" id="{45BB4E0B-44B3-BC42-80F8-C3833012079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398" name="AutoShape 966">
                <a:extLst>
                  <a:ext uri="{FF2B5EF4-FFF2-40B4-BE49-F238E27FC236}">
                    <a16:creationId xmlns:a16="http://schemas.microsoft.com/office/drawing/2014/main" id="{5089C825-4B65-8144-9807-140695E57B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399" name="AutoShape 967">
                <a:extLst>
                  <a:ext uri="{FF2B5EF4-FFF2-40B4-BE49-F238E27FC236}">
                    <a16:creationId xmlns:a16="http://schemas.microsoft.com/office/drawing/2014/main" id="{AC316D23-4BD4-7146-805E-E8DEB47099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383" name="Freeform 968">
              <a:extLst>
                <a:ext uri="{FF2B5EF4-FFF2-40B4-BE49-F238E27FC236}">
                  <a16:creationId xmlns:a16="http://schemas.microsoft.com/office/drawing/2014/main" id="{D86D7270-8ED3-124A-9E2E-6DF83A549C4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384" name="Group 969">
              <a:extLst>
                <a:ext uri="{FF2B5EF4-FFF2-40B4-BE49-F238E27FC236}">
                  <a16:creationId xmlns:a16="http://schemas.microsoft.com/office/drawing/2014/main" id="{8DE36044-7959-034A-9850-824255D10C3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396" name="AutoShape 970">
                <a:extLst>
                  <a:ext uri="{FF2B5EF4-FFF2-40B4-BE49-F238E27FC236}">
                    <a16:creationId xmlns:a16="http://schemas.microsoft.com/office/drawing/2014/main" id="{AD7D10B9-3D29-B44E-A276-AD50E81D85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397" name="AutoShape 971">
                <a:extLst>
                  <a:ext uri="{FF2B5EF4-FFF2-40B4-BE49-F238E27FC236}">
                    <a16:creationId xmlns:a16="http://schemas.microsoft.com/office/drawing/2014/main" id="{3C43EED5-9617-A141-92DA-588F104A05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385" name="Rectangle 972">
              <a:extLst>
                <a:ext uri="{FF2B5EF4-FFF2-40B4-BE49-F238E27FC236}">
                  <a16:creationId xmlns:a16="http://schemas.microsoft.com/office/drawing/2014/main" id="{309122D6-CDEC-0E4D-AB02-8AD2F05A98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386" name="Freeform 973">
              <a:extLst>
                <a:ext uri="{FF2B5EF4-FFF2-40B4-BE49-F238E27FC236}">
                  <a16:creationId xmlns:a16="http://schemas.microsoft.com/office/drawing/2014/main" id="{C2C6FB9B-166E-D144-B468-0B6400C3525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87" name="Freeform 974">
              <a:extLst>
                <a:ext uri="{FF2B5EF4-FFF2-40B4-BE49-F238E27FC236}">
                  <a16:creationId xmlns:a16="http://schemas.microsoft.com/office/drawing/2014/main" id="{E6ADF4F4-EA44-994E-A1C4-A0E36E60FBE7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88" name="Oval 975">
              <a:extLst>
                <a:ext uri="{FF2B5EF4-FFF2-40B4-BE49-F238E27FC236}">
                  <a16:creationId xmlns:a16="http://schemas.microsoft.com/office/drawing/2014/main" id="{45BEFB37-FDA8-CE4F-9BFB-E1AE0A5602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389" name="Freeform 976">
              <a:extLst>
                <a:ext uri="{FF2B5EF4-FFF2-40B4-BE49-F238E27FC236}">
                  <a16:creationId xmlns:a16="http://schemas.microsoft.com/office/drawing/2014/main" id="{CB3E8C11-D7E3-CA45-9585-2A7AB3F3CF1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90" name="AutoShape 977">
              <a:extLst>
                <a:ext uri="{FF2B5EF4-FFF2-40B4-BE49-F238E27FC236}">
                  <a16:creationId xmlns:a16="http://schemas.microsoft.com/office/drawing/2014/main" id="{797F44FB-9139-1D49-A39A-ADF0AB18A6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391" name="AutoShape 978">
              <a:extLst>
                <a:ext uri="{FF2B5EF4-FFF2-40B4-BE49-F238E27FC236}">
                  <a16:creationId xmlns:a16="http://schemas.microsoft.com/office/drawing/2014/main" id="{F3116DDE-2491-5745-AA50-791A2002A5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392" name="Oval 979">
              <a:extLst>
                <a:ext uri="{FF2B5EF4-FFF2-40B4-BE49-F238E27FC236}">
                  <a16:creationId xmlns:a16="http://schemas.microsoft.com/office/drawing/2014/main" id="{0454944D-214D-D448-990A-CB6489F78D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393" name="Oval 980">
              <a:extLst>
                <a:ext uri="{FF2B5EF4-FFF2-40B4-BE49-F238E27FC236}">
                  <a16:creationId xmlns:a16="http://schemas.microsoft.com/office/drawing/2014/main" id="{FDB30FB1-054A-DB49-80D6-4533675055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394" name="Oval 981">
              <a:extLst>
                <a:ext uri="{FF2B5EF4-FFF2-40B4-BE49-F238E27FC236}">
                  <a16:creationId xmlns:a16="http://schemas.microsoft.com/office/drawing/2014/main" id="{F1F894FB-3695-DD44-88EE-B9E401CCD6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395" name="Rectangle 982">
              <a:extLst>
                <a:ext uri="{FF2B5EF4-FFF2-40B4-BE49-F238E27FC236}">
                  <a16:creationId xmlns:a16="http://schemas.microsoft.com/office/drawing/2014/main" id="{9146A0DC-0193-EE48-95A6-53E4DA1B42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grpSp>
        <p:nvGrpSpPr>
          <p:cNvPr id="404" name="Group 403">
            <a:extLst>
              <a:ext uri="{FF2B5EF4-FFF2-40B4-BE49-F238E27FC236}">
                <a16:creationId xmlns:a16="http://schemas.microsoft.com/office/drawing/2014/main" id="{B69016E6-742F-A54C-99B3-53020F7590C2}"/>
              </a:ext>
            </a:extLst>
          </p:cNvPr>
          <p:cNvGrpSpPr/>
          <p:nvPr/>
        </p:nvGrpSpPr>
        <p:grpSpPr>
          <a:xfrm>
            <a:off x="6645453" y="2199599"/>
            <a:ext cx="1038308" cy="956788"/>
            <a:chOff x="6571713" y="2686293"/>
            <a:chExt cx="1038308" cy="956788"/>
          </a:xfrm>
        </p:grpSpPr>
        <p:sp>
          <p:nvSpPr>
            <p:cNvPr id="405" name="Freeform 917">
              <a:extLst>
                <a:ext uri="{FF2B5EF4-FFF2-40B4-BE49-F238E27FC236}">
                  <a16:creationId xmlns:a16="http://schemas.microsoft.com/office/drawing/2014/main" id="{43226370-9D78-EC4D-8916-75551D68220D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7291095" y="2700162"/>
              <a:ext cx="318926" cy="942919"/>
            </a:xfrm>
            <a:custGeom>
              <a:avLst/>
              <a:gdLst>
                <a:gd name="T0" fmla="*/ 0 w 192"/>
                <a:gd name="T1" fmla="*/ 594 h 594"/>
                <a:gd name="T2" fmla="*/ 192 w 192"/>
                <a:gd name="T3" fmla="*/ 0 h 594"/>
                <a:gd name="T4" fmla="*/ 192 w 192"/>
                <a:gd name="T5" fmla="*/ 515 h 594"/>
                <a:gd name="T6" fmla="*/ 0 w 192"/>
                <a:gd name="T7" fmla="*/ 594 h 594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92"/>
                <a:gd name="T13" fmla="*/ 0 h 594"/>
                <a:gd name="T14" fmla="*/ 192 w 192"/>
                <a:gd name="T15" fmla="*/ 594 h 594"/>
                <a:gd name="connsiteX0" fmla="*/ 0 w 10140"/>
                <a:gd name="connsiteY0" fmla="*/ 9728 h 9728"/>
                <a:gd name="connsiteX1" fmla="*/ 10140 w 10140"/>
                <a:gd name="connsiteY1" fmla="*/ 0 h 9728"/>
                <a:gd name="connsiteX2" fmla="*/ 10140 w 10140"/>
                <a:gd name="connsiteY2" fmla="*/ 8670 h 9728"/>
                <a:gd name="connsiteX3" fmla="*/ 0 w 10140"/>
                <a:gd name="connsiteY3" fmla="*/ 9728 h 9728"/>
                <a:gd name="connsiteX0" fmla="*/ 319 w 10319"/>
                <a:gd name="connsiteY0" fmla="*/ 10000 h 10000"/>
                <a:gd name="connsiteX1" fmla="*/ 0 w 10319"/>
                <a:gd name="connsiteY1" fmla="*/ 9878 h 10000"/>
                <a:gd name="connsiteX2" fmla="*/ 10319 w 10319"/>
                <a:gd name="connsiteY2" fmla="*/ 0 h 10000"/>
                <a:gd name="connsiteX3" fmla="*/ 10319 w 10319"/>
                <a:gd name="connsiteY3" fmla="*/ 8912 h 10000"/>
                <a:gd name="connsiteX4" fmla="*/ 319 w 10319"/>
                <a:gd name="connsiteY4" fmla="*/ 10000 h 10000"/>
                <a:gd name="connsiteX0" fmla="*/ 2669 w 10319"/>
                <a:gd name="connsiteY0" fmla="*/ 10279 h 10279"/>
                <a:gd name="connsiteX1" fmla="*/ 0 w 10319"/>
                <a:gd name="connsiteY1" fmla="*/ 9878 h 10279"/>
                <a:gd name="connsiteX2" fmla="*/ 10319 w 10319"/>
                <a:gd name="connsiteY2" fmla="*/ 0 h 10279"/>
                <a:gd name="connsiteX3" fmla="*/ 10319 w 10319"/>
                <a:gd name="connsiteY3" fmla="*/ 8912 h 10279"/>
                <a:gd name="connsiteX4" fmla="*/ 2669 w 10319"/>
                <a:gd name="connsiteY4" fmla="*/ 10279 h 102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319" h="10279">
                  <a:moveTo>
                    <a:pt x="2669" y="10279"/>
                  </a:moveTo>
                  <a:lnTo>
                    <a:pt x="0" y="9878"/>
                  </a:lnTo>
                  <a:lnTo>
                    <a:pt x="10319" y="0"/>
                  </a:lnTo>
                  <a:lnTo>
                    <a:pt x="10319" y="8912"/>
                  </a:lnTo>
                  <a:lnTo>
                    <a:pt x="2669" y="10279"/>
                  </a:lnTo>
                  <a:close/>
                </a:path>
              </a:pathLst>
            </a:custGeom>
            <a:gradFill rotWithShape="1">
              <a:gsLst>
                <a:gs pos="0">
                  <a:schemeClr val="bg1"/>
                </a:gs>
                <a:gs pos="99000">
                  <a:schemeClr val="bg1">
                    <a:lumMod val="75000"/>
                  </a:schemeClr>
                </a:gs>
              </a:gsLst>
              <a:lin ang="0" scaled="1"/>
            </a:gradFill>
            <a:ln>
              <a:noFill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406" name="Group 405">
              <a:extLst>
                <a:ext uri="{FF2B5EF4-FFF2-40B4-BE49-F238E27FC236}">
                  <a16:creationId xmlns:a16="http://schemas.microsoft.com/office/drawing/2014/main" id="{7B460BEF-113A-4D46-B357-32873038726E}"/>
                </a:ext>
              </a:extLst>
            </p:cNvPr>
            <p:cNvGrpSpPr/>
            <p:nvPr/>
          </p:nvGrpSpPr>
          <p:grpSpPr>
            <a:xfrm>
              <a:off x="6571713" y="2686293"/>
              <a:ext cx="764135" cy="854075"/>
              <a:chOff x="6571713" y="2686293"/>
              <a:chExt cx="764135" cy="854075"/>
            </a:xfrm>
          </p:grpSpPr>
          <p:sp>
            <p:nvSpPr>
              <p:cNvPr id="407" name="Rectangle 228">
                <a:extLst>
                  <a:ext uri="{FF2B5EF4-FFF2-40B4-BE49-F238E27FC236}">
                    <a16:creationId xmlns:a16="http://schemas.microsoft.com/office/drawing/2014/main" id="{0A035909-0149-B547-AC2C-2ECC9624BF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641713" y="2722275"/>
                <a:ext cx="647951" cy="77722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chemeClr val="tx1"/>
                </a:solidFill>
                <a:miter lim="800000"/>
                <a:headEnd/>
                <a:tailEnd/>
              </a:ln>
              <a:effectLst>
                <a:outerShdw blurRad="50800" dist="38100" dir="2700000" algn="tl" rotWithShape="0">
                  <a:schemeClr val="tx1">
                    <a:lumMod val="50000"/>
                    <a:lumOff val="50000"/>
                    <a:alpha val="40000"/>
                  </a:schemeClr>
                </a:outerShdw>
              </a:effec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408" name="Rectangle 229">
                <a:extLst>
                  <a:ext uri="{FF2B5EF4-FFF2-40B4-BE49-F238E27FC236}">
                    <a16:creationId xmlns:a16="http://schemas.microsoft.com/office/drawing/2014/main" id="{3AF07C6D-868F-CD40-8D55-7309E92513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642457" y="3037370"/>
                <a:ext cx="648594" cy="158772"/>
              </a:xfrm>
              <a:prstGeom prst="rect">
                <a:avLst/>
              </a:prstGeom>
              <a:solidFill>
                <a:srgbClr val="C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409" name="Text Box 230">
                <a:extLst>
                  <a:ext uri="{FF2B5EF4-FFF2-40B4-BE49-F238E27FC236}">
                    <a16:creationId xmlns:a16="http://schemas.microsoft.com/office/drawing/2014/main" id="{FA2F1176-968A-5547-B506-B60EA8269BD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571713" y="2686293"/>
                <a:ext cx="764135" cy="8540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rPr>
                  <a:t>application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rPr>
                  <a:t>transport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rPr>
                  <a:t>network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rPr>
                  <a:t>link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rPr>
                  <a:t>physical</a:t>
                </a: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cxnSp>
            <p:nvCxnSpPr>
              <p:cNvPr id="410" name="Straight Connector 409">
                <a:extLst>
                  <a:ext uri="{FF2B5EF4-FFF2-40B4-BE49-F238E27FC236}">
                    <a16:creationId xmlns:a16="http://schemas.microsoft.com/office/drawing/2014/main" id="{3835E510-94A6-CB4A-8E83-683BD197AE0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638631" y="2891320"/>
                <a:ext cx="646461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11" name="Straight Connector 410">
                <a:extLst>
                  <a:ext uri="{FF2B5EF4-FFF2-40B4-BE49-F238E27FC236}">
                    <a16:creationId xmlns:a16="http://schemas.microsoft.com/office/drawing/2014/main" id="{825ED142-2B9E-A549-972C-96BCC6721FF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638631" y="3040545"/>
                <a:ext cx="646461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12" name="Straight Connector 411">
                <a:extLst>
                  <a:ext uri="{FF2B5EF4-FFF2-40B4-BE49-F238E27FC236}">
                    <a16:creationId xmlns:a16="http://schemas.microsoft.com/office/drawing/2014/main" id="{9C667C7E-38FB-6240-9A45-08553E60B30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638631" y="3189770"/>
                <a:ext cx="646461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13" name="Straight Connector 412">
                <a:extLst>
                  <a:ext uri="{FF2B5EF4-FFF2-40B4-BE49-F238E27FC236}">
                    <a16:creationId xmlns:a16="http://schemas.microsoft.com/office/drawing/2014/main" id="{B377B3B6-C07B-2C45-B4CE-756D355F104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638631" y="3338995"/>
                <a:ext cx="646461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414" name="Group 413">
            <a:extLst>
              <a:ext uri="{FF2B5EF4-FFF2-40B4-BE49-F238E27FC236}">
                <a16:creationId xmlns:a16="http://schemas.microsoft.com/office/drawing/2014/main" id="{6BCDFE43-082B-374D-BFAC-C14D91216ED1}"/>
              </a:ext>
            </a:extLst>
          </p:cNvPr>
          <p:cNvGrpSpPr/>
          <p:nvPr/>
        </p:nvGrpSpPr>
        <p:grpSpPr>
          <a:xfrm>
            <a:off x="10275746" y="4871177"/>
            <a:ext cx="970347" cy="854075"/>
            <a:chOff x="10202006" y="5357871"/>
            <a:chExt cx="970347" cy="854075"/>
          </a:xfrm>
        </p:grpSpPr>
        <p:sp>
          <p:nvSpPr>
            <p:cNvPr id="415" name="Freeform 917">
              <a:extLst>
                <a:ext uri="{FF2B5EF4-FFF2-40B4-BE49-F238E27FC236}">
                  <a16:creationId xmlns:a16="http://schemas.microsoft.com/office/drawing/2014/main" id="{520596A5-5B2A-9945-9D32-0D830B0886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02006" y="5397682"/>
              <a:ext cx="281273" cy="773122"/>
            </a:xfrm>
            <a:custGeom>
              <a:avLst/>
              <a:gdLst>
                <a:gd name="T0" fmla="*/ 0 w 192"/>
                <a:gd name="T1" fmla="*/ 594 h 594"/>
                <a:gd name="T2" fmla="*/ 192 w 192"/>
                <a:gd name="T3" fmla="*/ 0 h 594"/>
                <a:gd name="T4" fmla="*/ 192 w 192"/>
                <a:gd name="T5" fmla="*/ 515 h 594"/>
                <a:gd name="T6" fmla="*/ 0 w 192"/>
                <a:gd name="T7" fmla="*/ 594 h 594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92"/>
                <a:gd name="T13" fmla="*/ 0 h 594"/>
                <a:gd name="T14" fmla="*/ 192 w 192"/>
                <a:gd name="T15" fmla="*/ 594 h 594"/>
                <a:gd name="connsiteX0" fmla="*/ 0 w 10140"/>
                <a:gd name="connsiteY0" fmla="*/ 9728 h 9728"/>
                <a:gd name="connsiteX1" fmla="*/ 10140 w 10140"/>
                <a:gd name="connsiteY1" fmla="*/ 0 h 9728"/>
                <a:gd name="connsiteX2" fmla="*/ 10140 w 10140"/>
                <a:gd name="connsiteY2" fmla="*/ 8670 h 9728"/>
                <a:gd name="connsiteX3" fmla="*/ 0 w 10140"/>
                <a:gd name="connsiteY3" fmla="*/ 9728 h 9728"/>
                <a:gd name="connsiteX0" fmla="*/ 319 w 10319"/>
                <a:gd name="connsiteY0" fmla="*/ 10000 h 10000"/>
                <a:gd name="connsiteX1" fmla="*/ 0 w 10319"/>
                <a:gd name="connsiteY1" fmla="*/ 9878 h 10000"/>
                <a:gd name="connsiteX2" fmla="*/ 10319 w 10319"/>
                <a:gd name="connsiteY2" fmla="*/ 0 h 10000"/>
                <a:gd name="connsiteX3" fmla="*/ 10319 w 10319"/>
                <a:gd name="connsiteY3" fmla="*/ 8912 h 10000"/>
                <a:gd name="connsiteX4" fmla="*/ 319 w 10319"/>
                <a:gd name="connsiteY4" fmla="*/ 10000 h 10000"/>
                <a:gd name="connsiteX0" fmla="*/ 2669 w 10319"/>
                <a:gd name="connsiteY0" fmla="*/ 10279 h 10279"/>
                <a:gd name="connsiteX1" fmla="*/ 0 w 10319"/>
                <a:gd name="connsiteY1" fmla="*/ 9878 h 10279"/>
                <a:gd name="connsiteX2" fmla="*/ 10319 w 10319"/>
                <a:gd name="connsiteY2" fmla="*/ 0 h 10279"/>
                <a:gd name="connsiteX3" fmla="*/ 10319 w 10319"/>
                <a:gd name="connsiteY3" fmla="*/ 8912 h 10279"/>
                <a:gd name="connsiteX4" fmla="*/ 2669 w 10319"/>
                <a:gd name="connsiteY4" fmla="*/ 10279 h 10279"/>
                <a:gd name="connsiteX0" fmla="*/ 2669 w 10319"/>
                <a:gd name="connsiteY0" fmla="*/ 10279 h 11889"/>
                <a:gd name="connsiteX1" fmla="*/ 0 w 10319"/>
                <a:gd name="connsiteY1" fmla="*/ 9878 h 11889"/>
                <a:gd name="connsiteX2" fmla="*/ 10319 w 10319"/>
                <a:gd name="connsiteY2" fmla="*/ 0 h 11889"/>
                <a:gd name="connsiteX3" fmla="*/ 10011 w 10319"/>
                <a:gd name="connsiteY3" fmla="*/ 11889 h 11889"/>
                <a:gd name="connsiteX4" fmla="*/ 2669 w 10319"/>
                <a:gd name="connsiteY4" fmla="*/ 10279 h 11889"/>
                <a:gd name="connsiteX0" fmla="*/ 2669 w 10024"/>
                <a:gd name="connsiteY0" fmla="*/ 6818 h 8428"/>
                <a:gd name="connsiteX1" fmla="*/ 0 w 10024"/>
                <a:gd name="connsiteY1" fmla="*/ 6417 h 8428"/>
                <a:gd name="connsiteX2" fmla="*/ 9703 w 10024"/>
                <a:gd name="connsiteY2" fmla="*/ 0 h 8428"/>
                <a:gd name="connsiteX3" fmla="*/ 10011 w 10024"/>
                <a:gd name="connsiteY3" fmla="*/ 8428 h 8428"/>
                <a:gd name="connsiteX4" fmla="*/ 2669 w 10024"/>
                <a:gd name="connsiteY4" fmla="*/ 6818 h 8428"/>
                <a:gd name="connsiteX0" fmla="*/ 1741 w 9078"/>
                <a:gd name="connsiteY0" fmla="*/ 8090 h 10000"/>
                <a:gd name="connsiteX1" fmla="*/ 0 w 9078"/>
                <a:gd name="connsiteY1" fmla="*/ 6834 h 10000"/>
                <a:gd name="connsiteX2" fmla="*/ 8758 w 9078"/>
                <a:gd name="connsiteY2" fmla="*/ 0 h 10000"/>
                <a:gd name="connsiteX3" fmla="*/ 9065 w 9078"/>
                <a:gd name="connsiteY3" fmla="*/ 10000 h 10000"/>
                <a:gd name="connsiteX4" fmla="*/ 1741 w 9078"/>
                <a:gd name="connsiteY4" fmla="*/ 8090 h 10000"/>
                <a:gd name="connsiteX0" fmla="*/ 112 w 10001"/>
                <a:gd name="connsiteY0" fmla="*/ 7638 h 10000"/>
                <a:gd name="connsiteX1" fmla="*/ 0 w 10001"/>
                <a:gd name="connsiteY1" fmla="*/ 6834 h 10000"/>
                <a:gd name="connsiteX2" fmla="*/ 9647 w 10001"/>
                <a:gd name="connsiteY2" fmla="*/ 0 h 10000"/>
                <a:gd name="connsiteX3" fmla="*/ 9986 w 10001"/>
                <a:gd name="connsiteY3" fmla="*/ 10000 h 10000"/>
                <a:gd name="connsiteX4" fmla="*/ 112 w 10001"/>
                <a:gd name="connsiteY4" fmla="*/ 7638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001" h="10000">
                  <a:moveTo>
                    <a:pt x="112" y="7638"/>
                  </a:moveTo>
                  <a:cubicBezTo>
                    <a:pt x="75" y="7370"/>
                    <a:pt x="37" y="7102"/>
                    <a:pt x="0" y="6834"/>
                  </a:cubicBezTo>
                  <a:lnTo>
                    <a:pt x="9647" y="0"/>
                  </a:lnTo>
                  <a:cubicBezTo>
                    <a:pt x="9534" y="4702"/>
                    <a:pt x="10099" y="5298"/>
                    <a:pt x="9986" y="10000"/>
                  </a:cubicBezTo>
                  <a:lnTo>
                    <a:pt x="112" y="7638"/>
                  </a:lnTo>
                  <a:close/>
                </a:path>
              </a:pathLst>
            </a:custGeom>
            <a:gradFill rotWithShape="1">
              <a:gsLst>
                <a:gs pos="0">
                  <a:schemeClr val="bg1"/>
                </a:gs>
                <a:gs pos="99000">
                  <a:schemeClr val="bg1">
                    <a:lumMod val="75000"/>
                  </a:schemeClr>
                </a:gs>
              </a:gsLst>
              <a:lin ang="0" scaled="1"/>
            </a:gradFill>
            <a:ln>
              <a:noFill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416" name="Group 415">
              <a:extLst>
                <a:ext uri="{FF2B5EF4-FFF2-40B4-BE49-F238E27FC236}">
                  <a16:creationId xmlns:a16="http://schemas.microsoft.com/office/drawing/2014/main" id="{061433BA-6DAB-D442-9512-DE9662690BAE}"/>
                </a:ext>
              </a:extLst>
            </p:cNvPr>
            <p:cNvGrpSpPr/>
            <p:nvPr/>
          </p:nvGrpSpPr>
          <p:grpSpPr>
            <a:xfrm>
              <a:off x="10408218" y="5357871"/>
              <a:ext cx="764135" cy="854075"/>
              <a:chOff x="6571713" y="2686293"/>
              <a:chExt cx="764135" cy="854075"/>
            </a:xfrm>
          </p:grpSpPr>
          <p:sp>
            <p:nvSpPr>
              <p:cNvPr id="417" name="Rectangle 228">
                <a:extLst>
                  <a:ext uri="{FF2B5EF4-FFF2-40B4-BE49-F238E27FC236}">
                    <a16:creationId xmlns:a16="http://schemas.microsoft.com/office/drawing/2014/main" id="{CC1942E1-72C1-CA44-8BFE-0BA6171C09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641713" y="2722275"/>
                <a:ext cx="647951" cy="77722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chemeClr val="tx1"/>
                </a:solidFill>
                <a:miter lim="800000"/>
                <a:headEnd/>
                <a:tailEnd/>
              </a:ln>
              <a:effectLst>
                <a:outerShdw blurRad="50800" dist="38100" dir="2700000" algn="tl" rotWithShape="0">
                  <a:schemeClr val="tx1">
                    <a:lumMod val="50000"/>
                    <a:lumOff val="50000"/>
                    <a:alpha val="40000"/>
                  </a:schemeClr>
                </a:outerShdw>
              </a:effec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418" name="Rectangle 229">
                <a:extLst>
                  <a:ext uri="{FF2B5EF4-FFF2-40B4-BE49-F238E27FC236}">
                    <a16:creationId xmlns:a16="http://schemas.microsoft.com/office/drawing/2014/main" id="{D6CBE469-BC9E-004E-BD94-9396D7CF2E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642457" y="3037370"/>
                <a:ext cx="648594" cy="158772"/>
              </a:xfrm>
              <a:prstGeom prst="rect">
                <a:avLst/>
              </a:prstGeom>
              <a:solidFill>
                <a:srgbClr val="C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419" name="Text Box 230">
                <a:extLst>
                  <a:ext uri="{FF2B5EF4-FFF2-40B4-BE49-F238E27FC236}">
                    <a16:creationId xmlns:a16="http://schemas.microsoft.com/office/drawing/2014/main" id="{E7797668-DDE1-8741-B012-FB3FB645C14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571713" y="2686293"/>
                <a:ext cx="764135" cy="8540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rPr>
                  <a:t>application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rPr>
                  <a:t>transport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rPr>
                  <a:t>network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rPr>
                  <a:t>link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rPr>
                  <a:t>physical</a:t>
                </a: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cxnSp>
            <p:nvCxnSpPr>
              <p:cNvPr id="420" name="Straight Connector 419">
                <a:extLst>
                  <a:ext uri="{FF2B5EF4-FFF2-40B4-BE49-F238E27FC236}">
                    <a16:creationId xmlns:a16="http://schemas.microsoft.com/office/drawing/2014/main" id="{0098DE4C-ADDA-6742-9A9A-1859EC5187E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638631" y="2891320"/>
                <a:ext cx="646461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1" name="Straight Connector 420">
                <a:extLst>
                  <a:ext uri="{FF2B5EF4-FFF2-40B4-BE49-F238E27FC236}">
                    <a16:creationId xmlns:a16="http://schemas.microsoft.com/office/drawing/2014/main" id="{15F87BB5-6BF8-0D45-881A-0F1A285B65A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638631" y="3040545"/>
                <a:ext cx="646461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2" name="Straight Connector 421">
                <a:extLst>
                  <a:ext uri="{FF2B5EF4-FFF2-40B4-BE49-F238E27FC236}">
                    <a16:creationId xmlns:a16="http://schemas.microsoft.com/office/drawing/2014/main" id="{6E17E2B0-E88F-0C4C-8D14-35BF54AEF84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638631" y="3189770"/>
                <a:ext cx="646461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3" name="Straight Connector 422">
                <a:extLst>
                  <a:ext uri="{FF2B5EF4-FFF2-40B4-BE49-F238E27FC236}">
                    <a16:creationId xmlns:a16="http://schemas.microsoft.com/office/drawing/2014/main" id="{1EC817AF-81B9-5541-8AF2-78F3EC77055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638631" y="3338995"/>
                <a:ext cx="646461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424" name="Group 950">
            <a:extLst>
              <a:ext uri="{FF2B5EF4-FFF2-40B4-BE49-F238E27FC236}">
                <a16:creationId xmlns:a16="http://schemas.microsoft.com/office/drawing/2014/main" id="{0CD04385-CC0A-AD4F-A272-DAED82232C18}"/>
              </a:ext>
            </a:extLst>
          </p:cNvPr>
          <p:cNvGrpSpPr>
            <a:grpSpLocks/>
          </p:cNvGrpSpPr>
          <p:nvPr/>
        </p:nvGrpSpPr>
        <p:grpSpPr bwMode="auto">
          <a:xfrm>
            <a:off x="10076248" y="5129706"/>
            <a:ext cx="214974" cy="403920"/>
            <a:chOff x="4140" y="429"/>
            <a:chExt cx="1425" cy="2396"/>
          </a:xfrm>
        </p:grpSpPr>
        <p:sp>
          <p:nvSpPr>
            <p:cNvPr id="425" name="Freeform 951">
              <a:extLst>
                <a:ext uri="{FF2B5EF4-FFF2-40B4-BE49-F238E27FC236}">
                  <a16:creationId xmlns:a16="http://schemas.microsoft.com/office/drawing/2014/main" id="{FE96A2FA-F87C-C540-B03C-04FDC45ECA5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26" name="Rectangle 952">
              <a:extLst>
                <a:ext uri="{FF2B5EF4-FFF2-40B4-BE49-F238E27FC236}">
                  <a16:creationId xmlns:a16="http://schemas.microsoft.com/office/drawing/2014/main" id="{90EBC098-1E29-C045-B622-D8C3CEAFBF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427" name="Freeform 953">
              <a:extLst>
                <a:ext uri="{FF2B5EF4-FFF2-40B4-BE49-F238E27FC236}">
                  <a16:creationId xmlns:a16="http://schemas.microsoft.com/office/drawing/2014/main" id="{E706D605-E639-B347-BDB9-90E15742A9B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28" name="Freeform 954">
              <a:extLst>
                <a:ext uri="{FF2B5EF4-FFF2-40B4-BE49-F238E27FC236}">
                  <a16:creationId xmlns:a16="http://schemas.microsoft.com/office/drawing/2014/main" id="{6F580A31-840F-044C-B64F-E36B1F7C90A0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29" name="Rectangle 955">
              <a:extLst>
                <a:ext uri="{FF2B5EF4-FFF2-40B4-BE49-F238E27FC236}">
                  <a16:creationId xmlns:a16="http://schemas.microsoft.com/office/drawing/2014/main" id="{70BBB359-B08E-104F-AA2E-1981815597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430" name="Group 956">
              <a:extLst>
                <a:ext uri="{FF2B5EF4-FFF2-40B4-BE49-F238E27FC236}">
                  <a16:creationId xmlns:a16="http://schemas.microsoft.com/office/drawing/2014/main" id="{4A301782-0364-8842-A0CF-4131092EBF1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455" name="AutoShape 957">
                <a:extLst>
                  <a:ext uri="{FF2B5EF4-FFF2-40B4-BE49-F238E27FC236}">
                    <a16:creationId xmlns:a16="http://schemas.microsoft.com/office/drawing/2014/main" id="{F360B4DE-6278-2944-81FB-7D667CF001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456" name="AutoShape 958">
                <a:extLst>
                  <a:ext uri="{FF2B5EF4-FFF2-40B4-BE49-F238E27FC236}">
                    <a16:creationId xmlns:a16="http://schemas.microsoft.com/office/drawing/2014/main" id="{0AEDDBBD-7452-DD49-8989-332C8A0C96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431" name="Rectangle 959">
              <a:extLst>
                <a:ext uri="{FF2B5EF4-FFF2-40B4-BE49-F238E27FC236}">
                  <a16:creationId xmlns:a16="http://schemas.microsoft.com/office/drawing/2014/main" id="{A2E11B06-7085-7C4E-8774-3106FEBBD6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432" name="Group 960">
              <a:extLst>
                <a:ext uri="{FF2B5EF4-FFF2-40B4-BE49-F238E27FC236}">
                  <a16:creationId xmlns:a16="http://schemas.microsoft.com/office/drawing/2014/main" id="{81ECCBAC-4FA0-1946-8149-C5B75FB8BC8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453" name="AutoShape 961">
                <a:extLst>
                  <a:ext uri="{FF2B5EF4-FFF2-40B4-BE49-F238E27FC236}">
                    <a16:creationId xmlns:a16="http://schemas.microsoft.com/office/drawing/2014/main" id="{ABD69479-4D63-CE4F-B317-778A5AB5FD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454" name="AutoShape 962">
                <a:extLst>
                  <a:ext uri="{FF2B5EF4-FFF2-40B4-BE49-F238E27FC236}">
                    <a16:creationId xmlns:a16="http://schemas.microsoft.com/office/drawing/2014/main" id="{1DCF8128-7E5B-3749-916E-F3D6506A09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433" name="Rectangle 963">
              <a:extLst>
                <a:ext uri="{FF2B5EF4-FFF2-40B4-BE49-F238E27FC236}">
                  <a16:creationId xmlns:a16="http://schemas.microsoft.com/office/drawing/2014/main" id="{C56FF00F-1A4E-F449-902D-4AE714B964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434" name="Rectangle 964">
              <a:extLst>
                <a:ext uri="{FF2B5EF4-FFF2-40B4-BE49-F238E27FC236}">
                  <a16:creationId xmlns:a16="http://schemas.microsoft.com/office/drawing/2014/main" id="{62C83B26-71F4-5342-BEB3-3213440919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435" name="Group 965">
              <a:extLst>
                <a:ext uri="{FF2B5EF4-FFF2-40B4-BE49-F238E27FC236}">
                  <a16:creationId xmlns:a16="http://schemas.microsoft.com/office/drawing/2014/main" id="{CE265763-8900-624C-AF24-B2E5D56A653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451" name="AutoShape 966">
                <a:extLst>
                  <a:ext uri="{FF2B5EF4-FFF2-40B4-BE49-F238E27FC236}">
                    <a16:creationId xmlns:a16="http://schemas.microsoft.com/office/drawing/2014/main" id="{ABEC4C86-7C8B-4943-B487-4DB393189A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452" name="AutoShape 967">
                <a:extLst>
                  <a:ext uri="{FF2B5EF4-FFF2-40B4-BE49-F238E27FC236}">
                    <a16:creationId xmlns:a16="http://schemas.microsoft.com/office/drawing/2014/main" id="{78EB5B7C-20E1-ED4D-8C0D-850A79CB24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436" name="Freeform 968">
              <a:extLst>
                <a:ext uri="{FF2B5EF4-FFF2-40B4-BE49-F238E27FC236}">
                  <a16:creationId xmlns:a16="http://schemas.microsoft.com/office/drawing/2014/main" id="{368674BE-3325-A94B-81BB-778F18DEB9F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437" name="Group 969">
              <a:extLst>
                <a:ext uri="{FF2B5EF4-FFF2-40B4-BE49-F238E27FC236}">
                  <a16:creationId xmlns:a16="http://schemas.microsoft.com/office/drawing/2014/main" id="{6FED7E22-4916-EF46-A0A7-B64DF9E881D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449" name="AutoShape 970">
                <a:extLst>
                  <a:ext uri="{FF2B5EF4-FFF2-40B4-BE49-F238E27FC236}">
                    <a16:creationId xmlns:a16="http://schemas.microsoft.com/office/drawing/2014/main" id="{74CDCA80-D418-3148-BC55-51E4899D4C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450" name="AutoShape 971">
                <a:extLst>
                  <a:ext uri="{FF2B5EF4-FFF2-40B4-BE49-F238E27FC236}">
                    <a16:creationId xmlns:a16="http://schemas.microsoft.com/office/drawing/2014/main" id="{8FD3C783-4FA4-AC40-AB3B-3866A93D61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438" name="Rectangle 972">
              <a:extLst>
                <a:ext uri="{FF2B5EF4-FFF2-40B4-BE49-F238E27FC236}">
                  <a16:creationId xmlns:a16="http://schemas.microsoft.com/office/drawing/2014/main" id="{E9DD616E-C632-3C45-855B-E4577EADDB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439" name="Freeform 973">
              <a:extLst>
                <a:ext uri="{FF2B5EF4-FFF2-40B4-BE49-F238E27FC236}">
                  <a16:creationId xmlns:a16="http://schemas.microsoft.com/office/drawing/2014/main" id="{0CE1791D-2F0D-1349-ACF7-5365E4B5DE0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40" name="Freeform 974">
              <a:extLst>
                <a:ext uri="{FF2B5EF4-FFF2-40B4-BE49-F238E27FC236}">
                  <a16:creationId xmlns:a16="http://schemas.microsoft.com/office/drawing/2014/main" id="{E3A13E73-03B9-F54D-B31C-A6E48AFF90A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41" name="Oval 975">
              <a:extLst>
                <a:ext uri="{FF2B5EF4-FFF2-40B4-BE49-F238E27FC236}">
                  <a16:creationId xmlns:a16="http://schemas.microsoft.com/office/drawing/2014/main" id="{2A75A4F5-615F-EB46-89FC-38E2211C44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442" name="Freeform 976">
              <a:extLst>
                <a:ext uri="{FF2B5EF4-FFF2-40B4-BE49-F238E27FC236}">
                  <a16:creationId xmlns:a16="http://schemas.microsoft.com/office/drawing/2014/main" id="{A6EB25B5-85F4-894D-BBC4-0185118E6AC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43" name="AutoShape 977">
              <a:extLst>
                <a:ext uri="{FF2B5EF4-FFF2-40B4-BE49-F238E27FC236}">
                  <a16:creationId xmlns:a16="http://schemas.microsoft.com/office/drawing/2014/main" id="{4CA2AC83-5323-2B4B-88F2-AAA45AFB21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444" name="AutoShape 978">
              <a:extLst>
                <a:ext uri="{FF2B5EF4-FFF2-40B4-BE49-F238E27FC236}">
                  <a16:creationId xmlns:a16="http://schemas.microsoft.com/office/drawing/2014/main" id="{0025D972-B3E1-8E43-801B-4E3E67EB17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445" name="Oval 979">
              <a:extLst>
                <a:ext uri="{FF2B5EF4-FFF2-40B4-BE49-F238E27FC236}">
                  <a16:creationId xmlns:a16="http://schemas.microsoft.com/office/drawing/2014/main" id="{545EC445-5888-3741-B9F1-47936A12B9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446" name="Oval 980">
              <a:extLst>
                <a:ext uri="{FF2B5EF4-FFF2-40B4-BE49-F238E27FC236}">
                  <a16:creationId xmlns:a16="http://schemas.microsoft.com/office/drawing/2014/main" id="{9B82F04E-BCFC-FB44-9636-45214AACC0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447" name="Oval 981">
              <a:extLst>
                <a:ext uri="{FF2B5EF4-FFF2-40B4-BE49-F238E27FC236}">
                  <a16:creationId xmlns:a16="http://schemas.microsoft.com/office/drawing/2014/main" id="{BB87FE73-AC88-5F4C-84A7-A1E5F1A790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448" name="Rectangle 982">
              <a:extLst>
                <a:ext uri="{FF2B5EF4-FFF2-40B4-BE49-F238E27FC236}">
                  <a16:creationId xmlns:a16="http://schemas.microsoft.com/office/drawing/2014/main" id="{78337DB0-E31B-0644-9C8C-86EA280512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grpSp>
        <p:nvGrpSpPr>
          <p:cNvPr id="457" name="Group 456">
            <a:extLst>
              <a:ext uri="{FF2B5EF4-FFF2-40B4-BE49-F238E27FC236}">
                <a16:creationId xmlns:a16="http://schemas.microsoft.com/office/drawing/2014/main" id="{BC230DA3-959C-4247-950A-6A5F64F4E6AE}"/>
              </a:ext>
            </a:extLst>
          </p:cNvPr>
          <p:cNvGrpSpPr/>
          <p:nvPr/>
        </p:nvGrpSpPr>
        <p:grpSpPr>
          <a:xfrm>
            <a:off x="9172528" y="3469930"/>
            <a:ext cx="367224" cy="240304"/>
            <a:chOff x="7493876" y="2774731"/>
            <a:chExt cx="1481958" cy="894622"/>
          </a:xfrm>
        </p:grpSpPr>
        <p:sp>
          <p:nvSpPr>
            <p:cNvPr id="458" name="Freeform 457">
              <a:extLst>
                <a:ext uri="{FF2B5EF4-FFF2-40B4-BE49-F238E27FC236}">
                  <a16:creationId xmlns:a16="http://schemas.microsoft.com/office/drawing/2014/main" id="{5293AB70-A538-324C-8957-2E62A591F1B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459" name="Oval 458">
              <a:extLst>
                <a:ext uri="{FF2B5EF4-FFF2-40B4-BE49-F238E27FC236}">
                  <a16:creationId xmlns:a16="http://schemas.microsoft.com/office/drawing/2014/main" id="{A2B20364-B820-F04C-85BC-3C2F7389269B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460" name="Group 459">
              <a:extLst>
                <a:ext uri="{FF2B5EF4-FFF2-40B4-BE49-F238E27FC236}">
                  <a16:creationId xmlns:a16="http://schemas.microsoft.com/office/drawing/2014/main" id="{25A775AF-4F8C-A140-9E95-86BE6310501B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461" name="Freeform 460">
                <a:extLst>
                  <a:ext uri="{FF2B5EF4-FFF2-40B4-BE49-F238E27FC236}">
                    <a16:creationId xmlns:a16="http://schemas.microsoft.com/office/drawing/2014/main" id="{BF2FA154-0942-5C47-A936-59C962F3DAF0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62" name="Freeform 461">
                <a:extLst>
                  <a:ext uri="{FF2B5EF4-FFF2-40B4-BE49-F238E27FC236}">
                    <a16:creationId xmlns:a16="http://schemas.microsoft.com/office/drawing/2014/main" id="{FBAC50C9-1200-0648-A3C6-5F763C5A4FB5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63" name="Freeform 462">
                <a:extLst>
                  <a:ext uri="{FF2B5EF4-FFF2-40B4-BE49-F238E27FC236}">
                    <a16:creationId xmlns:a16="http://schemas.microsoft.com/office/drawing/2014/main" id="{41DD7A34-E22A-2B4D-A867-B0F63420CD93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64" name="Freeform 463">
                <a:extLst>
                  <a:ext uri="{FF2B5EF4-FFF2-40B4-BE49-F238E27FC236}">
                    <a16:creationId xmlns:a16="http://schemas.microsoft.com/office/drawing/2014/main" id="{14349D26-2DED-D04F-BD82-82B9BDEAF0B3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465" name="Group 464">
            <a:extLst>
              <a:ext uri="{FF2B5EF4-FFF2-40B4-BE49-F238E27FC236}">
                <a16:creationId xmlns:a16="http://schemas.microsoft.com/office/drawing/2014/main" id="{7E19BC35-E82D-1F47-A1DB-336D2DD326C1}"/>
              </a:ext>
            </a:extLst>
          </p:cNvPr>
          <p:cNvGrpSpPr/>
          <p:nvPr/>
        </p:nvGrpSpPr>
        <p:grpSpPr>
          <a:xfrm>
            <a:off x="9675294" y="3513069"/>
            <a:ext cx="367224" cy="240304"/>
            <a:chOff x="7493876" y="2774731"/>
            <a:chExt cx="1481958" cy="894622"/>
          </a:xfrm>
        </p:grpSpPr>
        <p:sp>
          <p:nvSpPr>
            <p:cNvPr id="466" name="Freeform 465">
              <a:extLst>
                <a:ext uri="{FF2B5EF4-FFF2-40B4-BE49-F238E27FC236}">
                  <a16:creationId xmlns:a16="http://schemas.microsoft.com/office/drawing/2014/main" id="{BD2EC79B-E277-0C43-A0CC-99D0A6370414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467" name="Oval 466">
              <a:extLst>
                <a:ext uri="{FF2B5EF4-FFF2-40B4-BE49-F238E27FC236}">
                  <a16:creationId xmlns:a16="http://schemas.microsoft.com/office/drawing/2014/main" id="{FB4676E3-85E4-494D-9C63-7C042801A694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468" name="Group 467">
              <a:extLst>
                <a:ext uri="{FF2B5EF4-FFF2-40B4-BE49-F238E27FC236}">
                  <a16:creationId xmlns:a16="http://schemas.microsoft.com/office/drawing/2014/main" id="{77F513B8-ECD9-B043-8F16-8229B9F5F43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469" name="Freeform 468">
                <a:extLst>
                  <a:ext uri="{FF2B5EF4-FFF2-40B4-BE49-F238E27FC236}">
                    <a16:creationId xmlns:a16="http://schemas.microsoft.com/office/drawing/2014/main" id="{52250DF6-38FD-864F-A2FE-5424D2FC490C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70" name="Freeform 469">
                <a:extLst>
                  <a:ext uri="{FF2B5EF4-FFF2-40B4-BE49-F238E27FC236}">
                    <a16:creationId xmlns:a16="http://schemas.microsoft.com/office/drawing/2014/main" id="{4B115E90-C5FE-AE4D-BDDA-FFFA2E950562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71" name="Freeform 470">
                <a:extLst>
                  <a:ext uri="{FF2B5EF4-FFF2-40B4-BE49-F238E27FC236}">
                    <a16:creationId xmlns:a16="http://schemas.microsoft.com/office/drawing/2014/main" id="{58A14C43-AAD0-3641-9524-580D47A433C3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72" name="Freeform 471">
                <a:extLst>
                  <a:ext uri="{FF2B5EF4-FFF2-40B4-BE49-F238E27FC236}">
                    <a16:creationId xmlns:a16="http://schemas.microsoft.com/office/drawing/2014/main" id="{0C9C824B-99FE-6D4F-9E2B-EC968FE82FB5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473" name="Group 472">
            <a:extLst>
              <a:ext uri="{FF2B5EF4-FFF2-40B4-BE49-F238E27FC236}">
                <a16:creationId xmlns:a16="http://schemas.microsoft.com/office/drawing/2014/main" id="{0D3E3902-FB2D-6F40-94C2-2AED35903987}"/>
              </a:ext>
            </a:extLst>
          </p:cNvPr>
          <p:cNvGrpSpPr/>
          <p:nvPr/>
        </p:nvGrpSpPr>
        <p:grpSpPr>
          <a:xfrm>
            <a:off x="8123810" y="3479300"/>
            <a:ext cx="354986" cy="175668"/>
            <a:chOff x="7493876" y="2774731"/>
            <a:chExt cx="1481958" cy="894622"/>
          </a:xfrm>
        </p:grpSpPr>
        <p:sp>
          <p:nvSpPr>
            <p:cNvPr id="474" name="Freeform 473">
              <a:extLst>
                <a:ext uri="{FF2B5EF4-FFF2-40B4-BE49-F238E27FC236}">
                  <a16:creationId xmlns:a16="http://schemas.microsoft.com/office/drawing/2014/main" id="{0A61814A-2DB0-7740-8962-D1A3BDCF7441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475" name="Oval 474">
              <a:extLst>
                <a:ext uri="{FF2B5EF4-FFF2-40B4-BE49-F238E27FC236}">
                  <a16:creationId xmlns:a16="http://schemas.microsoft.com/office/drawing/2014/main" id="{4B39CE62-10C5-A448-9200-E6A96348EBCF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476" name="Group 475">
              <a:extLst>
                <a:ext uri="{FF2B5EF4-FFF2-40B4-BE49-F238E27FC236}">
                  <a16:creationId xmlns:a16="http://schemas.microsoft.com/office/drawing/2014/main" id="{FA86DD34-5A0D-CC49-9673-90D9CA095BE5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477" name="Freeform 476">
                <a:extLst>
                  <a:ext uri="{FF2B5EF4-FFF2-40B4-BE49-F238E27FC236}">
                    <a16:creationId xmlns:a16="http://schemas.microsoft.com/office/drawing/2014/main" id="{B5DC9C2D-C53B-D14F-9821-A2B4B31E5108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78" name="Freeform 477">
                <a:extLst>
                  <a:ext uri="{FF2B5EF4-FFF2-40B4-BE49-F238E27FC236}">
                    <a16:creationId xmlns:a16="http://schemas.microsoft.com/office/drawing/2014/main" id="{F0A6232A-7531-B14B-B3D0-36AAC40935AD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79" name="Freeform 478">
                <a:extLst>
                  <a:ext uri="{FF2B5EF4-FFF2-40B4-BE49-F238E27FC236}">
                    <a16:creationId xmlns:a16="http://schemas.microsoft.com/office/drawing/2014/main" id="{76F848CC-CD88-5F45-8746-CADC806243FB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80" name="Freeform 479">
                <a:extLst>
                  <a:ext uri="{FF2B5EF4-FFF2-40B4-BE49-F238E27FC236}">
                    <a16:creationId xmlns:a16="http://schemas.microsoft.com/office/drawing/2014/main" id="{261EE902-8A90-624B-B8EA-E140D2583A57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481" name="Group 480">
            <a:extLst>
              <a:ext uri="{FF2B5EF4-FFF2-40B4-BE49-F238E27FC236}">
                <a16:creationId xmlns:a16="http://schemas.microsoft.com/office/drawing/2014/main" id="{66AC3898-C0FB-C142-963C-4A2806F3925C}"/>
              </a:ext>
            </a:extLst>
          </p:cNvPr>
          <p:cNvGrpSpPr/>
          <p:nvPr/>
        </p:nvGrpSpPr>
        <p:grpSpPr>
          <a:xfrm>
            <a:off x="9321633" y="4288992"/>
            <a:ext cx="393760" cy="218578"/>
            <a:chOff x="7493876" y="2774731"/>
            <a:chExt cx="1481958" cy="894622"/>
          </a:xfrm>
        </p:grpSpPr>
        <p:sp>
          <p:nvSpPr>
            <p:cNvPr id="482" name="Freeform 481">
              <a:extLst>
                <a:ext uri="{FF2B5EF4-FFF2-40B4-BE49-F238E27FC236}">
                  <a16:creationId xmlns:a16="http://schemas.microsoft.com/office/drawing/2014/main" id="{42D1DCFE-D255-4446-8EAC-474AB67857D4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483" name="Oval 482">
              <a:extLst>
                <a:ext uri="{FF2B5EF4-FFF2-40B4-BE49-F238E27FC236}">
                  <a16:creationId xmlns:a16="http://schemas.microsoft.com/office/drawing/2014/main" id="{C26498FD-F97E-6F46-BEA7-F956A37F2D6E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484" name="Group 483">
              <a:extLst>
                <a:ext uri="{FF2B5EF4-FFF2-40B4-BE49-F238E27FC236}">
                  <a16:creationId xmlns:a16="http://schemas.microsoft.com/office/drawing/2014/main" id="{4B199B5D-B0F2-F94C-AAFD-545329FAA357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485" name="Freeform 484">
                <a:extLst>
                  <a:ext uri="{FF2B5EF4-FFF2-40B4-BE49-F238E27FC236}">
                    <a16:creationId xmlns:a16="http://schemas.microsoft.com/office/drawing/2014/main" id="{0A984816-55BC-1943-8DD5-DBCE6EF51AB0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86" name="Freeform 485">
                <a:extLst>
                  <a:ext uri="{FF2B5EF4-FFF2-40B4-BE49-F238E27FC236}">
                    <a16:creationId xmlns:a16="http://schemas.microsoft.com/office/drawing/2014/main" id="{8B1D42DB-E8C1-B749-80E2-583CD1B0E4B9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87" name="Freeform 486">
                <a:extLst>
                  <a:ext uri="{FF2B5EF4-FFF2-40B4-BE49-F238E27FC236}">
                    <a16:creationId xmlns:a16="http://schemas.microsoft.com/office/drawing/2014/main" id="{CB8F94FA-C42F-BD4D-AA00-66857F0E4540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88" name="Freeform 487">
                <a:extLst>
                  <a:ext uri="{FF2B5EF4-FFF2-40B4-BE49-F238E27FC236}">
                    <a16:creationId xmlns:a16="http://schemas.microsoft.com/office/drawing/2014/main" id="{FAB6ECD2-0C1A-1046-85EC-5E3375620D14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489" name="Group 488">
            <a:extLst>
              <a:ext uri="{FF2B5EF4-FFF2-40B4-BE49-F238E27FC236}">
                <a16:creationId xmlns:a16="http://schemas.microsoft.com/office/drawing/2014/main" id="{9E25896D-D1F7-2A4E-8C08-BF5F88840367}"/>
              </a:ext>
            </a:extLst>
          </p:cNvPr>
          <p:cNvGrpSpPr/>
          <p:nvPr/>
        </p:nvGrpSpPr>
        <p:grpSpPr>
          <a:xfrm>
            <a:off x="7848738" y="2976754"/>
            <a:ext cx="3007624" cy="1690703"/>
            <a:chOff x="7774998" y="3463448"/>
            <a:chExt cx="3007624" cy="1690703"/>
          </a:xfrm>
        </p:grpSpPr>
        <p:grpSp>
          <p:nvGrpSpPr>
            <p:cNvPr id="490" name="Group 489">
              <a:extLst>
                <a:ext uri="{FF2B5EF4-FFF2-40B4-BE49-F238E27FC236}">
                  <a16:creationId xmlns:a16="http://schemas.microsoft.com/office/drawing/2014/main" id="{1B61A7BB-F744-994C-90B5-288246058DE4}"/>
                </a:ext>
              </a:extLst>
            </p:cNvPr>
            <p:cNvGrpSpPr/>
            <p:nvPr/>
          </p:nvGrpSpPr>
          <p:grpSpPr>
            <a:xfrm>
              <a:off x="7774998" y="4090572"/>
              <a:ext cx="571917" cy="577694"/>
              <a:chOff x="7774998" y="4090572"/>
              <a:chExt cx="571917" cy="577694"/>
            </a:xfrm>
          </p:grpSpPr>
          <p:sp>
            <p:nvSpPr>
              <p:cNvPr id="523" name="Freeform 917">
                <a:extLst>
                  <a:ext uri="{FF2B5EF4-FFF2-40B4-BE49-F238E27FC236}">
                    <a16:creationId xmlns:a16="http://schemas.microsoft.com/office/drawing/2014/main" id="{67AE9544-ABCE-9C49-A73B-B92D479DC854}"/>
                  </a:ext>
                </a:extLst>
              </p:cNvPr>
              <p:cNvSpPr>
                <a:spLocks/>
              </p:cNvSpPr>
              <p:nvPr/>
            </p:nvSpPr>
            <p:spPr bwMode="auto">
              <a:xfrm rot="10800000">
                <a:off x="7818844" y="4090572"/>
                <a:ext cx="487903" cy="154569"/>
              </a:xfrm>
              <a:custGeom>
                <a:avLst/>
                <a:gdLst>
                  <a:gd name="T0" fmla="*/ 0 w 192"/>
                  <a:gd name="T1" fmla="*/ 594 h 594"/>
                  <a:gd name="T2" fmla="*/ 192 w 192"/>
                  <a:gd name="T3" fmla="*/ 0 h 594"/>
                  <a:gd name="T4" fmla="*/ 192 w 192"/>
                  <a:gd name="T5" fmla="*/ 515 h 594"/>
                  <a:gd name="T6" fmla="*/ 0 w 192"/>
                  <a:gd name="T7" fmla="*/ 594 h 59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92"/>
                  <a:gd name="T13" fmla="*/ 0 h 594"/>
                  <a:gd name="T14" fmla="*/ 192 w 192"/>
                  <a:gd name="T15" fmla="*/ 594 h 594"/>
                  <a:gd name="connsiteX0" fmla="*/ 0 w 10140"/>
                  <a:gd name="connsiteY0" fmla="*/ 9728 h 9728"/>
                  <a:gd name="connsiteX1" fmla="*/ 10140 w 10140"/>
                  <a:gd name="connsiteY1" fmla="*/ 0 h 9728"/>
                  <a:gd name="connsiteX2" fmla="*/ 10140 w 10140"/>
                  <a:gd name="connsiteY2" fmla="*/ 8670 h 9728"/>
                  <a:gd name="connsiteX3" fmla="*/ 0 w 10140"/>
                  <a:gd name="connsiteY3" fmla="*/ 9728 h 9728"/>
                  <a:gd name="connsiteX0" fmla="*/ 319 w 10319"/>
                  <a:gd name="connsiteY0" fmla="*/ 10000 h 10000"/>
                  <a:gd name="connsiteX1" fmla="*/ 0 w 10319"/>
                  <a:gd name="connsiteY1" fmla="*/ 9878 h 10000"/>
                  <a:gd name="connsiteX2" fmla="*/ 10319 w 10319"/>
                  <a:gd name="connsiteY2" fmla="*/ 0 h 10000"/>
                  <a:gd name="connsiteX3" fmla="*/ 10319 w 10319"/>
                  <a:gd name="connsiteY3" fmla="*/ 8912 h 10000"/>
                  <a:gd name="connsiteX4" fmla="*/ 319 w 10319"/>
                  <a:gd name="connsiteY4" fmla="*/ 10000 h 10000"/>
                  <a:gd name="connsiteX0" fmla="*/ 2669 w 10319"/>
                  <a:gd name="connsiteY0" fmla="*/ 10279 h 10279"/>
                  <a:gd name="connsiteX1" fmla="*/ 0 w 10319"/>
                  <a:gd name="connsiteY1" fmla="*/ 9878 h 10279"/>
                  <a:gd name="connsiteX2" fmla="*/ 10319 w 10319"/>
                  <a:gd name="connsiteY2" fmla="*/ 0 h 10279"/>
                  <a:gd name="connsiteX3" fmla="*/ 10319 w 10319"/>
                  <a:gd name="connsiteY3" fmla="*/ 8912 h 10279"/>
                  <a:gd name="connsiteX4" fmla="*/ 2669 w 10319"/>
                  <a:gd name="connsiteY4" fmla="*/ 10279 h 10279"/>
                  <a:gd name="connsiteX0" fmla="*/ 3432 w 11082"/>
                  <a:gd name="connsiteY0" fmla="*/ 1685 h 1685"/>
                  <a:gd name="connsiteX1" fmla="*/ 763 w 11082"/>
                  <a:gd name="connsiteY1" fmla="*/ 1284 h 1685"/>
                  <a:gd name="connsiteX2" fmla="*/ 0 w 11082"/>
                  <a:gd name="connsiteY2" fmla="*/ 0 h 1685"/>
                  <a:gd name="connsiteX3" fmla="*/ 11082 w 11082"/>
                  <a:gd name="connsiteY3" fmla="*/ 318 h 1685"/>
                  <a:gd name="connsiteX4" fmla="*/ 3432 w 11082"/>
                  <a:gd name="connsiteY4" fmla="*/ 1685 h 1685"/>
                  <a:gd name="connsiteX0" fmla="*/ 3097 w 14245"/>
                  <a:gd name="connsiteY0" fmla="*/ 10000 h 10000"/>
                  <a:gd name="connsiteX1" fmla="*/ 689 w 14245"/>
                  <a:gd name="connsiteY1" fmla="*/ 7620 h 10000"/>
                  <a:gd name="connsiteX2" fmla="*/ 0 w 14245"/>
                  <a:gd name="connsiteY2" fmla="*/ 0 h 10000"/>
                  <a:gd name="connsiteX3" fmla="*/ 14245 w 14245"/>
                  <a:gd name="connsiteY3" fmla="*/ 633 h 10000"/>
                  <a:gd name="connsiteX4" fmla="*/ 3097 w 14245"/>
                  <a:gd name="connsiteY4" fmla="*/ 1000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245" h="10000">
                    <a:moveTo>
                      <a:pt x="3097" y="10000"/>
                    </a:moveTo>
                    <a:lnTo>
                      <a:pt x="689" y="7620"/>
                    </a:lnTo>
                    <a:cubicBezTo>
                      <a:pt x="459" y="5080"/>
                      <a:pt x="230" y="2540"/>
                      <a:pt x="0" y="0"/>
                    </a:cubicBezTo>
                    <a:lnTo>
                      <a:pt x="14245" y="633"/>
                    </a:lnTo>
                    <a:lnTo>
                      <a:pt x="3097" y="10000"/>
                    </a:lnTo>
                    <a:close/>
                  </a:path>
                </a:pathLst>
              </a:custGeom>
              <a:gradFill rotWithShape="1">
                <a:gsLst>
                  <a:gs pos="0">
                    <a:schemeClr val="bg1"/>
                  </a:gs>
                  <a:gs pos="99000">
                    <a:schemeClr val="bg1">
                      <a:lumMod val="75000"/>
                    </a:schemeClr>
                  </a:gs>
                </a:gsLst>
                <a:lin ang="0" scaled="1"/>
              </a:gradFill>
              <a:ln>
                <a:noFill/>
              </a:ln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524" name="Group 523">
                <a:extLst>
                  <a:ext uri="{FF2B5EF4-FFF2-40B4-BE49-F238E27FC236}">
                    <a16:creationId xmlns:a16="http://schemas.microsoft.com/office/drawing/2014/main" id="{FD9ADAD3-8D40-514D-8DB2-D40B73122CB1}"/>
                  </a:ext>
                </a:extLst>
              </p:cNvPr>
              <p:cNvGrpSpPr/>
              <p:nvPr/>
            </p:nvGrpSpPr>
            <p:grpSpPr>
              <a:xfrm>
                <a:off x="7774998" y="4206600"/>
                <a:ext cx="571917" cy="461666"/>
                <a:chOff x="9980560" y="726571"/>
                <a:chExt cx="659732" cy="461666"/>
              </a:xfrm>
            </p:grpSpPr>
            <p:sp>
              <p:nvSpPr>
                <p:cNvPr id="525" name="Rectangle 228">
                  <a:extLst>
                    <a:ext uri="{FF2B5EF4-FFF2-40B4-BE49-F238E27FC236}">
                      <a16:creationId xmlns:a16="http://schemas.microsoft.com/office/drawing/2014/main" id="{453FD1E4-24AF-0A42-B4B1-544CBE8B93E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040996" y="761446"/>
                  <a:ext cx="559422" cy="389036"/>
                </a:xfrm>
                <a:prstGeom prst="rect">
                  <a:avLst/>
                </a:prstGeom>
                <a:solidFill>
                  <a:schemeClr val="bg1"/>
                </a:solid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  <a:effectLst>
                  <a:outerShdw blurRad="50800" dist="38100" dir="2700000" algn="tl" rotWithShape="0">
                    <a:schemeClr val="tx1">
                      <a:lumMod val="50000"/>
                      <a:lumOff val="50000"/>
                      <a:alpha val="40000"/>
                    </a:schemeClr>
                  </a:outerShdw>
                </a:effec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526" name="Rectangle 229">
                  <a:extLst>
                    <a:ext uri="{FF2B5EF4-FFF2-40B4-BE49-F238E27FC236}">
                      <a16:creationId xmlns:a16="http://schemas.microsoft.com/office/drawing/2014/main" id="{ACF4D48D-7AFA-394B-A044-64C00BD3135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041638" y="769755"/>
                  <a:ext cx="559977" cy="130804"/>
                </a:xfrm>
                <a:prstGeom prst="rect">
                  <a:avLst/>
                </a:prstGeom>
                <a:solidFill>
                  <a:srgbClr val="CC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527" name="Text Box 230">
                  <a:extLst>
                    <a:ext uri="{FF2B5EF4-FFF2-40B4-BE49-F238E27FC236}">
                      <a16:creationId xmlns:a16="http://schemas.microsoft.com/office/drawing/2014/main" id="{F350703C-00E6-D544-8995-7B4A30E7AD1B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9980560" y="726571"/>
                  <a:ext cx="659732" cy="46166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ＭＳ Ｐゴシック" panose="020B0600070205080204" pitchFamily="34" charset="-128"/>
                      <a:cs typeface="+mn-cs"/>
                    </a:rPr>
                    <a:t>network</a:t>
                  </a:r>
                </a:p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ＭＳ Ｐゴシック" panose="020B0600070205080204" pitchFamily="34" charset="-128"/>
                      <a:cs typeface="+mn-cs"/>
                    </a:rPr>
                    <a:t>link</a:t>
                  </a:r>
                </a:p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ＭＳ Ｐゴシック" panose="020B0600070205080204" pitchFamily="34" charset="-128"/>
                      <a:cs typeface="+mn-cs"/>
                    </a:rPr>
                    <a:t>physical</a:t>
                  </a: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cxnSp>
              <p:nvCxnSpPr>
                <p:cNvPr id="528" name="Straight Connector 527">
                  <a:extLst>
                    <a:ext uri="{FF2B5EF4-FFF2-40B4-BE49-F238E27FC236}">
                      <a16:creationId xmlns:a16="http://schemas.microsoft.com/office/drawing/2014/main" id="{A4E7F05F-DB39-B246-BA17-A367DF40D51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0038335" y="895309"/>
                  <a:ext cx="558136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29" name="Straight Connector 528">
                  <a:extLst>
                    <a:ext uri="{FF2B5EF4-FFF2-40B4-BE49-F238E27FC236}">
                      <a16:creationId xmlns:a16="http://schemas.microsoft.com/office/drawing/2014/main" id="{987D26AB-AF4C-4B49-8766-91AAC5C3236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0038335" y="1018248"/>
                  <a:ext cx="558136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491" name="Group 490">
              <a:extLst>
                <a:ext uri="{FF2B5EF4-FFF2-40B4-BE49-F238E27FC236}">
                  <a16:creationId xmlns:a16="http://schemas.microsoft.com/office/drawing/2014/main" id="{7ACA2B35-418A-C24A-BBBD-95671C866478}"/>
                </a:ext>
              </a:extLst>
            </p:cNvPr>
            <p:cNvGrpSpPr/>
            <p:nvPr/>
          </p:nvGrpSpPr>
          <p:grpSpPr>
            <a:xfrm>
              <a:off x="8692628" y="3463448"/>
              <a:ext cx="571917" cy="574365"/>
              <a:chOff x="8692628" y="3463448"/>
              <a:chExt cx="571917" cy="574365"/>
            </a:xfrm>
          </p:grpSpPr>
          <p:sp>
            <p:nvSpPr>
              <p:cNvPr id="516" name="Freeform 917">
                <a:extLst>
                  <a:ext uri="{FF2B5EF4-FFF2-40B4-BE49-F238E27FC236}">
                    <a16:creationId xmlns:a16="http://schemas.microsoft.com/office/drawing/2014/main" id="{1B39E48E-11D1-2A49-BEB2-4A3DE3E52E7F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8735937" y="3883244"/>
                <a:ext cx="487903" cy="154569"/>
              </a:xfrm>
              <a:custGeom>
                <a:avLst/>
                <a:gdLst>
                  <a:gd name="T0" fmla="*/ 0 w 192"/>
                  <a:gd name="T1" fmla="*/ 594 h 594"/>
                  <a:gd name="T2" fmla="*/ 192 w 192"/>
                  <a:gd name="T3" fmla="*/ 0 h 594"/>
                  <a:gd name="T4" fmla="*/ 192 w 192"/>
                  <a:gd name="T5" fmla="*/ 515 h 594"/>
                  <a:gd name="T6" fmla="*/ 0 w 192"/>
                  <a:gd name="T7" fmla="*/ 594 h 59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92"/>
                  <a:gd name="T13" fmla="*/ 0 h 594"/>
                  <a:gd name="T14" fmla="*/ 192 w 192"/>
                  <a:gd name="T15" fmla="*/ 594 h 594"/>
                  <a:gd name="connsiteX0" fmla="*/ 0 w 10140"/>
                  <a:gd name="connsiteY0" fmla="*/ 9728 h 9728"/>
                  <a:gd name="connsiteX1" fmla="*/ 10140 w 10140"/>
                  <a:gd name="connsiteY1" fmla="*/ 0 h 9728"/>
                  <a:gd name="connsiteX2" fmla="*/ 10140 w 10140"/>
                  <a:gd name="connsiteY2" fmla="*/ 8670 h 9728"/>
                  <a:gd name="connsiteX3" fmla="*/ 0 w 10140"/>
                  <a:gd name="connsiteY3" fmla="*/ 9728 h 9728"/>
                  <a:gd name="connsiteX0" fmla="*/ 319 w 10319"/>
                  <a:gd name="connsiteY0" fmla="*/ 10000 h 10000"/>
                  <a:gd name="connsiteX1" fmla="*/ 0 w 10319"/>
                  <a:gd name="connsiteY1" fmla="*/ 9878 h 10000"/>
                  <a:gd name="connsiteX2" fmla="*/ 10319 w 10319"/>
                  <a:gd name="connsiteY2" fmla="*/ 0 h 10000"/>
                  <a:gd name="connsiteX3" fmla="*/ 10319 w 10319"/>
                  <a:gd name="connsiteY3" fmla="*/ 8912 h 10000"/>
                  <a:gd name="connsiteX4" fmla="*/ 319 w 10319"/>
                  <a:gd name="connsiteY4" fmla="*/ 10000 h 10000"/>
                  <a:gd name="connsiteX0" fmla="*/ 2669 w 10319"/>
                  <a:gd name="connsiteY0" fmla="*/ 10279 h 10279"/>
                  <a:gd name="connsiteX1" fmla="*/ 0 w 10319"/>
                  <a:gd name="connsiteY1" fmla="*/ 9878 h 10279"/>
                  <a:gd name="connsiteX2" fmla="*/ 10319 w 10319"/>
                  <a:gd name="connsiteY2" fmla="*/ 0 h 10279"/>
                  <a:gd name="connsiteX3" fmla="*/ 10319 w 10319"/>
                  <a:gd name="connsiteY3" fmla="*/ 8912 h 10279"/>
                  <a:gd name="connsiteX4" fmla="*/ 2669 w 10319"/>
                  <a:gd name="connsiteY4" fmla="*/ 10279 h 10279"/>
                  <a:gd name="connsiteX0" fmla="*/ 3432 w 11082"/>
                  <a:gd name="connsiteY0" fmla="*/ 1685 h 1685"/>
                  <a:gd name="connsiteX1" fmla="*/ 763 w 11082"/>
                  <a:gd name="connsiteY1" fmla="*/ 1284 h 1685"/>
                  <a:gd name="connsiteX2" fmla="*/ 0 w 11082"/>
                  <a:gd name="connsiteY2" fmla="*/ 0 h 1685"/>
                  <a:gd name="connsiteX3" fmla="*/ 11082 w 11082"/>
                  <a:gd name="connsiteY3" fmla="*/ 318 h 1685"/>
                  <a:gd name="connsiteX4" fmla="*/ 3432 w 11082"/>
                  <a:gd name="connsiteY4" fmla="*/ 1685 h 1685"/>
                  <a:gd name="connsiteX0" fmla="*/ 3097 w 14245"/>
                  <a:gd name="connsiteY0" fmla="*/ 10000 h 10000"/>
                  <a:gd name="connsiteX1" fmla="*/ 689 w 14245"/>
                  <a:gd name="connsiteY1" fmla="*/ 7620 h 10000"/>
                  <a:gd name="connsiteX2" fmla="*/ 0 w 14245"/>
                  <a:gd name="connsiteY2" fmla="*/ 0 h 10000"/>
                  <a:gd name="connsiteX3" fmla="*/ 14245 w 14245"/>
                  <a:gd name="connsiteY3" fmla="*/ 633 h 10000"/>
                  <a:gd name="connsiteX4" fmla="*/ 3097 w 14245"/>
                  <a:gd name="connsiteY4" fmla="*/ 1000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245" h="10000">
                    <a:moveTo>
                      <a:pt x="3097" y="10000"/>
                    </a:moveTo>
                    <a:lnTo>
                      <a:pt x="689" y="7620"/>
                    </a:lnTo>
                    <a:cubicBezTo>
                      <a:pt x="459" y="5080"/>
                      <a:pt x="230" y="2540"/>
                      <a:pt x="0" y="0"/>
                    </a:cubicBezTo>
                    <a:lnTo>
                      <a:pt x="14245" y="633"/>
                    </a:lnTo>
                    <a:lnTo>
                      <a:pt x="3097" y="10000"/>
                    </a:lnTo>
                    <a:close/>
                  </a:path>
                </a:pathLst>
              </a:custGeom>
              <a:gradFill rotWithShape="1">
                <a:gsLst>
                  <a:gs pos="0">
                    <a:schemeClr val="bg1"/>
                  </a:gs>
                  <a:gs pos="99000">
                    <a:schemeClr val="bg1">
                      <a:lumMod val="75000"/>
                    </a:schemeClr>
                  </a:gs>
                </a:gsLst>
                <a:lin ang="0" scaled="1"/>
              </a:gradFill>
              <a:ln>
                <a:noFill/>
              </a:ln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517" name="Group 516">
                <a:extLst>
                  <a:ext uri="{FF2B5EF4-FFF2-40B4-BE49-F238E27FC236}">
                    <a16:creationId xmlns:a16="http://schemas.microsoft.com/office/drawing/2014/main" id="{F43CF6AB-41BF-A04B-8264-3F204E68E6FB}"/>
                  </a:ext>
                </a:extLst>
              </p:cNvPr>
              <p:cNvGrpSpPr/>
              <p:nvPr/>
            </p:nvGrpSpPr>
            <p:grpSpPr>
              <a:xfrm>
                <a:off x="8692628" y="3463448"/>
                <a:ext cx="571917" cy="461666"/>
                <a:chOff x="9980560" y="726571"/>
                <a:chExt cx="659732" cy="461666"/>
              </a:xfrm>
            </p:grpSpPr>
            <p:sp>
              <p:nvSpPr>
                <p:cNvPr id="518" name="Rectangle 228">
                  <a:extLst>
                    <a:ext uri="{FF2B5EF4-FFF2-40B4-BE49-F238E27FC236}">
                      <a16:creationId xmlns:a16="http://schemas.microsoft.com/office/drawing/2014/main" id="{DCF5B501-314A-3D4C-90A1-E45107AEFB7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040996" y="761446"/>
                  <a:ext cx="559422" cy="389036"/>
                </a:xfrm>
                <a:prstGeom prst="rect">
                  <a:avLst/>
                </a:prstGeom>
                <a:solidFill>
                  <a:schemeClr val="bg1"/>
                </a:solid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  <a:effectLst>
                  <a:outerShdw blurRad="50800" dist="38100" dir="2700000" algn="tl" rotWithShape="0">
                    <a:schemeClr val="tx1">
                      <a:lumMod val="50000"/>
                      <a:lumOff val="50000"/>
                      <a:alpha val="40000"/>
                    </a:schemeClr>
                  </a:outerShdw>
                </a:effec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519" name="Rectangle 229">
                  <a:extLst>
                    <a:ext uri="{FF2B5EF4-FFF2-40B4-BE49-F238E27FC236}">
                      <a16:creationId xmlns:a16="http://schemas.microsoft.com/office/drawing/2014/main" id="{8A760FE8-2AF8-D047-B448-6D14997CB6F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041638" y="769755"/>
                  <a:ext cx="559977" cy="130804"/>
                </a:xfrm>
                <a:prstGeom prst="rect">
                  <a:avLst/>
                </a:prstGeom>
                <a:solidFill>
                  <a:srgbClr val="CC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520" name="Text Box 230">
                  <a:extLst>
                    <a:ext uri="{FF2B5EF4-FFF2-40B4-BE49-F238E27FC236}">
                      <a16:creationId xmlns:a16="http://schemas.microsoft.com/office/drawing/2014/main" id="{81AD7D48-5DBF-B140-BBAC-EF36A1DCADE4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9980560" y="726571"/>
                  <a:ext cx="659732" cy="46166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ＭＳ Ｐゴシック" panose="020B0600070205080204" pitchFamily="34" charset="-128"/>
                      <a:cs typeface="+mn-cs"/>
                    </a:rPr>
                    <a:t>network</a:t>
                  </a:r>
                </a:p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ＭＳ Ｐゴシック" panose="020B0600070205080204" pitchFamily="34" charset="-128"/>
                      <a:cs typeface="+mn-cs"/>
                    </a:rPr>
                    <a:t>link</a:t>
                  </a:r>
                </a:p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ＭＳ Ｐゴシック" panose="020B0600070205080204" pitchFamily="34" charset="-128"/>
                      <a:cs typeface="+mn-cs"/>
                    </a:rPr>
                    <a:t>physical</a:t>
                  </a: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cxnSp>
              <p:nvCxnSpPr>
                <p:cNvPr id="521" name="Straight Connector 520">
                  <a:extLst>
                    <a:ext uri="{FF2B5EF4-FFF2-40B4-BE49-F238E27FC236}">
                      <a16:creationId xmlns:a16="http://schemas.microsoft.com/office/drawing/2014/main" id="{10225287-A970-334C-96E6-BB42F39A311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0038335" y="895309"/>
                  <a:ext cx="558136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22" name="Straight Connector 521">
                  <a:extLst>
                    <a:ext uri="{FF2B5EF4-FFF2-40B4-BE49-F238E27FC236}">
                      <a16:creationId xmlns:a16="http://schemas.microsoft.com/office/drawing/2014/main" id="{585D3D77-62B9-C346-9D1A-8A3555BAADA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0038335" y="1018248"/>
                  <a:ext cx="558136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492" name="Group 491">
              <a:extLst>
                <a:ext uri="{FF2B5EF4-FFF2-40B4-BE49-F238E27FC236}">
                  <a16:creationId xmlns:a16="http://schemas.microsoft.com/office/drawing/2014/main" id="{99C7DE0F-016E-FE40-A619-F6309459B199}"/>
                </a:ext>
              </a:extLst>
            </p:cNvPr>
            <p:cNvGrpSpPr/>
            <p:nvPr/>
          </p:nvGrpSpPr>
          <p:grpSpPr>
            <a:xfrm>
              <a:off x="9846130" y="3502221"/>
              <a:ext cx="571917" cy="607211"/>
              <a:chOff x="9846130" y="3502221"/>
              <a:chExt cx="571917" cy="607211"/>
            </a:xfrm>
          </p:grpSpPr>
          <p:sp>
            <p:nvSpPr>
              <p:cNvPr id="509" name="Freeform 917">
                <a:extLst>
                  <a:ext uri="{FF2B5EF4-FFF2-40B4-BE49-F238E27FC236}">
                    <a16:creationId xmlns:a16="http://schemas.microsoft.com/office/drawing/2014/main" id="{F61365F4-AF8A-7946-BAE2-C24405A00F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04716" y="3925785"/>
                <a:ext cx="466702" cy="183647"/>
              </a:xfrm>
              <a:custGeom>
                <a:avLst/>
                <a:gdLst>
                  <a:gd name="T0" fmla="*/ 0 w 192"/>
                  <a:gd name="T1" fmla="*/ 594 h 594"/>
                  <a:gd name="T2" fmla="*/ 192 w 192"/>
                  <a:gd name="T3" fmla="*/ 0 h 594"/>
                  <a:gd name="T4" fmla="*/ 192 w 192"/>
                  <a:gd name="T5" fmla="*/ 515 h 594"/>
                  <a:gd name="T6" fmla="*/ 0 w 192"/>
                  <a:gd name="T7" fmla="*/ 594 h 59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92"/>
                  <a:gd name="T13" fmla="*/ 0 h 594"/>
                  <a:gd name="T14" fmla="*/ 192 w 192"/>
                  <a:gd name="T15" fmla="*/ 594 h 594"/>
                  <a:gd name="connsiteX0" fmla="*/ 0 w 10140"/>
                  <a:gd name="connsiteY0" fmla="*/ 9728 h 9728"/>
                  <a:gd name="connsiteX1" fmla="*/ 10140 w 10140"/>
                  <a:gd name="connsiteY1" fmla="*/ 0 h 9728"/>
                  <a:gd name="connsiteX2" fmla="*/ 10140 w 10140"/>
                  <a:gd name="connsiteY2" fmla="*/ 8670 h 9728"/>
                  <a:gd name="connsiteX3" fmla="*/ 0 w 10140"/>
                  <a:gd name="connsiteY3" fmla="*/ 9728 h 9728"/>
                  <a:gd name="connsiteX0" fmla="*/ 319 w 10319"/>
                  <a:gd name="connsiteY0" fmla="*/ 10000 h 10000"/>
                  <a:gd name="connsiteX1" fmla="*/ 0 w 10319"/>
                  <a:gd name="connsiteY1" fmla="*/ 9878 h 10000"/>
                  <a:gd name="connsiteX2" fmla="*/ 10319 w 10319"/>
                  <a:gd name="connsiteY2" fmla="*/ 0 h 10000"/>
                  <a:gd name="connsiteX3" fmla="*/ 10319 w 10319"/>
                  <a:gd name="connsiteY3" fmla="*/ 8912 h 10000"/>
                  <a:gd name="connsiteX4" fmla="*/ 319 w 10319"/>
                  <a:gd name="connsiteY4" fmla="*/ 10000 h 10000"/>
                  <a:gd name="connsiteX0" fmla="*/ 2669 w 10319"/>
                  <a:gd name="connsiteY0" fmla="*/ 10279 h 10279"/>
                  <a:gd name="connsiteX1" fmla="*/ 0 w 10319"/>
                  <a:gd name="connsiteY1" fmla="*/ 9878 h 10279"/>
                  <a:gd name="connsiteX2" fmla="*/ 10319 w 10319"/>
                  <a:gd name="connsiteY2" fmla="*/ 0 h 10279"/>
                  <a:gd name="connsiteX3" fmla="*/ 10319 w 10319"/>
                  <a:gd name="connsiteY3" fmla="*/ 8912 h 10279"/>
                  <a:gd name="connsiteX4" fmla="*/ 2669 w 10319"/>
                  <a:gd name="connsiteY4" fmla="*/ 10279 h 10279"/>
                  <a:gd name="connsiteX0" fmla="*/ 3432 w 11082"/>
                  <a:gd name="connsiteY0" fmla="*/ 1685 h 1685"/>
                  <a:gd name="connsiteX1" fmla="*/ 763 w 11082"/>
                  <a:gd name="connsiteY1" fmla="*/ 1284 h 1685"/>
                  <a:gd name="connsiteX2" fmla="*/ 0 w 11082"/>
                  <a:gd name="connsiteY2" fmla="*/ 0 h 1685"/>
                  <a:gd name="connsiteX3" fmla="*/ 11082 w 11082"/>
                  <a:gd name="connsiteY3" fmla="*/ 318 h 1685"/>
                  <a:gd name="connsiteX4" fmla="*/ 3432 w 11082"/>
                  <a:gd name="connsiteY4" fmla="*/ 1685 h 1685"/>
                  <a:gd name="connsiteX0" fmla="*/ 3097 w 14245"/>
                  <a:gd name="connsiteY0" fmla="*/ 10000 h 10000"/>
                  <a:gd name="connsiteX1" fmla="*/ 689 w 14245"/>
                  <a:gd name="connsiteY1" fmla="*/ 7620 h 10000"/>
                  <a:gd name="connsiteX2" fmla="*/ 0 w 14245"/>
                  <a:gd name="connsiteY2" fmla="*/ 0 h 10000"/>
                  <a:gd name="connsiteX3" fmla="*/ 14245 w 14245"/>
                  <a:gd name="connsiteY3" fmla="*/ 633 h 10000"/>
                  <a:gd name="connsiteX4" fmla="*/ 3097 w 14245"/>
                  <a:gd name="connsiteY4" fmla="*/ 10000 h 10000"/>
                  <a:gd name="connsiteX0" fmla="*/ 2478 w 13626"/>
                  <a:gd name="connsiteY0" fmla="*/ 9373 h 9373"/>
                  <a:gd name="connsiteX1" fmla="*/ 70 w 13626"/>
                  <a:gd name="connsiteY1" fmla="*/ 6993 h 9373"/>
                  <a:gd name="connsiteX2" fmla="*/ 41 w 13626"/>
                  <a:gd name="connsiteY2" fmla="*/ 0 h 9373"/>
                  <a:gd name="connsiteX3" fmla="*/ 13626 w 13626"/>
                  <a:gd name="connsiteY3" fmla="*/ 6 h 9373"/>
                  <a:gd name="connsiteX4" fmla="*/ 2478 w 13626"/>
                  <a:gd name="connsiteY4" fmla="*/ 9373 h 9373"/>
                  <a:gd name="connsiteX0" fmla="*/ 1334 w 10000"/>
                  <a:gd name="connsiteY0" fmla="*/ 12676 h 12676"/>
                  <a:gd name="connsiteX1" fmla="*/ 51 w 10000"/>
                  <a:gd name="connsiteY1" fmla="*/ 7461 h 12676"/>
                  <a:gd name="connsiteX2" fmla="*/ 30 w 10000"/>
                  <a:gd name="connsiteY2" fmla="*/ 0 h 12676"/>
                  <a:gd name="connsiteX3" fmla="*/ 10000 w 10000"/>
                  <a:gd name="connsiteY3" fmla="*/ 6 h 12676"/>
                  <a:gd name="connsiteX4" fmla="*/ 1334 w 10000"/>
                  <a:gd name="connsiteY4" fmla="*/ 12676 h 126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000" h="12676">
                    <a:moveTo>
                      <a:pt x="1334" y="12676"/>
                    </a:moveTo>
                    <a:lnTo>
                      <a:pt x="51" y="7461"/>
                    </a:lnTo>
                    <a:cubicBezTo>
                      <a:pt x="-117" y="4751"/>
                      <a:pt x="199" y="2710"/>
                      <a:pt x="30" y="0"/>
                    </a:cubicBezTo>
                    <a:lnTo>
                      <a:pt x="10000" y="6"/>
                    </a:lnTo>
                    <a:lnTo>
                      <a:pt x="1334" y="12676"/>
                    </a:lnTo>
                    <a:close/>
                  </a:path>
                </a:pathLst>
              </a:custGeom>
              <a:gradFill rotWithShape="1">
                <a:gsLst>
                  <a:gs pos="0">
                    <a:schemeClr val="bg1"/>
                  </a:gs>
                  <a:gs pos="99000">
                    <a:schemeClr val="bg1">
                      <a:lumMod val="75000"/>
                    </a:schemeClr>
                  </a:gs>
                </a:gsLst>
                <a:lin ang="0" scaled="1"/>
              </a:gradFill>
              <a:ln>
                <a:noFill/>
              </a:ln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510" name="Group 509">
                <a:extLst>
                  <a:ext uri="{FF2B5EF4-FFF2-40B4-BE49-F238E27FC236}">
                    <a16:creationId xmlns:a16="http://schemas.microsoft.com/office/drawing/2014/main" id="{B9D23B02-A16D-054E-9F56-ACE4882F9465}"/>
                  </a:ext>
                </a:extLst>
              </p:cNvPr>
              <p:cNvGrpSpPr/>
              <p:nvPr/>
            </p:nvGrpSpPr>
            <p:grpSpPr>
              <a:xfrm>
                <a:off x="9846130" y="3502221"/>
                <a:ext cx="571917" cy="461666"/>
                <a:chOff x="9980560" y="726571"/>
                <a:chExt cx="659732" cy="461666"/>
              </a:xfrm>
            </p:grpSpPr>
            <p:sp>
              <p:nvSpPr>
                <p:cNvPr id="511" name="Rectangle 228">
                  <a:extLst>
                    <a:ext uri="{FF2B5EF4-FFF2-40B4-BE49-F238E27FC236}">
                      <a16:creationId xmlns:a16="http://schemas.microsoft.com/office/drawing/2014/main" id="{D8196C66-5ACD-F440-9D67-38ED9AB1DBE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040996" y="761446"/>
                  <a:ext cx="559422" cy="389036"/>
                </a:xfrm>
                <a:prstGeom prst="rect">
                  <a:avLst/>
                </a:prstGeom>
                <a:solidFill>
                  <a:schemeClr val="bg1"/>
                </a:solid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  <a:effectLst>
                  <a:outerShdw blurRad="50800" dist="38100" dir="2700000" algn="tl" rotWithShape="0">
                    <a:schemeClr val="tx1">
                      <a:lumMod val="50000"/>
                      <a:lumOff val="50000"/>
                      <a:alpha val="40000"/>
                    </a:schemeClr>
                  </a:outerShdw>
                </a:effec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512" name="Rectangle 229">
                  <a:extLst>
                    <a:ext uri="{FF2B5EF4-FFF2-40B4-BE49-F238E27FC236}">
                      <a16:creationId xmlns:a16="http://schemas.microsoft.com/office/drawing/2014/main" id="{E2A04A91-A7A2-844E-A202-E5174F201E3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041638" y="769755"/>
                  <a:ext cx="559977" cy="130804"/>
                </a:xfrm>
                <a:prstGeom prst="rect">
                  <a:avLst/>
                </a:prstGeom>
                <a:solidFill>
                  <a:srgbClr val="CC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513" name="Text Box 230">
                  <a:extLst>
                    <a:ext uri="{FF2B5EF4-FFF2-40B4-BE49-F238E27FC236}">
                      <a16:creationId xmlns:a16="http://schemas.microsoft.com/office/drawing/2014/main" id="{C660DE0E-7128-8A4E-8A4B-C829B6CB2B99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9980560" y="726571"/>
                  <a:ext cx="659732" cy="46166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ＭＳ Ｐゴシック" panose="020B0600070205080204" pitchFamily="34" charset="-128"/>
                      <a:cs typeface="+mn-cs"/>
                    </a:rPr>
                    <a:t>network</a:t>
                  </a:r>
                </a:p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ＭＳ Ｐゴシック" panose="020B0600070205080204" pitchFamily="34" charset="-128"/>
                      <a:cs typeface="+mn-cs"/>
                    </a:rPr>
                    <a:t>link</a:t>
                  </a:r>
                </a:p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ＭＳ Ｐゴシック" panose="020B0600070205080204" pitchFamily="34" charset="-128"/>
                      <a:cs typeface="+mn-cs"/>
                    </a:rPr>
                    <a:t>physical</a:t>
                  </a: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cxnSp>
              <p:nvCxnSpPr>
                <p:cNvPr id="514" name="Straight Connector 513">
                  <a:extLst>
                    <a:ext uri="{FF2B5EF4-FFF2-40B4-BE49-F238E27FC236}">
                      <a16:creationId xmlns:a16="http://schemas.microsoft.com/office/drawing/2014/main" id="{18B24C5B-DDAD-664C-B7C8-511BEF3C883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0038335" y="895309"/>
                  <a:ext cx="558136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15" name="Straight Connector 514">
                  <a:extLst>
                    <a:ext uri="{FF2B5EF4-FFF2-40B4-BE49-F238E27FC236}">
                      <a16:creationId xmlns:a16="http://schemas.microsoft.com/office/drawing/2014/main" id="{D26F734D-CDBF-C940-BA08-558A6C9FC84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0038335" y="1018248"/>
                  <a:ext cx="558136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493" name="Group 492">
              <a:extLst>
                <a:ext uri="{FF2B5EF4-FFF2-40B4-BE49-F238E27FC236}">
                  <a16:creationId xmlns:a16="http://schemas.microsoft.com/office/drawing/2014/main" id="{38FD6327-86A9-CE4D-9578-2AAEA1D9BB04}"/>
                </a:ext>
              </a:extLst>
            </p:cNvPr>
            <p:cNvGrpSpPr/>
            <p:nvPr/>
          </p:nvGrpSpPr>
          <p:grpSpPr>
            <a:xfrm>
              <a:off x="9554792" y="4299763"/>
              <a:ext cx="571917" cy="630904"/>
              <a:chOff x="9554792" y="4299763"/>
              <a:chExt cx="571917" cy="630904"/>
            </a:xfrm>
          </p:grpSpPr>
          <p:sp>
            <p:nvSpPr>
              <p:cNvPr id="502" name="Freeform 917">
                <a:extLst>
                  <a:ext uri="{FF2B5EF4-FFF2-40B4-BE49-F238E27FC236}">
                    <a16:creationId xmlns:a16="http://schemas.microsoft.com/office/drawing/2014/main" id="{1189185D-1F7C-B94E-B532-3E812D9957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98301" y="4724405"/>
                <a:ext cx="466702" cy="206262"/>
              </a:xfrm>
              <a:custGeom>
                <a:avLst/>
                <a:gdLst>
                  <a:gd name="T0" fmla="*/ 0 w 192"/>
                  <a:gd name="T1" fmla="*/ 594 h 594"/>
                  <a:gd name="T2" fmla="*/ 192 w 192"/>
                  <a:gd name="T3" fmla="*/ 0 h 594"/>
                  <a:gd name="T4" fmla="*/ 192 w 192"/>
                  <a:gd name="T5" fmla="*/ 515 h 594"/>
                  <a:gd name="T6" fmla="*/ 0 w 192"/>
                  <a:gd name="T7" fmla="*/ 594 h 59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92"/>
                  <a:gd name="T13" fmla="*/ 0 h 594"/>
                  <a:gd name="T14" fmla="*/ 192 w 192"/>
                  <a:gd name="T15" fmla="*/ 594 h 594"/>
                  <a:gd name="connsiteX0" fmla="*/ 0 w 10140"/>
                  <a:gd name="connsiteY0" fmla="*/ 9728 h 9728"/>
                  <a:gd name="connsiteX1" fmla="*/ 10140 w 10140"/>
                  <a:gd name="connsiteY1" fmla="*/ 0 h 9728"/>
                  <a:gd name="connsiteX2" fmla="*/ 10140 w 10140"/>
                  <a:gd name="connsiteY2" fmla="*/ 8670 h 9728"/>
                  <a:gd name="connsiteX3" fmla="*/ 0 w 10140"/>
                  <a:gd name="connsiteY3" fmla="*/ 9728 h 9728"/>
                  <a:gd name="connsiteX0" fmla="*/ 319 w 10319"/>
                  <a:gd name="connsiteY0" fmla="*/ 10000 h 10000"/>
                  <a:gd name="connsiteX1" fmla="*/ 0 w 10319"/>
                  <a:gd name="connsiteY1" fmla="*/ 9878 h 10000"/>
                  <a:gd name="connsiteX2" fmla="*/ 10319 w 10319"/>
                  <a:gd name="connsiteY2" fmla="*/ 0 h 10000"/>
                  <a:gd name="connsiteX3" fmla="*/ 10319 w 10319"/>
                  <a:gd name="connsiteY3" fmla="*/ 8912 h 10000"/>
                  <a:gd name="connsiteX4" fmla="*/ 319 w 10319"/>
                  <a:gd name="connsiteY4" fmla="*/ 10000 h 10000"/>
                  <a:gd name="connsiteX0" fmla="*/ 2669 w 10319"/>
                  <a:gd name="connsiteY0" fmla="*/ 10279 h 10279"/>
                  <a:gd name="connsiteX1" fmla="*/ 0 w 10319"/>
                  <a:gd name="connsiteY1" fmla="*/ 9878 h 10279"/>
                  <a:gd name="connsiteX2" fmla="*/ 10319 w 10319"/>
                  <a:gd name="connsiteY2" fmla="*/ 0 h 10279"/>
                  <a:gd name="connsiteX3" fmla="*/ 10319 w 10319"/>
                  <a:gd name="connsiteY3" fmla="*/ 8912 h 10279"/>
                  <a:gd name="connsiteX4" fmla="*/ 2669 w 10319"/>
                  <a:gd name="connsiteY4" fmla="*/ 10279 h 10279"/>
                  <a:gd name="connsiteX0" fmla="*/ 3432 w 11082"/>
                  <a:gd name="connsiteY0" fmla="*/ 1685 h 1685"/>
                  <a:gd name="connsiteX1" fmla="*/ 763 w 11082"/>
                  <a:gd name="connsiteY1" fmla="*/ 1284 h 1685"/>
                  <a:gd name="connsiteX2" fmla="*/ 0 w 11082"/>
                  <a:gd name="connsiteY2" fmla="*/ 0 h 1685"/>
                  <a:gd name="connsiteX3" fmla="*/ 11082 w 11082"/>
                  <a:gd name="connsiteY3" fmla="*/ 318 h 1685"/>
                  <a:gd name="connsiteX4" fmla="*/ 3432 w 11082"/>
                  <a:gd name="connsiteY4" fmla="*/ 1685 h 1685"/>
                  <a:gd name="connsiteX0" fmla="*/ 3097 w 14245"/>
                  <a:gd name="connsiteY0" fmla="*/ 10000 h 10000"/>
                  <a:gd name="connsiteX1" fmla="*/ 689 w 14245"/>
                  <a:gd name="connsiteY1" fmla="*/ 7620 h 10000"/>
                  <a:gd name="connsiteX2" fmla="*/ 0 w 14245"/>
                  <a:gd name="connsiteY2" fmla="*/ 0 h 10000"/>
                  <a:gd name="connsiteX3" fmla="*/ 14245 w 14245"/>
                  <a:gd name="connsiteY3" fmla="*/ 633 h 10000"/>
                  <a:gd name="connsiteX4" fmla="*/ 3097 w 14245"/>
                  <a:gd name="connsiteY4" fmla="*/ 10000 h 10000"/>
                  <a:gd name="connsiteX0" fmla="*/ 2478 w 13626"/>
                  <a:gd name="connsiteY0" fmla="*/ 9373 h 9373"/>
                  <a:gd name="connsiteX1" fmla="*/ 70 w 13626"/>
                  <a:gd name="connsiteY1" fmla="*/ 6993 h 9373"/>
                  <a:gd name="connsiteX2" fmla="*/ 41 w 13626"/>
                  <a:gd name="connsiteY2" fmla="*/ 0 h 9373"/>
                  <a:gd name="connsiteX3" fmla="*/ 13626 w 13626"/>
                  <a:gd name="connsiteY3" fmla="*/ 6 h 9373"/>
                  <a:gd name="connsiteX4" fmla="*/ 2478 w 13626"/>
                  <a:gd name="connsiteY4" fmla="*/ 9373 h 9373"/>
                  <a:gd name="connsiteX0" fmla="*/ 1334 w 10000"/>
                  <a:gd name="connsiteY0" fmla="*/ 12676 h 12676"/>
                  <a:gd name="connsiteX1" fmla="*/ 51 w 10000"/>
                  <a:gd name="connsiteY1" fmla="*/ 7461 h 12676"/>
                  <a:gd name="connsiteX2" fmla="*/ 30 w 10000"/>
                  <a:gd name="connsiteY2" fmla="*/ 0 h 12676"/>
                  <a:gd name="connsiteX3" fmla="*/ 10000 w 10000"/>
                  <a:gd name="connsiteY3" fmla="*/ 6 h 12676"/>
                  <a:gd name="connsiteX4" fmla="*/ 1334 w 10000"/>
                  <a:gd name="connsiteY4" fmla="*/ 12676 h 12676"/>
                  <a:gd name="connsiteX0" fmla="*/ 434 w 10000"/>
                  <a:gd name="connsiteY0" fmla="*/ 14237 h 14237"/>
                  <a:gd name="connsiteX1" fmla="*/ 51 w 10000"/>
                  <a:gd name="connsiteY1" fmla="*/ 7461 h 14237"/>
                  <a:gd name="connsiteX2" fmla="*/ 30 w 10000"/>
                  <a:gd name="connsiteY2" fmla="*/ 0 h 14237"/>
                  <a:gd name="connsiteX3" fmla="*/ 10000 w 10000"/>
                  <a:gd name="connsiteY3" fmla="*/ 6 h 14237"/>
                  <a:gd name="connsiteX4" fmla="*/ 434 w 10000"/>
                  <a:gd name="connsiteY4" fmla="*/ 14237 h 142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000" h="14237">
                    <a:moveTo>
                      <a:pt x="434" y="14237"/>
                    </a:moveTo>
                    <a:cubicBezTo>
                      <a:pt x="306" y="11978"/>
                      <a:pt x="179" y="9720"/>
                      <a:pt x="51" y="7461"/>
                    </a:cubicBezTo>
                    <a:cubicBezTo>
                      <a:pt x="-117" y="4751"/>
                      <a:pt x="199" y="2710"/>
                      <a:pt x="30" y="0"/>
                    </a:cubicBezTo>
                    <a:lnTo>
                      <a:pt x="10000" y="6"/>
                    </a:lnTo>
                    <a:lnTo>
                      <a:pt x="434" y="14237"/>
                    </a:lnTo>
                    <a:close/>
                  </a:path>
                </a:pathLst>
              </a:custGeom>
              <a:gradFill rotWithShape="1">
                <a:gsLst>
                  <a:gs pos="0">
                    <a:schemeClr val="bg1"/>
                  </a:gs>
                  <a:gs pos="99000">
                    <a:schemeClr val="bg1">
                      <a:lumMod val="75000"/>
                    </a:schemeClr>
                  </a:gs>
                </a:gsLst>
                <a:lin ang="0" scaled="1"/>
              </a:gradFill>
              <a:ln>
                <a:noFill/>
              </a:ln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503" name="Group 502">
                <a:extLst>
                  <a:ext uri="{FF2B5EF4-FFF2-40B4-BE49-F238E27FC236}">
                    <a16:creationId xmlns:a16="http://schemas.microsoft.com/office/drawing/2014/main" id="{B4CB1129-B032-C24F-981D-F17E21FDF808}"/>
                  </a:ext>
                </a:extLst>
              </p:cNvPr>
              <p:cNvGrpSpPr/>
              <p:nvPr/>
            </p:nvGrpSpPr>
            <p:grpSpPr>
              <a:xfrm>
                <a:off x="9554792" y="4299763"/>
                <a:ext cx="571917" cy="461666"/>
                <a:chOff x="9980560" y="726571"/>
                <a:chExt cx="659732" cy="461666"/>
              </a:xfrm>
            </p:grpSpPr>
            <p:sp>
              <p:nvSpPr>
                <p:cNvPr id="504" name="Rectangle 228">
                  <a:extLst>
                    <a:ext uri="{FF2B5EF4-FFF2-40B4-BE49-F238E27FC236}">
                      <a16:creationId xmlns:a16="http://schemas.microsoft.com/office/drawing/2014/main" id="{CCE0CE6B-4616-484D-A2D2-97A95D223C4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040996" y="761446"/>
                  <a:ext cx="559422" cy="389036"/>
                </a:xfrm>
                <a:prstGeom prst="rect">
                  <a:avLst/>
                </a:prstGeom>
                <a:solidFill>
                  <a:schemeClr val="bg1"/>
                </a:solid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  <a:effectLst>
                  <a:outerShdw blurRad="50800" dist="38100" dir="2700000" algn="tl" rotWithShape="0">
                    <a:schemeClr val="tx1">
                      <a:lumMod val="50000"/>
                      <a:lumOff val="50000"/>
                      <a:alpha val="40000"/>
                    </a:schemeClr>
                  </a:outerShdw>
                </a:effec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505" name="Rectangle 229">
                  <a:extLst>
                    <a:ext uri="{FF2B5EF4-FFF2-40B4-BE49-F238E27FC236}">
                      <a16:creationId xmlns:a16="http://schemas.microsoft.com/office/drawing/2014/main" id="{D26DD102-7516-7941-AD70-9B37EC2BD55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041638" y="769755"/>
                  <a:ext cx="559977" cy="130804"/>
                </a:xfrm>
                <a:prstGeom prst="rect">
                  <a:avLst/>
                </a:prstGeom>
                <a:solidFill>
                  <a:srgbClr val="CC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506" name="Text Box 230">
                  <a:extLst>
                    <a:ext uri="{FF2B5EF4-FFF2-40B4-BE49-F238E27FC236}">
                      <a16:creationId xmlns:a16="http://schemas.microsoft.com/office/drawing/2014/main" id="{1F958F41-1C91-3742-8E5E-D63C7ABC69E6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9980560" y="726571"/>
                  <a:ext cx="659732" cy="46166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ＭＳ Ｐゴシック" panose="020B0600070205080204" pitchFamily="34" charset="-128"/>
                      <a:cs typeface="+mn-cs"/>
                    </a:rPr>
                    <a:t>network</a:t>
                  </a:r>
                </a:p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ＭＳ Ｐゴシック" panose="020B0600070205080204" pitchFamily="34" charset="-128"/>
                      <a:cs typeface="+mn-cs"/>
                    </a:rPr>
                    <a:t>link</a:t>
                  </a:r>
                </a:p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ＭＳ Ｐゴシック" panose="020B0600070205080204" pitchFamily="34" charset="-128"/>
                      <a:cs typeface="+mn-cs"/>
                    </a:rPr>
                    <a:t>physical</a:t>
                  </a: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cxnSp>
              <p:nvCxnSpPr>
                <p:cNvPr id="507" name="Straight Connector 506">
                  <a:extLst>
                    <a:ext uri="{FF2B5EF4-FFF2-40B4-BE49-F238E27FC236}">
                      <a16:creationId xmlns:a16="http://schemas.microsoft.com/office/drawing/2014/main" id="{65CAD0DA-ECB6-FF46-8BF8-7B413222687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0038335" y="895309"/>
                  <a:ext cx="558136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08" name="Straight Connector 507">
                  <a:extLst>
                    <a:ext uri="{FF2B5EF4-FFF2-40B4-BE49-F238E27FC236}">
                      <a16:creationId xmlns:a16="http://schemas.microsoft.com/office/drawing/2014/main" id="{C7CD87E0-C83F-0F48-9FE9-45EF45C8B51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0038335" y="1018248"/>
                  <a:ext cx="558136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494" name="Group 493">
              <a:extLst>
                <a:ext uri="{FF2B5EF4-FFF2-40B4-BE49-F238E27FC236}">
                  <a16:creationId xmlns:a16="http://schemas.microsoft.com/office/drawing/2014/main" id="{017CCCDD-4C17-AD45-9653-B55DDD72AFD2}"/>
                </a:ext>
              </a:extLst>
            </p:cNvPr>
            <p:cNvGrpSpPr/>
            <p:nvPr/>
          </p:nvGrpSpPr>
          <p:grpSpPr>
            <a:xfrm>
              <a:off x="10153753" y="4577638"/>
              <a:ext cx="628869" cy="576513"/>
              <a:chOff x="10153753" y="4577638"/>
              <a:chExt cx="628869" cy="576513"/>
            </a:xfrm>
          </p:grpSpPr>
          <p:sp>
            <p:nvSpPr>
              <p:cNvPr id="495" name="Freeform 917">
                <a:extLst>
                  <a:ext uri="{FF2B5EF4-FFF2-40B4-BE49-F238E27FC236}">
                    <a16:creationId xmlns:a16="http://schemas.microsoft.com/office/drawing/2014/main" id="{97591357-9173-9047-99D7-EEF6AA2E91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53753" y="5002899"/>
                <a:ext cx="590332" cy="151252"/>
              </a:xfrm>
              <a:custGeom>
                <a:avLst/>
                <a:gdLst>
                  <a:gd name="T0" fmla="*/ 0 w 192"/>
                  <a:gd name="T1" fmla="*/ 594 h 594"/>
                  <a:gd name="T2" fmla="*/ 192 w 192"/>
                  <a:gd name="T3" fmla="*/ 0 h 594"/>
                  <a:gd name="T4" fmla="*/ 192 w 192"/>
                  <a:gd name="T5" fmla="*/ 515 h 594"/>
                  <a:gd name="T6" fmla="*/ 0 w 192"/>
                  <a:gd name="T7" fmla="*/ 594 h 59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92"/>
                  <a:gd name="T13" fmla="*/ 0 h 594"/>
                  <a:gd name="T14" fmla="*/ 192 w 192"/>
                  <a:gd name="T15" fmla="*/ 594 h 594"/>
                  <a:gd name="connsiteX0" fmla="*/ 0 w 10140"/>
                  <a:gd name="connsiteY0" fmla="*/ 9728 h 9728"/>
                  <a:gd name="connsiteX1" fmla="*/ 10140 w 10140"/>
                  <a:gd name="connsiteY1" fmla="*/ 0 h 9728"/>
                  <a:gd name="connsiteX2" fmla="*/ 10140 w 10140"/>
                  <a:gd name="connsiteY2" fmla="*/ 8670 h 9728"/>
                  <a:gd name="connsiteX3" fmla="*/ 0 w 10140"/>
                  <a:gd name="connsiteY3" fmla="*/ 9728 h 9728"/>
                  <a:gd name="connsiteX0" fmla="*/ 319 w 10319"/>
                  <a:gd name="connsiteY0" fmla="*/ 10000 h 10000"/>
                  <a:gd name="connsiteX1" fmla="*/ 0 w 10319"/>
                  <a:gd name="connsiteY1" fmla="*/ 9878 h 10000"/>
                  <a:gd name="connsiteX2" fmla="*/ 10319 w 10319"/>
                  <a:gd name="connsiteY2" fmla="*/ 0 h 10000"/>
                  <a:gd name="connsiteX3" fmla="*/ 10319 w 10319"/>
                  <a:gd name="connsiteY3" fmla="*/ 8912 h 10000"/>
                  <a:gd name="connsiteX4" fmla="*/ 319 w 10319"/>
                  <a:gd name="connsiteY4" fmla="*/ 10000 h 10000"/>
                  <a:gd name="connsiteX0" fmla="*/ 2669 w 10319"/>
                  <a:gd name="connsiteY0" fmla="*/ 10279 h 10279"/>
                  <a:gd name="connsiteX1" fmla="*/ 0 w 10319"/>
                  <a:gd name="connsiteY1" fmla="*/ 9878 h 10279"/>
                  <a:gd name="connsiteX2" fmla="*/ 10319 w 10319"/>
                  <a:gd name="connsiteY2" fmla="*/ 0 h 10279"/>
                  <a:gd name="connsiteX3" fmla="*/ 10319 w 10319"/>
                  <a:gd name="connsiteY3" fmla="*/ 8912 h 10279"/>
                  <a:gd name="connsiteX4" fmla="*/ 2669 w 10319"/>
                  <a:gd name="connsiteY4" fmla="*/ 10279 h 10279"/>
                  <a:gd name="connsiteX0" fmla="*/ 3432 w 11082"/>
                  <a:gd name="connsiteY0" fmla="*/ 1685 h 1685"/>
                  <a:gd name="connsiteX1" fmla="*/ 763 w 11082"/>
                  <a:gd name="connsiteY1" fmla="*/ 1284 h 1685"/>
                  <a:gd name="connsiteX2" fmla="*/ 0 w 11082"/>
                  <a:gd name="connsiteY2" fmla="*/ 0 h 1685"/>
                  <a:gd name="connsiteX3" fmla="*/ 11082 w 11082"/>
                  <a:gd name="connsiteY3" fmla="*/ 318 h 1685"/>
                  <a:gd name="connsiteX4" fmla="*/ 3432 w 11082"/>
                  <a:gd name="connsiteY4" fmla="*/ 1685 h 1685"/>
                  <a:gd name="connsiteX0" fmla="*/ 3097 w 14245"/>
                  <a:gd name="connsiteY0" fmla="*/ 10000 h 10000"/>
                  <a:gd name="connsiteX1" fmla="*/ 689 w 14245"/>
                  <a:gd name="connsiteY1" fmla="*/ 7620 h 10000"/>
                  <a:gd name="connsiteX2" fmla="*/ 0 w 14245"/>
                  <a:gd name="connsiteY2" fmla="*/ 0 h 10000"/>
                  <a:gd name="connsiteX3" fmla="*/ 14245 w 14245"/>
                  <a:gd name="connsiteY3" fmla="*/ 633 h 10000"/>
                  <a:gd name="connsiteX4" fmla="*/ 3097 w 14245"/>
                  <a:gd name="connsiteY4" fmla="*/ 10000 h 10000"/>
                  <a:gd name="connsiteX0" fmla="*/ 2478 w 13626"/>
                  <a:gd name="connsiteY0" fmla="*/ 9373 h 9373"/>
                  <a:gd name="connsiteX1" fmla="*/ 70 w 13626"/>
                  <a:gd name="connsiteY1" fmla="*/ 6993 h 9373"/>
                  <a:gd name="connsiteX2" fmla="*/ 41 w 13626"/>
                  <a:gd name="connsiteY2" fmla="*/ 0 h 9373"/>
                  <a:gd name="connsiteX3" fmla="*/ 13626 w 13626"/>
                  <a:gd name="connsiteY3" fmla="*/ 6 h 9373"/>
                  <a:gd name="connsiteX4" fmla="*/ 2478 w 13626"/>
                  <a:gd name="connsiteY4" fmla="*/ 9373 h 9373"/>
                  <a:gd name="connsiteX0" fmla="*/ 1334 w 10000"/>
                  <a:gd name="connsiteY0" fmla="*/ 12676 h 12676"/>
                  <a:gd name="connsiteX1" fmla="*/ 51 w 10000"/>
                  <a:gd name="connsiteY1" fmla="*/ 7461 h 12676"/>
                  <a:gd name="connsiteX2" fmla="*/ 30 w 10000"/>
                  <a:gd name="connsiteY2" fmla="*/ 0 h 12676"/>
                  <a:gd name="connsiteX3" fmla="*/ 10000 w 10000"/>
                  <a:gd name="connsiteY3" fmla="*/ 6 h 12676"/>
                  <a:gd name="connsiteX4" fmla="*/ 1334 w 10000"/>
                  <a:gd name="connsiteY4" fmla="*/ 12676 h 12676"/>
                  <a:gd name="connsiteX0" fmla="*/ 434 w 10000"/>
                  <a:gd name="connsiteY0" fmla="*/ 14237 h 14237"/>
                  <a:gd name="connsiteX1" fmla="*/ 51 w 10000"/>
                  <a:gd name="connsiteY1" fmla="*/ 7461 h 14237"/>
                  <a:gd name="connsiteX2" fmla="*/ 30 w 10000"/>
                  <a:gd name="connsiteY2" fmla="*/ 0 h 14237"/>
                  <a:gd name="connsiteX3" fmla="*/ 10000 w 10000"/>
                  <a:gd name="connsiteY3" fmla="*/ 6 h 14237"/>
                  <a:gd name="connsiteX4" fmla="*/ 434 w 10000"/>
                  <a:gd name="connsiteY4" fmla="*/ 14237 h 14237"/>
                  <a:gd name="connsiteX0" fmla="*/ 434 w 12908"/>
                  <a:gd name="connsiteY0" fmla="*/ 14237 h 14237"/>
                  <a:gd name="connsiteX1" fmla="*/ 51 w 12908"/>
                  <a:gd name="connsiteY1" fmla="*/ 7461 h 14237"/>
                  <a:gd name="connsiteX2" fmla="*/ 30 w 12908"/>
                  <a:gd name="connsiteY2" fmla="*/ 0 h 14237"/>
                  <a:gd name="connsiteX3" fmla="*/ 12908 w 12908"/>
                  <a:gd name="connsiteY3" fmla="*/ 3797 h 14237"/>
                  <a:gd name="connsiteX4" fmla="*/ 434 w 12908"/>
                  <a:gd name="connsiteY4" fmla="*/ 14237 h 14237"/>
                  <a:gd name="connsiteX0" fmla="*/ 391 w 12865"/>
                  <a:gd name="connsiteY0" fmla="*/ 10892 h 10892"/>
                  <a:gd name="connsiteX1" fmla="*/ 8 w 12865"/>
                  <a:gd name="connsiteY1" fmla="*/ 4116 h 10892"/>
                  <a:gd name="connsiteX2" fmla="*/ 2479 w 12865"/>
                  <a:gd name="connsiteY2" fmla="*/ 0 h 10892"/>
                  <a:gd name="connsiteX3" fmla="*/ 12865 w 12865"/>
                  <a:gd name="connsiteY3" fmla="*/ 452 h 10892"/>
                  <a:gd name="connsiteX4" fmla="*/ 391 w 12865"/>
                  <a:gd name="connsiteY4" fmla="*/ 10892 h 10892"/>
                  <a:gd name="connsiteX0" fmla="*/ 183 w 12657"/>
                  <a:gd name="connsiteY0" fmla="*/ 10892 h 10892"/>
                  <a:gd name="connsiteX1" fmla="*/ 8 w 12657"/>
                  <a:gd name="connsiteY1" fmla="*/ 7238 h 10892"/>
                  <a:gd name="connsiteX2" fmla="*/ 2271 w 12657"/>
                  <a:gd name="connsiteY2" fmla="*/ 0 h 10892"/>
                  <a:gd name="connsiteX3" fmla="*/ 12657 w 12657"/>
                  <a:gd name="connsiteY3" fmla="*/ 452 h 10892"/>
                  <a:gd name="connsiteX4" fmla="*/ 183 w 12657"/>
                  <a:gd name="connsiteY4" fmla="*/ 10892 h 10892"/>
                  <a:gd name="connsiteX0" fmla="*/ 175 w 12649"/>
                  <a:gd name="connsiteY0" fmla="*/ 10892 h 10892"/>
                  <a:gd name="connsiteX1" fmla="*/ 0 w 12649"/>
                  <a:gd name="connsiteY1" fmla="*/ 7238 h 10892"/>
                  <a:gd name="connsiteX2" fmla="*/ 2263 w 12649"/>
                  <a:gd name="connsiteY2" fmla="*/ 0 h 10892"/>
                  <a:gd name="connsiteX3" fmla="*/ 12649 w 12649"/>
                  <a:gd name="connsiteY3" fmla="*/ 452 h 10892"/>
                  <a:gd name="connsiteX4" fmla="*/ 175 w 12649"/>
                  <a:gd name="connsiteY4" fmla="*/ 10892 h 10892"/>
                  <a:gd name="connsiteX0" fmla="*/ 175 w 12649"/>
                  <a:gd name="connsiteY0" fmla="*/ 10892 h 10892"/>
                  <a:gd name="connsiteX1" fmla="*/ 0 w 12649"/>
                  <a:gd name="connsiteY1" fmla="*/ 7238 h 10892"/>
                  <a:gd name="connsiteX2" fmla="*/ 2263 w 12649"/>
                  <a:gd name="connsiteY2" fmla="*/ 0 h 10892"/>
                  <a:gd name="connsiteX3" fmla="*/ 12649 w 12649"/>
                  <a:gd name="connsiteY3" fmla="*/ 452 h 10892"/>
                  <a:gd name="connsiteX4" fmla="*/ 175 w 12649"/>
                  <a:gd name="connsiteY4" fmla="*/ 10892 h 10892"/>
                  <a:gd name="connsiteX0" fmla="*/ 175 w 12649"/>
                  <a:gd name="connsiteY0" fmla="*/ 10440 h 10440"/>
                  <a:gd name="connsiteX1" fmla="*/ 0 w 12649"/>
                  <a:gd name="connsiteY1" fmla="*/ 6786 h 10440"/>
                  <a:gd name="connsiteX2" fmla="*/ 2263 w 12649"/>
                  <a:gd name="connsiteY2" fmla="*/ 217 h 10440"/>
                  <a:gd name="connsiteX3" fmla="*/ 12649 w 12649"/>
                  <a:gd name="connsiteY3" fmla="*/ 0 h 10440"/>
                  <a:gd name="connsiteX4" fmla="*/ 175 w 12649"/>
                  <a:gd name="connsiteY4" fmla="*/ 10440 h 104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649" h="10440">
                    <a:moveTo>
                      <a:pt x="175" y="10440"/>
                    </a:moveTo>
                    <a:cubicBezTo>
                      <a:pt x="47" y="8181"/>
                      <a:pt x="128" y="9045"/>
                      <a:pt x="0" y="6786"/>
                    </a:cubicBezTo>
                    <a:cubicBezTo>
                      <a:pt x="1563" y="2515"/>
                      <a:pt x="1463" y="3373"/>
                      <a:pt x="2263" y="217"/>
                    </a:cubicBezTo>
                    <a:lnTo>
                      <a:pt x="12649" y="0"/>
                    </a:lnTo>
                    <a:lnTo>
                      <a:pt x="175" y="10440"/>
                    </a:lnTo>
                    <a:close/>
                  </a:path>
                </a:pathLst>
              </a:custGeom>
              <a:gradFill rotWithShape="1">
                <a:gsLst>
                  <a:gs pos="0">
                    <a:schemeClr val="bg1"/>
                  </a:gs>
                  <a:gs pos="99000">
                    <a:schemeClr val="bg1">
                      <a:lumMod val="75000"/>
                    </a:schemeClr>
                  </a:gs>
                </a:gsLst>
                <a:lin ang="0" scaled="1"/>
              </a:gradFill>
              <a:ln>
                <a:noFill/>
              </a:ln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496" name="Group 495">
                <a:extLst>
                  <a:ext uri="{FF2B5EF4-FFF2-40B4-BE49-F238E27FC236}">
                    <a16:creationId xmlns:a16="http://schemas.microsoft.com/office/drawing/2014/main" id="{8B40CC4E-61E1-7147-B950-B5A9495E9B83}"/>
                  </a:ext>
                </a:extLst>
              </p:cNvPr>
              <p:cNvGrpSpPr/>
              <p:nvPr/>
            </p:nvGrpSpPr>
            <p:grpSpPr>
              <a:xfrm>
                <a:off x="10210705" y="4577638"/>
                <a:ext cx="571917" cy="461666"/>
                <a:chOff x="9980560" y="726571"/>
                <a:chExt cx="659732" cy="461666"/>
              </a:xfrm>
            </p:grpSpPr>
            <p:sp>
              <p:nvSpPr>
                <p:cNvPr id="497" name="Rectangle 228">
                  <a:extLst>
                    <a:ext uri="{FF2B5EF4-FFF2-40B4-BE49-F238E27FC236}">
                      <a16:creationId xmlns:a16="http://schemas.microsoft.com/office/drawing/2014/main" id="{D2D44BCA-E28A-FA41-AF35-848ECEF0701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040996" y="761446"/>
                  <a:ext cx="559422" cy="389036"/>
                </a:xfrm>
                <a:prstGeom prst="rect">
                  <a:avLst/>
                </a:prstGeom>
                <a:solidFill>
                  <a:schemeClr val="bg1"/>
                </a:solid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  <a:effectLst>
                  <a:outerShdw blurRad="50800" dist="38100" dir="2700000" algn="tl" rotWithShape="0">
                    <a:schemeClr val="tx1">
                      <a:lumMod val="50000"/>
                      <a:lumOff val="50000"/>
                      <a:alpha val="40000"/>
                    </a:schemeClr>
                  </a:outerShdw>
                </a:effec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498" name="Rectangle 229">
                  <a:extLst>
                    <a:ext uri="{FF2B5EF4-FFF2-40B4-BE49-F238E27FC236}">
                      <a16:creationId xmlns:a16="http://schemas.microsoft.com/office/drawing/2014/main" id="{D389761B-E426-DB42-85C3-D511639FC06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041638" y="769755"/>
                  <a:ext cx="559977" cy="130804"/>
                </a:xfrm>
                <a:prstGeom prst="rect">
                  <a:avLst/>
                </a:prstGeom>
                <a:solidFill>
                  <a:srgbClr val="CC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499" name="Text Box 230">
                  <a:extLst>
                    <a:ext uri="{FF2B5EF4-FFF2-40B4-BE49-F238E27FC236}">
                      <a16:creationId xmlns:a16="http://schemas.microsoft.com/office/drawing/2014/main" id="{3DB5EBC6-C337-BB4C-B251-28D5B838EF69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9980560" y="726571"/>
                  <a:ext cx="659732" cy="46166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ＭＳ Ｐゴシック" panose="020B0600070205080204" pitchFamily="34" charset="-128"/>
                      <a:cs typeface="+mn-cs"/>
                    </a:rPr>
                    <a:t>network</a:t>
                  </a:r>
                </a:p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ＭＳ Ｐゴシック" panose="020B0600070205080204" pitchFamily="34" charset="-128"/>
                      <a:cs typeface="+mn-cs"/>
                    </a:rPr>
                    <a:t>link</a:t>
                  </a:r>
                </a:p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ＭＳ Ｐゴシック" panose="020B0600070205080204" pitchFamily="34" charset="-128"/>
                      <a:cs typeface="+mn-cs"/>
                    </a:rPr>
                    <a:t>physical</a:t>
                  </a: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cxnSp>
              <p:nvCxnSpPr>
                <p:cNvPr id="500" name="Straight Connector 499">
                  <a:extLst>
                    <a:ext uri="{FF2B5EF4-FFF2-40B4-BE49-F238E27FC236}">
                      <a16:creationId xmlns:a16="http://schemas.microsoft.com/office/drawing/2014/main" id="{8479EDDB-D000-FE4F-B1BE-1440681E30E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0038335" y="895309"/>
                  <a:ext cx="558136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01" name="Straight Connector 500">
                  <a:extLst>
                    <a:ext uri="{FF2B5EF4-FFF2-40B4-BE49-F238E27FC236}">
                      <a16:creationId xmlns:a16="http://schemas.microsoft.com/office/drawing/2014/main" id="{4B266B2A-3BB6-1B4F-AFEF-AAB669208BE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0038335" y="1018248"/>
                  <a:ext cx="558136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</p:grpSp>
      <p:grpSp>
        <p:nvGrpSpPr>
          <p:cNvPr id="530" name="Group 529">
            <a:extLst>
              <a:ext uri="{FF2B5EF4-FFF2-40B4-BE49-F238E27FC236}">
                <a16:creationId xmlns:a16="http://schemas.microsoft.com/office/drawing/2014/main" id="{0E5911E9-912E-A74C-9314-F819FE0F68F9}"/>
              </a:ext>
            </a:extLst>
          </p:cNvPr>
          <p:cNvGrpSpPr/>
          <p:nvPr/>
        </p:nvGrpSpPr>
        <p:grpSpPr>
          <a:xfrm>
            <a:off x="9857298" y="4503289"/>
            <a:ext cx="393760" cy="218578"/>
            <a:chOff x="7493876" y="2774731"/>
            <a:chExt cx="1481958" cy="894622"/>
          </a:xfrm>
        </p:grpSpPr>
        <p:sp>
          <p:nvSpPr>
            <p:cNvPr id="531" name="Freeform 530">
              <a:extLst>
                <a:ext uri="{FF2B5EF4-FFF2-40B4-BE49-F238E27FC236}">
                  <a16:creationId xmlns:a16="http://schemas.microsoft.com/office/drawing/2014/main" id="{607075C2-B6C5-9040-B4CF-2B70E9105E84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32" name="Oval 531">
              <a:extLst>
                <a:ext uri="{FF2B5EF4-FFF2-40B4-BE49-F238E27FC236}">
                  <a16:creationId xmlns:a16="http://schemas.microsoft.com/office/drawing/2014/main" id="{E1345A0C-4A4C-F641-BBD0-7933F8056C06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33" name="Group 532">
              <a:extLst>
                <a:ext uri="{FF2B5EF4-FFF2-40B4-BE49-F238E27FC236}">
                  <a16:creationId xmlns:a16="http://schemas.microsoft.com/office/drawing/2014/main" id="{31C7191D-3480-654D-965C-3B4C97B7A45C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34" name="Freeform 533">
                <a:extLst>
                  <a:ext uri="{FF2B5EF4-FFF2-40B4-BE49-F238E27FC236}">
                    <a16:creationId xmlns:a16="http://schemas.microsoft.com/office/drawing/2014/main" id="{EE001FF1-F9D3-0947-96F9-2AF2D9DFCA09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35" name="Freeform 534">
                <a:extLst>
                  <a:ext uri="{FF2B5EF4-FFF2-40B4-BE49-F238E27FC236}">
                    <a16:creationId xmlns:a16="http://schemas.microsoft.com/office/drawing/2014/main" id="{45E8ED17-9799-6442-8FBA-D34F88BCECBE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36" name="Freeform 535">
                <a:extLst>
                  <a:ext uri="{FF2B5EF4-FFF2-40B4-BE49-F238E27FC236}">
                    <a16:creationId xmlns:a16="http://schemas.microsoft.com/office/drawing/2014/main" id="{F65478EB-2F48-3744-B46F-1455A2553399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37" name="Freeform 536">
                <a:extLst>
                  <a:ext uri="{FF2B5EF4-FFF2-40B4-BE49-F238E27FC236}">
                    <a16:creationId xmlns:a16="http://schemas.microsoft.com/office/drawing/2014/main" id="{1EEBD73D-ED6E-D444-91D9-C7EA735BBFEB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538" name="Freeform 537">
            <a:extLst>
              <a:ext uri="{FF2B5EF4-FFF2-40B4-BE49-F238E27FC236}">
                <a16:creationId xmlns:a16="http://schemas.microsoft.com/office/drawing/2014/main" id="{431F7FF5-7027-894E-929D-18B244822EFA}"/>
              </a:ext>
            </a:extLst>
          </p:cNvPr>
          <p:cNvSpPr/>
          <p:nvPr/>
        </p:nvSpPr>
        <p:spPr>
          <a:xfrm>
            <a:off x="7362436" y="2627566"/>
            <a:ext cx="3064097" cy="2683755"/>
          </a:xfrm>
          <a:custGeom>
            <a:avLst/>
            <a:gdLst>
              <a:gd name="connsiteX0" fmla="*/ 0 w 2769704"/>
              <a:gd name="connsiteY0" fmla="*/ 0 h 2637182"/>
              <a:gd name="connsiteX1" fmla="*/ 980661 w 2769704"/>
              <a:gd name="connsiteY1" fmla="*/ 1007165 h 2637182"/>
              <a:gd name="connsiteX2" fmla="*/ 2014330 w 2769704"/>
              <a:gd name="connsiteY2" fmla="*/ 993913 h 2637182"/>
              <a:gd name="connsiteX3" fmla="*/ 2478156 w 2769704"/>
              <a:gd name="connsiteY3" fmla="*/ 1007165 h 2637182"/>
              <a:gd name="connsiteX4" fmla="*/ 2054087 w 2769704"/>
              <a:gd name="connsiteY4" fmla="*/ 1709530 h 2637182"/>
              <a:gd name="connsiteX5" fmla="*/ 2650434 w 2769704"/>
              <a:gd name="connsiteY5" fmla="*/ 2001078 h 2637182"/>
              <a:gd name="connsiteX6" fmla="*/ 2769704 w 2769704"/>
              <a:gd name="connsiteY6" fmla="*/ 2637182 h 2637182"/>
              <a:gd name="connsiteX0" fmla="*/ 0 w 2769704"/>
              <a:gd name="connsiteY0" fmla="*/ 0 h 2637182"/>
              <a:gd name="connsiteX1" fmla="*/ 980661 w 2769704"/>
              <a:gd name="connsiteY1" fmla="*/ 1007165 h 2637182"/>
              <a:gd name="connsiteX2" fmla="*/ 2014330 w 2769704"/>
              <a:gd name="connsiteY2" fmla="*/ 1016216 h 2637182"/>
              <a:gd name="connsiteX3" fmla="*/ 2478156 w 2769704"/>
              <a:gd name="connsiteY3" fmla="*/ 1007165 h 2637182"/>
              <a:gd name="connsiteX4" fmla="*/ 2054087 w 2769704"/>
              <a:gd name="connsiteY4" fmla="*/ 1709530 h 2637182"/>
              <a:gd name="connsiteX5" fmla="*/ 2650434 w 2769704"/>
              <a:gd name="connsiteY5" fmla="*/ 2001078 h 2637182"/>
              <a:gd name="connsiteX6" fmla="*/ 2769704 w 2769704"/>
              <a:gd name="connsiteY6" fmla="*/ 2637182 h 2637182"/>
              <a:gd name="connsiteX0" fmla="*/ 0 w 2769704"/>
              <a:gd name="connsiteY0" fmla="*/ 0 h 2637182"/>
              <a:gd name="connsiteX1" fmla="*/ 980661 w 2769704"/>
              <a:gd name="connsiteY1" fmla="*/ 1007165 h 2637182"/>
              <a:gd name="connsiteX2" fmla="*/ 2014330 w 2769704"/>
              <a:gd name="connsiteY2" fmla="*/ 998374 h 2637182"/>
              <a:gd name="connsiteX3" fmla="*/ 2478156 w 2769704"/>
              <a:gd name="connsiteY3" fmla="*/ 1007165 h 2637182"/>
              <a:gd name="connsiteX4" fmla="*/ 2054087 w 2769704"/>
              <a:gd name="connsiteY4" fmla="*/ 1709530 h 2637182"/>
              <a:gd name="connsiteX5" fmla="*/ 2650434 w 2769704"/>
              <a:gd name="connsiteY5" fmla="*/ 2001078 h 2637182"/>
              <a:gd name="connsiteX6" fmla="*/ 2769704 w 2769704"/>
              <a:gd name="connsiteY6" fmla="*/ 2637182 h 2637182"/>
              <a:gd name="connsiteX0" fmla="*/ 0 w 2769704"/>
              <a:gd name="connsiteY0" fmla="*/ 0 h 2637182"/>
              <a:gd name="connsiteX1" fmla="*/ 980661 w 2769704"/>
              <a:gd name="connsiteY1" fmla="*/ 1007165 h 2637182"/>
              <a:gd name="connsiteX2" fmla="*/ 2014330 w 2769704"/>
              <a:gd name="connsiteY2" fmla="*/ 1011756 h 2637182"/>
              <a:gd name="connsiteX3" fmla="*/ 2478156 w 2769704"/>
              <a:gd name="connsiteY3" fmla="*/ 1007165 h 2637182"/>
              <a:gd name="connsiteX4" fmla="*/ 2054087 w 2769704"/>
              <a:gd name="connsiteY4" fmla="*/ 1709530 h 2637182"/>
              <a:gd name="connsiteX5" fmla="*/ 2650434 w 2769704"/>
              <a:gd name="connsiteY5" fmla="*/ 2001078 h 2637182"/>
              <a:gd name="connsiteX6" fmla="*/ 2769704 w 2769704"/>
              <a:gd name="connsiteY6" fmla="*/ 2637182 h 2637182"/>
              <a:gd name="connsiteX0" fmla="*/ 0 w 2769704"/>
              <a:gd name="connsiteY0" fmla="*/ 0 h 2637182"/>
              <a:gd name="connsiteX1" fmla="*/ 980661 w 2769704"/>
              <a:gd name="connsiteY1" fmla="*/ 1007165 h 2637182"/>
              <a:gd name="connsiteX2" fmla="*/ 2014330 w 2769704"/>
              <a:gd name="connsiteY2" fmla="*/ 1011756 h 2637182"/>
              <a:gd name="connsiteX3" fmla="*/ 2478156 w 2769704"/>
              <a:gd name="connsiteY3" fmla="*/ 1007165 h 2637182"/>
              <a:gd name="connsiteX4" fmla="*/ 2054087 w 2769704"/>
              <a:gd name="connsiteY4" fmla="*/ 1709530 h 2637182"/>
              <a:gd name="connsiteX5" fmla="*/ 2753026 w 2769704"/>
              <a:gd name="connsiteY5" fmla="*/ 2050143 h 2637182"/>
              <a:gd name="connsiteX6" fmla="*/ 2769704 w 2769704"/>
              <a:gd name="connsiteY6" fmla="*/ 2637182 h 2637182"/>
              <a:gd name="connsiteX0" fmla="*/ 0 w 2753026"/>
              <a:gd name="connsiteY0" fmla="*/ 0 h 2628261"/>
              <a:gd name="connsiteX1" fmla="*/ 980661 w 2753026"/>
              <a:gd name="connsiteY1" fmla="*/ 1007165 h 2628261"/>
              <a:gd name="connsiteX2" fmla="*/ 2014330 w 2753026"/>
              <a:gd name="connsiteY2" fmla="*/ 1011756 h 2628261"/>
              <a:gd name="connsiteX3" fmla="*/ 2478156 w 2753026"/>
              <a:gd name="connsiteY3" fmla="*/ 1007165 h 2628261"/>
              <a:gd name="connsiteX4" fmla="*/ 2054087 w 2753026"/>
              <a:gd name="connsiteY4" fmla="*/ 1709530 h 2628261"/>
              <a:gd name="connsiteX5" fmla="*/ 2753026 w 2753026"/>
              <a:gd name="connsiteY5" fmla="*/ 2050143 h 2628261"/>
              <a:gd name="connsiteX6" fmla="*/ 2742942 w 2753026"/>
              <a:gd name="connsiteY6" fmla="*/ 2628261 h 2628261"/>
              <a:gd name="connsiteX0" fmla="*/ 0 w 2760784"/>
              <a:gd name="connsiteY0" fmla="*/ 0 h 2820062"/>
              <a:gd name="connsiteX1" fmla="*/ 980661 w 2760784"/>
              <a:gd name="connsiteY1" fmla="*/ 1007165 h 2820062"/>
              <a:gd name="connsiteX2" fmla="*/ 2014330 w 2760784"/>
              <a:gd name="connsiteY2" fmla="*/ 1011756 h 2820062"/>
              <a:gd name="connsiteX3" fmla="*/ 2478156 w 2760784"/>
              <a:gd name="connsiteY3" fmla="*/ 1007165 h 2820062"/>
              <a:gd name="connsiteX4" fmla="*/ 2054087 w 2760784"/>
              <a:gd name="connsiteY4" fmla="*/ 1709530 h 2820062"/>
              <a:gd name="connsiteX5" fmla="*/ 2753026 w 2760784"/>
              <a:gd name="connsiteY5" fmla="*/ 2050143 h 2820062"/>
              <a:gd name="connsiteX6" fmla="*/ 2760784 w 2760784"/>
              <a:gd name="connsiteY6" fmla="*/ 2820062 h 2820062"/>
              <a:gd name="connsiteX0" fmla="*/ 0 w 2760784"/>
              <a:gd name="connsiteY0" fmla="*/ 0 h 2820062"/>
              <a:gd name="connsiteX1" fmla="*/ 980661 w 2760784"/>
              <a:gd name="connsiteY1" fmla="*/ 1007165 h 2820062"/>
              <a:gd name="connsiteX2" fmla="*/ 2014330 w 2760784"/>
              <a:gd name="connsiteY2" fmla="*/ 1011756 h 2820062"/>
              <a:gd name="connsiteX3" fmla="*/ 2478156 w 2760784"/>
              <a:gd name="connsiteY3" fmla="*/ 1007165 h 2820062"/>
              <a:gd name="connsiteX4" fmla="*/ 2054087 w 2760784"/>
              <a:gd name="connsiteY4" fmla="*/ 1709530 h 2820062"/>
              <a:gd name="connsiteX5" fmla="*/ 2753026 w 2760784"/>
              <a:gd name="connsiteY5" fmla="*/ 2050143 h 2820062"/>
              <a:gd name="connsiteX6" fmla="*/ 2760783 w 2760784"/>
              <a:gd name="connsiteY6" fmla="*/ 2639768 h 2820062"/>
              <a:gd name="connsiteX7" fmla="*/ 2760784 w 2760784"/>
              <a:gd name="connsiteY7" fmla="*/ 2820062 h 2820062"/>
              <a:gd name="connsiteX0" fmla="*/ 0 w 3188991"/>
              <a:gd name="connsiteY0" fmla="*/ 0 h 2681787"/>
              <a:gd name="connsiteX1" fmla="*/ 980661 w 3188991"/>
              <a:gd name="connsiteY1" fmla="*/ 1007165 h 2681787"/>
              <a:gd name="connsiteX2" fmla="*/ 2014330 w 3188991"/>
              <a:gd name="connsiteY2" fmla="*/ 1011756 h 2681787"/>
              <a:gd name="connsiteX3" fmla="*/ 2478156 w 3188991"/>
              <a:gd name="connsiteY3" fmla="*/ 1007165 h 2681787"/>
              <a:gd name="connsiteX4" fmla="*/ 2054087 w 3188991"/>
              <a:gd name="connsiteY4" fmla="*/ 1709530 h 2681787"/>
              <a:gd name="connsiteX5" fmla="*/ 2753026 w 3188991"/>
              <a:gd name="connsiteY5" fmla="*/ 2050143 h 2681787"/>
              <a:gd name="connsiteX6" fmla="*/ 2760783 w 3188991"/>
              <a:gd name="connsiteY6" fmla="*/ 2639768 h 2681787"/>
              <a:gd name="connsiteX7" fmla="*/ 3188991 w 3188991"/>
              <a:gd name="connsiteY7" fmla="*/ 2681787 h 2681787"/>
              <a:gd name="connsiteX0" fmla="*/ 0 w 3188991"/>
              <a:gd name="connsiteY0" fmla="*/ 0 h 2691285"/>
              <a:gd name="connsiteX1" fmla="*/ 980661 w 3188991"/>
              <a:gd name="connsiteY1" fmla="*/ 1007165 h 2691285"/>
              <a:gd name="connsiteX2" fmla="*/ 2014330 w 3188991"/>
              <a:gd name="connsiteY2" fmla="*/ 1011756 h 2691285"/>
              <a:gd name="connsiteX3" fmla="*/ 2478156 w 3188991"/>
              <a:gd name="connsiteY3" fmla="*/ 1007165 h 2691285"/>
              <a:gd name="connsiteX4" fmla="*/ 2054087 w 3188991"/>
              <a:gd name="connsiteY4" fmla="*/ 1709530 h 2691285"/>
              <a:gd name="connsiteX5" fmla="*/ 2753026 w 3188991"/>
              <a:gd name="connsiteY5" fmla="*/ 2050143 h 2691285"/>
              <a:gd name="connsiteX6" fmla="*/ 2760783 w 3188991"/>
              <a:gd name="connsiteY6" fmla="*/ 2639768 h 2691285"/>
              <a:gd name="connsiteX7" fmla="*/ 3188991 w 3188991"/>
              <a:gd name="connsiteY7" fmla="*/ 2681787 h 2691285"/>
              <a:gd name="connsiteX0" fmla="*/ 0 w 3188991"/>
              <a:gd name="connsiteY0" fmla="*/ 0 h 2700394"/>
              <a:gd name="connsiteX1" fmla="*/ 980661 w 3188991"/>
              <a:gd name="connsiteY1" fmla="*/ 1007165 h 2700394"/>
              <a:gd name="connsiteX2" fmla="*/ 2014330 w 3188991"/>
              <a:gd name="connsiteY2" fmla="*/ 1011756 h 2700394"/>
              <a:gd name="connsiteX3" fmla="*/ 2478156 w 3188991"/>
              <a:gd name="connsiteY3" fmla="*/ 1007165 h 2700394"/>
              <a:gd name="connsiteX4" fmla="*/ 2054087 w 3188991"/>
              <a:gd name="connsiteY4" fmla="*/ 1709530 h 2700394"/>
              <a:gd name="connsiteX5" fmla="*/ 2753026 w 3188991"/>
              <a:gd name="connsiteY5" fmla="*/ 2050143 h 2700394"/>
              <a:gd name="connsiteX6" fmla="*/ 2765243 w 3188991"/>
              <a:gd name="connsiteY6" fmla="*/ 2662071 h 2700394"/>
              <a:gd name="connsiteX7" fmla="*/ 3188991 w 3188991"/>
              <a:gd name="connsiteY7" fmla="*/ 2681787 h 2700394"/>
              <a:gd name="connsiteX0" fmla="*/ 0 w 3188991"/>
              <a:gd name="connsiteY0" fmla="*/ 0 h 2686921"/>
              <a:gd name="connsiteX1" fmla="*/ 980661 w 3188991"/>
              <a:gd name="connsiteY1" fmla="*/ 1007165 h 2686921"/>
              <a:gd name="connsiteX2" fmla="*/ 2014330 w 3188991"/>
              <a:gd name="connsiteY2" fmla="*/ 1011756 h 2686921"/>
              <a:gd name="connsiteX3" fmla="*/ 2478156 w 3188991"/>
              <a:gd name="connsiteY3" fmla="*/ 1007165 h 2686921"/>
              <a:gd name="connsiteX4" fmla="*/ 2054087 w 3188991"/>
              <a:gd name="connsiteY4" fmla="*/ 1709530 h 2686921"/>
              <a:gd name="connsiteX5" fmla="*/ 2753026 w 3188991"/>
              <a:gd name="connsiteY5" fmla="*/ 2050143 h 2686921"/>
              <a:gd name="connsiteX6" fmla="*/ 2765243 w 3188991"/>
              <a:gd name="connsiteY6" fmla="*/ 2662071 h 2686921"/>
              <a:gd name="connsiteX7" fmla="*/ 3188991 w 3188991"/>
              <a:gd name="connsiteY7" fmla="*/ 2681787 h 2686921"/>
              <a:gd name="connsiteX0" fmla="*/ 0 w 3188991"/>
              <a:gd name="connsiteY0" fmla="*/ 0 h 2689619"/>
              <a:gd name="connsiteX1" fmla="*/ 980661 w 3188991"/>
              <a:gd name="connsiteY1" fmla="*/ 1007165 h 2689619"/>
              <a:gd name="connsiteX2" fmla="*/ 2014330 w 3188991"/>
              <a:gd name="connsiteY2" fmla="*/ 1011756 h 2689619"/>
              <a:gd name="connsiteX3" fmla="*/ 2478156 w 3188991"/>
              <a:gd name="connsiteY3" fmla="*/ 1007165 h 2689619"/>
              <a:gd name="connsiteX4" fmla="*/ 2054087 w 3188991"/>
              <a:gd name="connsiteY4" fmla="*/ 1709530 h 2689619"/>
              <a:gd name="connsiteX5" fmla="*/ 2753026 w 3188991"/>
              <a:gd name="connsiteY5" fmla="*/ 2050143 h 2689619"/>
              <a:gd name="connsiteX6" fmla="*/ 2769703 w 3188991"/>
              <a:gd name="connsiteY6" fmla="*/ 2675452 h 2689619"/>
              <a:gd name="connsiteX7" fmla="*/ 3188991 w 3188991"/>
              <a:gd name="connsiteY7" fmla="*/ 2681787 h 2689619"/>
              <a:gd name="connsiteX0" fmla="*/ 0 w 3188991"/>
              <a:gd name="connsiteY0" fmla="*/ 0 h 2681967"/>
              <a:gd name="connsiteX1" fmla="*/ 980661 w 3188991"/>
              <a:gd name="connsiteY1" fmla="*/ 1007165 h 2681967"/>
              <a:gd name="connsiteX2" fmla="*/ 2014330 w 3188991"/>
              <a:gd name="connsiteY2" fmla="*/ 1011756 h 2681967"/>
              <a:gd name="connsiteX3" fmla="*/ 2478156 w 3188991"/>
              <a:gd name="connsiteY3" fmla="*/ 1007165 h 2681967"/>
              <a:gd name="connsiteX4" fmla="*/ 2054087 w 3188991"/>
              <a:gd name="connsiteY4" fmla="*/ 1709530 h 2681967"/>
              <a:gd name="connsiteX5" fmla="*/ 2753026 w 3188991"/>
              <a:gd name="connsiteY5" fmla="*/ 2050143 h 2681967"/>
              <a:gd name="connsiteX6" fmla="*/ 2769703 w 3188991"/>
              <a:gd name="connsiteY6" fmla="*/ 2675452 h 2681967"/>
              <a:gd name="connsiteX7" fmla="*/ 3188991 w 3188991"/>
              <a:gd name="connsiteY7" fmla="*/ 2681787 h 2681967"/>
              <a:gd name="connsiteX0" fmla="*/ 0 w 3188991"/>
              <a:gd name="connsiteY0" fmla="*/ 0 h 2687647"/>
              <a:gd name="connsiteX1" fmla="*/ 980661 w 3188991"/>
              <a:gd name="connsiteY1" fmla="*/ 1007165 h 2687647"/>
              <a:gd name="connsiteX2" fmla="*/ 2014330 w 3188991"/>
              <a:gd name="connsiteY2" fmla="*/ 1011756 h 2687647"/>
              <a:gd name="connsiteX3" fmla="*/ 2478156 w 3188991"/>
              <a:gd name="connsiteY3" fmla="*/ 1007165 h 2687647"/>
              <a:gd name="connsiteX4" fmla="*/ 2054087 w 3188991"/>
              <a:gd name="connsiteY4" fmla="*/ 1709530 h 2687647"/>
              <a:gd name="connsiteX5" fmla="*/ 2753026 w 3188991"/>
              <a:gd name="connsiteY5" fmla="*/ 2050143 h 2687647"/>
              <a:gd name="connsiteX6" fmla="*/ 2769703 w 3188991"/>
              <a:gd name="connsiteY6" fmla="*/ 2675452 h 2687647"/>
              <a:gd name="connsiteX7" fmla="*/ 3188991 w 3188991"/>
              <a:gd name="connsiteY7" fmla="*/ 2681787 h 2687647"/>
              <a:gd name="connsiteX0" fmla="*/ 0 w 3064097"/>
              <a:gd name="connsiteY0" fmla="*/ 0 h 2687647"/>
              <a:gd name="connsiteX1" fmla="*/ 980661 w 3064097"/>
              <a:gd name="connsiteY1" fmla="*/ 1007165 h 2687647"/>
              <a:gd name="connsiteX2" fmla="*/ 2014330 w 3064097"/>
              <a:gd name="connsiteY2" fmla="*/ 1011756 h 2687647"/>
              <a:gd name="connsiteX3" fmla="*/ 2478156 w 3064097"/>
              <a:gd name="connsiteY3" fmla="*/ 1007165 h 2687647"/>
              <a:gd name="connsiteX4" fmla="*/ 2054087 w 3064097"/>
              <a:gd name="connsiteY4" fmla="*/ 1709530 h 2687647"/>
              <a:gd name="connsiteX5" fmla="*/ 2753026 w 3064097"/>
              <a:gd name="connsiteY5" fmla="*/ 2050143 h 2687647"/>
              <a:gd name="connsiteX6" fmla="*/ 2769703 w 3064097"/>
              <a:gd name="connsiteY6" fmla="*/ 2675452 h 2687647"/>
              <a:gd name="connsiteX7" fmla="*/ 3064097 w 3064097"/>
              <a:gd name="connsiteY7" fmla="*/ 2681787 h 2687647"/>
              <a:gd name="connsiteX0" fmla="*/ 0 w 3064097"/>
              <a:gd name="connsiteY0" fmla="*/ 0 h 2683755"/>
              <a:gd name="connsiteX1" fmla="*/ 980661 w 3064097"/>
              <a:gd name="connsiteY1" fmla="*/ 1007165 h 2683755"/>
              <a:gd name="connsiteX2" fmla="*/ 2014330 w 3064097"/>
              <a:gd name="connsiteY2" fmla="*/ 1011756 h 2683755"/>
              <a:gd name="connsiteX3" fmla="*/ 2478156 w 3064097"/>
              <a:gd name="connsiteY3" fmla="*/ 1007165 h 2683755"/>
              <a:gd name="connsiteX4" fmla="*/ 2054087 w 3064097"/>
              <a:gd name="connsiteY4" fmla="*/ 1709530 h 2683755"/>
              <a:gd name="connsiteX5" fmla="*/ 2753026 w 3064097"/>
              <a:gd name="connsiteY5" fmla="*/ 2050143 h 2683755"/>
              <a:gd name="connsiteX6" fmla="*/ 2769703 w 3064097"/>
              <a:gd name="connsiteY6" fmla="*/ 2675452 h 2683755"/>
              <a:gd name="connsiteX7" fmla="*/ 3064097 w 3064097"/>
              <a:gd name="connsiteY7" fmla="*/ 2681787 h 2683755"/>
              <a:gd name="connsiteX0" fmla="*/ 0 w 3064097"/>
              <a:gd name="connsiteY0" fmla="*/ 0 h 2683755"/>
              <a:gd name="connsiteX1" fmla="*/ 980661 w 3064097"/>
              <a:gd name="connsiteY1" fmla="*/ 1007165 h 2683755"/>
              <a:gd name="connsiteX2" fmla="*/ 2014330 w 3064097"/>
              <a:gd name="connsiteY2" fmla="*/ 1011756 h 2683755"/>
              <a:gd name="connsiteX3" fmla="*/ 2478156 w 3064097"/>
              <a:gd name="connsiteY3" fmla="*/ 1007165 h 2683755"/>
              <a:gd name="connsiteX4" fmla="*/ 2054087 w 3064097"/>
              <a:gd name="connsiteY4" fmla="*/ 1709530 h 2683755"/>
              <a:gd name="connsiteX5" fmla="*/ 2753026 w 3064097"/>
              <a:gd name="connsiteY5" fmla="*/ 2050143 h 2683755"/>
              <a:gd name="connsiteX6" fmla="*/ 2769703 w 3064097"/>
              <a:gd name="connsiteY6" fmla="*/ 2675452 h 2683755"/>
              <a:gd name="connsiteX7" fmla="*/ 3064097 w 3064097"/>
              <a:gd name="connsiteY7" fmla="*/ 2681787 h 26837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064097" h="2683755">
                <a:moveTo>
                  <a:pt x="0" y="0"/>
                </a:moveTo>
                <a:lnTo>
                  <a:pt x="980661" y="1007165"/>
                </a:lnTo>
                <a:lnTo>
                  <a:pt x="2014330" y="1011756"/>
                </a:lnTo>
                <a:lnTo>
                  <a:pt x="2478156" y="1007165"/>
                </a:lnTo>
                <a:lnTo>
                  <a:pt x="2054087" y="1709530"/>
                </a:lnTo>
                <a:lnTo>
                  <a:pt x="2753026" y="2050143"/>
                </a:lnTo>
                <a:lnTo>
                  <a:pt x="2769703" y="2675452"/>
                </a:lnTo>
                <a:cubicBezTo>
                  <a:pt x="2903519" y="2686485"/>
                  <a:pt x="2930284" y="2684136"/>
                  <a:pt x="3064097" y="2681787"/>
                </a:cubicBezTo>
              </a:path>
            </a:pathLst>
          </a:custGeom>
          <a:noFill/>
          <a:ln w="31750">
            <a:solidFill>
              <a:srgbClr val="C00000"/>
            </a:solidFill>
            <a:headEnd type="triangle"/>
            <a:tailEnd type="triangle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46" name="Slide Number Placeholder 4">
            <a:extLst>
              <a:ext uri="{FF2B5EF4-FFF2-40B4-BE49-F238E27FC236}">
                <a16:creationId xmlns:a16="http://schemas.microsoft.com/office/drawing/2014/main" id="{5DC8F37A-7230-5148-88D9-265AE5AD394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Network Layer: 5-</a:t>
            </a:r>
            <a:fld id="{C4204591-24BD-A542-B9D5-F8D8A88D2FEE}" type="slidenum">
              <a:rPr kumimoji="0" lang="en-US" sz="1100" b="0" i="0" u="none" strike="noStrike" kern="1200" cap="none" spc="0" normalizeH="0" baseline="0" noProof="0" smtClean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9</a:t>
            </a:fld>
            <a:endParaRPr kumimoji="0" lang="en-US" sz="11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50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94439400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uiExpand="1" build="p"/>
    </p:bld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5B27BFF1-5DCE-D642-8EFE-FACB1C97EEE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48585"/>
            <a:ext cx="6860458" cy="894622"/>
          </a:xfrm>
        </p:spPr>
        <p:txBody>
          <a:bodyPr/>
          <a:lstStyle/>
          <a:p>
            <a:r>
              <a:rPr lang="en-US" dirty="0"/>
              <a:t>Graph abstraction: link costs</a:t>
            </a:r>
          </a:p>
        </p:txBody>
      </p:sp>
      <p:sp>
        <p:nvSpPr>
          <p:cNvPr id="546" name="Slide Number Placeholder 4">
            <a:extLst>
              <a:ext uri="{FF2B5EF4-FFF2-40B4-BE49-F238E27FC236}">
                <a16:creationId xmlns:a16="http://schemas.microsoft.com/office/drawing/2014/main" id="{5DC8F37A-7230-5148-88D9-265AE5AD394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Network Layer: 5-</a:t>
            </a:r>
            <a:fld id="{C4204591-24BD-A542-B9D5-F8D8A88D2FEE}" type="slidenum">
              <a:rPr kumimoji="0" lang="en-US" sz="1100" b="0" i="0" u="none" strike="noStrike" kern="1200" cap="none" spc="0" normalizeH="0" baseline="0" noProof="0" smtClean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10</a:t>
            </a:fld>
            <a:endParaRPr kumimoji="0" lang="en-US" sz="11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50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611" name="Group 2">
            <a:extLst>
              <a:ext uri="{FF2B5EF4-FFF2-40B4-BE49-F238E27FC236}">
                <a16:creationId xmlns:a16="http://schemas.microsoft.com/office/drawing/2014/main" id="{8F3AF934-05FC-1741-9920-1E37F407434E}"/>
              </a:ext>
            </a:extLst>
          </p:cNvPr>
          <p:cNvGrpSpPr>
            <a:grpSpLocks/>
          </p:cNvGrpSpPr>
          <p:nvPr/>
        </p:nvGrpSpPr>
        <p:grpSpPr bwMode="auto">
          <a:xfrm>
            <a:off x="1238864" y="1288538"/>
            <a:ext cx="3571875" cy="2236788"/>
            <a:chOff x="3162" y="1071"/>
            <a:chExt cx="2250" cy="1409"/>
          </a:xfrm>
        </p:grpSpPr>
        <p:sp>
          <p:nvSpPr>
            <p:cNvPr id="612" name="Freeform 3">
              <a:extLst>
                <a:ext uri="{FF2B5EF4-FFF2-40B4-BE49-F238E27FC236}">
                  <a16:creationId xmlns:a16="http://schemas.microsoft.com/office/drawing/2014/main" id="{453067FB-5417-D747-A9D1-7A886199D8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2" y="1071"/>
              <a:ext cx="2250" cy="1409"/>
            </a:xfrm>
            <a:custGeom>
              <a:avLst/>
              <a:gdLst>
                <a:gd name="T0" fmla="*/ 0 w 2250"/>
                <a:gd name="T1" fmla="*/ 624 h 1409"/>
                <a:gd name="T2" fmla="*/ 219 w 2250"/>
                <a:gd name="T3" fmla="*/ 321 h 1409"/>
                <a:gd name="T4" fmla="*/ 529 w 2250"/>
                <a:gd name="T5" fmla="*/ 35 h 1409"/>
                <a:gd name="T6" fmla="*/ 1551 w 2250"/>
                <a:gd name="T7" fmla="*/ 111 h 1409"/>
                <a:gd name="T8" fmla="*/ 1968 w 2250"/>
                <a:gd name="T9" fmla="*/ 483 h 1409"/>
                <a:gd name="T10" fmla="*/ 2199 w 2250"/>
                <a:gd name="T11" fmla="*/ 906 h 1409"/>
                <a:gd name="T12" fmla="*/ 1659 w 2250"/>
                <a:gd name="T13" fmla="*/ 1314 h 1409"/>
                <a:gd name="T14" fmla="*/ 993 w 2250"/>
                <a:gd name="T15" fmla="*/ 1386 h 1409"/>
                <a:gd name="T16" fmla="*/ 465 w 2250"/>
                <a:gd name="T17" fmla="*/ 1356 h 1409"/>
                <a:gd name="T18" fmla="*/ 102 w 2250"/>
                <a:gd name="T19" fmla="*/ 1068 h 1409"/>
                <a:gd name="T20" fmla="*/ 0 w 2250"/>
                <a:gd name="T21" fmla="*/ 624 h 140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2250"/>
                <a:gd name="T34" fmla="*/ 0 h 1409"/>
                <a:gd name="T35" fmla="*/ 2250 w 2250"/>
                <a:gd name="T36" fmla="*/ 1409 h 1409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2250" h="1409">
                  <a:moveTo>
                    <a:pt x="0" y="624"/>
                  </a:moveTo>
                  <a:cubicBezTo>
                    <a:pt x="5" y="506"/>
                    <a:pt x="131" y="419"/>
                    <a:pt x="219" y="321"/>
                  </a:cubicBezTo>
                  <a:cubicBezTo>
                    <a:pt x="307" y="223"/>
                    <a:pt x="307" y="70"/>
                    <a:pt x="529" y="35"/>
                  </a:cubicBezTo>
                  <a:cubicBezTo>
                    <a:pt x="751" y="0"/>
                    <a:pt x="1311" y="36"/>
                    <a:pt x="1551" y="111"/>
                  </a:cubicBezTo>
                  <a:cubicBezTo>
                    <a:pt x="1791" y="186"/>
                    <a:pt x="1860" y="351"/>
                    <a:pt x="1968" y="483"/>
                  </a:cubicBezTo>
                  <a:cubicBezTo>
                    <a:pt x="2076" y="615"/>
                    <a:pt x="2250" y="767"/>
                    <a:pt x="2199" y="906"/>
                  </a:cubicBezTo>
                  <a:cubicBezTo>
                    <a:pt x="2148" y="1045"/>
                    <a:pt x="1860" y="1234"/>
                    <a:pt x="1659" y="1314"/>
                  </a:cubicBezTo>
                  <a:cubicBezTo>
                    <a:pt x="1458" y="1394"/>
                    <a:pt x="1192" y="1379"/>
                    <a:pt x="993" y="1386"/>
                  </a:cubicBezTo>
                  <a:cubicBezTo>
                    <a:pt x="794" y="1393"/>
                    <a:pt x="613" y="1409"/>
                    <a:pt x="465" y="1356"/>
                  </a:cubicBezTo>
                  <a:cubicBezTo>
                    <a:pt x="317" y="1303"/>
                    <a:pt x="180" y="1190"/>
                    <a:pt x="102" y="1068"/>
                  </a:cubicBezTo>
                  <a:cubicBezTo>
                    <a:pt x="24" y="946"/>
                    <a:pt x="21" y="716"/>
                    <a:pt x="0" y="624"/>
                  </a:cubicBezTo>
                  <a:close/>
                </a:path>
              </a:pathLst>
            </a:custGeom>
            <a:solidFill>
              <a:srgbClr val="9CE0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13" name="Freeform 4">
              <a:extLst>
                <a:ext uri="{FF2B5EF4-FFF2-40B4-BE49-F238E27FC236}">
                  <a16:creationId xmlns:a16="http://schemas.microsoft.com/office/drawing/2014/main" id="{33DAED7D-3A7B-904E-9B5E-9FC4FC3D1E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8" y="1620"/>
              <a:ext cx="342" cy="186"/>
            </a:xfrm>
            <a:custGeom>
              <a:avLst/>
              <a:gdLst>
                <a:gd name="T0" fmla="*/ 0 w 342"/>
                <a:gd name="T1" fmla="*/ 186 h 186"/>
                <a:gd name="T2" fmla="*/ 342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14" name="Oval 5">
              <a:extLst>
                <a:ext uri="{FF2B5EF4-FFF2-40B4-BE49-F238E27FC236}">
                  <a16:creationId xmlns:a16="http://schemas.microsoft.com/office/drawing/2014/main" id="{2170DD72-9E40-764D-9C66-5662F5C98D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8" y="1862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15" name="Line 6">
              <a:extLst>
                <a:ext uri="{FF2B5EF4-FFF2-40B4-BE49-F238E27FC236}">
                  <a16:creationId xmlns:a16="http://schemas.microsoft.com/office/drawing/2014/main" id="{AD1E8D51-D03D-3E44-9ECF-8CEF9C546F9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38" y="1855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16" name="Line 7">
              <a:extLst>
                <a:ext uri="{FF2B5EF4-FFF2-40B4-BE49-F238E27FC236}">
                  <a16:creationId xmlns:a16="http://schemas.microsoft.com/office/drawing/2014/main" id="{EF7881A8-F3AA-5647-81DD-BFEC3F67F95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51" y="1855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17" name="Rectangle 8">
              <a:extLst>
                <a:ext uri="{FF2B5EF4-FFF2-40B4-BE49-F238E27FC236}">
                  <a16:creationId xmlns:a16="http://schemas.microsoft.com/office/drawing/2014/main" id="{9DDD93A0-0B9F-214B-88D4-CA45AABB31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8" y="1855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18" name="Oval 9">
              <a:extLst>
                <a:ext uri="{FF2B5EF4-FFF2-40B4-BE49-F238E27FC236}">
                  <a16:creationId xmlns:a16="http://schemas.microsoft.com/office/drawing/2014/main" id="{D83D8A8A-8F8F-A047-B67A-4E57193F13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5" y="1796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19" name="Oval 10">
              <a:extLst>
                <a:ext uri="{FF2B5EF4-FFF2-40B4-BE49-F238E27FC236}">
                  <a16:creationId xmlns:a16="http://schemas.microsoft.com/office/drawing/2014/main" id="{21DC2241-7526-B048-963D-024ABCFF5D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2" y="2249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20" name="Line 11">
              <a:extLst>
                <a:ext uri="{FF2B5EF4-FFF2-40B4-BE49-F238E27FC236}">
                  <a16:creationId xmlns:a16="http://schemas.microsoft.com/office/drawing/2014/main" id="{137382C1-9446-A94A-A118-0B9E495EDA6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12" y="224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21" name="Line 12">
              <a:extLst>
                <a:ext uri="{FF2B5EF4-FFF2-40B4-BE49-F238E27FC236}">
                  <a16:creationId xmlns:a16="http://schemas.microsoft.com/office/drawing/2014/main" id="{04A9146B-C80E-C141-9048-092B193CAB0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25" y="224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22" name="Rectangle 13">
              <a:extLst>
                <a:ext uri="{FF2B5EF4-FFF2-40B4-BE49-F238E27FC236}">
                  <a16:creationId xmlns:a16="http://schemas.microsoft.com/office/drawing/2014/main" id="{E3CEEEB9-7637-A644-99B6-2A13DFD47D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2" y="2242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23" name="Oval 14">
              <a:extLst>
                <a:ext uri="{FF2B5EF4-FFF2-40B4-BE49-F238E27FC236}">
                  <a16:creationId xmlns:a16="http://schemas.microsoft.com/office/drawing/2014/main" id="{C107E8DA-8746-AF42-A141-86F28CAF62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9" y="2183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24" name="Oval 15">
              <a:extLst>
                <a:ext uri="{FF2B5EF4-FFF2-40B4-BE49-F238E27FC236}">
                  <a16:creationId xmlns:a16="http://schemas.microsoft.com/office/drawing/2014/main" id="{5F2BA590-63EE-0C46-A5CA-02573C500C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8" y="1559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25" name="Line 16">
              <a:extLst>
                <a:ext uri="{FF2B5EF4-FFF2-40B4-BE49-F238E27FC236}">
                  <a16:creationId xmlns:a16="http://schemas.microsoft.com/office/drawing/2014/main" id="{11080E94-1F03-714E-8AB1-3B4DEA4A9AA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08" y="155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26" name="Line 17">
              <a:extLst>
                <a:ext uri="{FF2B5EF4-FFF2-40B4-BE49-F238E27FC236}">
                  <a16:creationId xmlns:a16="http://schemas.microsoft.com/office/drawing/2014/main" id="{FE188877-FC11-9F4C-9A67-6A13C778D42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21" y="155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27" name="Rectangle 18">
              <a:extLst>
                <a:ext uri="{FF2B5EF4-FFF2-40B4-BE49-F238E27FC236}">
                  <a16:creationId xmlns:a16="http://schemas.microsoft.com/office/drawing/2014/main" id="{AB0D0A23-CA41-9C45-8823-F5E417571B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8" y="1552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28" name="Oval 19">
              <a:extLst>
                <a:ext uri="{FF2B5EF4-FFF2-40B4-BE49-F238E27FC236}">
                  <a16:creationId xmlns:a16="http://schemas.microsoft.com/office/drawing/2014/main" id="{A3557876-CBC0-904A-8546-3AF399CF14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5" y="1493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29" name="Oval 20">
              <a:extLst>
                <a:ext uri="{FF2B5EF4-FFF2-40B4-BE49-F238E27FC236}">
                  <a16:creationId xmlns:a16="http://schemas.microsoft.com/office/drawing/2014/main" id="{C3E2692B-8831-754F-9E6E-008C343B6B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1" y="1555"/>
              <a:ext cx="312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30" name="Line 21">
              <a:extLst>
                <a:ext uri="{FF2B5EF4-FFF2-40B4-BE49-F238E27FC236}">
                  <a16:creationId xmlns:a16="http://schemas.microsoft.com/office/drawing/2014/main" id="{9123636B-BAFA-2440-8260-5EA0CA220D6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91" y="154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31" name="Line 22">
              <a:extLst>
                <a:ext uri="{FF2B5EF4-FFF2-40B4-BE49-F238E27FC236}">
                  <a16:creationId xmlns:a16="http://schemas.microsoft.com/office/drawing/2014/main" id="{EFE8FE51-3AD2-4745-ADE0-A43C031219C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03" y="154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32" name="Rectangle 23">
              <a:extLst>
                <a:ext uri="{FF2B5EF4-FFF2-40B4-BE49-F238E27FC236}">
                  <a16:creationId xmlns:a16="http://schemas.microsoft.com/office/drawing/2014/main" id="{FD42180D-C903-D144-9E3E-AD4A52F5CF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1" y="1548"/>
              <a:ext cx="309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33" name="Oval 24">
              <a:extLst>
                <a:ext uri="{FF2B5EF4-FFF2-40B4-BE49-F238E27FC236}">
                  <a16:creationId xmlns:a16="http://schemas.microsoft.com/office/drawing/2014/main" id="{F07CE376-92DE-2A4B-8855-4035B688D7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4" y="1492"/>
              <a:ext cx="312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34" name="Oval 25">
              <a:extLst>
                <a:ext uri="{FF2B5EF4-FFF2-40B4-BE49-F238E27FC236}">
                  <a16:creationId xmlns:a16="http://schemas.microsoft.com/office/drawing/2014/main" id="{E4EA7D36-77DD-114A-A537-3E5E6AF3A9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1" y="2246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35" name="Line 26">
              <a:extLst>
                <a:ext uri="{FF2B5EF4-FFF2-40B4-BE49-F238E27FC236}">
                  <a16:creationId xmlns:a16="http://schemas.microsoft.com/office/drawing/2014/main" id="{B4B8F4B2-F24A-4049-A3F6-305EE1D3616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01" y="2239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36" name="Line 27">
              <a:extLst>
                <a:ext uri="{FF2B5EF4-FFF2-40B4-BE49-F238E27FC236}">
                  <a16:creationId xmlns:a16="http://schemas.microsoft.com/office/drawing/2014/main" id="{A5D15F50-B753-C442-91B9-889011830AC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14" y="2239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37" name="Rectangle 28">
              <a:extLst>
                <a:ext uri="{FF2B5EF4-FFF2-40B4-BE49-F238E27FC236}">
                  <a16:creationId xmlns:a16="http://schemas.microsoft.com/office/drawing/2014/main" id="{629ABB40-A5DD-844A-ABE9-8F6A1075B3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1" y="2239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38" name="Oval 29">
              <a:extLst>
                <a:ext uri="{FF2B5EF4-FFF2-40B4-BE49-F238E27FC236}">
                  <a16:creationId xmlns:a16="http://schemas.microsoft.com/office/drawing/2014/main" id="{FE70825F-F5BB-2A42-A076-DCF3428256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8" y="2180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39" name="Oval 30">
              <a:extLst>
                <a:ext uri="{FF2B5EF4-FFF2-40B4-BE49-F238E27FC236}">
                  <a16:creationId xmlns:a16="http://schemas.microsoft.com/office/drawing/2014/main" id="{E5C07A67-14B1-2749-8C45-CCF8A7156D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6" y="1905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40" name="Line 31">
              <a:extLst>
                <a:ext uri="{FF2B5EF4-FFF2-40B4-BE49-F238E27FC236}">
                  <a16:creationId xmlns:a16="http://schemas.microsoft.com/office/drawing/2014/main" id="{0542E5EA-1D03-AB4F-9FEC-B3A92BC33B7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66" y="189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41" name="Line 32">
              <a:extLst>
                <a:ext uri="{FF2B5EF4-FFF2-40B4-BE49-F238E27FC236}">
                  <a16:creationId xmlns:a16="http://schemas.microsoft.com/office/drawing/2014/main" id="{5443EC84-61B8-B843-A6E1-5A4F636A64D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279" y="189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42" name="Rectangle 33">
              <a:extLst>
                <a:ext uri="{FF2B5EF4-FFF2-40B4-BE49-F238E27FC236}">
                  <a16:creationId xmlns:a16="http://schemas.microsoft.com/office/drawing/2014/main" id="{9782BC94-E1A7-5740-A6A1-585BA6B4E0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6" y="1898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43" name="Oval 34">
              <a:extLst>
                <a:ext uri="{FF2B5EF4-FFF2-40B4-BE49-F238E27FC236}">
                  <a16:creationId xmlns:a16="http://schemas.microsoft.com/office/drawing/2014/main" id="{347E1E2B-9AA3-814E-88C5-98C1961995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3" y="1839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44" name="Freeform 35">
              <a:extLst>
                <a:ext uri="{FF2B5EF4-FFF2-40B4-BE49-F238E27FC236}">
                  <a16:creationId xmlns:a16="http://schemas.microsoft.com/office/drawing/2014/main" id="{321283E4-4A33-8C40-9132-D98702BFF0D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7" y="1647"/>
              <a:ext cx="1" cy="522"/>
            </a:xfrm>
            <a:custGeom>
              <a:avLst/>
              <a:gdLst>
                <a:gd name="T0" fmla="*/ 0 w 1"/>
                <a:gd name="T1" fmla="*/ 0 h 522"/>
                <a:gd name="T2" fmla="*/ 0 w 1"/>
                <a:gd name="T3" fmla="*/ 522 h 522"/>
                <a:gd name="T4" fmla="*/ 0 60000 65536"/>
                <a:gd name="T5" fmla="*/ 0 60000 65536"/>
                <a:gd name="T6" fmla="*/ 0 w 1"/>
                <a:gd name="T7" fmla="*/ 0 h 522"/>
                <a:gd name="T8" fmla="*/ 1 w 1"/>
                <a:gd name="T9" fmla="*/ 522 h 52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522">
                  <a:moveTo>
                    <a:pt x="0" y="0"/>
                  </a:moveTo>
                  <a:lnTo>
                    <a:pt x="0" y="522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45" name="Freeform 36">
              <a:extLst>
                <a:ext uri="{FF2B5EF4-FFF2-40B4-BE49-F238E27FC236}">
                  <a16:creationId xmlns:a16="http://schemas.microsoft.com/office/drawing/2014/main" id="{E75C929F-25A5-CE44-BC4C-F4689510C2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4" y="1653"/>
              <a:ext cx="1" cy="537"/>
            </a:xfrm>
            <a:custGeom>
              <a:avLst/>
              <a:gdLst>
                <a:gd name="T0" fmla="*/ 0 w 1"/>
                <a:gd name="T1" fmla="*/ 0 h 537"/>
                <a:gd name="T2" fmla="*/ 0 w 1"/>
                <a:gd name="T3" fmla="*/ 537 h 537"/>
                <a:gd name="T4" fmla="*/ 0 60000 65536"/>
                <a:gd name="T5" fmla="*/ 0 60000 65536"/>
                <a:gd name="T6" fmla="*/ 0 w 1"/>
                <a:gd name="T7" fmla="*/ 0 h 537"/>
                <a:gd name="T8" fmla="*/ 1 w 1"/>
                <a:gd name="T9" fmla="*/ 537 h 53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537">
                  <a:moveTo>
                    <a:pt x="0" y="0"/>
                  </a:moveTo>
                  <a:lnTo>
                    <a:pt x="0" y="537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46" name="Freeform 37">
              <a:extLst>
                <a:ext uri="{FF2B5EF4-FFF2-40B4-BE49-F238E27FC236}">
                  <a16:creationId xmlns:a16="http://schemas.microsoft.com/office/drawing/2014/main" id="{145717E6-3976-BF4C-B776-D1C932E8D60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9" y="1638"/>
              <a:ext cx="504" cy="600"/>
            </a:xfrm>
            <a:custGeom>
              <a:avLst/>
              <a:gdLst>
                <a:gd name="T0" fmla="*/ 0 w 378"/>
                <a:gd name="T1" fmla="*/ 11993521 h 174"/>
                <a:gd name="T2" fmla="*/ 5035 w 378"/>
                <a:gd name="T3" fmla="*/ 0 h 174"/>
                <a:gd name="T4" fmla="*/ 0 60000 65536"/>
                <a:gd name="T5" fmla="*/ 0 60000 65536"/>
                <a:gd name="T6" fmla="*/ 0 w 378"/>
                <a:gd name="T7" fmla="*/ 0 h 174"/>
                <a:gd name="T8" fmla="*/ 378 w 378"/>
                <a:gd name="T9" fmla="*/ 174 h 17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78" h="174">
                  <a:moveTo>
                    <a:pt x="0" y="174"/>
                  </a:moveTo>
                  <a:lnTo>
                    <a:pt x="378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47" name="Freeform 38">
              <a:extLst>
                <a:ext uri="{FF2B5EF4-FFF2-40B4-BE49-F238E27FC236}">
                  <a16:creationId xmlns:a16="http://schemas.microsoft.com/office/drawing/2014/main" id="{A208B769-70F6-9E4C-960A-A8DFC0ECA40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6" y="1986"/>
              <a:ext cx="366" cy="270"/>
            </a:xfrm>
            <a:custGeom>
              <a:avLst/>
              <a:gdLst>
                <a:gd name="T0" fmla="*/ 0 w 366"/>
                <a:gd name="T1" fmla="*/ 270 h 270"/>
                <a:gd name="T2" fmla="*/ 366 w 366"/>
                <a:gd name="T3" fmla="*/ 0 h 270"/>
                <a:gd name="T4" fmla="*/ 0 60000 65536"/>
                <a:gd name="T5" fmla="*/ 0 60000 65536"/>
                <a:gd name="T6" fmla="*/ 0 w 366"/>
                <a:gd name="T7" fmla="*/ 0 h 270"/>
                <a:gd name="T8" fmla="*/ 366 w 366"/>
                <a:gd name="T9" fmla="*/ 270 h 270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270">
                  <a:moveTo>
                    <a:pt x="0" y="270"/>
                  </a:moveTo>
                  <a:lnTo>
                    <a:pt x="366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48" name="Freeform 39">
              <a:extLst>
                <a:ext uri="{FF2B5EF4-FFF2-40B4-BE49-F238E27FC236}">
                  <a16:creationId xmlns:a16="http://schemas.microsoft.com/office/drawing/2014/main" id="{B59A27ED-2064-ED4C-B8FC-0E8B32DB7B8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5" y="2268"/>
              <a:ext cx="366" cy="1"/>
            </a:xfrm>
            <a:custGeom>
              <a:avLst/>
              <a:gdLst>
                <a:gd name="T0" fmla="*/ 366 w 366"/>
                <a:gd name="T1" fmla="*/ 0 h 1"/>
                <a:gd name="T2" fmla="*/ 0 w 366"/>
                <a:gd name="T3" fmla="*/ 0 h 1"/>
                <a:gd name="T4" fmla="*/ 0 60000 65536"/>
                <a:gd name="T5" fmla="*/ 0 60000 65536"/>
                <a:gd name="T6" fmla="*/ 0 w 366"/>
                <a:gd name="T7" fmla="*/ 0 h 1"/>
                <a:gd name="T8" fmla="*/ 366 w 366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1">
                  <a:moveTo>
                    <a:pt x="366" y="0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49" name="Freeform 40">
              <a:extLst>
                <a:ext uri="{FF2B5EF4-FFF2-40B4-BE49-F238E27FC236}">
                  <a16:creationId xmlns:a16="http://schemas.microsoft.com/office/drawing/2014/main" id="{121316DC-42A4-644A-9197-5C50258A05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4" y="1944"/>
              <a:ext cx="276" cy="264"/>
            </a:xfrm>
            <a:custGeom>
              <a:avLst/>
              <a:gdLst>
                <a:gd name="T0" fmla="*/ 276 w 276"/>
                <a:gd name="T1" fmla="*/ 264 h 264"/>
                <a:gd name="T2" fmla="*/ 0 w 276"/>
                <a:gd name="T3" fmla="*/ 0 h 264"/>
                <a:gd name="T4" fmla="*/ 0 60000 65536"/>
                <a:gd name="T5" fmla="*/ 0 60000 65536"/>
                <a:gd name="T6" fmla="*/ 0 w 276"/>
                <a:gd name="T7" fmla="*/ 0 h 264"/>
                <a:gd name="T8" fmla="*/ 276 w 276"/>
                <a:gd name="T9" fmla="*/ 264 h 26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76" h="264">
                  <a:moveTo>
                    <a:pt x="276" y="264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50" name="Freeform 41">
              <a:extLst>
                <a:ext uri="{FF2B5EF4-FFF2-40B4-BE49-F238E27FC236}">
                  <a16:creationId xmlns:a16="http://schemas.microsoft.com/office/drawing/2014/main" id="{12DEF568-9364-4644-9D5B-A432330238D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9" y="1578"/>
              <a:ext cx="366" cy="1"/>
            </a:xfrm>
            <a:custGeom>
              <a:avLst/>
              <a:gdLst>
                <a:gd name="T0" fmla="*/ 366 w 366"/>
                <a:gd name="T1" fmla="*/ 0 h 1"/>
                <a:gd name="T2" fmla="*/ 0 w 366"/>
                <a:gd name="T3" fmla="*/ 0 h 1"/>
                <a:gd name="T4" fmla="*/ 0 60000 65536"/>
                <a:gd name="T5" fmla="*/ 0 60000 65536"/>
                <a:gd name="T6" fmla="*/ 0 w 366"/>
                <a:gd name="T7" fmla="*/ 0 h 1"/>
                <a:gd name="T8" fmla="*/ 366 w 366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1">
                  <a:moveTo>
                    <a:pt x="366" y="0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51" name="Freeform 42">
              <a:extLst>
                <a:ext uri="{FF2B5EF4-FFF2-40B4-BE49-F238E27FC236}">
                  <a16:creationId xmlns:a16="http://schemas.microsoft.com/office/drawing/2014/main" id="{DFA2F297-7F20-564C-A937-26867B0AEE3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4" y="1575"/>
              <a:ext cx="396" cy="267"/>
            </a:xfrm>
            <a:custGeom>
              <a:avLst/>
              <a:gdLst>
                <a:gd name="T0" fmla="*/ 396 w 396"/>
                <a:gd name="T1" fmla="*/ 267 h 267"/>
                <a:gd name="T2" fmla="*/ 0 w 396"/>
                <a:gd name="T3" fmla="*/ 0 h 267"/>
                <a:gd name="T4" fmla="*/ 0 60000 65536"/>
                <a:gd name="T5" fmla="*/ 0 60000 65536"/>
                <a:gd name="T6" fmla="*/ 0 w 396"/>
                <a:gd name="T7" fmla="*/ 0 h 267"/>
                <a:gd name="T8" fmla="*/ 396 w 396"/>
                <a:gd name="T9" fmla="*/ 267 h 26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96" h="267">
                  <a:moveTo>
                    <a:pt x="396" y="267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52" name="Freeform 43">
              <a:extLst>
                <a:ext uri="{FF2B5EF4-FFF2-40B4-BE49-F238E27FC236}">
                  <a16:creationId xmlns:a16="http://schemas.microsoft.com/office/drawing/2014/main" id="{62A27136-D795-774F-8FF9-34713D4647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7" y="1146"/>
              <a:ext cx="1110" cy="645"/>
            </a:xfrm>
            <a:custGeom>
              <a:avLst/>
              <a:gdLst>
                <a:gd name="T0" fmla="*/ 1110 w 1110"/>
                <a:gd name="T1" fmla="*/ 342 h 645"/>
                <a:gd name="T2" fmla="*/ 0 w 1110"/>
                <a:gd name="T3" fmla="*/ 645 h 645"/>
                <a:gd name="T4" fmla="*/ 0 60000 65536"/>
                <a:gd name="T5" fmla="*/ 0 60000 65536"/>
                <a:gd name="T6" fmla="*/ 0 w 1110"/>
                <a:gd name="T7" fmla="*/ 0 h 645"/>
                <a:gd name="T8" fmla="*/ 1110 w 1110"/>
                <a:gd name="T9" fmla="*/ 645 h 645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110" h="645">
                  <a:moveTo>
                    <a:pt x="1110" y="342"/>
                  </a:moveTo>
                  <a:cubicBezTo>
                    <a:pt x="1104" y="0"/>
                    <a:pt x="21" y="63"/>
                    <a:pt x="0" y="645"/>
                  </a:cubicBez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653" name="Group 44">
              <a:extLst>
                <a:ext uri="{FF2B5EF4-FFF2-40B4-BE49-F238E27FC236}">
                  <a16:creationId xmlns:a16="http://schemas.microsoft.com/office/drawing/2014/main" id="{C99C2CD4-C4EA-C04D-8AAE-36D8B62990B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287" y="1744"/>
              <a:ext cx="205" cy="250"/>
              <a:chOff x="2954" y="2425"/>
              <a:chExt cx="208" cy="250"/>
            </a:xfrm>
          </p:grpSpPr>
          <p:sp>
            <p:nvSpPr>
              <p:cNvPr id="679" name="Rectangle 45">
                <a:extLst>
                  <a:ext uri="{FF2B5EF4-FFF2-40B4-BE49-F238E27FC236}">
                    <a16:creationId xmlns:a16="http://schemas.microsoft.com/office/drawing/2014/main" id="{1CABD7F6-8165-8E4A-BE47-7EF07B5564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80" name="Text Box 46">
                <a:extLst>
                  <a:ext uri="{FF2B5EF4-FFF2-40B4-BE49-F238E27FC236}">
                    <a16:creationId xmlns:a16="http://schemas.microsoft.com/office/drawing/2014/main" id="{92427952-B2CD-2346-8330-8A5FCBC2B9F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4" y="2425"/>
                <a:ext cx="208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u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654" name="Group 47">
              <a:extLst>
                <a:ext uri="{FF2B5EF4-FFF2-40B4-BE49-F238E27FC236}">
                  <a16:creationId xmlns:a16="http://schemas.microsoft.com/office/drawing/2014/main" id="{976C96E8-0AD3-E941-A9F5-DF3E1A47DBD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461" y="2128"/>
              <a:ext cx="196" cy="250"/>
              <a:chOff x="2958" y="2425"/>
              <a:chExt cx="199" cy="250"/>
            </a:xfrm>
          </p:grpSpPr>
          <p:sp>
            <p:nvSpPr>
              <p:cNvPr id="677" name="Rectangle 48">
                <a:extLst>
                  <a:ext uri="{FF2B5EF4-FFF2-40B4-BE49-F238E27FC236}">
                    <a16:creationId xmlns:a16="http://schemas.microsoft.com/office/drawing/2014/main" id="{8916E3C2-1E79-4642-85BC-BCB2EADB20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78" name="Text Box 49">
                <a:extLst>
                  <a:ext uri="{FF2B5EF4-FFF2-40B4-BE49-F238E27FC236}">
                    <a16:creationId xmlns:a16="http://schemas.microsoft.com/office/drawing/2014/main" id="{031FB18A-DC18-F847-BA60-BD8DC2013EB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8" y="2425"/>
                <a:ext cx="199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y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655" name="Group 50">
              <a:extLst>
                <a:ext uri="{FF2B5EF4-FFF2-40B4-BE49-F238E27FC236}">
                  <a16:creationId xmlns:a16="http://schemas.microsoft.com/office/drawing/2014/main" id="{15EC6BC8-2051-9B43-8474-12F5179EE95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72" y="2095"/>
              <a:ext cx="212" cy="288"/>
              <a:chOff x="2951" y="2395"/>
              <a:chExt cx="213" cy="288"/>
            </a:xfrm>
          </p:grpSpPr>
          <p:sp>
            <p:nvSpPr>
              <p:cNvPr id="675" name="Rectangle 51">
                <a:extLst>
                  <a:ext uri="{FF2B5EF4-FFF2-40B4-BE49-F238E27FC236}">
                    <a16:creationId xmlns:a16="http://schemas.microsoft.com/office/drawing/2014/main" id="{1AF33268-294F-4241-927A-6DBA3F2D72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76" name="Text Box 52">
                <a:extLst>
                  <a:ext uri="{FF2B5EF4-FFF2-40B4-BE49-F238E27FC236}">
                    <a16:creationId xmlns:a16="http://schemas.microsoft.com/office/drawing/2014/main" id="{8B945CFB-A2BC-1D42-84E4-882BBC95E28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1" y="2395"/>
                <a:ext cx="213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x</a:t>
                </a:r>
              </a:p>
            </p:txBody>
          </p:sp>
        </p:grpSp>
        <p:grpSp>
          <p:nvGrpSpPr>
            <p:cNvPr id="656" name="Group 53">
              <a:extLst>
                <a:ext uri="{FF2B5EF4-FFF2-40B4-BE49-F238E27FC236}">
                  <a16:creationId xmlns:a16="http://schemas.microsoft.com/office/drawing/2014/main" id="{FDD8B679-D777-2E4D-9A1F-C71EC712AEB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438" y="1438"/>
              <a:ext cx="232" cy="250"/>
              <a:chOff x="2941" y="2425"/>
              <a:chExt cx="235" cy="250"/>
            </a:xfrm>
          </p:grpSpPr>
          <p:sp>
            <p:nvSpPr>
              <p:cNvPr id="673" name="Rectangle 54">
                <a:extLst>
                  <a:ext uri="{FF2B5EF4-FFF2-40B4-BE49-F238E27FC236}">
                    <a16:creationId xmlns:a16="http://schemas.microsoft.com/office/drawing/2014/main" id="{6EA1D1BF-D644-594E-9DC3-6D0351A4B4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6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74" name="Text Box 55">
                <a:extLst>
                  <a:ext uri="{FF2B5EF4-FFF2-40B4-BE49-F238E27FC236}">
                    <a16:creationId xmlns:a16="http://schemas.microsoft.com/office/drawing/2014/main" id="{8FCBB617-DEFB-9744-B8A4-4E1E68D8A3D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41" y="2425"/>
                <a:ext cx="235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w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657" name="Group 56">
              <a:extLst>
                <a:ext uri="{FF2B5EF4-FFF2-40B4-BE49-F238E27FC236}">
                  <a16:creationId xmlns:a16="http://schemas.microsoft.com/office/drawing/2014/main" id="{28C30620-9B81-5A4E-A97C-60B4E0E32A0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71" y="1438"/>
              <a:ext cx="196" cy="250"/>
              <a:chOff x="2958" y="2425"/>
              <a:chExt cx="199" cy="250"/>
            </a:xfrm>
          </p:grpSpPr>
          <p:sp>
            <p:nvSpPr>
              <p:cNvPr id="671" name="Rectangle 57">
                <a:extLst>
                  <a:ext uri="{FF2B5EF4-FFF2-40B4-BE49-F238E27FC236}">
                    <a16:creationId xmlns:a16="http://schemas.microsoft.com/office/drawing/2014/main" id="{1A44830E-FAAD-D047-825F-D463DC07C5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72" name="Text Box 58">
                <a:extLst>
                  <a:ext uri="{FF2B5EF4-FFF2-40B4-BE49-F238E27FC236}">
                    <a16:creationId xmlns:a16="http://schemas.microsoft.com/office/drawing/2014/main" id="{4A4BE0CE-ED8E-064B-AF09-AA4FC512E02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8" y="2425"/>
                <a:ext cx="199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v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658" name="Group 59">
              <a:extLst>
                <a:ext uri="{FF2B5EF4-FFF2-40B4-BE49-F238E27FC236}">
                  <a16:creationId xmlns:a16="http://schemas.microsoft.com/office/drawing/2014/main" id="{C1F4D6C9-E81E-624A-B436-921840F8DFA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025" y="1756"/>
              <a:ext cx="212" cy="288"/>
              <a:chOff x="2949" y="2395"/>
              <a:chExt cx="214" cy="288"/>
            </a:xfrm>
          </p:grpSpPr>
          <p:sp>
            <p:nvSpPr>
              <p:cNvPr id="669" name="Rectangle 60">
                <a:extLst>
                  <a:ext uri="{FF2B5EF4-FFF2-40B4-BE49-F238E27FC236}">
                    <a16:creationId xmlns:a16="http://schemas.microsoft.com/office/drawing/2014/main" id="{245262F4-4026-E949-9DCB-BB9B5D9D52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70" name="Text Box 61">
                <a:extLst>
                  <a:ext uri="{FF2B5EF4-FFF2-40B4-BE49-F238E27FC236}">
                    <a16:creationId xmlns:a16="http://schemas.microsoft.com/office/drawing/2014/main" id="{AEB3CE28-3923-3C4E-B064-B7F0BA975A5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49" y="2395"/>
                <a:ext cx="214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z</a:t>
                </a:r>
              </a:p>
            </p:txBody>
          </p:sp>
        </p:grpSp>
        <p:sp>
          <p:nvSpPr>
            <p:cNvPr id="659" name="Text Box 62">
              <a:extLst>
                <a:ext uri="{FF2B5EF4-FFF2-40B4-BE49-F238E27FC236}">
                  <a16:creationId xmlns:a16="http://schemas.microsoft.com/office/drawing/2014/main" id="{701B1242-762A-7549-8469-E0E6A324702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93" y="1568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60" name="Text Box 63">
              <a:extLst>
                <a:ext uri="{FF2B5EF4-FFF2-40B4-BE49-F238E27FC236}">
                  <a16:creationId xmlns:a16="http://schemas.microsoft.com/office/drawing/2014/main" id="{92C7415C-205B-0141-A835-E28CCFE34A2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41" y="1787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61" name="Text Box 64">
              <a:extLst>
                <a:ext uri="{FF2B5EF4-FFF2-40B4-BE49-F238E27FC236}">
                  <a16:creationId xmlns:a16="http://schemas.microsoft.com/office/drawing/2014/main" id="{F0F0E459-A754-BC42-AAB4-E313BB45E84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06" y="2000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62" name="Text Box 65">
              <a:extLst>
                <a:ext uri="{FF2B5EF4-FFF2-40B4-BE49-F238E27FC236}">
                  <a16:creationId xmlns:a16="http://schemas.microsoft.com/office/drawing/2014/main" id="{5A0B6924-9D83-BD4A-8CFE-9500663C144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25" y="1880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63" name="Text Box 66">
              <a:extLst>
                <a:ext uri="{FF2B5EF4-FFF2-40B4-BE49-F238E27FC236}">
                  <a16:creationId xmlns:a16="http://schemas.microsoft.com/office/drawing/2014/main" id="{6E3E3D55-9237-C845-9A8D-D340C3E115D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62" y="2234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64" name="Text Box 67">
              <a:extLst>
                <a:ext uri="{FF2B5EF4-FFF2-40B4-BE49-F238E27FC236}">
                  <a16:creationId xmlns:a16="http://schemas.microsoft.com/office/drawing/2014/main" id="{D025C99C-DFC7-0A4F-8AAA-17320A7C5C4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22" y="1805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65" name="Text Box 68">
              <a:extLst>
                <a:ext uri="{FF2B5EF4-FFF2-40B4-BE49-F238E27FC236}">
                  <a16:creationId xmlns:a16="http://schemas.microsoft.com/office/drawing/2014/main" id="{30F29813-395E-A44E-BB9F-87C86902AF0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82" y="2069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66" name="Text Box 69">
              <a:extLst>
                <a:ext uri="{FF2B5EF4-FFF2-40B4-BE49-F238E27FC236}">
                  <a16:creationId xmlns:a16="http://schemas.microsoft.com/office/drawing/2014/main" id="{2B974974-7BCD-014C-BD76-E756B6797CE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55" y="1532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67" name="Text Box 70">
              <a:extLst>
                <a:ext uri="{FF2B5EF4-FFF2-40B4-BE49-F238E27FC236}">
                  <a16:creationId xmlns:a16="http://schemas.microsoft.com/office/drawing/2014/main" id="{F094EC90-E0AA-CB45-95E4-B52B0E9BC42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20" y="1382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68" name="Text Box 71">
              <a:extLst>
                <a:ext uri="{FF2B5EF4-FFF2-40B4-BE49-F238E27FC236}">
                  <a16:creationId xmlns:a16="http://schemas.microsoft.com/office/drawing/2014/main" id="{CBA2DE5C-9821-9E47-AB4D-09462934E67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69" y="1115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682" name="Text Box 72">
            <a:extLst>
              <a:ext uri="{FF2B5EF4-FFF2-40B4-BE49-F238E27FC236}">
                <a16:creationId xmlns:a16="http://schemas.microsoft.com/office/drawing/2014/main" id="{36F192F0-85DA-A647-A8F9-5CBF1CE818A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11748" y="3898081"/>
            <a:ext cx="2480807" cy="95410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eaLnBrk="1" hangingPunct="1"/>
            <a:r>
              <a:rPr lang="en-US" sz="2800" dirty="0">
                <a:latin typeface="+mn-lt"/>
              </a:rPr>
              <a:t>graph: </a:t>
            </a:r>
            <a:r>
              <a:rPr lang="en-US" sz="2800" i="1" dirty="0">
                <a:latin typeface="+mn-lt"/>
              </a:rPr>
              <a:t>G = (N,E)</a:t>
            </a:r>
          </a:p>
          <a:p>
            <a:pPr eaLnBrk="1" hangingPunct="1"/>
            <a:endParaRPr lang="en-US" sz="2800" dirty="0">
              <a:latin typeface="+mn-lt"/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0D50443A-E126-1D4D-BD75-6130D04D9E32}"/>
              </a:ext>
            </a:extLst>
          </p:cNvPr>
          <p:cNvSpPr txBox="1"/>
          <p:nvPr/>
        </p:nvSpPr>
        <p:spPr>
          <a:xfrm>
            <a:off x="5456905" y="1415845"/>
            <a:ext cx="5884606" cy="267765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i="1" dirty="0"/>
              <a:t>c</a:t>
            </a:r>
            <a:r>
              <a:rPr lang="en-US" sz="2400" i="1" baseline="-25000" dirty="0"/>
              <a:t>a,b</a:t>
            </a:r>
            <a:r>
              <a:rPr lang="en-US" sz="2400" i="1" dirty="0"/>
              <a:t>: </a:t>
            </a:r>
            <a:r>
              <a:rPr lang="en-US" sz="2400" dirty="0"/>
              <a:t>cost of </a:t>
            </a:r>
            <a:r>
              <a:rPr lang="en-US" sz="2400" i="1" dirty="0">
                <a:solidFill>
                  <a:srgbClr val="0000A8"/>
                </a:solidFill>
              </a:rPr>
              <a:t>direct</a:t>
            </a:r>
            <a:r>
              <a:rPr lang="en-US" sz="2400" dirty="0"/>
              <a:t> link connecting </a:t>
            </a:r>
            <a:r>
              <a:rPr lang="en-US" sz="2400" i="1" dirty="0"/>
              <a:t>a</a:t>
            </a:r>
            <a:r>
              <a:rPr lang="en-US" sz="2400" dirty="0"/>
              <a:t> and </a:t>
            </a:r>
            <a:r>
              <a:rPr lang="en-US" sz="2400" i="1" dirty="0"/>
              <a:t>b</a:t>
            </a:r>
          </a:p>
          <a:p>
            <a:r>
              <a:rPr lang="en-US" sz="2400" dirty="0"/>
              <a:t>             </a:t>
            </a:r>
            <a:r>
              <a:rPr lang="en-US" sz="2400" i="1" dirty="0"/>
              <a:t>e.g., c</a:t>
            </a:r>
            <a:r>
              <a:rPr lang="en-US" sz="2400" i="1" baseline="-25000" dirty="0"/>
              <a:t>w,z </a:t>
            </a:r>
            <a:r>
              <a:rPr lang="en-US" sz="2400" dirty="0"/>
              <a:t>= 5, </a:t>
            </a:r>
            <a:r>
              <a:rPr lang="en-US" sz="2400" i="1" dirty="0"/>
              <a:t>c</a:t>
            </a:r>
            <a:r>
              <a:rPr lang="en-US" sz="2400" i="1" baseline="-25000" dirty="0"/>
              <a:t>u,z </a:t>
            </a:r>
            <a:r>
              <a:rPr lang="en-US" sz="2400" dirty="0"/>
              <a:t>= </a:t>
            </a:r>
            <a:r>
              <a:rPr lang="en-US" sz="2400" dirty="0">
                <a:cs typeface="Arial" charset="0"/>
              </a:rPr>
              <a:t>∞</a:t>
            </a:r>
            <a:endParaRPr lang="en-US" sz="2400" dirty="0"/>
          </a:p>
          <a:p>
            <a:endParaRPr lang="en-US" sz="2400" dirty="0"/>
          </a:p>
          <a:p>
            <a:pPr marL="801688" lvl="1"/>
            <a:r>
              <a:rPr lang="en-US" sz="2400" dirty="0"/>
              <a:t>cost defined by network operator: could always be 1, or inversely related to bandwidth, or inversely related to congestion</a:t>
            </a:r>
          </a:p>
        </p:txBody>
      </p:sp>
      <p:sp>
        <p:nvSpPr>
          <p:cNvPr id="76" name="Text Box 72">
            <a:extLst>
              <a:ext uri="{FF2B5EF4-FFF2-40B4-BE49-F238E27FC236}">
                <a16:creationId xmlns:a16="http://schemas.microsoft.com/office/drawing/2014/main" id="{BFBE2A81-FFD1-7B4E-9584-A27B7DB3EE7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38300" y="4537178"/>
            <a:ext cx="5114477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eaLnBrk="1" hangingPunct="1"/>
            <a:r>
              <a:rPr lang="en-US" sz="2800" i="1" dirty="0">
                <a:latin typeface="+mn-lt"/>
              </a:rPr>
              <a:t>N: </a:t>
            </a:r>
            <a:r>
              <a:rPr lang="en-US" sz="2800" dirty="0">
                <a:latin typeface="+mn-lt"/>
              </a:rPr>
              <a:t>set of routers = { </a:t>
            </a:r>
            <a:r>
              <a:rPr lang="en-US" sz="2800" i="1" dirty="0">
                <a:latin typeface="+mn-lt"/>
              </a:rPr>
              <a:t>u, v, w, x, y, z </a:t>
            </a:r>
            <a:r>
              <a:rPr lang="en-US" sz="2800" dirty="0">
                <a:latin typeface="+mn-lt"/>
              </a:rPr>
              <a:t>}</a:t>
            </a:r>
          </a:p>
        </p:txBody>
      </p:sp>
      <p:sp>
        <p:nvSpPr>
          <p:cNvPr id="77" name="Text Box 72">
            <a:extLst>
              <a:ext uri="{FF2B5EF4-FFF2-40B4-BE49-F238E27FC236}">
                <a16:creationId xmlns:a16="http://schemas.microsoft.com/office/drawing/2014/main" id="{EE3DED54-15B8-EA4D-AA68-CD285B8DE31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38300" y="5106769"/>
            <a:ext cx="10075963" cy="6463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eaLnBrk="1" hangingPunct="1"/>
            <a:r>
              <a:rPr lang="en-US" sz="2800" i="1" dirty="0">
                <a:latin typeface="+mn-lt"/>
              </a:rPr>
              <a:t>E: </a:t>
            </a:r>
            <a:r>
              <a:rPr lang="en-US" sz="2800" dirty="0">
                <a:latin typeface="+mn-lt"/>
              </a:rPr>
              <a:t>set of links =</a:t>
            </a:r>
            <a:r>
              <a:rPr lang="en-US" sz="3200" dirty="0">
                <a:latin typeface="+mn-lt"/>
              </a:rPr>
              <a:t>{</a:t>
            </a:r>
            <a:r>
              <a:rPr lang="en-US" sz="3600" dirty="0">
                <a:latin typeface="+mn-lt"/>
              </a:rPr>
              <a:t> </a:t>
            </a:r>
            <a:r>
              <a:rPr lang="en-US" sz="2800" dirty="0">
                <a:latin typeface="+mn-lt"/>
              </a:rPr>
              <a:t>(</a:t>
            </a:r>
            <a:r>
              <a:rPr lang="en-US" sz="2800" i="1" dirty="0">
                <a:latin typeface="+mn-lt"/>
              </a:rPr>
              <a:t>u,v), (u,x), (v,x), (v,w), (x,w), (x,y), (w,y), (w,z), (y,z</a:t>
            </a:r>
            <a:r>
              <a:rPr lang="en-US" sz="2800" dirty="0">
                <a:latin typeface="+mn-lt"/>
              </a:rPr>
              <a:t>) </a:t>
            </a:r>
            <a:r>
              <a:rPr lang="en-US" sz="3200" dirty="0">
                <a:latin typeface="+mn-lt"/>
              </a:rPr>
              <a:t>}</a:t>
            </a:r>
            <a:endParaRPr lang="en-US" sz="2800" dirty="0">
              <a:latin typeface="+mn-lt"/>
            </a:endParaRPr>
          </a:p>
        </p:txBody>
      </p:sp>
    </p:spTree>
    <p:extLst>
      <p:ext uri="{BB962C8B-B14F-4D97-AF65-F5344CB8AC3E}">
        <p14:creationId xmlns:p14="http://schemas.microsoft.com/office/powerpoint/2010/main" val="144881783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/>
      <p:bldP spid="76" grpId="0"/>
      <p:bldP spid="77" grpId="0"/>
    </p:bld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5B27BFF1-5DCE-D642-8EFE-FACB1C97EEE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48585"/>
            <a:ext cx="8320548" cy="894622"/>
          </a:xfrm>
        </p:spPr>
        <p:txBody>
          <a:bodyPr/>
          <a:lstStyle/>
          <a:p>
            <a:r>
              <a:rPr lang="en-US" dirty="0"/>
              <a:t>Routing algorithm classification</a:t>
            </a:r>
          </a:p>
        </p:txBody>
      </p:sp>
      <p:sp>
        <p:nvSpPr>
          <p:cNvPr id="546" name="Slide Number Placeholder 4">
            <a:extLst>
              <a:ext uri="{FF2B5EF4-FFF2-40B4-BE49-F238E27FC236}">
                <a16:creationId xmlns:a16="http://schemas.microsoft.com/office/drawing/2014/main" id="{5DC8F37A-7230-5148-88D9-265AE5AD394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Network Layer: 5-</a:t>
            </a:r>
            <a:fld id="{C4204591-24BD-A542-B9D5-F8D8A88D2FEE}" type="slidenum">
              <a:rPr kumimoji="0" lang="en-US" sz="1100" b="0" i="0" u="none" strike="noStrike" kern="1200" cap="none" spc="0" normalizeH="0" baseline="0" noProof="0" smtClean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11</a:t>
            </a:fld>
            <a:endParaRPr kumimoji="0" lang="en-US" sz="11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50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cxnSp>
        <p:nvCxnSpPr>
          <p:cNvPr id="4" name="Straight Arrow Connector 3">
            <a:extLst>
              <a:ext uri="{FF2B5EF4-FFF2-40B4-BE49-F238E27FC236}">
                <a16:creationId xmlns:a16="http://schemas.microsoft.com/office/drawing/2014/main" id="{E9732A1C-C52A-0B46-B26E-4DBD9B488928}"/>
              </a:ext>
            </a:extLst>
          </p:cNvPr>
          <p:cNvCxnSpPr/>
          <p:nvPr/>
        </p:nvCxnSpPr>
        <p:spPr>
          <a:xfrm>
            <a:off x="6091084" y="1312606"/>
            <a:ext cx="0" cy="5043948"/>
          </a:xfrm>
          <a:prstGeom prst="straightConnector1">
            <a:avLst/>
          </a:prstGeom>
          <a:ln w="25400">
            <a:solidFill>
              <a:srgbClr val="0000A8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" name="Straight Arrow Connector 77">
            <a:extLst>
              <a:ext uri="{FF2B5EF4-FFF2-40B4-BE49-F238E27FC236}">
                <a16:creationId xmlns:a16="http://schemas.microsoft.com/office/drawing/2014/main" id="{28A2EBE1-BFA0-B248-ACFC-90011EBC34CE}"/>
              </a:ext>
            </a:extLst>
          </p:cNvPr>
          <p:cNvCxnSpPr>
            <a:cxnSpLocks/>
          </p:cNvCxnSpPr>
          <p:nvPr/>
        </p:nvCxnSpPr>
        <p:spPr>
          <a:xfrm flipH="1">
            <a:off x="235974" y="3441290"/>
            <a:ext cx="11665974" cy="0"/>
          </a:xfrm>
          <a:prstGeom prst="straightConnector1">
            <a:avLst/>
          </a:prstGeom>
          <a:ln w="25400">
            <a:solidFill>
              <a:srgbClr val="0000A8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" name="TextBox 6">
            <a:extLst>
              <a:ext uri="{FF2B5EF4-FFF2-40B4-BE49-F238E27FC236}">
                <a16:creationId xmlns:a16="http://schemas.microsoft.com/office/drawing/2014/main" id="{506C293B-8D3D-2544-91D8-2533CD0AF99D}"/>
              </a:ext>
            </a:extLst>
          </p:cNvPr>
          <p:cNvSpPr txBox="1"/>
          <p:nvPr/>
        </p:nvSpPr>
        <p:spPr>
          <a:xfrm>
            <a:off x="4542504" y="6312310"/>
            <a:ext cx="3581237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i="1" dirty="0"/>
              <a:t>global or decentralized information?</a:t>
            </a:r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F2D47406-80F8-9441-A2E0-BD72AA9E3AE7}"/>
              </a:ext>
            </a:extLst>
          </p:cNvPr>
          <p:cNvGrpSpPr/>
          <p:nvPr/>
        </p:nvGrpSpPr>
        <p:grpSpPr>
          <a:xfrm>
            <a:off x="3996813" y="1474838"/>
            <a:ext cx="4513007" cy="1209368"/>
            <a:chOff x="3996813" y="1474838"/>
            <a:chExt cx="4513007" cy="1209368"/>
          </a:xfrm>
        </p:grpSpPr>
        <p:sp>
          <p:nvSpPr>
            <p:cNvPr id="9" name="Rectangle 8">
              <a:extLst>
                <a:ext uri="{FF2B5EF4-FFF2-40B4-BE49-F238E27FC236}">
                  <a16:creationId xmlns:a16="http://schemas.microsoft.com/office/drawing/2014/main" id="{34F40CFC-1B50-144E-A43A-6F638CE78029}"/>
                </a:ext>
              </a:extLst>
            </p:cNvPr>
            <p:cNvSpPr/>
            <p:nvPr/>
          </p:nvSpPr>
          <p:spPr>
            <a:xfrm>
              <a:off x="5987845" y="1519084"/>
              <a:ext cx="221226" cy="1165122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81" name="Rectangle 3">
              <a:extLst>
                <a:ext uri="{FF2B5EF4-FFF2-40B4-BE49-F238E27FC236}">
                  <a16:creationId xmlns:a16="http://schemas.microsoft.com/office/drawing/2014/main" id="{396DD204-2A01-8E4D-BC4B-E0BD86B248A0}"/>
                </a:ext>
              </a:extLst>
            </p:cNvPr>
            <p:cNvSpPr txBox="1">
              <a:spLocks noChangeArrowheads="1"/>
            </p:cNvSpPr>
            <p:nvPr/>
          </p:nvSpPr>
          <p:spPr>
            <a:xfrm>
              <a:off x="3996813" y="1474838"/>
              <a:ext cx="4513007" cy="1209367"/>
            </a:xfrm>
            <a:prstGeom prst="rect">
              <a:avLst/>
            </a:prstGeom>
          </p:spPr>
          <p:txBody>
            <a:bodyPr vert="horz" lIns="91440" tIns="45720" rIns="91440" bIns="45720" rtlCol="0">
              <a:normAutofit/>
            </a:bodyPr>
            <a:lstStyle>
              <a:lvl1pPr marL="352425" indent="-222250" algn="l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Clr>
                  <a:srgbClr val="0000A3"/>
                </a:buClr>
                <a:buFont typeface="Wingdings" pitchFamily="2" charset="2"/>
                <a:buChar char="§"/>
                <a:tabLst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695325" indent="-231775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rgbClr val="0000A8"/>
                </a:buClr>
                <a:buFont typeface="Arial" panose="020B0604020202020204" pitchFamily="34" charset="0"/>
                <a:buChar char="•"/>
                <a:tabLst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130175" indent="0">
                <a:spcBef>
                  <a:spcPts val="400"/>
                </a:spcBef>
                <a:buNone/>
              </a:pPr>
              <a:r>
                <a:rPr lang="en-US" dirty="0">
                  <a:solidFill>
                    <a:srgbClr val="C00000"/>
                  </a:solidFill>
                </a:rPr>
                <a:t>global: </a:t>
              </a:r>
              <a:r>
                <a:rPr lang="en-US" sz="2400" dirty="0"/>
                <a:t>all routers have </a:t>
              </a:r>
              <a:r>
                <a:rPr lang="en-US" sz="2400" i="1" dirty="0"/>
                <a:t>complete</a:t>
              </a:r>
              <a:r>
                <a:rPr lang="en-US" sz="2400" dirty="0"/>
                <a:t> topology, link cost info</a:t>
              </a:r>
            </a:p>
            <a:p>
              <a:pPr>
                <a:spcBef>
                  <a:spcPts val="400"/>
                </a:spcBef>
                <a:buFont typeface="Arial" panose="020B0604020202020204" pitchFamily="34" charset="0"/>
                <a:buChar char="•"/>
              </a:pPr>
              <a:r>
                <a:rPr lang="en-US" altLang="ja-JP" sz="2400" dirty="0">
                  <a:solidFill>
                    <a:srgbClr val="000099"/>
                  </a:solidFill>
                </a:rPr>
                <a:t>“link state” </a:t>
              </a:r>
              <a:r>
                <a:rPr lang="en-US" altLang="ja-JP" sz="2400" dirty="0"/>
                <a:t>algorithms</a:t>
              </a:r>
            </a:p>
            <a:p>
              <a:pPr>
                <a:buFont typeface="Wingdings" charset="0"/>
                <a:buNone/>
              </a:pPr>
              <a:endParaRPr lang="en-US" sz="2400" dirty="0">
                <a:solidFill>
                  <a:srgbClr val="000099"/>
                </a:solidFill>
                <a:latin typeface="Gill Sans MT" charset="0"/>
              </a:endParaRPr>
            </a:p>
          </p:txBody>
        </p:sp>
      </p:grpSp>
      <p:grpSp>
        <p:nvGrpSpPr>
          <p:cNvPr id="12" name="Group 11">
            <a:extLst>
              <a:ext uri="{FF2B5EF4-FFF2-40B4-BE49-F238E27FC236}">
                <a16:creationId xmlns:a16="http://schemas.microsoft.com/office/drawing/2014/main" id="{2E6E0791-AA52-904B-8ABE-26FDED6C5706}"/>
              </a:ext>
            </a:extLst>
          </p:cNvPr>
          <p:cNvGrpSpPr/>
          <p:nvPr/>
        </p:nvGrpSpPr>
        <p:grpSpPr>
          <a:xfrm>
            <a:off x="3465869" y="4326195"/>
            <a:ext cx="6179575" cy="2458065"/>
            <a:chOff x="3465869" y="4326195"/>
            <a:chExt cx="6179575" cy="2458065"/>
          </a:xfrm>
        </p:grpSpPr>
        <p:sp>
          <p:nvSpPr>
            <p:cNvPr id="11" name="Rectangle 10">
              <a:extLst>
                <a:ext uri="{FF2B5EF4-FFF2-40B4-BE49-F238E27FC236}">
                  <a16:creationId xmlns:a16="http://schemas.microsoft.com/office/drawing/2014/main" id="{F51E5A78-7BA0-F648-A6EF-E28CE96CE5C2}"/>
                </a:ext>
              </a:extLst>
            </p:cNvPr>
            <p:cNvSpPr/>
            <p:nvPr/>
          </p:nvSpPr>
          <p:spPr>
            <a:xfrm>
              <a:off x="6002594" y="4365523"/>
              <a:ext cx="147483" cy="1799303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82" name="Rectangle 3">
              <a:extLst>
                <a:ext uri="{FF2B5EF4-FFF2-40B4-BE49-F238E27FC236}">
                  <a16:creationId xmlns:a16="http://schemas.microsoft.com/office/drawing/2014/main" id="{3400BCC6-9926-3649-91F6-F0B8B87FE1A0}"/>
                </a:ext>
              </a:extLst>
            </p:cNvPr>
            <p:cNvSpPr txBox="1">
              <a:spLocks noChangeArrowheads="1"/>
            </p:cNvSpPr>
            <p:nvPr/>
          </p:nvSpPr>
          <p:spPr>
            <a:xfrm>
              <a:off x="3465869" y="4326195"/>
              <a:ext cx="6179575" cy="2458065"/>
            </a:xfrm>
            <a:prstGeom prst="rect">
              <a:avLst/>
            </a:prstGeom>
          </p:spPr>
          <p:txBody>
            <a:bodyPr vert="horz" lIns="91440" tIns="45720" rIns="91440" bIns="45720" rtlCol="0">
              <a:normAutofit/>
            </a:bodyPr>
            <a:lstStyle>
              <a:lvl1pPr marL="352425" indent="-222250" algn="l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Clr>
                  <a:srgbClr val="0000A3"/>
                </a:buClr>
                <a:buFont typeface="Wingdings" pitchFamily="2" charset="2"/>
                <a:buChar char="§"/>
                <a:tabLst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695325" indent="-231775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rgbClr val="0000A8"/>
                </a:buClr>
                <a:buFont typeface="Arial" panose="020B0604020202020204" pitchFamily="34" charset="0"/>
                <a:buChar char="•"/>
                <a:tabLst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130175" indent="0">
                <a:spcBef>
                  <a:spcPts val="400"/>
                </a:spcBef>
                <a:buNone/>
              </a:pPr>
              <a:r>
                <a:rPr lang="en-US" dirty="0">
                  <a:solidFill>
                    <a:srgbClr val="C00000"/>
                  </a:solidFill>
                </a:rPr>
                <a:t>decentralized: </a:t>
              </a:r>
              <a:r>
                <a:rPr lang="en-US" sz="2400" dirty="0"/>
                <a:t>iterative process of computation, exchange of info with neighbors</a:t>
              </a:r>
            </a:p>
            <a:p>
              <a:pPr marL="407988" indent="-233363">
                <a:spcBef>
                  <a:spcPts val="400"/>
                </a:spcBef>
                <a:buClr>
                  <a:srgbClr val="0000A8"/>
                </a:buClr>
                <a:buFont typeface="Arial" panose="020B0604020202020204" pitchFamily="34" charset="0"/>
                <a:buChar char="•"/>
              </a:pPr>
              <a:r>
                <a:rPr lang="en-US" sz="2400" dirty="0"/>
                <a:t>routers initially only know link costs to attached neighbors</a:t>
              </a:r>
            </a:p>
            <a:p>
              <a:pPr marL="407988" indent="-233363">
                <a:spcBef>
                  <a:spcPts val="400"/>
                </a:spcBef>
                <a:buClr>
                  <a:srgbClr val="0000A8"/>
                </a:buClr>
                <a:buFont typeface="Arial" panose="020B0604020202020204" pitchFamily="34" charset="0"/>
                <a:buChar char="•"/>
              </a:pPr>
              <a:r>
                <a:rPr lang="en-US" altLang="ja-JP" sz="2400" dirty="0">
                  <a:solidFill>
                    <a:srgbClr val="000099"/>
                  </a:solidFill>
                </a:rPr>
                <a:t>“distance vector” </a:t>
              </a:r>
              <a:r>
                <a:rPr lang="en-US" altLang="ja-JP" sz="2400" dirty="0"/>
                <a:t>algorithms</a:t>
              </a:r>
              <a:endParaRPr lang="en-US" sz="2400" dirty="0"/>
            </a:p>
          </p:txBody>
        </p:sp>
      </p:grpSp>
      <p:sp>
        <p:nvSpPr>
          <p:cNvPr id="91" name="TextBox 90">
            <a:extLst>
              <a:ext uri="{FF2B5EF4-FFF2-40B4-BE49-F238E27FC236}">
                <a16:creationId xmlns:a16="http://schemas.microsoft.com/office/drawing/2014/main" id="{9CA84E65-C3D2-EE42-B4E7-C5FF4CE4FA7B}"/>
              </a:ext>
            </a:extLst>
          </p:cNvPr>
          <p:cNvSpPr txBox="1"/>
          <p:nvPr/>
        </p:nvSpPr>
        <p:spPr>
          <a:xfrm>
            <a:off x="250724" y="2823539"/>
            <a:ext cx="1253612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i="1" dirty="0"/>
              <a:t>How fast do routes change?</a:t>
            </a:r>
          </a:p>
        </p:txBody>
      </p:sp>
      <p:sp>
        <p:nvSpPr>
          <p:cNvPr id="94" name="Rectangle 93">
            <a:extLst>
              <a:ext uri="{FF2B5EF4-FFF2-40B4-BE49-F238E27FC236}">
                <a16:creationId xmlns:a16="http://schemas.microsoft.com/office/drawing/2014/main" id="{4D26FE6B-7647-B846-9799-98FEB9D0A654}"/>
              </a:ext>
            </a:extLst>
          </p:cNvPr>
          <p:cNvSpPr/>
          <p:nvPr/>
        </p:nvSpPr>
        <p:spPr>
          <a:xfrm>
            <a:off x="10171471" y="1184788"/>
            <a:ext cx="176981" cy="1032387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17" name="Group 16">
            <a:extLst>
              <a:ext uri="{FF2B5EF4-FFF2-40B4-BE49-F238E27FC236}">
                <a16:creationId xmlns:a16="http://schemas.microsoft.com/office/drawing/2014/main" id="{A4812886-28EC-D241-90C7-5E720368CE84}"/>
              </a:ext>
            </a:extLst>
          </p:cNvPr>
          <p:cNvGrpSpPr/>
          <p:nvPr/>
        </p:nvGrpSpPr>
        <p:grpSpPr>
          <a:xfrm>
            <a:off x="8740391" y="2620951"/>
            <a:ext cx="3451609" cy="2373608"/>
            <a:chOff x="8740391" y="2620951"/>
            <a:chExt cx="3451609" cy="2373608"/>
          </a:xfrm>
        </p:grpSpPr>
        <p:sp>
          <p:nvSpPr>
            <p:cNvPr id="15" name="Rectangle 14">
              <a:extLst>
                <a:ext uri="{FF2B5EF4-FFF2-40B4-BE49-F238E27FC236}">
                  <a16:creationId xmlns:a16="http://schemas.microsoft.com/office/drawing/2014/main" id="{9F87E6BF-15DE-A246-9A08-7C8063E9BE3B}"/>
                </a:ext>
              </a:extLst>
            </p:cNvPr>
            <p:cNvSpPr/>
            <p:nvPr/>
          </p:nvSpPr>
          <p:spPr>
            <a:xfrm>
              <a:off x="8922775" y="3314699"/>
              <a:ext cx="2580968" cy="210165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96" name="Rectangle 4">
              <a:extLst>
                <a:ext uri="{FF2B5EF4-FFF2-40B4-BE49-F238E27FC236}">
                  <a16:creationId xmlns:a16="http://schemas.microsoft.com/office/drawing/2014/main" id="{A5264CD0-EF94-D444-B0AF-8FAAE7055B9A}"/>
                </a:ext>
              </a:extLst>
            </p:cNvPr>
            <p:cNvSpPr txBox="1">
              <a:spLocks noChangeArrowheads="1"/>
            </p:cNvSpPr>
            <p:nvPr/>
          </p:nvSpPr>
          <p:spPr>
            <a:xfrm>
              <a:off x="8740391" y="2620951"/>
              <a:ext cx="3451609" cy="2373608"/>
            </a:xfrm>
            <a:prstGeom prst="rect">
              <a:avLst/>
            </a:prstGeom>
          </p:spPr>
          <p:txBody>
            <a:bodyPr/>
            <a:lstStyle>
              <a:lvl1pPr marL="352425" indent="-222250" algn="l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Clr>
                  <a:srgbClr val="0000A3"/>
                </a:buClr>
                <a:buFont typeface="Wingdings" pitchFamily="2" charset="2"/>
                <a:buChar char="§"/>
                <a:tabLst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695325" indent="-231775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rgbClr val="0000A8"/>
                </a:buClr>
                <a:buFont typeface="Arial" panose="020B0604020202020204" pitchFamily="34" charset="0"/>
                <a:buChar char="•"/>
                <a:tabLst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57150" indent="-57150">
                <a:buFont typeface="Wingdings" charset="0"/>
                <a:buNone/>
                <a:defRPr/>
              </a:pPr>
              <a:r>
                <a:rPr lang="en-US" dirty="0">
                  <a:solidFill>
                    <a:srgbClr val="CC0000"/>
                  </a:solidFill>
                </a:rPr>
                <a:t>dynamic</a:t>
              </a:r>
              <a:r>
                <a:rPr lang="en-US" sz="2400" i="1" dirty="0">
                  <a:solidFill>
                    <a:srgbClr val="CC0000"/>
                  </a:solidFill>
                </a:rPr>
                <a:t>: </a:t>
              </a:r>
              <a:r>
                <a:rPr lang="en-US" sz="2400" dirty="0"/>
                <a:t>routes change more quickly</a:t>
              </a:r>
            </a:p>
            <a:p>
              <a:pPr marL="349250" lvl="1" indent="-233363">
                <a:spcBef>
                  <a:spcPts val="400"/>
                </a:spcBef>
                <a:defRPr/>
              </a:pPr>
              <a:r>
                <a:rPr lang="en-US" dirty="0"/>
                <a:t>periodic updates or in response to link cost changes</a:t>
              </a:r>
            </a:p>
          </p:txBody>
        </p:sp>
      </p:grpSp>
      <p:grpSp>
        <p:nvGrpSpPr>
          <p:cNvPr id="16" name="Group 15">
            <a:extLst>
              <a:ext uri="{FF2B5EF4-FFF2-40B4-BE49-F238E27FC236}">
                <a16:creationId xmlns:a16="http://schemas.microsoft.com/office/drawing/2014/main" id="{73C4129E-0B83-3343-863D-606A39998A89}"/>
              </a:ext>
            </a:extLst>
          </p:cNvPr>
          <p:cNvGrpSpPr/>
          <p:nvPr/>
        </p:nvGrpSpPr>
        <p:grpSpPr>
          <a:xfrm>
            <a:off x="1313787" y="3013586"/>
            <a:ext cx="3022237" cy="1209367"/>
            <a:chOff x="1313787" y="3013586"/>
            <a:chExt cx="3022237" cy="1209367"/>
          </a:xfrm>
        </p:grpSpPr>
        <p:sp>
          <p:nvSpPr>
            <p:cNvPr id="98" name="Rectangle 97">
              <a:extLst>
                <a:ext uri="{FF2B5EF4-FFF2-40B4-BE49-F238E27FC236}">
                  <a16:creationId xmlns:a16="http://schemas.microsoft.com/office/drawing/2014/main" id="{D0862584-87FB-1B45-8C6F-1E2A810A4276}"/>
                </a:ext>
              </a:extLst>
            </p:cNvPr>
            <p:cNvSpPr/>
            <p:nvPr/>
          </p:nvSpPr>
          <p:spPr>
            <a:xfrm>
              <a:off x="1465006" y="3314699"/>
              <a:ext cx="2531807" cy="224913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95" name="Rectangle 3">
              <a:extLst>
                <a:ext uri="{FF2B5EF4-FFF2-40B4-BE49-F238E27FC236}">
                  <a16:creationId xmlns:a16="http://schemas.microsoft.com/office/drawing/2014/main" id="{28CA3E4A-EC8F-1F42-89F5-9571CBDD8106}"/>
                </a:ext>
              </a:extLst>
            </p:cNvPr>
            <p:cNvSpPr txBox="1">
              <a:spLocks noChangeArrowheads="1"/>
            </p:cNvSpPr>
            <p:nvPr/>
          </p:nvSpPr>
          <p:spPr>
            <a:xfrm>
              <a:off x="1313787" y="3013586"/>
              <a:ext cx="3022237" cy="1209367"/>
            </a:xfrm>
            <a:prstGeom prst="rect">
              <a:avLst/>
            </a:prstGeom>
          </p:spPr>
          <p:txBody>
            <a:bodyPr vert="horz" lIns="91440" tIns="45720" rIns="91440" bIns="45720" rtlCol="0">
              <a:normAutofit/>
            </a:bodyPr>
            <a:lstStyle>
              <a:lvl1pPr marL="352425" indent="-222250" algn="l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Clr>
                  <a:srgbClr val="0000A3"/>
                </a:buClr>
                <a:buFont typeface="Wingdings" pitchFamily="2" charset="2"/>
                <a:buChar char="§"/>
                <a:tabLst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695325" indent="-231775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rgbClr val="0000A8"/>
                </a:buClr>
                <a:buFont typeface="Arial" panose="020B0604020202020204" pitchFamily="34" charset="0"/>
                <a:buChar char="•"/>
                <a:tabLst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130175" indent="0">
                <a:spcBef>
                  <a:spcPts val="400"/>
                </a:spcBef>
                <a:buNone/>
              </a:pPr>
              <a:r>
                <a:rPr lang="en-US" dirty="0">
                  <a:solidFill>
                    <a:srgbClr val="C00000"/>
                  </a:solidFill>
                </a:rPr>
                <a:t>static: </a:t>
              </a:r>
              <a:r>
                <a:rPr lang="en-US" sz="2400" dirty="0"/>
                <a:t>routes change slowly over time</a:t>
              </a:r>
              <a:endParaRPr lang="en-US" sz="2400" dirty="0">
                <a:solidFill>
                  <a:srgbClr val="000099"/>
                </a:solidFill>
                <a:latin typeface="Gill Sans MT" charset="0"/>
              </a:endParaRPr>
            </a:p>
          </p:txBody>
        </p:sp>
      </p:grpSp>
      <p:sp>
        <p:nvSpPr>
          <p:cNvPr id="18" name="Oval 17">
            <a:extLst>
              <a:ext uri="{FF2B5EF4-FFF2-40B4-BE49-F238E27FC236}">
                <a16:creationId xmlns:a16="http://schemas.microsoft.com/office/drawing/2014/main" id="{9509865B-1C67-3041-AB1E-A62EE542E28D}"/>
              </a:ext>
            </a:extLst>
          </p:cNvPr>
          <p:cNvSpPr/>
          <p:nvPr/>
        </p:nvSpPr>
        <p:spPr>
          <a:xfrm>
            <a:off x="4365523" y="2064775"/>
            <a:ext cx="1622322" cy="737419"/>
          </a:xfrm>
          <a:prstGeom prst="ellipse">
            <a:avLst/>
          </a:prstGeom>
          <a:noFill/>
          <a:ln w="31750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02" name="Oval 101">
            <a:extLst>
              <a:ext uri="{FF2B5EF4-FFF2-40B4-BE49-F238E27FC236}">
                <a16:creationId xmlns:a16="http://schemas.microsoft.com/office/drawing/2014/main" id="{66F27EF8-DDA8-E744-B654-79FCE215090E}"/>
              </a:ext>
            </a:extLst>
          </p:cNvPr>
          <p:cNvSpPr/>
          <p:nvPr/>
        </p:nvSpPr>
        <p:spPr>
          <a:xfrm>
            <a:off x="3883742" y="5624052"/>
            <a:ext cx="2281083" cy="737419"/>
          </a:xfrm>
          <a:prstGeom prst="ellipse">
            <a:avLst/>
          </a:prstGeom>
          <a:noFill/>
          <a:ln w="31750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92224631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9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9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5" dur="500"/>
                                        <p:tgtEl>
                                          <p:spTgt spid="1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0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9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32" dur="500"/>
                                        <p:tgtEl>
                                          <p:spTgt spid="10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>
                      <p:stCondLst>
                        <p:cond delay="indefinite"/>
                      </p:stCondLst>
                      <p:childTnLst>
                        <p:par>
                          <p:cTn id="35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8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8" grpId="0" animBg="1"/>
      <p:bldP spid="18" grpId="1" animBg="1"/>
      <p:bldP spid="102" grpId="0" animBg="1"/>
      <p:bldP spid="102" grpId="1" animBg="1"/>
    </p:bld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cs typeface="Calibri" panose="020F0502020204030204" pitchFamily="34" charset="0"/>
              </a:rPr>
              <a:t>Network layer: “control plane” roadmap</a:t>
            </a:r>
            <a:endParaRPr lang="en-US" sz="4400" dirty="0"/>
          </a:p>
        </p:txBody>
      </p:sp>
      <p:pic>
        <p:nvPicPr>
          <p:cNvPr id="6" name="Picture 5" descr="A train crossing a bridge over a body of water&#10;&#10;Description automatically generated">
            <a:extLst>
              <a:ext uri="{FF2B5EF4-FFF2-40B4-BE49-F238E27FC236}">
                <a16:creationId xmlns:a16="http://schemas.microsoft.com/office/drawing/2014/main" id="{8B05C88C-8150-3A41-8E34-0D407B652F32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015288" y="1379196"/>
            <a:ext cx="3102316" cy="2326737"/>
          </a:xfrm>
          <a:prstGeom prst="rect">
            <a:avLst/>
          </a:prstGeom>
        </p:spPr>
      </p:pic>
      <p:sp>
        <p:nvSpPr>
          <p:cNvPr id="10" name="Rectangle 4">
            <a:extLst>
              <a:ext uri="{FF2B5EF4-FFF2-40B4-BE49-F238E27FC236}">
                <a16:creationId xmlns:a16="http://schemas.microsoft.com/office/drawing/2014/main" id="{2935D8EE-730D-3846-8ED3-CF147CA4A373}"/>
              </a:ext>
            </a:extLst>
          </p:cNvPr>
          <p:cNvSpPr txBox="1">
            <a:spLocks noChangeArrowheads="1"/>
          </p:cNvSpPr>
          <p:nvPr/>
        </p:nvSpPr>
        <p:spPr>
          <a:xfrm>
            <a:off x="622456" y="1361615"/>
            <a:ext cx="5571867" cy="5039185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introduction</a:t>
            </a:r>
          </a:p>
          <a:p>
            <a:pPr marL="285750" indent="-274638">
              <a:spcBef>
                <a:spcPts val="600"/>
              </a:spcBef>
              <a:buClr>
                <a:srgbClr val="0000A8"/>
              </a:buClr>
            </a:pPr>
            <a:r>
              <a:rPr lang="en-US" altLang="en-US" sz="3600" dirty="0">
                <a:ea typeface="ＭＳ Ｐゴシック" panose="020B0600070205080204" pitchFamily="34" charset="-128"/>
                <a:cs typeface="Arial" panose="020B0604020202020204" pitchFamily="34" charset="0"/>
              </a:rPr>
              <a:t>routing protocols</a:t>
            </a:r>
          </a:p>
          <a:p>
            <a:pPr marL="746125" lvl="1" indent="-273050">
              <a:spcBef>
                <a:spcPts val="600"/>
              </a:spcBef>
              <a:buFont typeface="Wingdings" pitchFamily="2" charset="2"/>
              <a:buChar char="§"/>
            </a:pPr>
            <a:r>
              <a:rPr lang="en-US" altLang="en-US" sz="3200" dirty="0">
                <a:solidFill>
                  <a:srgbClr val="C00000"/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link state</a:t>
            </a:r>
          </a:p>
          <a:p>
            <a:pPr marL="746125" lvl="1" indent="-273050">
              <a:spcBef>
                <a:spcPts val="600"/>
              </a:spcBef>
              <a:buClr>
                <a:schemeClr val="bg1">
                  <a:lumMod val="75000"/>
                </a:schemeClr>
              </a:buClr>
              <a:buFont typeface="Wingdings" pitchFamily="2" charset="2"/>
              <a:buChar char="§"/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distance vector</a:t>
            </a:r>
          </a:p>
          <a:p>
            <a:pPr marL="285750" indent="-285750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intra-ISP routing: OSPF</a:t>
            </a:r>
          </a:p>
          <a:p>
            <a:pPr marL="285750" indent="-285750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routing among ISPs: BGP</a:t>
            </a:r>
          </a:p>
          <a:p>
            <a:pPr marL="285750" indent="-285750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SDN control plane</a:t>
            </a:r>
          </a:p>
          <a:p>
            <a:pPr marL="285750" indent="-285750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Internet Control Message Protocol </a:t>
            </a:r>
          </a:p>
          <a:p>
            <a:pPr marL="466725" indent="-409575">
              <a:spcBef>
                <a:spcPts val="600"/>
              </a:spcBef>
              <a:buNone/>
            </a:pPr>
            <a:endParaRPr lang="en-US" altLang="en-US" sz="3200" dirty="0">
              <a:ea typeface="ＭＳ Ｐゴシック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11" name="Slide Number Placeholder 4">
            <a:extLst>
              <a:ext uri="{FF2B5EF4-FFF2-40B4-BE49-F238E27FC236}">
                <a16:creationId xmlns:a16="http://schemas.microsoft.com/office/drawing/2014/main" id="{60E442AF-0FD6-9040-9BFF-CE4BE886AA4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12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70880000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5B27BFF1-5DCE-D642-8EFE-FACB1C97EEE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48585"/>
            <a:ext cx="9839632" cy="894622"/>
          </a:xfrm>
        </p:spPr>
        <p:txBody>
          <a:bodyPr/>
          <a:lstStyle/>
          <a:p>
            <a:r>
              <a:rPr lang="en-US" b="0" dirty="0">
                <a:latin typeface="+mn-lt"/>
              </a:rPr>
              <a:t>Dijkstra’s link-state routing algorithm</a:t>
            </a:r>
          </a:p>
        </p:txBody>
      </p:sp>
      <p:sp>
        <p:nvSpPr>
          <p:cNvPr id="546" name="Slide Number Placeholder 4">
            <a:extLst>
              <a:ext uri="{FF2B5EF4-FFF2-40B4-BE49-F238E27FC236}">
                <a16:creationId xmlns:a16="http://schemas.microsoft.com/office/drawing/2014/main" id="{5DC8F37A-7230-5148-88D9-265AE5AD394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Network Layer: 5-</a:t>
            </a:r>
            <a:fld id="{C4204591-24BD-A542-B9D5-F8D8A88D2FEE}" type="slidenum">
              <a:rPr kumimoji="0" lang="en-US" sz="1100" b="0" i="0" u="none" strike="noStrike" kern="1200" cap="none" spc="0" normalizeH="0" baseline="0" noProof="0" smtClean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13</a:t>
            </a:fld>
            <a:endParaRPr kumimoji="0" lang="en-US" sz="11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50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3" name="Rectangle 3">
            <a:extLst>
              <a:ext uri="{FF2B5EF4-FFF2-40B4-BE49-F238E27FC236}">
                <a16:creationId xmlns:a16="http://schemas.microsoft.com/office/drawing/2014/main" id="{AE9CCC8F-9B64-9843-9FF6-322BE507C6B3}"/>
              </a:ext>
            </a:extLst>
          </p:cNvPr>
          <p:cNvSpPr txBox="1">
            <a:spLocks noChangeArrowheads="1"/>
          </p:cNvSpPr>
          <p:nvPr/>
        </p:nvSpPr>
        <p:spPr>
          <a:xfrm>
            <a:off x="750989" y="1541236"/>
            <a:ext cx="5708805" cy="490378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dirty="0">
                <a:solidFill>
                  <a:srgbClr val="0000A8"/>
                </a:solidFill>
              </a:rPr>
              <a:t>centralized: </a:t>
            </a:r>
            <a:r>
              <a:rPr lang="en-US" dirty="0"/>
              <a:t>network topology, link costs known to </a:t>
            </a:r>
            <a:r>
              <a:rPr lang="en-US" i="1" dirty="0"/>
              <a:t>all</a:t>
            </a:r>
            <a:r>
              <a:rPr lang="en-US" dirty="0"/>
              <a:t> nodes</a:t>
            </a:r>
          </a:p>
          <a:p>
            <a:pPr lvl="1"/>
            <a:r>
              <a:rPr lang="en-US" dirty="0"/>
              <a:t>accomplished via “</a:t>
            </a:r>
            <a:r>
              <a:rPr lang="en-US" altLang="ja-JP" dirty="0"/>
              <a:t>link state broadcast” </a:t>
            </a:r>
          </a:p>
          <a:p>
            <a:pPr lvl="1"/>
            <a:r>
              <a:rPr lang="en-US" dirty="0"/>
              <a:t>all nodes have same info</a:t>
            </a:r>
          </a:p>
          <a:p>
            <a:r>
              <a:rPr lang="en-US" dirty="0"/>
              <a:t>computes least cost paths from one node (“</a:t>
            </a:r>
            <a:r>
              <a:rPr lang="en-US" altLang="ja-JP" dirty="0"/>
              <a:t>source”) to all other nodes</a:t>
            </a:r>
          </a:p>
          <a:p>
            <a:pPr lvl="1"/>
            <a:r>
              <a:rPr lang="en-US" dirty="0"/>
              <a:t>gives </a:t>
            </a:r>
            <a:r>
              <a:rPr lang="en-US" i="1" dirty="0">
                <a:solidFill>
                  <a:srgbClr val="000099"/>
                </a:solidFill>
              </a:rPr>
              <a:t>forwarding table</a:t>
            </a:r>
            <a:r>
              <a:rPr lang="en-US" dirty="0"/>
              <a:t> for that node</a:t>
            </a:r>
          </a:p>
          <a:p>
            <a:r>
              <a:rPr lang="en-US" dirty="0">
                <a:solidFill>
                  <a:srgbClr val="0000A8"/>
                </a:solidFill>
              </a:rPr>
              <a:t>iterative: </a:t>
            </a:r>
            <a:r>
              <a:rPr lang="en-US" dirty="0"/>
              <a:t>after </a:t>
            </a:r>
            <a:r>
              <a:rPr lang="en-US" i="1" dirty="0"/>
              <a:t>k</a:t>
            </a:r>
            <a:r>
              <a:rPr lang="en-US" dirty="0"/>
              <a:t> iterations, know least cost path to </a:t>
            </a:r>
            <a:r>
              <a:rPr lang="en-US" i="1" dirty="0"/>
              <a:t>k </a:t>
            </a:r>
            <a:r>
              <a:rPr lang="en-US" dirty="0"/>
              <a:t>destinations</a:t>
            </a:r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87E67AF1-7D2F-A84A-A994-30B5519FB522}"/>
              </a:ext>
            </a:extLst>
          </p:cNvPr>
          <p:cNvGrpSpPr/>
          <p:nvPr/>
        </p:nvGrpSpPr>
        <p:grpSpPr>
          <a:xfrm>
            <a:off x="7315200" y="1524000"/>
            <a:ext cx="4441371" cy="4882184"/>
            <a:chOff x="7315200" y="1524000"/>
            <a:chExt cx="4441371" cy="4882184"/>
          </a:xfrm>
        </p:grpSpPr>
        <p:sp>
          <p:nvSpPr>
            <p:cNvPr id="24" name="Rectangle 4">
              <a:extLst>
                <a:ext uri="{FF2B5EF4-FFF2-40B4-BE49-F238E27FC236}">
                  <a16:creationId xmlns:a16="http://schemas.microsoft.com/office/drawing/2014/main" id="{D11D1E9D-A4E0-2D4D-8EB8-EB3C738C058E}"/>
                </a:ext>
              </a:extLst>
            </p:cNvPr>
            <p:cNvSpPr txBox="1">
              <a:spLocks noChangeArrowheads="1"/>
            </p:cNvSpPr>
            <p:nvPr/>
          </p:nvSpPr>
          <p:spPr>
            <a:xfrm>
              <a:off x="7387774" y="2168014"/>
              <a:ext cx="4310742" cy="4238170"/>
            </a:xfrm>
            <a:prstGeom prst="rect">
              <a:avLst/>
            </a:prstGeom>
          </p:spPr>
          <p:txBody>
            <a:bodyPr/>
            <a:lstStyle>
              <a:lvl1pPr marL="352425" indent="-222250" algn="l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Clr>
                  <a:srgbClr val="0000A3"/>
                </a:buClr>
                <a:buFont typeface="Wingdings" pitchFamily="2" charset="2"/>
                <a:buChar char="§"/>
                <a:tabLst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695325" indent="-231775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rgbClr val="0000A8"/>
                </a:buClr>
                <a:buFont typeface="Arial" panose="020B0604020202020204" pitchFamily="34" charset="0"/>
                <a:buChar char="•"/>
                <a:tabLst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403225" indent="-273050">
                <a:lnSpc>
                  <a:spcPct val="85000"/>
                </a:lnSpc>
                <a:spcBef>
                  <a:spcPts val="600"/>
                </a:spcBef>
              </a:pPr>
              <a:r>
                <a:rPr lang="en-US" i="1" dirty="0">
                  <a:solidFill>
                    <a:srgbClr val="000099"/>
                  </a:solidFill>
                </a:rPr>
                <a:t>c</a:t>
              </a:r>
              <a:r>
                <a:rPr lang="en-US" i="1" baseline="-25000" dirty="0">
                  <a:solidFill>
                    <a:srgbClr val="000099"/>
                  </a:solidFill>
                </a:rPr>
                <a:t>x,y</a:t>
              </a:r>
              <a:r>
                <a:rPr lang="en-US" i="1" dirty="0">
                  <a:solidFill>
                    <a:srgbClr val="000099"/>
                  </a:solidFill>
                </a:rPr>
                <a:t>:</a:t>
              </a:r>
              <a:r>
                <a:rPr lang="en-US" sz="2400" i="1" dirty="0"/>
                <a:t> </a:t>
              </a:r>
              <a:r>
                <a:rPr lang="en-US" sz="2400" u="sng" dirty="0"/>
                <a:t>direct</a:t>
              </a:r>
              <a:r>
                <a:rPr lang="en-US" sz="2400" dirty="0"/>
                <a:t> link cost from node </a:t>
              </a:r>
              <a:r>
                <a:rPr lang="en-US" sz="2400" i="1" dirty="0"/>
                <a:t>x</a:t>
              </a:r>
              <a:r>
                <a:rPr lang="en-US" sz="2400" dirty="0"/>
                <a:t> to </a:t>
              </a:r>
              <a:r>
                <a:rPr lang="en-US" sz="2400" i="1" dirty="0"/>
                <a:t>y</a:t>
              </a:r>
              <a:r>
                <a:rPr lang="en-US" sz="2400" dirty="0"/>
                <a:t>;  = ∞ if not direct neighbors</a:t>
              </a:r>
            </a:p>
            <a:p>
              <a:pPr marL="403225" indent="-273050">
                <a:lnSpc>
                  <a:spcPct val="85000"/>
                </a:lnSpc>
                <a:spcBef>
                  <a:spcPts val="600"/>
                </a:spcBef>
              </a:pPr>
              <a:r>
                <a:rPr lang="en-US" i="1" dirty="0">
                  <a:solidFill>
                    <a:srgbClr val="000099"/>
                  </a:solidFill>
                </a:rPr>
                <a:t>D(v):</a:t>
              </a:r>
              <a:r>
                <a:rPr lang="en-US" sz="2400" i="1" dirty="0"/>
                <a:t> current</a:t>
              </a:r>
              <a:r>
                <a:rPr lang="en-US" sz="2400" dirty="0"/>
                <a:t> estimate of cost of least-cost-path from source to destination </a:t>
              </a:r>
              <a:r>
                <a:rPr lang="en-US" sz="2400" i="1" dirty="0"/>
                <a:t>v</a:t>
              </a:r>
            </a:p>
            <a:p>
              <a:pPr marL="403225" indent="-273050">
                <a:lnSpc>
                  <a:spcPct val="85000"/>
                </a:lnSpc>
                <a:spcBef>
                  <a:spcPts val="600"/>
                </a:spcBef>
              </a:pPr>
              <a:r>
                <a:rPr lang="en-US" i="1" dirty="0">
                  <a:solidFill>
                    <a:srgbClr val="000099"/>
                  </a:solidFill>
                </a:rPr>
                <a:t>p(v):</a:t>
              </a:r>
              <a:r>
                <a:rPr lang="en-US" sz="2400" i="1" dirty="0"/>
                <a:t> </a:t>
              </a:r>
              <a:r>
                <a:rPr lang="en-US" sz="2400" dirty="0"/>
                <a:t>predecessor node along path from source to </a:t>
              </a:r>
              <a:r>
                <a:rPr lang="en-US" sz="2400" i="1" dirty="0"/>
                <a:t>v</a:t>
              </a:r>
            </a:p>
            <a:p>
              <a:pPr marL="403225" indent="-273050">
                <a:lnSpc>
                  <a:spcPct val="85000"/>
                </a:lnSpc>
                <a:spcBef>
                  <a:spcPts val="600"/>
                </a:spcBef>
              </a:pPr>
              <a:r>
                <a:rPr lang="en-US" i="1" dirty="0">
                  <a:solidFill>
                    <a:srgbClr val="000099"/>
                  </a:solidFill>
                </a:rPr>
                <a:t>N</a:t>
              </a:r>
              <a:r>
                <a:rPr lang="en-US" i="1" dirty="0">
                  <a:solidFill>
                    <a:srgbClr val="000099"/>
                  </a:solidFill>
                  <a:cs typeface="Arial" charset="0"/>
                </a:rPr>
                <a:t>'</a:t>
              </a:r>
              <a:r>
                <a:rPr lang="en-US" i="1" dirty="0">
                  <a:solidFill>
                    <a:srgbClr val="000099"/>
                  </a:solidFill>
                </a:rPr>
                <a:t>:</a:t>
              </a:r>
              <a:r>
                <a:rPr lang="en-US" sz="2400" i="1" dirty="0"/>
                <a:t> </a:t>
              </a:r>
              <a:r>
                <a:rPr lang="en-US" sz="2400" dirty="0"/>
                <a:t>set of nodes whose least-cost-path </a:t>
              </a:r>
              <a:r>
                <a:rPr lang="en-US" sz="2400" i="1" dirty="0"/>
                <a:t>definitively</a:t>
              </a:r>
              <a:r>
                <a:rPr lang="en-US" sz="2400" dirty="0"/>
                <a:t> known</a:t>
              </a:r>
            </a:p>
            <a:p>
              <a:pPr>
                <a:lnSpc>
                  <a:spcPct val="75000"/>
                </a:lnSpc>
              </a:pPr>
              <a:endParaRPr lang="en-US" dirty="0">
                <a:latin typeface="Gill Sans MT" charset="0"/>
              </a:endParaRPr>
            </a:p>
          </p:txBody>
        </p:sp>
        <p:sp>
          <p:nvSpPr>
            <p:cNvPr id="2" name="Rectangle 1">
              <a:extLst>
                <a:ext uri="{FF2B5EF4-FFF2-40B4-BE49-F238E27FC236}">
                  <a16:creationId xmlns:a16="http://schemas.microsoft.com/office/drawing/2014/main" id="{575BF574-1695-D54B-8932-9F284CCA9BE5}"/>
                </a:ext>
              </a:extLst>
            </p:cNvPr>
            <p:cNvSpPr/>
            <p:nvPr/>
          </p:nvSpPr>
          <p:spPr>
            <a:xfrm>
              <a:off x="7315200" y="1828800"/>
              <a:ext cx="4441371" cy="4339771"/>
            </a:xfrm>
            <a:prstGeom prst="rect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" name="TextBox 2">
              <a:extLst>
                <a:ext uri="{FF2B5EF4-FFF2-40B4-BE49-F238E27FC236}">
                  <a16:creationId xmlns:a16="http://schemas.microsoft.com/office/drawing/2014/main" id="{C2AE01A3-6135-9744-BC6A-3A4D19D0FA06}"/>
                </a:ext>
              </a:extLst>
            </p:cNvPr>
            <p:cNvSpPr txBox="1"/>
            <p:nvPr/>
          </p:nvSpPr>
          <p:spPr>
            <a:xfrm>
              <a:off x="7823199" y="1524000"/>
              <a:ext cx="1608967" cy="584775"/>
            </a:xfrm>
            <a:prstGeom prst="rect">
              <a:avLst/>
            </a:prstGeom>
            <a:solidFill>
              <a:schemeClr val="bg1"/>
            </a:solidFill>
          </p:spPr>
          <p:txBody>
            <a:bodyPr wrap="none" rtlCol="0">
              <a:spAutoFit/>
            </a:bodyPr>
            <a:lstStyle/>
            <a:p>
              <a:r>
                <a:rPr lang="en-US" sz="3200" dirty="0">
                  <a:solidFill>
                    <a:srgbClr val="C00000"/>
                  </a:solidFill>
                </a:rPr>
                <a:t>notation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4439591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2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2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2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2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500"/>
                                        <p:tgtEl>
                                          <p:spTgt spid="23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1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" grpId="0" build="p"/>
    </p:bld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" name="Group 11">
            <a:extLst>
              <a:ext uri="{FF2B5EF4-FFF2-40B4-BE49-F238E27FC236}">
                <a16:creationId xmlns:a16="http://schemas.microsoft.com/office/drawing/2014/main" id="{7D1BF78F-2764-A548-ABF1-4B1E42A705DA}"/>
              </a:ext>
            </a:extLst>
          </p:cNvPr>
          <p:cNvGrpSpPr/>
          <p:nvPr/>
        </p:nvGrpSpPr>
        <p:grpSpPr>
          <a:xfrm>
            <a:off x="1088571" y="3643090"/>
            <a:ext cx="1669144" cy="2786743"/>
            <a:chOff x="391885" y="3599543"/>
            <a:chExt cx="1669144" cy="2786743"/>
          </a:xfrm>
        </p:grpSpPr>
        <p:sp>
          <p:nvSpPr>
            <p:cNvPr id="4" name="Oval 3">
              <a:extLst>
                <a:ext uri="{FF2B5EF4-FFF2-40B4-BE49-F238E27FC236}">
                  <a16:creationId xmlns:a16="http://schemas.microsoft.com/office/drawing/2014/main" id="{2D7BEC2C-0D8F-4B40-94FB-EBBC0F3C072B}"/>
                </a:ext>
              </a:extLst>
            </p:cNvPr>
            <p:cNvSpPr/>
            <p:nvPr/>
          </p:nvSpPr>
          <p:spPr>
            <a:xfrm>
              <a:off x="391885" y="3599543"/>
              <a:ext cx="1480458" cy="2786743"/>
            </a:xfrm>
            <a:prstGeom prst="ellipse">
              <a:avLst/>
            </a:prstGeom>
            <a:noFill/>
            <a:ln w="38100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5" name="Rectangle 4">
              <a:extLst>
                <a:ext uri="{FF2B5EF4-FFF2-40B4-BE49-F238E27FC236}">
                  <a16:creationId xmlns:a16="http://schemas.microsoft.com/office/drawing/2014/main" id="{D65DE2F2-C2A0-5A4A-BDC1-ACDB6130E0FD}"/>
                </a:ext>
              </a:extLst>
            </p:cNvPr>
            <p:cNvSpPr/>
            <p:nvPr/>
          </p:nvSpPr>
          <p:spPr>
            <a:xfrm>
              <a:off x="1161143" y="3715658"/>
              <a:ext cx="899886" cy="2583542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cxnSp>
          <p:nvCxnSpPr>
            <p:cNvPr id="10" name="Straight Arrow Connector 9">
              <a:extLst>
                <a:ext uri="{FF2B5EF4-FFF2-40B4-BE49-F238E27FC236}">
                  <a16:creationId xmlns:a16="http://schemas.microsoft.com/office/drawing/2014/main" id="{599703E9-6EB8-4942-9B41-791473B66075}"/>
                </a:ext>
              </a:extLst>
            </p:cNvPr>
            <p:cNvCxnSpPr>
              <a:cxnSpLocks/>
            </p:cNvCxnSpPr>
            <p:nvPr/>
          </p:nvCxnSpPr>
          <p:spPr>
            <a:xfrm>
              <a:off x="1377950" y="3679825"/>
              <a:ext cx="144237" cy="107497"/>
            </a:xfrm>
            <a:prstGeom prst="straightConnector1">
              <a:avLst/>
            </a:prstGeom>
            <a:ln w="38100">
              <a:solidFill>
                <a:srgbClr val="C0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" name="Title 5">
            <a:extLst>
              <a:ext uri="{FF2B5EF4-FFF2-40B4-BE49-F238E27FC236}">
                <a16:creationId xmlns:a16="http://schemas.microsoft.com/office/drawing/2014/main" id="{5B27BFF1-5DCE-D642-8EFE-FACB1C97EEE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48585"/>
            <a:ext cx="9839632" cy="894622"/>
          </a:xfrm>
        </p:spPr>
        <p:txBody>
          <a:bodyPr/>
          <a:lstStyle/>
          <a:p>
            <a:r>
              <a:rPr lang="en-US" b="0" dirty="0">
                <a:latin typeface="+mn-lt"/>
              </a:rPr>
              <a:t>Dijkstra’s link-state routing algorithm</a:t>
            </a:r>
          </a:p>
        </p:txBody>
      </p:sp>
      <p:sp>
        <p:nvSpPr>
          <p:cNvPr id="546" name="Slide Number Placeholder 4">
            <a:extLst>
              <a:ext uri="{FF2B5EF4-FFF2-40B4-BE49-F238E27FC236}">
                <a16:creationId xmlns:a16="http://schemas.microsoft.com/office/drawing/2014/main" id="{5DC8F37A-7230-5148-88D9-265AE5AD394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Network Layer: 5-</a:t>
            </a:r>
            <a:fld id="{C4204591-24BD-A542-B9D5-F8D8A88D2FEE}" type="slidenum">
              <a:rPr kumimoji="0" lang="en-US" sz="1100" b="0" i="0" u="none" strike="noStrike" kern="1200" cap="none" spc="0" normalizeH="0" baseline="0" noProof="0" smtClean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14</a:t>
            </a:fld>
            <a:endParaRPr kumimoji="0" lang="en-US" sz="11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50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" name="Text Box 3">
            <a:extLst>
              <a:ext uri="{FF2B5EF4-FFF2-40B4-BE49-F238E27FC236}">
                <a16:creationId xmlns:a16="http://schemas.microsoft.com/office/drawing/2014/main" id="{E360F75D-37CB-A045-9AC4-50629DAD82D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57412" y="1225689"/>
            <a:ext cx="9799235" cy="241912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lnSpc>
                <a:spcPct val="90000"/>
              </a:lnSpc>
            </a:pPr>
            <a:r>
              <a:rPr lang="en-US" sz="2000" dirty="0">
                <a:latin typeface="+mn-lt"/>
              </a:rPr>
              <a:t>1  </a:t>
            </a:r>
            <a:r>
              <a:rPr lang="en-US" i="1" dirty="0">
                <a:solidFill>
                  <a:srgbClr val="0000A8"/>
                </a:solidFill>
                <a:latin typeface="+mn-lt"/>
              </a:rPr>
              <a:t>Initialization:</a:t>
            </a:r>
            <a:r>
              <a:rPr lang="en-US" dirty="0">
                <a:solidFill>
                  <a:srgbClr val="0000A8"/>
                </a:solidFill>
                <a:latin typeface="+mn-lt"/>
              </a:rPr>
              <a:t> </a:t>
            </a:r>
          </a:p>
          <a:p>
            <a:pPr>
              <a:lnSpc>
                <a:spcPct val="90000"/>
              </a:lnSpc>
            </a:pPr>
            <a:r>
              <a:rPr lang="en-US" dirty="0">
                <a:latin typeface="+mn-lt"/>
              </a:rPr>
              <a:t>2   </a:t>
            </a:r>
            <a:r>
              <a:rPr lang="en-US" i="1" dirty="0">
                <a:latin typeface="+mn-lt"/>
              </a:rPr>
              <a:t> N</a:t>
            </a:r>
            <a:r>
              <a:rPr lang="en-US" i="1" dirty="0">
                <a:latin typeface="+mn-lt"/>
                <a:cs typeface="Arial" charset="0"/>
              </a:rPr>
              <a:t>'</a:t>
            </a:r>
            <a:r>
              <a:rPr lang="en-US" i="1" dirty="0">
                <a:latin typeface="+mn-lt"/>
              </a:rPr>
              <a:t> </a:t>
            </a:r>
            <a:r>
              <a:rPr lang="en-US" dirty="0">
                <a:latin typeface="+mn-lt"/>
              </a:rPr>
              <a:t>= {</a:t>
            </a:r>
            <a:r>
              <a:rPr lang="en-US" i="1" dirty="0">
                <a:latin typeface="+mn-lt"/>
              </a:rPr>
              <a:t>u</a:t>
            </a:r>
            <a:r>
              <a:rPr lang="en-US" dirty="0">
                <a:latin typeface="+mn-lt"/>
              </a:rPr>
              <a:t>}                               </a:t>
            </a:r>
            <a:r>
              <a:rPr lang="en-US" sz="1600" dirty="0">
                <a:latin typeface="Arial" panose="020B0604020202020204" pitchFamily="34" charset="0"/>
                <a:cs typeface="Arial" panose="020B0604020202020204" pitchFamily="34" charset="0"/>
              </a:rPr>
              <a:t>/* compute </a:t>
            </a:r>
            <a:r>
              <a:rPr lang="en-US" sz="1600" dirty="0"/>
              <a:t>least cost path from u </a:t>
            </a:r>
            <a:r>
              <a:rPr lang="en-US" altLang="ja-JP" sz="1600" dirty="0"/>
              <a:t>to all other nodes */</a:t>
            </a:r>
            <a:endParaRPr lang="en-US" dirty="0">
              <a:latin typeface="+mn-lt"/>
            </a:endParaRPr>
          </a:p>
          <a:p>
            <a:pPr>
              <a:lnSpc>
                <a:spcPct val="90000"/>
              </a:lnSpc>
            </a:pPr>
            <a:r>
              <a:rPr lang="en-US" dirty="0">
                <a:latin typeface="+mn-lt"/>
              </a:rPr>
              <a:t>3    for all nodes </a:t>
            </a:r>
            <a:r>
              <a:rPr lang="en-US" i="1" dirty="0">
                <a:latin typeface="+mn-lt"/>
              </a:rPr>
              <a:t>v</a:t>
            </a:r>
            <a:r>
              <a:rPr lang="en-US" dirty="0">
                <a:latin typeface="+mn-lt"/>
              </a:rPr>
              <a:t> </a:t>
            </a:r>
          </a:p>
          <a:p>
            <a:pPr>
              <a:lnSpc>
                <a:spcPct val="90000"/>
              </a:lnSpc>
            </a:pPr>
            <a:r>
              <a:rPr lang="en-US" dirty="0">
                <a:latin typeface="+mn-lt"/>
              </a:rPr>
              <a:t>4      if </a:t>
            </a:r>
            <a:r>
              <a:rPr lang="en-US" i="1" dirty="0">
                <a:latin typeface="+mn-lt"/>
              </a:rPr>
              <a:t>v</a:t>
            </a:r>
            <a:r>
              <a:rPr lang="en-US" dirty="0">
                <a:latin typeface="+mn-lt"/>
              </a:rPr>
              <a:t> adjacent to </a:t>
            </a:r>
            <a:r>
              <a:rPr lang="en-US" i="1" dirty="0">
                <a:latin typeface="+mn-lt"/>
              </a:rPr>
              <a:t>u</a:t>
            </a:r>
            <a:r>
              <a:rPr lang="en-US" dirty="0">
                <a:latin typeface="+mn-lt"/>
              </a:rPr>
              <a:t>            </a:t>
            </a:r>
            <a:r>
              <a:rPr lang="en-US" sz="1800" dirty="0">
                <a:latin typeface="+mn-lt"/>
              </a:rPr>
              <a:t>/* </a:t>
            </a:r>
            <a:r>
              <a:rPr lang="en-US" sz="1800" i="1" dirty="0">
                <a:latin typeface="+mn-lt"/>
              </a:rPr>
              <a:t>u </a:t>
            </a:r>
            <a:r>
              <a:rPr lang="en-US" sz="1800" dirty="0">
                <a:latin typeface="+mn-lt"/>
              </a:rPr>
              <a:t>initially</a:t>
            </a:r>
            <a:r>
              <a:rPr lang="en-US" sz="1800" i="1" dirty="0">
                <a:latin typeface="+mn-lt"/>
              </a:rPr>
              <a:t> </a:t>
            </a:r>
            <a:r>
              <a:rPr lang="en-US" sz="1800" dirty="0">
                <a:latin typeface="+mn-lt"/>
              </a:rPr>
              <a:t>knows direct-path-cost only to  direct neighbors    */</a:t>
            </a:r>
            <a:endParaRPr lang="en-US" dirty="0">
              <a:latin typeface="+mn-lt"/>
            </a:endParaRPr>
          </a:p>
          <a:p>
            <a:pPr>
              <a:lnSpc>
                <a:spcPct val="90000"/>
              </a:lnSpc>
            </a:pPr>
            <a:r>
              <a:rPr lang="en-US" dirty="0">
                <a:latin typeface="+mn-lt"/>
              </a:rPr>
              <a:t>5          then </a:t>
            </a:r>
            <a:r>
              <a:rPr lang="en-US" i="1" dirty="0">
                <a:latin typeface="+mn-lt"/>
              </a:rPr>
              <a:t>D(v) = c</a:t>
            </a:r>
            <a:r>
              <a:rPr lang="en-US" i="1" baseline="-25000" dirty="0">
                <a:latin typeface="+mn-lt"/>
              </a:rPr>
              <a:t>u,v      </a:t>
            </a:r>
            <a:r>
              <a:rPr lang="en-US" sz="1800" baseline="-25000" dirty="0">
                <a:latin typeface="+mn-lt"/>
              </a:rPr>
              <a:t>             </a:t>
            </a:r>
            <a:r>
              <a:rPr lang="en-US" sz="1800" dirty="0">
                <a:latin typeface="+mn-lt"/>
              </a:rPr>
              <a:t>/* but may not be </a:t>
            </a:r>
            <a:r>
              <a:rPr lang="en-US" sz="1800" i="1" dirty="0">
                <a:latin typeface="+mn-lt"/>
              </a:rPr>
              <a:t>minimum</a:t>
            </a:r>
            <a:r>
              <a:rPr lang="en-US" sz="1800" dirty="0">
                <a:latin typeface="+mn-lt"/>
              </a:rPr>
              <a:t> cost!                                                    */</a:t>
            </a:r>
          </a:p>
          <a:p>
            <a:pPr>
              <a:lnSpc>
                <a:spcPct val="90000"/>
              </a:lnSpc>
            </a:pPr>
            <a:r>
              <a:rPr lang="en-US" dirty="0">
                <a:latin typeface="+mn-lt"/>
              </a:rPr>
              <a:t>6      else </a:t>
            </a:r>
            <a:r>
              <a:rPr lang="en-US" i="1" dirty="0">
                <a:latin typeface="+mn-lt"/>
              </a:rPr>
              <a:t>D(v) </a:t>
            </a:r>
            <a:r>
              <a:rPr lang="en-US" dirty="0">
                <a:latin typeface="+mn-lt"/>
              </a:rPr>
              <a:t>= </a:t>
            </a:r>
            <a:r>
              <a:rPr lang="en-US" dirty="0">
                <a:latin typeface="+mn-lt"/>
                <a:cs typeface="Arial" charset="0"/>
              </a:rPr>
              <a:t>∞</a:t>
            </a:r>
            <a:r>
              <a:rPr lang="en-US" dirty="0">
                <a:latin typeface="+mn-lt"/>
              </a:rPr>
              <a:t> </a:t>
            </a:r>
          </a:p>
          <a:p>
            <a:pPr>
              <a:lnSpc>
                <a:spcPct val="90000"/>
              </a:lnSpc>
            </a:pPr>
            <a:r>
              <a:rPr lang="en-US" dirty="0">
                <a:latin typeface="+mn-lt"/>
              </a:rPr>
              <a:t>7 </a:t>
            </a:r>
          </a:p>
        </p:txBody>
      </p:sp>
      <p:sp>
        <p:nvSpPr>
          <p:cNvPr id="16" name="Text Box 3">
            <a:extLst>
              <a:ext uri="{FF2B5EF4-FFF2-40B4-BE49-F238E27FC236}">
                <a16:creationId xmlns:a16="http://schemas.microsoft.com/office/drawing/2014/main" id="{E6A5B365-6E84-8F48-A98B-CE54B371702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79184" y="3194942"/>
            <a:ext cx="3075073" cy="34163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endParaRPr lang="en-US" dirty="0">
              <a:latin typeface="+mn-lt"/>
            </a:endParaRPr>
          </a:p>
          <a:p>
            <a:r>
              <a:rPr lang="en-US" dirty="0">
                <a:solidFill>
                  <a:srgbClr val="0000A8"/>
                </a:solidFill>
                <a:latin typeface="+mn-lt"/>
              </a:rPr>
              <a:t>8   </a:t>
            </a:r>
            <a:r>
              <a:rPr lang="en-US" i="1" dirty="0">
                <a:solidFill>
                  <a:srgbClr val="0000A8"/>
                </a:solidFill>
                <a:latin typeface="+mn-lt"/>
              </a:rPr>
              <a:t>Loop </a:t>
            </a:r>
            <a:endParaRPr lang="en-US" dirty="0">
              <a:solidFill>
                <a:srgbClr val="0000A8"/>
              </a:solidFill>
              <a:latin typeface="+mn-lt"/>
            </a:endParaRPr>
          </a:p>
          <a:p>
            <a:r>
              <a:rPr lang="en-US" dirty="0">
                <a:latin typeface="+mn-lt"/>
              </a:rPr>
              <a:t>9     </a:t>
            </a:r>
          </a:p>
          <a:p>
            <a:r>
              <a:rPr lang="en-US" dirty="0">
                <a:latin typeface="+mn-lt"/>
              </a:rPr>
              <a:t>10    </a:t>
            </a:r>
          </a:p>
          <a:p>
            <a:r>
              <a:rPr lang="en-US" dirty="0">
                <a:latin typeface="+mn-lt"/>
              </a:rPr>
              <a:t>11</a:t>
            </a:r>
          </a:p>
          <a:p>
            <a:r>
              <a:rPr lang="en-US" dirty="0">
                <a:latin typeface="+mn-lt"/>
              </a:rPr>
              <a:t>12</a:t>
            </a:r>
            <a:endParaRPr lang="en-US" b="1" dirty="0">
              <a:solidFill>
                <a:srgbClr val="CC0000"/>
              </a:solidFill>
              <a:latin typeface="+mn-lt"/>
            </a:endParaRPr>
          </a:p>
          <a:p>
            <a:r>
              <a:rPr lang="en-US" dirty="0">
                <a:latin typeface="+mn-lt"/>
              </a:rPr>
              <a:t>13</a:t>
            </a:r>
          </a:p>
          <a:p>
            <a:r>
              <a:rPr lang="en-US" dirty="0">
                <a:latin typeface="+mn-lt"/>
              </a:rPr>
              <a:t>14</a:t>
            </a:r>
          </a:p>
          <a:p>
            <a:r>
              <a:rPr lang="en-US" b="1" dirty="0">
                <a:solidFill>
                  <a:srgbClr val="0000A8"/>
                </a:solidFill>
                <a:latin typeface="+mn-lt"/>
              </a:rPr>
              <a:t>15  </a:t>
            </a:r>
            <a:r>
              <a:rPr lang="en-US" i="1" dirty="0">
                <a:solidFill>
                  <a:srgbClr val="0000A8"/>
                </a:solidFill>
                <a:latin typeface="+mn-lt"/>
              </a:rPr>
              <a:t>until all nodes in N</a:t>
            </a:r>
            <a:r>
              <a:rPr lang="en-US" i="1" dirty="0">
                <a:solidFill>
                  <a:srgbClr val="0000A8"/>
                </a:solidFill>
                <a:latin typeface="+mn-lt"/>
                <a:cs typeface="Arial" charset="0"/>
              </a:rPr>
              <a:t>'</a:t>
            </a:r>
            <a:r>
              <a:rPr lang="en-US" dirty="0">
                <a:solidFill>
                  <a:srgbClr val="0000A8"/>
                </a:solidFill>
                <a:latin typeface="+mn-lt"/>
              </a:rPr>
              <a:t> </a:t>
            </a:r>
          </a:p>
        </p:txBody>
      </p:sp>
      <p:sp>
        <p:nvSpPr>
          <p:cNvPr id="17" name="Text Box 3">
            <a:extLst>
              <a:ext uri="{FF2B5EF4-FFF2-40B4-BE49-F238E27FC236}">
                <a16:creationId xmlns:a16="http://schemas.microsoft.com/office/drawing/2014/main" id="{C3FDD5E0-11CC-FC44-8118-718358E5438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767012" y="3546934"/>
            <a:ext cx="7463582" cy="2657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endParaRPr lang="en-US" dirty="0">
              <a:latin typeface="+mn-lt"/>
            </a:endParaRPr>
          </a:p>
          <a:p>
            <a:r>
              <a:rPr lang="en-US" dirty="0">
                <a:latin typeface="+mn-lt"/>
              </a:rPr>
              <a:t>find </a:t>
            </a:r>
            <a:r>
              <a:rPr lang="en-US" i="1" dirty="0">
                <a:latin typeface="+mn-lt"/>
              </a:rPr>
              <a:t>w</a:t>
            </a:r>
            <a:r>
              <a:rPr lang="en-US" dirty="0">
                <a:latin typeface="+mn-lt"/>
              </a:rPr>
              <a:t> not in </a:t>
            </a:r>
            <a:r>
              <a:rPr lang="en-US" i="1" dirty="0">
                <a:latin typeface="+mn-lt"/>
              </a:rPr>
              <a:t>N</a:t>
            </a:r>
            <a:r>
              <a:rPr lang="en-US" i="1" dirty="0">
                <a:latin typeface="+mn-lt"/>
                <a:cs typeface="Arial" charset="0"/>
              </a:rPr>
              <a:t>'</a:t>
            </a:r>
            <a:r>
              <a:rPr lang="en-US" i="1" dirty="0">
                <a:latin typeface="+mn-lt"/>
              </a:rPr>
              <a:t> </a:t>
            </a:r>
            <a:r>
              <a:rPr lang="en-US" dirty="0">
                <a:latin typeface="+mn-lt"/>
              </a:rPr>
              <a:t>such that </a:t>
            </a:r>
            <a:r>
              <a:rPr lang="en-US" i="1" dirty="0">
                <a:latin typeface="+mn-lt"/>
              </a:rPr>
              <a:t>D(w) </a:t>
            </a:r>
            <a:r>
              <a:rPr lang="en-US" dirty="0">
                <a:latin typeface="+mn-lt"/>
              </a:rPr>
              <a:t>is a minimum </a:t>
            </a:r>
          </a:p>
          <a:p>
            <a:r>
              <a:rPr lang="en-US" dirty="0">
                <a:latin typeface="+mn-lt"/>
              </a:rPr>
              <a:t>add </a:t>
            </a:r>
            <a:r>
              <a:rPr lang="en-US" i="1" dirty="0">
                <a:latin typeface="+mn-lt"/>
              </a:rPr>
              <a:t>w</a:t>
            </a:r>
            <a:r>
              <a:rPr lang="en-US" dirty="0">
                <a:latin typeface="+mn-lt"/>
              </a:rPr>
              <a:t> to </a:t>
            </a:r>
            <a:r>
              <a:rPr lang="en-US" i="1" dirty="0">
                <a:latin typeface="+mn-lt"/>
              </a:rPr>
              <a:t>N</a:t>
            </a:r>
            <a:r>
              <a:rPr lang="en-US" i="1" dirty="0">
                <a:latin typeface="+mn-lt"/>
                <a:cs typeface="Arial" charset="0"/>
              </a:rPr>
              <a:t>'</a:t>
            </a:r>
            <a:r>
              <a:rPr lang="en-US" i="1" dirty="0">
                <a:latin typeface="+mn-lt"/>
              </a:rPr>
              <a:t> </a:t>
            </a:r>
          </a:p>
          <a:p>
            <a:r>
              <a:rPr lang="en-US" dirty="0">
                <a:latin typeface="+mn-lt"/>
              </a:rPr>
              <a:t>update </a:t>
            </a:r>
            <a:r>
              <a:rPr lang="en-US" i="1" dirty="0">
                <a:latin typeface="+mn-lt"/>
              </a:rPr>
              <a:t>D(v) </a:t>
            </a:r>
            <a:r>
              <a:rPr lang="en-US" dirty="0">
                <a:latin typeface="+mn-lt"/>
              </a:rPr>
              <a:t>for all</a:t>
            </a:r>
            <a:r>
              <a:rPr lang="en-US" i="1" dirty="0">
                <a:latin typeface="+mn-lt"/>
              </a:rPr>
              <a:t> v </a:t>
            </a:r>
            <a:r>
              <a:rPr lang="en-US" dirty="0">
                <a:latin typeface="+mn-lt"/>
              </a:rPr>
              <a:t>adjacent to </a:t>
            </a:r>
            <a:r>
              <a:rPr lang="en-US" i="1" dirty="0">
                <a:latin typeface="+mn-lt"/>
              </a:rPr>
              <a:t>w</a:t>
            </a:r>
            <a:r>
              <a:rPr lang="en-US" dirty="0">
                <a:latin typeface="+mn-lt"/>
              </a:rPr>
              <a:t> and not in </a:t>
            </a:r>
            <a:r>
              <a:rPr lang="en-US" i="1" dirty="0">
                <a:latin typeface="+mn-lt"/>
              </a:rPr>
              <a:t>N</a:t>
            </a:r>
            <a:r>
              <a:rPr lang="en-US" i="1" dirty="0">
                <a:latin typeface="+mn-lt"/>
                <a:cs typeface="Arial" charset="0"/>
              </a:rPr>
              <a:t>'</a:t>
            </a:r>
            <a:r>
              <a:rPr lang="en-US" i="1" dirty="0">
                <a:latin typeface="+mn-lt"/>
              </a:rPr>
              <a:t> </a:t>
            </a:r>
            <a:r>
              <a:rPr lang="en-US" dirty="0">
                <a:latin typeface="+mn-lt"/>
              </a:rPr>
              <a:t>: </a:t>
            </a:r>
          </a:p>
          <a:p>
            <a:r>
              <a:rPr lang="en-US" b="1" i="1" dirty="0">
                <a:solidFill>
                  <a:srgbClr val="CC0000"/>
                </a:solidFill>
                <a:latin typeface="+mn-lt"/>
              </a:rPr>
              <a:t>     D(v) = </a:t>
            </a:r>
            <a:r>
              <a:rPr lang="en-US" b="1" dirty="0">
                <a:solidFill>
                  <a:srgbClr val="CC0000"/>
                </a:solidFill>
                <a:latin typeface="+mn-lt"/>
              </a:rPr>
              <a:t>min</a:t>
            </a:r>
            <a:r>
              <a:rPr lang="en-US" b="1" i="1" dirty="0">
                <a:solidFill>
                  <a:srgbClr val="CC0000"/>
                </a:solidFill>
                <a:latin typeface="+mn-lt"/>
              </a:rPr>
              <a:t> </a:t>
            </a:r>
            <a:r>
              <a:rPr lang="en-US" b="1" dirty="0">
                <a:solidFill>
                  <a:srgbClr val="CC0000"/>
                </a:solidFill>
                <a:latin typeface="+mn-lt"/>
              </a:rPr>
              <a:t>( </a:t>
            </a:r>
            <a:r>
              <a:rPr lang="en-US" b="1" i="1" dirty="0">
                <a:solidFill>
                  <a:srgbClr val="CC0000"/>
                </a:solidFill>
                <a:latin typeface="+mn-lt"/>
              </a:rPr>
              <a:t>D(v),  D(w) + c</a:t>
            </a:r>
            <a:r>
              <a:rPr lang="en-US" b="1" i="1" baseline="-25000" dirty="0">
                <a:solidFill>
                  <a:srgbClr val="CC0000"/>
                </a:solidFill>
                <a:latin typeface="+mn-lt"/>
              </a:rPr>
              <a:t>w,v  </a:t>
            </a:r>
            <a:r>
              <a:rPr lang="en-US" b="1" dirty="0">
                <a:solidFill>
                  <a:srgbClr val="CC0000"/>
                </a:solidFill>
                <a:latin typeface="+mn-lt"/>
              </a:rPr>
              <a:t>)</a:t>
            </a:r>
            <a:r>
              <a:rPr lang="en-US" b="1" i="1" dirty="0">
                <a:solidFill>
                  <a:srgbClr val="CC0000"/>
                </a:solidFill>
                <a:latin typeface="+mn-lt"/>
              </a:rPr>
              <a:t> </a:t>
            </a:r>
          </a:p>
          <a:p>
            <a:pPr>
              <a:spcBef>
                <a:spcPts val="400"/>
              </a:spcBef>
            </a:pPr>
            <a:r>
              <a:rPr lang="en-US" sz="2000" dirty="0">
                <a:latin typeface="+mn-lt"/>
              </a:rPr>
              <a:t>/* new least-path-cost to </a:t>
            </a:r>
            <a:r>
              <a:rPr lang="en-US" sz="2000" i="1" dirty="0">
                <a:latin typeface="+mn-lt"/>
              </a:rPr>
              <a:t>v </a:t>
            </a:r>
            <a:r>
              <a:rPr lang="en-US" sz="2000" dirty="0">
                <a:latin typeface="+mn-lt"/>
              </a:rPr>
              <a:t>is either old least-cost-path to</a:t>
            </a:r>
            <a:r>
              <a:rPr lang="en-US" sz="2000" i="1" dirty="0">
                <a:latin typeface="+mn-lt"/>
              </a:rPr>
              <a:t> v </a:t>
            </a:r>
            <a:r>
              <a:rPr lang="en-US" sz="2000" dirty="0">
                <a:latin typeface="+mn-lt"/>
              </a:rPr>
              <a:t>or known </a:t>
            </a:r>
          </a:p>
          <a:p>
            <a:pPr>
              <a:spcBef>
                <a:spcPts val="400"/>
              </a:spcBef>
            </a:pPr>
            <a:r>
              <a:rPr lang="en-US" sz="2000" dirty="0">
                <a:latin typeface="+mn-lt"/>
              </a:rPr>
              <a:t>least-cost-path to </a:t>
            </a:r>
            <a:r>
              <a:rPr lang="en-US" sz="2000" i="1" dirty="0">
                <a:latin typeface="+mn-lt"/>
              </a:rPr>
              <a:t>w</a:t>
            </a:r>
            <a:r>
              <a:rPr lang="en-US" sz="2000" dirty="0">
                <a:latin typeface="+mn-lt"/>
              </a:rPr>
              <a:t> plus direct-cost from </a:t>
            </a:r>
            <a:r>
              <a:rPr lang="en-US" sz="2000" i="1" dirty="0">
                <a:latin typeface="+mn-lt"/>
              </a:rPr>
              <a:t>w</a:t>
            </a:r>
            <a:r>
              <a:rPr lang="en-US" sz="2000" dirty="0">
                <a:latin typeface="+mn-lt"/>
              </a:rPr>
              <a:t> to </a:t>
            </a:r>
            <a:r>
              <a:rPr lang="en-US" sz="2000" i="1" dirty="0">
                <a:latin typeface="+mn-lt"/>
              </a:rPr>
              <a:t>v</a:t>
            </a:r>
            <a:r>
              <a:rPr lang="en-US" sz="2000" dirty="0">
                <a:latin typeface="+mn-lt"/>
              </a:rPr>
              <a:t> */ </a:t>
            </a:r>
          </a:p>
        </p:txBody>
      </p:sp>
    </p:spTree>
    <p:extLst>
      <p:ext uri="{BB962C8B-B14F-4D97-AF65-F5344CB8AC3E}">
        <p14:creationId xmlns:p14="http://schemas.microsoft.com/office/powerpoint/2010/main" val="217821874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500"/>
                            </p:stCondLst>
                            <p:childTnLst>
                              <p:par>
                                <p:cTn id="14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/>
      <p:bldP spid="16" grpId="0"/>
      <p:bldP spid="17" grpId="0"/>
    </p:bld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5B27BFF1-5DCE-D642-8EFE-FACB1C97EEE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199" y="354060"/>
            <a:ext cx="11179629" cy="894622"/>
          </a:xfrm>
        </p:spPr>
        <p:txBody>
          <a:bodyPr/>
          <a:lstStyle/>
          <a:p>
            <a:r>
              <a:rPr lang="en-US" b="0" dirty="0">
                <a:latin typeface="+mn-lt"/>
              </a:rPr>
              <a:t>Dijkstra’s algorithm: an example</a:t>
            </a:r>
          </a:p>
        </p:txBody>
      </p:sp>
      <p:sp>
        <p:nvSpPr>
          <p:cNvPr id="246" name="Text Box 3">
            <a:extLst>
              <a:ext uri="{FF2B5EF4-FFF2-40B4-BE49-F238E27FC236}">
                <a16:creationId xmlns:a16="http://schemas.microsoft.com/office/drawing/2014/main" id="{B903AE0C-4346-CF44-9481-037FB37A398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97181" y="1647825"/>
            <a:ext cx="706437" cy="2225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Step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0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1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2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3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4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5</a:t>
            </a:r>
          </a:p>
        </p:txBody>
      </p:sp>
      <p:sp>
        <p:nvSpPr>
          <p:cNvPr id="247" name="Text Box 4">
            <a:extLst>
              <a:ext uri="{FF2B5EF4-FFF2-40B4-BE49-F238E27FC236}">
                <a16:creationId xmlns:a16="http://schemas.microsoft.com/office/drawing/2014/main" id="{940B6AB4-2B9C-424D-9073-90B490CA145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07285" y="1657350"/>
            <a:ext cx="420308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N</a:t>
            </a: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rPr>
              <a:t>'</a:t>
            </a:r>
          </a:p>
        </p:txBody>
      </p:sp>
      <p:sp>
        <p:nvSpPr>
          <p:cNvPr id="248" name="Text Box 5">
            <a:extLst>
              <a:ext uri="{FF2B5EF4-FFF2-40B4-BE49-F238E27FC236}">
                <a16:creationId xmlns:a16="http://schemas.microsoft.com/office/drawing/2014/main" id="{BFC5A1B4-9A1A-8748-B5FA-043233C160A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32260" y="1626727"/>
            <a:ext cx="1180130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D(v),p(v)</a:t>
            </a:r>
          </a:p>
        </p:txBody>
      </p:sp>
      <p:sp>
        <p:nvSpPr>
          <p:cNvPr id="250" name="Text Box 7">
            <a:extLst>
              <a:ext uri="{FF2B5EF4-FFF2-40B4-BE49-F238E27FC236}">
                <a16:creationId xmlns:a16="http://schemas.microsoft.com/office/drawing/2014/main" id="{134AE2AD-F4F6-A646-BCC7-1F2E0A23EDC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34634" y="1626726"/>
            <a:ext cx="1180131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D(x),p(x)</a:t>
            </a:r>
          </a:p>
        </p:txBody>
      </p:sp>
      <p:sp>
        <p:nvSpPr>
          <p:cNvPr id="251" name="Text Box 8">
            <a:extLst>
              <a:ext uri="{FF2B5EF4-FFF2-40B4-BE49-F238E27FC236}">
                <a16:creationId xmlns:a16="http://schemas.microsoft.com/office/drawing/2014/main" id="{A27983AD-A090-0449-BF43-DC6600055B4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56559" y="1638300"/>
            <a:ext cx="1180131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D(y),p(y)</a:t>
            </a:r>
          </a:p>
        </p:txBody>
      </p:sp>
      <p:sp>
        <p:nvSpPr>
          <p:cNvPr id="252" name="Text Box 9">
            <a:extLst>
              <a:ext uri="{FF2B5EF4-FFF2-40B4-BE49-F238E27FC236}">
                <a16:creationId xmlns:a16="http://schemas.microsoft.com/office/drawing/2014/main" id="{297C2219-5295-1C4F-BC52-FD72360100D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63535" y="1638300"/>
            <a:ext cx="1180130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D(z),p(z)</a:t>
            </a:r>
          </a:p>
        </p:txBody>
      </p:sp>
      <p:sp>
        <p:nvSpPr>
          <p:cNvPr id="253" name="Line 10">
            <a:extLst>
              <a:ext uri="{FF2B5EF4-FFF2-40B4-BE49-F238E27FC236}">
                <a16:creationId xmlns:a16="http://schemas.microsoft.com/office/drawing/2014/main" id="{D9A0E014-3E4B-AA48-86C7-6D4E4AE592F4}"/>
              </a:ext>
            </a:extLst>
          </p:cNvPr>
          <p:cNvSpPr>
            <a:spLocks noChangeShapeType="1"/>
          </p:cNvSpPr>
          <p:nvPr/>
        </p:nvSpPr>
        <p:spPr bwMode="auto">
          <a:xfrm>
            <a:off x="1519418" y="1998662"/>
            <a:ext cx="8505825" cy="9525"/>
          </a:xfrm>
          <a:prstGeom prst="line">
            <a:avLst/>
          </a:prstGeom>
          <a:noFill/>
          <a:ln w="28575">
            <a:solidFill>
              <a:srgbClr val="3333CC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grpSp>
        <p:nvGrpSpPr>
          <p:cNvPr id="259" name="Group 16">
            <a:extLst>
              <a:ext uri="{FF2B5EF4-FFF2-40B4-BE49-F238E27FC236}">
                <a16:creationId xmlns:a16="http://schemas.microsoft.com/office/drawing/2014/main" id="{F6D427A6-9405-2D4E-BC72-78E69E64A628}"/>
              </a:ext>
            </a:extLst>
          </p:cNvPr>
          <p:cNvGrpSpPr>
            <a:grpSpLocks/>
          </p:cNvGrpSpPr>
          <p:nvPr/>
        </p:nvGrpSpPr>
        <p:grpSpPr bwMode="auto">
          <a:xfrm>
            <a:off x="644342" y="4117376"/>
            <a:ext cx="3571875" cy="2236788"/>
            <a:chOff x="3162" y="1071"/>
            <a:chExt cx="2250" cy="1409"/>
          </a:xfrm>
        </p:grpSpPr>
        <p:sp>
          <p:nvSpPr>
            <p:cNvPr id="260" name="Freeform 17">
              <a:extLst>
                <a:ext uri="{FF2B5EF4-FFF2-40B4-BE49-F238E27FC236}">
                  <a16:creationId xmlns:a16="http://schemas.microsoft.com/office/drawing/2014/main" id="{B59803F6-669E-C147-9AA7-07A510F23C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2" y="1071"/>
              <a:ext cx="2250" cy="1409"/>
            </a:xfrm>
            <a:custGeom>
              <a:avLst/>
              <a:gdLst>
                <a:gd name="T0" fmla="*/ 0 w 2250"/>
                <a:gd name="T1" fmla="*/ 624 h 1409"/>
                <a:gd name="T2" fmla="*/ 219 w 2250"/>
                <a:gd name="T3" fmla="*/ 321 h 1409"/>
                <a:gd name="T4" fmla="*/ 529 w 2250"/>
                <a:gd name="T5" fmla="*/ 35 h 1409"/>
                <a:gd name="T6" fmla="*/ 1551 w 2250"/>
                <a:gd name="T7" fmla="*/ 111 h 1409"/>
                <a:gd name="T8" fmla="*/ 1968 w 2250"/>
                <a:gd name="T9" fmla="*/ 483 h 1409"/>
                <a:gd name="T10" fmla="*/ 2199 w 2250"/>
                <a:gd name="T11" fmla="*/ 906 h 1409"/>
                <a:gd name="T12" fmla="*/ 1659 w 2250"/>
                <a:gd name="T13" fmla="*/ 1314 h 1409"/>
                <a:gd name="T14" fmla="*/ 993 w 2250"/>
                <a:gd name="T15" fmla="*/ 1386 h 1409"/>
                <a:gd name="T16" fmla="*/ 465 w 2250"/>
                <a:gd name="T17" fmla="*/ 1356 h 1409"/>
                <a:gd name="T18" fmla="*/ 102 w 2250"/>
                <a:gd name="T19" fmla="*/ 1068 h 1409"/>
                <a:gd name="T20" fmla="*/ 0 w 2250"/>
                <a:gd name="T21" fmla="*/ 624 h 140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2250"/>
                <a:gd name="T34" fmla="*/ 0 h 1409"/>
                <a:gd name="T35" fmla="*/ 2250 w 2250"/>
                <a:gd name="T36" fmla="*/ 1409 h 1409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2250" h="1409">
                  <a:moveTo>
                    <a:pt x="0" y="624"/>
                  </a:moveTo>
                  <a:cubicBezTo>
                    <a:pt x="5" y="506"/>
                    <a:pt x="131" y="419"/>
                    <a:pt x="219" y="321"/>
                  </a:cubicBezTo>
                  <a:cubicBezTo>
                    <a:pt x="307" y="223"/>
                    <a:pt x="307" y="70"/>
                    <a:pt x="529" y="35"/>
                  </a:cubicBezTo>
                  <a:cubicBezTo>
                    <a:pt x="751" y="0"/>
                    <a:pt x="1311" y="36"/>
                    <a:pt x="1551" y="111"/>
                  </a:cubicBezTo>
                  <a:cubicBezTo>
                    <a:pt x="1791" y="186"/>
                    <a:pt x="1860" y="351"/>
                    <a:pt x="1968" y="483"/>
                  </a:cubicBezTo>
                  <a:cubicBezTo>
                    <a:pt x="2076" y="615"/>
                    <a:pt x="2250" y="767"/>
                    <a:pt x="2199" y="906"/>
                  </a:cubicBezTo>
                  <a:cubicBezTo>
                    <a:pt x="2148" y="1045"/>
                    <a:pt x="1860" y="1234"/>
                    <a:pt x="1659" y="1314"/>
                  </a:cubicBezTo>
                  <a:cubicBezTo>
                    <a:pt x="1458" y="1394"/>
                    <a:pt x="1192" y="1379"/>
                    <a:pt x="993" y="1386"/>
                  </a:cubicBezTo>
                  <a:cubicBezTo>
                    <a:pt x="794" y="1393"/>
                    <a:pt x="613" y="1409"/>
                    <a:pt x="465" y="1356"/>
                  </a:cubicBezTo>
                  <a:cubicBezTo>
                    <a:pt x="317" y="1303"/>
                    <a:pt x="180" y="1190"/>
                    <a:pt x="102" y="1068"/>
                  </a:cubicBezTo>
                  <a:cubicBezTo>
                    <a:pt x="24" y="946"/>
                    <a:pt x="21" y="716"/>
                    <a:pt x="0" y="624"/>
                  </a:cubicBezTo>
                  <a:close/>
                </a:path>
              </a:pathLst>
            </a:custGeom>
            <a:solidFill>
              <a:srgbClr val="9CE0FA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261" name="Freeform 18">
              <a:extLst>
                <a:ext uri="{FF2B5EF4-FFF2-40B4-BE49-F238E27FC236}">
                  <a16:creationId xmlns:a16="http://schemas.microsoft.com/office/drawing/2014/main" id="{4CE8143F-BB5D-1548-A2D1-0B3C05E2D1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8" y="1620"/>
              <a:ext cx="342" cy="186"/>
            </a:xfrm>
            <a:custGeom>
              <a:avLst/>
              <a:gdLst>
                <a:gd name="T0" fmla="*/ 0 w 342"/>
                <a:gd name="T1" fmla="*/ 186 h 186"/>
                <a:gd name="T2" fmla="*/ 342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262" name="Oval 19">
              <a:extLst>
                <a:ext uri="{FF2B5EF4-FFF2-40B4-BE49-F238E27FC236}">
                  <a16:creationId xmlns:a16="http://schemas.microsoft.com/office/drawing/2014/main" id="{CB2328B2-500E-0643-881F-169F140BD4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8" y="1862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263" name="Line 20">
              <a:extLst>
                <a:ext uri="{FF2B5EF4-FFF2-40B4-BE49-F238E27FC236}">
                  <a16:creationId xmlns:a16="http://schemas.microsoft.com/office/drawing/2014/main" id="{EC0FDC3E-2336-EF44-B445-144049FF3B4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38" y="1855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264" name="Line 21">
              <a:extLst>
                <a:ext uri="{FF2B5EF4-FFF2-40B4-BE49-F238E27FC236}">
                  <a16:creationId xmlns:a16="http://schemas.microsoft.com/office/drawing/2014/main" id="{07B5F04F-0C18-CE48-93A1-4B267BBE4FA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51" y="1855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265" name="Rectangle 22">
              <a:extLst>
                <a:ext uri="{FF2B5EF4-FFF2-40B4-BE49-F238E27FC236}">
                  <a16:creationId xmlns:a16="http://schemas.microsoft.com/office/drawing/2014/main" id="{0C43506A-1E78-F54A-910F-D37EBC1EF6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8" y="1855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266" name="Oval 23">
              <a:extLst>
                <a:ext uri="{FF2B5EF4-FFF2-40B4-BE49-F238E27FC236}">
                  <a16:creationId xmlns:a16="http://schemas.microsoft.com/office/drawing/2014/main" id="{27A71FF2-F42F-2844-AC5E-37F186F80F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5" y="1796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267" name="Oval 24">
              <a:extLst>
                <a:ext uri="{FF2B5EF4-FFF2-40B4-BE49-F238E27FC236}">
                  <a16:creationId xmlns:a16="http://schemas.microsoft.com/office/drawing/2014/main" id="{9C47D8B7-EC1D-C743-87B3-403B84D4AD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2" y="2249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268" name="Line 25">
              <a:extLst>
                <a:ext uri="{FF2B5EF4-FFF2-40B4-BE49-F238E27FC236}">
                  <a16:creationId xmlns:a16="http://schemas.microsoft.com/office/drawing/2014/main" id="{BEC31F1C-3B0C-3040-AD04-6FCA0D057A3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12" y="224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269" name="Line 26">
              <a:extLst>
                <a:ext uri="{FF2B5EF4-FFF2-40B4-BE49-F238E27FC236}">
                  <a16:creationId xmlns:a16="http://schemas.microsoft.com/office/drawing/2014/main" id="{56212EB3-C962-DA44-8730-7936B2191AB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25" y="224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270" name="Rectangle 27">
              <a:extLst>
                <a:ext uri="{FF2B5EF4-FFF2-40B4-BE49-F238E27FC236}">
                  <a16:creationId xmlns:a16="http://schemas.microsoft.com/office/drawing/2014/main" id="{70DA0FF6-1A2B-FA4D-8CF4-CF4512C722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2" y="2242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271" name="Oval 28">
              <a:extLst>
                <a:ext uri="{FF2B5EF4-FFF2-40B4-BE49-F238E27FC236}">
                  <a16:creationId xmlns:a16="http://schemas.microsoft.com/office/drawing/2014/main" id="{91BA553D-89DC-1440-84C3-F0FFE0B7EE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9" y="2183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272" name="Oval 29">
              <a:extLst>
                <a:ext uri="{FF2B5EF4-FFF2-40B4-BE49-F238E27FC236}">
                  <a16:creationId xmlns:a16="http://schemas.microsoft.com/office/drawing/2014/main" id="{5F155988-DD8E-7949-85F9-F8B730D855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8" y="1559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273" name="Line 30">
              <a:extLst>
                <a:ext uri="{FF2B5EF4-FFF2-40B4-BE49-F238E27FC236}">
                  <a16:creationId xmlns:a16="http://schemas.microsoft.com/office/drawing/2014/main" id="{007AA526-21E2-1449-A457-DC487F6259B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08" y="155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274" name="Line 31">
              <a:extLst>
                <a:ext uri="{FF2B5EF4-FFF2-40B4-BE49-F238E27FC236}">
                  <a16:creationId xmlns:a16="http://schemas.microsoft.com/office/drawing/2014/main" id="{A7D6DEE1-2254-2340-92B2-4425F8E4149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21" y="155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275" name="Rectangle 32">
              <a:extLst>
                <a:ext uri="{FF2B5EF4-FFF2-40B4-BE49-F238E27FC236}">
                  <a16:creationId xmlns:a16="http://schemas.microsoft.com/office/drawing/2014/main" id="{CD0F76A8-F2F6-A040-A641-8C6DD2B4D0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8" y="1552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359" name="Oval 33">
              <a:extLst>
                <a:ext uri="{FF2B5EF4-FFF2-40B4-BE49-F238E27FC236}">
                  <a16:creationId xmlns:a16="http://schemas.microsoft.com/office/drawing/2014/main" id="{021DFE64-FE6B-AF4B-A487-798FD40EE4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5" y="1493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405" name="Oval 34">
              <a:extLst>
                <a:ext uri="{FF2B5EF4-FFF2-40B4-BE49-F238E27FC236}">
                  <a16:creationId xmlns:a16="http://schemas.microsoft.com/office/drawing/2014/main" id="{D7221543-9DA7-9C4F-BF64-841725D580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1" y="1555"/>
              <a:ext cx="312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406" name="Line 35">
              <a:extLst>
                <a:ext uri="{FF2B5EF4-FFF2-40B4-BE49-F238E27FC236}">
                  <a16:creationId xmlns:a16="http://schemas.microsoft.com/office/drawing/2014/main" id="{3AA9DB23-022C-B843-ACB1-9CD5A8D4891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91" y="154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407" name="Line 36">
              <a:extLst>
                <a:ext uri="{FF2B5EF4-FFF2-40B4-BE49-F238E27FC236}">
                  <a16:creationId xmlns:a16="http://schemas.microsoft.com/office/drawing/2014/main" id="{AAE6AF87-B018-8A44-81E6-B8267ADC39E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03" y="154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408" name="Rectangle 37">
              <a:extLst>
                <a:ext uri="{FF2B5EF4-FFF2-40B4-BE49-F238E27FC236}">
                  <a16:creationId xmlns:a16="http://schemas.microsoft.com/office/drawing/2014/main" id="{E486C5EC-F3AE-514D-8BFC-C15DDC7BC4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1" y="1548"/>
              <a:ext cx="309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413" name="Oval 38">
              <a:extLst>
                <a:ext uri="{FF2B5EF4-FFF2-40B4-BE49-F238E27FC236}">
                  <a16:creationId xmlns:a16="http://schemas.microsoft.com/office/drawing/2014/main" id="{D570042E-655B-9244-B2DE-DD6B84D18E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4" y="1492"/>
              <a:ext cx="312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414" name="Oval 39">
              <a:extLst>
                <a:ext uri="{FF2B5EF4-FFF2-40B4-BE49-F238E27FC236}">
                  <a16:creationId xmlns:a16="http://schemas.microsoft.com/office/drawing/2014/main" id="{209FDC48-A133-7C43-A4F4-AEC33B2394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1" y="2246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415" name="Line 40">
              <a:extLst>
                <a:ext uri="{FF2B5EF4-FFF2-40B4-BE49-F238E27FC236}">
                  <a16:creationId xmlns:a16="http://schemas.microsoft.com/office/drawing/2014/main" id="{6C737D5E-249D-704B-8624-06BC6AF83FC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01" y="2239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416" name="Line 41">
              <a:extLst>
                <a:ext uri="{FF2B5EF4-FFF2-40B4-BE49-F238E27FC236}">
                  <a16:creationId xmlns:a16="http://schemas.microsoft.com/office/drawing/2014/main" id="{2BB65E91-5543-2A4A-83D1-AF4BD2A561B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14" y="2239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417" name="Rectangle 42">
              <a:extLst>
                <a:ext uri="{FF2B5EF4-FFF2-40B4-BE49-F238E27FC236}">
                  <a16:creationId xmlns:a16="http://schemas.microsoft.com/office/drawing/2014/main" id="{31754303-C1B0-564A-BC8B-D1994E2260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1" y="2239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418" name="Oval 43">
              <a:extLst>
                <a:ext uri="{FF2B5EF4-FFF2-40B4-BE49-F238E27FC236}">
                  <a16:creationId xmlns:a16="http://schemas.microsoft.com/office/drawing/2014/main" id="{5EBC6ED3-D791-D849-8DF4-6EEC31DF92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8" y="2180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419" name="Oval 44">
              <a:extLst>
                <a:ext uri="{FF2B5EF4-FFF2-40B4-BE49-F238E27FC236}">
                  <a16:creationId xmlns:a16="http://schemas.microsoft.com/office/drawing/2014/main" id="{69D4B18F-1B3D-AA47-B609-E5E0116A4B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6" y="1905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423" name="Line 45">
              <a:extLst>
                <a:ext uri="{FF2B5EF4-FFF2-40B4-BE49-F238E27FC236}">
                  <a16:creationId xmlns:a16="http://schemas.microsoft.com/office/drawing/2014/main" id="{6B623BCC-754E-AD43-A91B-5BE9046197D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66" y="189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425" name="Line 46">
              <a:extLst>
                <a:ext uri="{FF2B5EF4-FFF2-40B4-BE49-F238E27FC236}">
                  <a16:creationId xmlns:a16="http://schemas.microsoft.com/office/drawing/2014/main" id="{70C54C4E-9E9A-CB4F-9BAD-759F10AB73D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279" y="189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427" name="Rectangle 47">
              <a:extLst>
                <a:ext uri="{FF2B5EF4-FFF2-40B4-BE49-F238E27FC236}">
                  <a16:creationId xmlns:a16="http://schemas.microsoft.com/office/drawing/2014/main" id="{48B02502-224F-614A-AF74-CA45B87B4F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6" y="1898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432" name="Oval 48">
              <a:extLst>
                <a:ext uri="{FF2B5EF4-FFF2-40B4-BE49-F238E27FC236}">
                  <a16:creationId xmlns:a16="http://schemas.microsoft.com/office/drawing/2014/main" id="{1CBE76C4-29B1-DF47-8C80-E056EC01FE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3" y="1839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433" name="Freeform 49">
              <a:extLst>
                <a:ext uri="{FF2B5EF4-FFF2-40B4-BE49-F238E27FC236}">
                  <a16:creationId xmlns:a16="http://schemas.microsoft.com/office/drawing/2014/main" id="{F7C58F3A-0B59-CE40-8968-EFD5B03D593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7" y="1647"/>
              <a:ext cx="1" cy="522"/>
            </a:xfrm>
            <a:custGeom>
              <a:avLst/>
              <a:gdLst>
                <a:gd name="T0" fmla="*/ 0 w 1"/>
                <a:gd name="T1" fmla="*/ 0 h 522"/>
                <a:gd name="T2" fmla="*/ 0 w 1"/>
                <a:gd name="T3" fmla="*/ 522 h 522"/>
                <a:gd name="T4" fmla="*/ 0 60000 65536"/>
                <a:gd name="T5" fmla="*/ 0 60000 65536"/>
                <a:gd name="T6" fmla="*/ 0 w 1"/>
                <a:gd name="T7" fmla="*/ 0 h 522"/>
                <a:gd name="T8" fmla="*/ 1 w 1"/>
                <a:gd name="T9" fmla="*/ 522 h 52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522">
                  <a:moveTo>
                    <a:pt x="0" y="0"/>
                  </a:moveTo>
                  <a:lnTo>
                    <a:pt x="0" y="522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438" name="Freeform 50">
              <a:extLst>
                <a:ext uri="{FF2B5EF4-FFF2-40B4-BE49-F238E27FC236}">
                  <a16:creationId xmlns:a16="http://schemas.microsoft.com/office/drawing/2014/main" id="{5CA0B20D-583A-724F-8F77-3D2EE0DD01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4" y="1653"/>
              <a:ext cx="1" cy="537"/>
            </a:xfrm>
            <a:custGeom>
              <a:avLst/>
              <a:gdLst>
                <a:gd name="T0" fmla="*/ 0 w 1"/>
                <a:gd name="T1" fmla="*/ 0 h 537"/>
                <a:gd name="T2" fmla="*/ 0 w 1"/>
                <a:gd name="T3" fmla="*/ 537 h 537"/>
                <a:gd name="T4" fmla="*/ 0 60000 65536"/>
                <a:gd name="T5" fmla="*/ 0 60000 65536"/>
                <a:gd name="T6" fmla="*/ 0 w 1"/>
                <a:gd name="T7" fmla="*/ 0 h 537"/>
                <a:gd name="T8" fmla="*/ 1 w 1"/>
                <a:gd name="T9" fmla="*/ 537 h 53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537">
                  <a:moveTo>
                    <a:pt x="0" y="0"/>
                  </a:moveTo>
                  <a:lnTo>
                    <a:pt x="0" y="537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443" name="Freeform 51">
              <a:extLst>
                <a:ext uri="{FF2B5EF4-FFF2-40B4-BE49-F238E27FC236}">
                  <a16:creationId xmlns:a16="http://schemas.microsoft.com/office/drawing/2014/main" id="{F9705D5A-4067-4E46-97EF-A4A7592F806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9" y="1638"/>
              <a:ext cx="504" cy="600"/>
            </a:xfrm>
            <a:custGeom>
              <a:avLst/>
              <a:gdLst>
                <a:gd name="T0" fmla="*/ 0 w 378"/>
                <a:gd name="T1" fmla="*/ 11993521 h 174"/>
                <a:gd name="T2" fmla="*/ 5035 w 378"/>
                <a:gd name="T3" fmla="*/ 0 h 174"/>
                <a:gd name="T4" fmla="*/ 0 60000 65536"/>
                <a:gd name="T5" fmla="*/ 0 60000 65536"/>
                <a:gd name="T6" fmla="*/ 0 w 378"/>
                <a:gd name="T7" fmla="*/ 0 h 174"/>
                <a:gd name="T8" fmla="*/ 378 w 378"/>
                <a:gd name="T9" fmla="*/ 174 h 17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78" h="174">
                  <a:moveTo>
                    <a:pt x="0" y="174"/>
                  </a:moveTo>
                  <a:lnTo>
                    <a:pt x="378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444" name="Freeform 52">
              <a:extLst>
                <a:ext uri="{FF2B5EF4-FFF2-40B4-BE49-F238E27FC236}">
                  <a16:creationId xmlns:a16="http://schemas.microsoft.com/office/drawing/2014/main" id="{22C3BA86-2C31-C244-BCC8-F79B83E99BA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6" y="1986"/>
              <a:ext cx="366" cy="270"/>
            </a:xfrm>
            <a:custGeom>
              <a:avLst/>
              <a:gdLst>
                <a:gd name="T0" fmla="*/ 0 w 366"/>
                <a:gd name="T1" fmla="*/ 270 h 270"/>
                <a:gd name="T2" fmla="*/ 366 w 366"/>
                <a:gd name="T3" fmla="*/ 0 h 270"/>
                <a:gd name="T4" fmla="*/ 0 60000 65536"/>
                <a:gd name="T5" fmla="*/ 0 60000 65536"/>
                <a:gd name="T6" fmla="*/ 0 w 366"/>
                <a:gd name="T7" fmla="*/ 0 h 270"/>
                <a:gd name="T8" fmla="*/ 366 w 366"/>
                <a:gd name="T9" fmla="*/ 270 h 270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270">
                  <a:moveTo>
                    <a:pt x="0" y="270"/>
                  </a:moveTo>
                  <a:lnTo>
                    <a:pt x="366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445" name="Freeform 53">
              <a:extLst>
                <a:ext uri="{FF2B5EF4-FFF2-40B4-BE49-F238E27FC236}">
                  <a16:creationId xmlns:a16="http://schemas.microsoft.com/office/drawing/2014/main" id="{36BA8254-18D7-D841-8B10-CF1677FF4B4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5" y="2268"/>
              <a:ext cx="366" cy="1"/>
            </a:xfrm>
            <a:custGeom>
              <a:avLst/>
              <a:gdLst>
                <a:gd name="T0" fmla="*/ 366 w 366"/>
                <a:gd name="T1" fmla="*/ 0 h 1"/>
                <a:gd name="T2" fmla="*/ 0 w 366"/>
                <a:gd name="T3" fmla="*/ 0 h 1"/>
                <a:gd name="T4" fmla="*/ 0 60000 65536"/>
                <a:gd name="T5" fmla="*/ 0 60000 65536"/>
                <a:gd name="T6" fmla="*/ 0 w 366"/>
                <a:gd name="T7" fmla="*/ 0 h 1"/>
                <a:gd name="T8" fmla="*/ 366 w 366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1">
                  <a:moveTo>
                    <a:pt x="366" y="0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446" name="Freeform 54">
              <a:extLst>
                <a:ext uri="{FF2B5EF4-FFF2-40B4-BE49-F238E27FC236}">
                  <a16:creationId xmlns:a16="http://schemas.microsoft.com/office/drawing/2014/main" id="{FDD9D6F7-B6B7-8C4F-B4CD-8A42B44DA8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4" y="1944"/>
              <a:ext cx="276" cy="264"/>
            </a:xfrm>
            <a:custGeom>
              <a:avLst/>
              <a:gdLst>
                <a:gd name="T0" fmla="*/ 276 w 276"/>
                <a:gd name="T1" fmla="*/ 264 h 264"/>
                <a:gd name="T2" fmla="*/ 0 w 276"/>
                <a:gd name="T3" fmla="*/ 0 h 264"/>
                <a:gd name="T4" fmla="*/ 0 60000 65536"/>
                <a:gd name="T5" fmla="*/ 0 60000 65536"/>
                <a:gd name="T6" fmla="*/ 0 w 276"/>
                <a:gd name="T7" fmla="*/ 0 h 264"/>
                <a:gd name="T8" fmla="*/ 276 w 276"/>
                <a:gd name="T9" fmla="*/ 264 h 26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76" h="264">
                  <a:moveTo>
                    <a:pt x="276" y="264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447" name="Freeform 55">
              <a:extLst>
                <a:ext uri="{FF2B5EF4-FFF2-40B4-BE49-F238E27FC236}">
                  <a16:creationId xmlns:a16="http://schemas.microsoft.com/office/drawing/2014/main" id="{0EEE8685-1A2C-124B-AEBC-CE60F95275A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9" y="1578"/>
              <a:ext cx="366" cy="1"/>
            </a:xfrm>
            <a:custGeom>
              <a:avLst/>
              <a:gdLst>
                <a:gd name="T0" fmla="*/ 366 w 366"/>
                <a:gd name="T1" fmla="*/ 0 h 1"/>
                <a:gd name="T2" fmla="*/ 0 w 366"/>
                <a:gd name="T3" fmla="*/ 0 h 1"/>
                <a:gd name="T4" fmla="*/ 0 60000 65536"/>
                <a:gd name="T5" fmla="*/ 0 60000 65536"/>
                <a:gd name="T6" fmla="*/ 0 w 366"/>
                <a:gd name="T7" fmla="*/ 0 h 1"/>
                <a:gd name="T8" fmla="*/ 366 w 366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1">
                  <a:moveTo>
                    <a:pt x="366" y="0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448" name="Freeform 56">
              <a:extLst>
                <a:ext uri="{FF2B5EF4-FFF2-40B4-BE49-F238E27FC236}">
                  <a16:creationId xmlns:a16="http://schemas.microsoft.com/office/drawing/2014/main" id="{CDFCCD1A-99F5-3248-A9D4-80A4A3508E8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4" y="1575"/>
              <a:ext cx="396" cy="267"/>
            </a:xfrm>
            <a:custGeom>
              <a:avLst/>
              <a:gdLst>
                <a:gd name="T0" fmla="*/ 396 w 396"/>
                <a:gd name="T1" fmla="*/ 267 h 267"/>
                <a:gd name="T2" fmla="*/ 0 w 396"/>
                <a:gd name="T3" fmla="*/ 0 h 267"/>
                <a:gd name="T4" fmla="*/ 0 60000 65536"/>
                <a:gd name="T5" fmla="*/ 0 60000 65536"/>
                <a:gd name="T6" fmla="*/ 0 w 396"/>
                <a:gd name="T7" fmla="*/ 0 h 267"/>
                <a:gd name="T8" fmla="*/ 396 w 396"/>
                <a:gd name="T9" fmla="*/ 267 h 26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96" h="267">
                  <a:moveTo>
                    <a:pt x="396" y="267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449" name="Freeform 57">
              <a:extLst>
                <a:ext uri="{FF2B5EF4-FFF2-40B4-BE49-F238E27FC236}">
                  <a16:creationId xmlns:a16="http://schemas.microsoft.com/office/drawing/2014/main" id="{8158BEB1-D7DD-304F-93D8-B63A3B9F79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7" y="1146"/>
              <a:ext cx="1110" cy="645"/>
            </a:xfrm>
            <a:custGeom>
              <a:avLst/>
              <a:gdLst>
                <a:gd name="T0" fmla="*/ 1110 w 1110"/>
                <a:gd name="T1" fmla="*/ 342 h 645"/>
                <a:gd name="T2" fmla="*/ 0 w 1110"/>
                <a:gd name="T3" fmla="*/ 645 h 645"/>
                <a:gd name="T4" fmla="*/ 0 60000 65536"/>
                <a:gd name="T5" fmla="*/ 0 60000 65536"/>
                <a:gd name="T6" fmla="*/ 0 w 1110"/>
                <a:gd name="T7" fmla="*/ 0 h 645"/>
                <a:gd name="T8" fmla="*/ 1110 w 1110"/>
                <a:gd name="T9" fmla="*/ 645 h 645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110" h="645">
                  <a:moveTo>
                    <a:pt x="1110" y="342"/>
                  </a:moveTo>
                  <a:cubicBezTo>
                    <a:pt x="1104" y="0"/>
                    <a:pt x="21" y="63"/>
                    <a:pt x="0" y="645"/>
                  </a:cubicBez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grpSp>
          <p:nvGrpSpPr>
            <p:cNvPr id="450" name="Group 58">
              <a:extLst>
                <a:ext uri="{FF2B5EF4-FFF2-40B4-BE49-F238E27FC236}">
                  <a16:creationId xmlns:a16="http://schemas.microsoft.com/office/drawing/2014/main" id="{5708D0AB-39B8-5F4D-964A-583102F20F6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287" y="1744"/>
              <a:ext cx="205" cy="250"/>
              <a:chOff x="2954" y="2425"/>
              <a:chExt cx="208" cy="250"/>
            </a:xfrm>
          </p:grpSpPr>
          <p:sp>
            <p:nvSpPr>
              <p:cNvPr id="476" name="Rectangle 59">
                <a:extLst>
                  <a:ext uri="{FF2B5EF4-FFF2-40B4-BE49-F238E27FC236}">
                    <a16:creationId xmlns:a16="http://schemas.microsoft.com/office/drawing/2014/main" id="{698B8676-76A7-4C47-8D65-7AD44E1F84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477" name="Text Box 60">
                <a:extLst>
                  <a:ext uri="{FF2B5EF4-FFF2-40B4-BE49-F238E27FC236}">
                    <a16:creationId xmlns:a16="http://schemas.microsoft.com/office/drawing/2014/main" id="{5163CA4B-303D-0E4C-B36C-0EB9193499C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4" y="2425"/>
                <a:ext cx="208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u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451" name="Group 61">
              <a:extLst>
                <a:ext uri="{FF2B5EF4-FFF2-40B4-BE49-F238E27FC236}">
                  <a16:creationId xmlns:a16="http://schemas.microsoft.com/office/drawing/2014/main" id="{22504589-6EDA-CD46-9F6D-B4E53859C7B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461" y="2128"/>
              <a:ext cx="196" cy="250"/>
              <a:chOff x="2958" y="2425"/>
              <a:chExt cx="199" cy="250"/>
            </a:xfrm>
          </p:grpSpPr>
          <p:sp>
            <p:nvSpPr>
              <p:cNvPr id="474" name="Rectangle 62">
                <a:extLst>
                  <a:ext uri="{FF2B5EF4-FFF2-40B4-BE49-F238E27FC236}">
                    <a16:creationId xmlns:a16="http://schemas.microsoft.com/office/drawing/2014/main" id="{B5EB60BB-0E5E-C14B-B24B-878829D35E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475" name="Text Box 63">
                <a:extLst>
                  <a:ext uri="{FF2B5EF4-FFF2-40B4-BE49-F238E27FC236}">
                    <a16:creationId xmlns:a16="http://schemas.microsoft.com/office/drawing/2014/main" id="{AC01CA65-68FA-E340-BE13-4C47DBA310D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8" y="2425"/>
                <a:ext cx="199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y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452" name="Group 64">
              <a:extLst>
                <a:ext uri="{FF2B5EF4-FFF2-40B4-BE49-F238E27FC236}">
                  <a16:creationId xmlns:a16="http://schemas.microsoft.com/office/drawing/2014/main" id="{7E66326C-FC5C-CB48-9635-4D30ECB15D8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72" y="2095"/>
              <a:ext cx="212" cy="288"/>
              <a:chOff x="2951" y="2395"/>
              <a:chExt cx="213" cy="288"/>
            </a:xfrm>
          </p:grpSpPr>
          <p:sp>
            <p:nvSpPr>
              <p:cNvPr id="472" name="Rectangle 65">
                <a:extLst>
                  <a:ext uri="{FF2B5EF4-FFF2-40B4-BE49-F238E27FC236}">
                    <a16:creationId xmlns:a16="http://schemas.microsoft.com/office/drawing/2014/main" id="{6BF35853-D616-6B43-8985-14AABE1F75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473" name="Text Box 66">
                <a:extLst>
                  <a:ext uri="{FF2B5EF4-FFF2-40B4-BE49-F238E27FC236}">
                    <a16:creationId xmlns:a16="http://schemas.microsoft.com/office/drawing/2014/main" id="{3282D7A0-A2E9-7F4B-A22E-01546569C59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1" y="2395"/>
                <a:ext cx="213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x</a:t>
                </a:r>
              </a:p>
            </p:txBody>
          </p:sp>
        </p:grpSp>
        <p:grpSp>
          <p:nvGrpSpPr>
            <p:cNvPr id="453" name="Group 67">
              <a:extLst>
                <a:ext uri="{FF2B5EF4-FFF2-40B4-BE49-F238E27FC236}">
                  <a16:creationId xmlns:a16="http://schemas.microsoft.com/office/drawing/2014/main" id="{3104BBAE-4F76-E649-85DB-F84D22362B8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437" y="1438"/>
              <a:ext cx="233" cy="252"/>
              <a:chOff x="2940" y="2425"/>
              <a:chExt cx="236" cy="252"/>
            </a:xfrm>
          </p:grpSpPr>
          <p:sp>
            <p:nvSpPr>
              <p:cNvPr id="470" name="Rectangle 68">
                <a:extLst>
                  <a:ext uri="{FF2B5EF4-FFF2-40B4-BE49-F238E27FC236}">
                    <a16:creationId xmlns:a16="http://schemas.microsoft.com/office/drawing/2014/main" id="{0CEE42FC-526E-AB47-8798-637A648485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6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471" name="Text Box 69">
                <a:extLst>
                  <a:ext uri="{FF2B5EF4-FFF2-40B4-BE49-F238E27FC236}">
                    <a16:creationId xmlns:a16="http://schemas.microsoft.com/office/drawing/2014/main" id="{BD20AA39-4C83-B348-A22B-DC09D5E6798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40" y="2425"/>
                <a:ext cx="236" cy="25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w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454" name="Group 70">
              <a:extLst>
                <a:ext uri="{FF2B5EF4-FFF2-40B4-BE49-F238E27FC236}">
                  <a16:creationId xmlns:a16="http://schemas.microsoft.com/office/drawing/2014/main" id="{76A8AB1F-2271-4C40-97FF-558125D0E3D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71" y="1438"/>
              <a:ext cx="196" cy="250"/>
              <a:chOff x="2958" y="2425"/>
              <a:chExt cx="199" cy="250"/>
            </a:xfrm>
          </p:grpSpPr>
          <p:sp>
            <p:nvSpPr>
              <p:cNvPr id="468" name="Rectangle 71">
                <a:extLst>
                  <a:ext uri="{FF2B5EF4-FFF2-40B4-BE49-F238E27FC236}">
                    <a16:creationId xmlns:a16="http://schemas.microsoft.com/office/drawing/2014/main" id="{8A1243C8-B070-1144-AFC1-660A0D4763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469" name="Text Box 72">
                <a:extLst>
                  <a:ext uri="{FF2B5EF4-FFF2-40B4-BE49-F238E27FC236}">
                    <a16:creationId xmlns:a16="http://schemas.microsoft.com/office/drawing/2014/main" id="{0A633A5D-CB9F-9D4A-9828-FA8DAB76D82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8" y="2425"/>
                <a:ext cx="199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v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455" name="Group 73">
              <a:extLst>
                <a:ext uri="{FF2B5EF4-FFF2-40B4-BE49-F238E27FC236}">
                  <a16:creationId xmlns:a16="http://schemas.microsoft.com/office/drawing/2014/main" id="{1F39B98B-5A5F-9A45-8998-1BA51D5362D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025" y="1756"/>
              <a:ext cx="212" cy="288"/>
              <a:chOff x="2949" y="2395"/>
              <a:chExt cx="214" cy="288"/>
            </a:xfrm>
          </p:grpSpPr>
          <p:sp>
            <p:nvSpPr>
              <p:cNvPr id="466" name="Rectangle 74">
                <a:extLst>
                  <a:ext uri="{FF2B5EF4-FFF2-40B4-BE49-F238E27FC236}">
                    <a16:creationId xmlns:a16="http://schemas.microsoft.com/office/drawing/2014/main" id="{6D133BDC-CBD5-E04A-956A-CB070C46E6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467" name="Text Box 75">
                <a:extLst>
                  <a:ext uri="{FF2B5EF4-FFF2-40B4-BE49-F238E27FC236}">
                    <a16:creationId xmlns:a16="http://schemas.microsoft.com/office/drawing/2014/main" id="{E22274D1-6BF0-6F4F-AA7F-923617C4447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49" y="2395"/>
                <a:ext cx="214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z</a:t>
                </a:r>
              </a:p>
            </p:txBody>
          </p:sp>
        </p:grpSp>
        <p:sp>
          <p:nvSpPr>
            <p:cNvPr id="456" name="Text Box 76">
              <a:extLst>
                <a:ext uri="{FF2B5EF4-FFF2-40B4-BE49-F238E27FC236}">
                  <a16:creationId xmlns:a16="http://schemas.microsoft.com/office/drawing/2014/main" id="{E87F994C-88BC-7843-84FF-C20876A28AD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93" y="1568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57" name="Text Box 77">
              <a:extLst>
                <a:ext uri="{FF2B5EF4-FFF2-40B4-BE49-F238E27FC236}">
                  <a16:creationId xmlns:a16="http://schemas.microsoft.com/office/drawing/2014/main" id="{D6E661FA-C756-184B-8F8C-454F6D2F20C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41" y="1787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58" name="Text Box 78">
              <a:extLst>
                <a:ext uri="{FF2B5EF4-FFF2-40B4-BE49-F238E27FC236}">
                  <a16:creationId xmlns:a16="http://schemas.microsoft.com/office/drawing/2014/main" id="{7AAD1753-0153-BE49-9A5A-86A6144677D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06" y="2000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59" name="Text Box 79">
              <a:extLst>
                <a:ext uri="{FF2B5EF4-FFF2-40B4-BE49-F238E27FC236}">
                  <a16:creationId xmlns:a16="http://schemas.microsoft.com/office/drawing/2014/main" id="{CE9F4FB6-1319-824C-8EE6-E829F9B8139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25" y="1880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60" name="Text Box 80">
              <a:extLst>
                <a:ext uri="{FF2B5EF4-FFF2-40B4-BE49-F238E27FC236}">
                  <a16:creationId xmlns:a16="http://schemas.microsoft.com/office/drawing/2014/main" id="{C479D34B-E495-6941-B1B8-7C27A07FA48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62" y="2234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61" name="Text Box 81">
              <a:extLst>
                <a:ext uri="{FF2B5EF4-FFF2-40B4-BE49-F238E27FC236}">
                  <a16:creationId xmlns:a16="http://schemas.microsoft.com/office/drawing/2014/main" id="{651E935E-97A1-694E-90ED-DA0D52808F6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22" y="1805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62" name="Text Box 82">
              <a:extLst>
                <a:ext uri="{FF2B5EF4-FFF2-40B4-BE49-F238E27FC236}">
                  <a16:creationId xmlns:a16="http://schemas.microsoft.com/office/drawing/2014/main" id="{BCE34168-89E8-CA4E-B734-D7785C5D44A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82" y="2069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63" name="Text Box 83">
              <a:extLst>
                <a:ext uri="{FF2B5EF4-FFF2-40B4-BE49-F238E27FC236}">
                  <a16:creationId xmlns:a16="http://schemas.microsoft.com/office/drawing/2014/main" id="{E61D1248-702D-AA4E-A62B-3B6DB887430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55" y="1532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64" name="Text Box 84">
              <a:extLst>
                <a:ext uri="{FF2B5EF4-FFF2-40B4-BE49-F238E27FC236}">
                  <a16:creationId xmlns:a16="http://schemas.microsoft.com/office/drawing/2014/main" id="{8E7448E7-B23E-9A4A-947C-66285C7E102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20" y="1382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65" name="Text Box 85">
              <a:extLst>
                <a:ext uri="{FF2B5EF4-FFF2-40B4-BE49-F238E27FC236}">
                  <a16:creationId xmlns:a16="http://schemas.microsoft.com/office/drawing/2014/main" id="{EFA31E11-E078-ED44-8DB8-4912DC48066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69" y="1115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495" name="Text Box 6">
            <a:extLst>
              <a:ext uri="{FF2B5EF4-FFF2-40B4-BE49-F238E27FC236}">
                <a16:creationId xmlns:a16="http://schemas.microsoft.com/office/drawing/2014/main" id="{A24F37E4-4175-D247-9C29-BC40A27B53F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69951" y="1633417"/>
            <a:ext cx="1295547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D(w),p(w)</a:t>
            </a:r>
          </a:p>
        </p:txBody>
      </p:sp>
      <p:sp>
        <p:nvSpPr>
          <p:cNvPr id="498" name="Text Box 6">
            <a:extLst>
              <a:ext uri="{FF2B5EF4-FFF2-40B4-BE49-F238E27FC236}">
                <a16:creationId xmlns:a16="http://schemas.microsoft.com/office/drawing/2014/main" id="{64BB3F8B-CE19-1C41-B2C9-B564AF1B5BB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837414" y="2958717"/>
            <a:ext cx="1284288" cy="1616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D(w),p(w)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5,u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4,x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3,y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3,y</a:t>
            </a:r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83A2ED86-B66C-0F49-818B-087416791E66}"/>
              </a:ext>
            </a:extLst>
          </p:cNvPr>
          <p:cNvGrpSpPr/>
          <p:nvPr/>
        </p:nvGrpSpPr>
        <p:grpSpPr>
          <a:xfrm>
            <a:off x="4263633" y="1951300"/>
            <a:ext cx="5679281" cy="401555"/>
            <a:chOff x="4263633" y="1951300"/>
            <a:chExt cx="5679281" cy="401555"/>
          </a:xfrm>
        </p:grpSpPr>
        <p:sp>
          <p:nvSpPr>
            <p:cNvPr id="249" name="Text Box 6">
              <a:extLst>
                <a:ext uri="{FF2B5EF4-FFF2-40B4-BE49-F238E27FC236}">
                  <a16:creationId xmlns:a16="http://schemas.microsoft.com/office/drawing/2014/main" id="{CD4FA9CE-7149-A440-83C1-21E98C3A6B6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70608" y="1951300"/>
              <a:ext cx="54053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5,u</a:t>
              </a:r>
            </a:p>
          </p:txBody>
        </p:sp>
        <p:sp>
          <p:nvSpPr>
            <p:cNvPr id="483" name="Text Box 9">
              <a:extLst>
                <a:ext uri="{FF2B5EF4-FFF2-40B4-BE49-F238E27FC236}">
                  <a16:creationId xmlns:a16="http://schemas.microsoft.com/office/drawing/2014/main" id="{451C47E2-E094-7147-A23C-5212BC8FB56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564285" y="1975894"/>
              <a:ext cx="378629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charset="0"/>
                  <a:ea typeface="ＭＳ Ｐゴシック" charset="0"/>
                </a:rPr>
                <a:t>∞</a:t>
              </a: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93" name="Text Box 9">
              <a:extLst>
                <a:ext uri="{FF2B5EF4-FFF2-40B4-BE49-F238E27FC236}">
                  <a16:creationId xmlns:a16="http://schemas.microsoft.com/office/drawing/2014/main" id="{77161A6C-F59E-E646-A81F-7F211BDD004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68885" y="1974450"/>
              <a:ext cx="378629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charset="0"/>
                  <a:ea typeface="ＭＳ Ｐゴシック" charset="0"/>
                </a:rPr>
                <a:t>∞</a:t>
              </a: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94" name="Text Box 7">
              <a:extLst>
                <a:ext uri="{FF2B5EF4-FFF2-40B4-BE49-F238E27FC236}">
                  <a16:creationId xmlns:a16="http://schemas.microsoft.com/office/drawing/2014/main" id="{052BF5DE-999E-0047-B15A-B0A0D539AFA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866008" y="1951300"/>
              <a:ext cx="54053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1,u</a:t>
              </a:r>
            </a:p>
          </p:txBody>
        </p:sp>
        <p:sp>
          <p:nvSpPr>
            <p:cNvPr id="500" name="Text Box 5">
              <a:extLst>
                <a:ext uri="{FF2B5EF4-FFF2-40B4-BE49-F238E27FC236}">
                  <a16:creationId xmlns:a16="http://schemas.microsoft.com/office/drawing/2014/main" id="{39318546-EB10-7141-A532-7477C3F9247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63633" y="1952745"/>
              <a:ext cx="54053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2,u</a:t>
              </a:r>
            </a:p>
          </p:txBody>
        </p:sp>
      </p:grpSp>
      <p:sp>
        <p:nvSpPr>
          <p:cNvPr id="508" name="Text Box 4">
            <a:extLst>
              <a:ext uri="{FF2B5EF4-FFF2-40B4-BE49-F238E27FC236}">
                <a16:creationId xmlns:a16="http://schemas.microsoft.com/office/drawing/2014/main" id="{46A6DAE9-5634-E343-888C-DBD504BE17B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82181" y="1941646"/>
            <a:ext cx="32733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</a:t>
            </a:r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155C6A08-435F-074A-8CB5-94B5718AAF55}"/>
              </a:ext>
            </a:extLst>
          </p:cNvPr>
          <p:cNvCxnSpPr/>
          <p:nvPr/>
        </p:nvCxnSpPr>
        <p:spPr>
          <a:xfrm>
            <a:off x="1706097" y="2303362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09" name="Straight Connector 508">
            <a:extLst>
              <a:ext uri="{FF2B5EF4-FFF2-40B4-BE49-F238E27FC236}">
                <a16:creationId xmlns:a16="http://schemas.microsoft.com/office/drawing/2014/main" id="{A3B06771-707C-C549-B117-3063EC3738D7}"/>
              </a:ext>
            </a:extLst>
          </p:cNvPr>
          <p:cNvCxnSpPr/>
          <p:nvPr/>
        </p:nvCxnSpPr>
        <p:spPr>
          <a:xfrm>
            <a:off x="1714983" y="2606233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0" name="Straight Connector 509">
            <a:extLst>
              <a:ext uri="{FF2B5EF4-FFF2-40B4-BE49-F238E27FC236}">
                <a16:creationId xmlns:a16="http://schemas.microsoft.com/office/drawing/2014/main" id="{1D62FDB7-4F58-C84F-A936-529AACBF81D5}"/>
              </a:ext>
            </a:extLst>
          </p:cNvPr>
          <p:cNvCxnSpPr/>
          <p:nvPr/>
        </p:nvCxnSpPr>
        <p:spPr>
          <a:xfrm>
            <a:off x="1719251" y="2913722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1" name="Straight Connector 510">
            <a:extLst>
              <a:ext uri="{FF2B5EF4-FFF2-40B4-BE49-F238E27FC236}">
                <a16:creationId xmlns:a16="http://schemas.microsoft.com/office/drawing/2014/main" id="{F671747E-F7E7-174E-B66B-4158AC0C73AC}"/>
              </a:ext>
            </a:extLst>
          </p:cNvPr>
          <p:cNvCxnSpPr/>
          <p:nvPr/>
        </p:nvCxnSpPr>
        <p:spPr>
          <a:xfrm>
            <a:off x="1718901" y="3225829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4" name="Straight Connector 513">
            <a:extLst>
              <a:ext uri="{FF2B5EF4-FFF2-40B4-BE49-F238E27FC236}">
                <a16:creationId xmlns:a16="http://schemas.microsoft.com/office/drawing/2014/main" id="{A48E9275-8476-9244-A5FE-18548D30A1B6}"/>
              </a:ext>
            </a:extLst>
          </p:cNvPr>
          <p:cNvCxnSpPr/>
          <p:nvPr/>
        </p:nvCxnSpPr>
        <p:spPr>
          <a:xfrm>
            <a:off x="1727787" y="3565644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" name="TextBox 3">
            <a:extLst>
              <a:ext uri="{FF2B5EF4-FFF2-40B4-BE49-F238E27FC236}">
                <a16:creationId xmlns:a16="http://schemas.microsoft.com/office/drawing/2014/main" id="{D587C637-11FC-0A49-8C82-7AF7D38C6CD6}"/>
              </a:ext>
            </a:extLst>
          </p:cNvPr>
          <p:cNvSpPr txBox="1"/>
          <p:nvPr/>
        </p:nvSpPr>
        <p:spPr>
          <a:xfrm>
            <a:off x="4322868" y="1212035"/>
            <a:ext cx="346570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v</a:t>
            </a:r>
          </a:p>
        </p:txBody>
      </p:sp>
      <p:sp>
        <p:nvSpPr>
          <p:cNvPr id="521" name="TextBox 520">
            <a:extLst>
              <a:ext uri="{FF2B5EF4-FFF2-40B4-BE49-F238E27FC236}">
                <a16:creationId xmlns:a16="http://schemas.microsoft.com/office/drawing/2014/main" id="{4C80ECA4-7464-CB40-8CC6-A7EDC7E7964C}"/>
              </a:ext>
            </a:extLst>
          </p:cNvPr>
          <p:cNvSpPr txBox="1"/>
          <p:nvPr/>
        </p:nvSpPr>
        <p:spPr>
          <a:xfrm>
            <a:off x="5598013" y="1206430"/>
            <a:ext cx="441146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w</a:t>
            </a:r>
          </a:p>
        </p:txBody>
      </p:sp>
      <p:sp>
        <p:nvSpPr>
          <p:cNvPr id="522" name="TextBox 521">
            <a:extLst>
              <a:ext uri="{FF2B5EF4-FFF2-40B4-BE49-F238E27FC236}">
                <a16:creationId xmlns:a16="http://schemas.microsoft.com/office/drawing/2014/main" id="{1052726D-C214-914F-AE65-3CE2B48F9FD7}"/>
              </a:ext>
            </a:extLst>
          </p:cNvPr>
          <p:cNvSpPr txBox="1"/>
          <p:nvPr/>
        </p:nvSpPr>
        <p:spPr>
          <a:xfrm>
            <a:off x="6907883" y="1200825"/>
            <a:ext cx="340158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x</a:t>
            </a:r>
          </a:p>
        </p:txBody>
      </p:sp>
      <p:sp>
        <p:nvSpPr>
          <p:cNvPr id="523" name="TextBox 522">
            <a:extLst>
              <a:ext uri="{FF2B5EF4-FFF2-40B4-BE49-F238E27FC236}">
                <a16:creationId xmlns:a16="http://schemas.microsoft.com/office/drawing/2014/main" id="{5B04DCE1-2FE2-A84B-8E64-4C946D2739CC}"/>
              </a:ext>
            </a:extLst>
          </p:cNvPr>
          <p:cNvSpPr txBox="1"/>
          <p:nvPr/>
        </p:nvSpPr>
        <p:spPr>
          <a:xfrm>
            <a:off x="8240903" y="1206795"/>
            <a:ext cx="346570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y</a:t>
            </a:r>
          </a:p>
        </p:txBody>
      </p:sp>
      <p:sp>
        <p:nvSpPr>
          <p:cNvPr id="524" name="TextBox 523">
            <a:extLst>
              <a:ext uri="{FF2B5EF4-FFF2-40B4-BE49-F238E27FC236}">
                <a16:creationId xmlns:a16="http://schemas.microsoft.com/office/drawing/2014/main" id="{9A4E2888-3BE6-BB46-8B3E-D324D269A9FF}"/>
              </a:ext>
            </a:extLst>
          </p:cNvPr>
          <p:cNvSpPr txBox="1"/>
          <p:nvPr/>
        </p:nvSpPr>
        <p:spPr>
          <a:xfrm>
            <a:off x="9504473" y="1224340"/>
            <a:ext cx="325730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z</a:t>
            </a:r>
          </a:p>
        </p:txBody>
      </p:sp>
      <p:sp>
        <p:nvSpPr>
          <p:cNvPr id="53" name="Rectangle 52">
            <a:extLst>
              <a:ext uri="{FF2B5EF4-FFF2-40B4-BE49-F238E27FC236}">
                <a16:creationId xmlns:a16="http://schemas.microsoft.com/office/drawing/2014/main" id="{AE2B11F0-0B2B-E548-A572-A488F5822281}"/>
              </a:ext>
            </a:extLst>
          </p:cNvPr>
          <p:cNvSpPr/>
          <p:nvPr/>
        </p:nvSpPr>
        <p:spPr>
          <a:xfrm>
            <a:off x="4413452" y="4056991"/>
            <a:ext cx="6165083" cy="75713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13A3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Initialization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(step 0): 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     For all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a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: if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a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adjacent to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u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then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D(a) = c</a:t>
            </a:r>
            <a:r>
              <a:rPr kumimoji="0" lang="en-US" sz="2400" b="0" i="1" u="none" strike="noStrike" kern="1200" cap="none" spc="0" normalizeH="0" baseline="-2500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u,a </a:t>
            </a:r>
            <a:endParaRPr kumimoji="0" lang="en-US" sz="2400" b="0" i="0" u="none" strike="noStrike" kern="1200" cap="none" spc="0" normalizeH="0" baseline="-2500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9458595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5B27BFF1-5DCE-D642-8EFE-FACB1C97EEE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199" y="354060"/>
            <a:ext cx="11179629" cy="894622"/>
          </a:xfrm>
        </p:spPr>
        <p:txBody>
          <a:bodyPr/>
          <a:lstStyle/>
          <a:p>
            <a:r>
              <a:rPr lang="en-US" b="0" dirty="0">
                <a:latin typeface="+mn-lt"/>
              </a:rPr>
              <a:t>Dijkstra’s algorithm: an example</a:t>
            </a:r>
          </a:p>
        </p:txBody>
      </p:sp>
      <p:sp>
        <p:nvSpPr>
          <p:cNvPr id="246" name="Text Box 3">
            <a:extLst>
              <a:ext uri="{FF2B5EF4-FFF2-40B4-BE49-F238E27FC236}">
                <a16:creationId xmlns:a16="http://schemas.microsoft.com/office/drawing/2014/main" id="{B903AE0C-4346-CF44-9481-037FB37A398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97181" y="1647825"/>
            <a:ext cx="706437" cy="2225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Step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0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1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2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3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4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5</a:t>
            </a:r>
          </a:p>
        </p:txBody>
      </p:sp>
      <p:sp>
        <p:nvSpPr>
          <p:cNvPr id="247" name="Text Box 4">
            <a:extLst>
              <a:ext uri="{FF2B5EF4-FFF2-40B4-BE49-F238E27FC236}">
                <a16:creationId xmlns:a16="http://schemas.microsoft.com/office/drawing/2014/main" id="{940B6AB4-2B9C-424D-9073-90B490CA145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07285" y="1657350"/>
            <a:ext cx="420308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N</a:t>
            </a: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rPr>
              <a:t>'</a:t>
            </a:r>
          </a:p>
        </p:txBody>
      </p:sp>
      <p:sp>
        <p:nvSpPr>
          <p:cNvPr id="248" name="Text Box 5">
            <a:extLst>
              <a:ext uri="{FF2B5EF4-FFF2-40B4-BE49-F238E27FC236}">
                <a16:creationId xmlns:a16="http://schemas.microsoft.com/office/drawing/2014/main" id="{BFC5A1B4-9A1A-8748-B5FA-043233C160A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32260" y="1626727"/>
            <a:ext cx="1180130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D(v),p(v)</a:t>
            </a:r>
          </a:p>
        </p:txBody>
      </p:sp>
      <p:sp>
        <p:nvSpPr>
          <p:cNvPr id="250" name="Text Box 7">
            <a:extLst>
              <a:ext uri="{FF2B5EF4-FFF2-40B4-BE49-F238E27FC236}">
                <a16:creationId xmlns:a16="http://schemas.microsoft.com/office/drawing/2014/main" id="{134AE2AD-F4F6-A646-BCC7-1F2E0A23EDC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34634" y="1626726"/>
            <a:ext cx="1180131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D(x),p(x)</a:t>
            </a:r>
          </a:p>
        </p:txBody>
      </p:sp>
      <p:sp>
        <p:nvSpPr>
          <p:cNvPr id="251" name="Text Box 8">
            <a:extLst>
              <a:ext uri="{FF2B5EF4-FFF2-40B4-BE49-F238E27FC236}">
                <a16:creationId xmlns:a16="http://schemas.microsoft.com/office/drawing/2014/main" id="{A27983AD-A090-0449-BF43-DC6600055B4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56559" y="1638300"/>
            <a:ext cx="1180131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D(y),p(y)</a:t>
            </a:r>
          </a:p>
        </p:txBody>
      </p:sp>
      <p:sp>
        <p:nvSpPr>
          <p:cNvPr id="252" name="Text Box 9">
            <a:extLst>
              <a:ext uri="{FF2B5EF4-FFF2-40B4-BE49-F238E27FC236}">
                <a16:creationId xmlns:a16="http://schemas.microsoft.com/office/drawing/2014/main" id="{297C2219-5295-1C4F-BC52-FD72360100D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63535" y="1638300"/>
            <a:ext cx="1180130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D(z),p(z)</a:t>
            </a:r>
          </a:p>
        </p:txBody>
      </p:sp>
      <p:sp>
        <p:nvSpPr>
          <p:cNvPr id="253" name="Line 10">
            <a:extLst>
              <a:ext uri="{FF2B5EF4-FFF2-40B4-BE49-F238E27FC236}">
                <a16:creationId xmlns:a16="http://schemas.microsoft.com/office/drawing/2014/main" id="{D9A0E014-3E4B-AA48-86C7-6D4E4AE592F4}"/>
              </a:ext>
            </a:extLst>
          </p:cNvPr>
          <p:cNvSpPr>
            <a:spLocks noChangeShapeType="1"/>
          </p:cNvSpPr>
          <p:nvPr/>
        </p:nvSpPr>
        <p:spPr bwMode="auto">
          <a:xfrm>
            <a:off x="1519418" y="1998662"/>
            <a:ext cx="8505825" cy="9525"/>
          </a:xfrm>
          <a:prstGeom prst="line">
            <a:avLst/>
          </a:prstGeom>
          <a:noFill/>
          <a:ln w="28575">
            <a:solidFill>
              <a:srgbClr val="3333CC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495" name="Text Box 6">
            <a:extLst>
              <a:ext uri="{FF2B5EF4-FFF2-40B4-BE49-F238E27FC236}">
                <a16:creationId xmlns:a16="http://schemas.microsoft.com/office/drawing/2014/main" id="{A24F37E4-4175-D247-9C29-BC40A27B53F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69951" y="1633417"/>
            <a:ext cx="1295547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D(w),p(</a:t>
            </a:r>
            <a:r>
              <a:rPr lang="en-US" sz="2000" kern="0" dirty="0">
                <a:solidFill>
                  <a:srgbClr val="000000"/>
                </a:solidFill>
              </a:rPr>
              <a:t>w</a:t>
            </a: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)</a:t>
            </a:r>
          </a:p>
        </p:txBody>
      </p:sp>
      <p:sp>
        <p:nvSpPr>
          <p:cNvPr id="498" name="Text Box 6">
            <a:extLst>
              <a:ext uri="{FF2B5EF4-FFF2-40B4-BE49-F238E27FC236}">
                <a16:creationId xmlns:a16="http://schemas.microsoft.com/office/drawing/2014/main" id="{64BB3F8B-CE19-1C41-B2C9-B564AF1B5BB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837414" y="2958717"/>
            <a:ext cx="1284288" cy="1616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D(w),p(w)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5,u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4,x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3,y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3,y</a:t>
            </a:r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83A2ED86-B66C-0F49-818B-087416791E66}"/>
              </a:ext>
            </a:extLst>
          </p:cNvPr>
          <p:cNvGrpSpPr/>
          <p:nvPr/>
        </p:nvGrpSpPr>
        <p:grpSpPr>
          <a:xfrm>
            <a:off x="4263633" y="1951300"/>
            <a:ext cx="5679281" cy="401555"/>
            <a:chOff x="4263633" y="1951300"/>
            <a:chExt cx="5679281" cy="401555"/>
          </a:xfrm>
        </p:grpSpPr>
        <p:sp>
          <p:nvSpPr>
            <p:cNvPr id="249" name="Text Box 6">
              <a:extLst>
                <a:ext uri="{FF2B5EF4-FFF2-40B4-BE49-F238E27FC236}">
                  <a16:creationId xmlns:a16="http://schemas.microsoft.com/office/drawing/2014/main" id="{CD4FA9CE-7149-A440-83C1-21E98C3A6B6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70608" y="1951300"/>
              <a:ext cx="54053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5,u</a:t>
              </a:r>
            </a:p>
          </p:txBody>
        </p:sp>
        <p:sp>
          <p:nvSpPr>
            <p:cNvPr id="483" name="Text Box 9">
              <a:extLst>
                <a:ext uri="{FF2B5EF4-FFF2-40B4-BE49-F238E27FC236}">
                  <a16:creationId xmlns:a16="http://schemas.microsoft.com/office/drawing/2014/main" id="{451C47E2-E094-7147-A23C-5212BC8FB56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564285" y="1975894"/>
              <a:ext cx="378629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charset="0"/>
                  <a:ea typeface="ＭＳ Ｐゴシック" charset="0"/>
                </a:rPr>
                <a:t>∞</a:t>
              </a: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93" name="Text Box 9">
              <a:extLst>
                <a:ext uri="{FF2B5EF4-FFF2-40B4-BE49-F238E27FC236}">
                  <a16:creationId xmlns:a16="http://schemas.microsoft.com/office/drawing/2014/main" id="{77161A6C-F59E-E646-A81F-7F211BDD004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68885" y="1974450"/>
              <a:ext cx="378629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charset="0"/>
                  <a:ea typeface="ＭＳ Ｐゴシック" charset="0"/>
                </a:rPr>
                <a:t>∞</a:t>
              </a: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94" name="Text Box 7">
              <a:extLst>
                <a:ext uri="{FF2B5EF4-FFF2-40B4-BE49-F238E27FC236}">
                  <a16:creationId xmlns:a16="http://schemas.microsoft.com/office/drawing/2014/main" id="{052BF5DE-999E-0047-B15A-B0A0D539AFA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866008" y="1951300"/>
              <a:ext cx="54053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1,u</a:t>
              </a:r>
            </a:p>
          </p:txBody>
        </p:sp>
        <p:sp>
          <p:nvSpPr>
            <p:cNvPr id="500" name="Text Box 5">
              <a:extLst>
                <a:ext uri="{FF2B5EF4-FFF2-40B4-BE49-F238E27FC236}">
                  <a16:creationId xmlns:a16="http://schemas.microsoft.com/office/drawing/2014/main" id="{39318546-EB10-7141-A532-7477C3F9247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63633" y="1952745"/>
              <a:ext cx="54053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2,u</a:t>
              </a:r>
            </a:p>
          </p:txBody>
        </p:sp>
      </p:grpSp>
      <p:sp>
        <p:nvSpPr>
          <p:cNvPr id="508" name="Text Box 4">
            <a:extLst>
              <a:ext uri="{FF2B5EF4-FFF2-40B4-BE49-F238E27FC236}">
                <a16:creationId xmlns:a16="http://schemas.microsoft.com/office/drawing/2014/main" id="{46A6DAE9-5634-E343-888C-DBD504BE17B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82181" y="1941646"/>
            <a:ext cx="32733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</a:t>
            </a:r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155C6A08-435F-074A-8CB5-94B5718AAF55}"/>
              </a:ext>
            </a:extLst>
          </p:cNvPr>
          <p:cNvCxnSpPr/>
          <p:nvPr/>
        </p:nvCxnSpPr>
        <p:spPr>
          <a:xfrm>
            <a:off x="1706097" y="2303362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09" name="Straight Connector 508">
            <a:extLst>
              <a:ext uri="{FF2B5EF4-FFF2-40B4-BE49-F238E27FC236}">
                <a16:creationId xmlns:a16="http://schemas.microsoft.com/office/drawing/2014/main" id="{A3B06771-707C-C549-B117-3063EC3738D7}"/>
              </a:ext>
            </a:extLst>
          </p:cNvPr>
          <p:cNvCxnSpPr/>
          <p:nvPr/>
        </p:nvCxnSpPr>
        <p:spPr>
          <a:xfrm>
            <a:off x="1714983" y="2606233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0" name="Straight Connector 509">
            <a:extLst>
              <a:ext uri="{FF2B5EF4-FFF2-40B4-BE49-F238E27FC236}">
                <a16:creationId xmlns:a16="http://schemas.microsoft.com/office/drawing/2014/main" id="{1D62FDB7-4F58-C84F-A936-529AACBF81D5}"/>
              </a:ext>
            </a:extLst>
          </p:cNvPr>
          <p:cNvCxnSpPr/>
          <p:nvPr/>
        </p:nvCxnSpPr>
        <p:spPr>
          <a:xfrm>
            <a:off x="1719251" y="2913722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1" name="Straight Connector 510">
            <a:extLst>
              <a:ext uri="{FF2B5EF4-FFF2-40B4-BE49-F238E27FC236}">
                <a16:creationId xmlns:a16="http://schemas.microsoft.com/office/drawing/2014/main" id="{F671747E-F7E7-174E-B66B-4158AC0C73AC}"/>
              </a:ext>
            </a:extLst>
          </p:cNvPr>
          <p:cNvCxnSpPr/>
          <p:nvPr/>
        </p:nvCxnSpPr>
        <p:spPr>
          <a:xfrm>
            <a:off x="1718901" y="3225829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4" name="Straight Connector 513">
            <a:extLst>
              <a:ext uri="{FF2B5EF4-FFF2-40B4-BE49-F238E27FC236}">
                <a16:creationId xmlns:a16="http://schemas.microsoft.com/office/drawing/2014/main" id="{A48E9275-8476-9244-A5FE-18548D30A1B6}"/>
              </a:ext>
            </a:extLst>
          </p:cNvPr>
          <p:cNvCxnSpPr/>
          <p:nvPr/>
        </p:nvCxnSpPr>
        <p:spPr>
          <a:xfrm>
            <a:off x="1727787" y="3565644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3" name="Text Box 3">
            <a:extLst>
              <a:ext uri="{FF2B5EF4-FFF2-40B4-BE49-F238E27FC236}">
                <a16:creationId xmlns:a16="http://schemas.microsoft.com/office/drawing/2014/main" id="{7F7C65A8-3A93-574D-9312-3FDE1275879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17465" y="3427169"/>
            <a:ext cx="1221809" cy="156966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charset="0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8  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Loop </a:t>
            </a: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srgbClr val="0000A8"/>
              </a:solidFill>
              <a:effectLst/>
              <a:uLnTx/>
              <a:uFillTx/>
              <a:latin typeface="Calibri" panose="020F0502020204030204"/>
              <a:ea typeface="ＭＳ Ｐゴシック" charset="0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9    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10    </a:t>
            </a:r>
          </a:p>
        </p:txBody>
      </p:sp>
      <p:sp>
        <p:nvSpPr>
          <p:cNvPr id="164" name="Text Box 3">
            <a:extLst>
              <a:ext uri="{FF2B5EF4-FFF2-40B4-BE49-F238E27FC236}">
                <a16:creationId xmlns:a16="http://schemas.microsoft.com/office/drawing/2014/main" id="{9AD40842-B350-BF42-BC3C-5285750E157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76265" y="3750132"/>
            <a:ext cx="5864426" cy="12003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charset="0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find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a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not in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N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Arial" charset="0"/>
              </a:rPr>
              <a:t>'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such that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D(a)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is a minimum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add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a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to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N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Arial" charset="0"/>
              </a:rPr>
              <a:t>'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</a:t>
            </a:r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0D60C12B-CA9D-6543-A68D-C936C6CE5E54}"/>
              </a:ext>
            </a:extLst>
          </p:cNvPr>
          <p:cNvGrpSpPr/>
          <p:nvPr/>
        </p:nvGrpSpPr>
        <p:grpSpPr>
          <a:xfrm>
            <a:off x="3119488" y="1277257"/>
            <a:ext cx="4176312" cy="1355408"/>
            <a:chOff x="3119488" y="1277257"/>
            <a:chExt cx="4176312" cy="1355408"/>
          </a:xfrm>
        </p:grpSpPr>
        <p:sp>
          <p:nvSpPr>
            <p:cNvPr id="169" name="Oval 168">
              <a:extLst>
                <a:ext uri="{FF2B5EF4-FFF2-40B4-BE49-F238E27FC236}">
                  <a16:creationId xmlns:a16="http://schemas.microsoft.com/office/drawing/2014/main" id="{0BB51FE9-3B2A-5947-8D58-8E568A2FD108}"/>
                </a:ext>
              </a:extLst>
            </p:cNvPr>
            <p:cNvSpPr/>
            <p:nvPr/>
          </p:nvSpPr>
          <p:spPr>
            <a:xfrm>
              <a:off x="6845203" y="1277257"/>
              <a:ext cx="450597" cy="402666"/>
            </a:xfrm>
            <a:prstGeom prst="ellipse">
              <a:avLst/>
            </a:prstGeom>
            <a:noFill/>
            <a:ln w="1905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170" name="Straight Arrow Connector 169">
              <a:extLst>
                <a:ext uri="{FF2B5EF4-FFF2-40B4-BE49-F238E27FC236}">
                  <a16:creationId xmlns:a16="http://schemas.microsoft.com/office/drawing/2014/main" id="{0BAB8D84-2299-D54C-8DF2-B7D547E53934}"/>
                </a:ext>
              </a:extLst>
            </p:cNvPr>
            <p:cNvCxnSpPr>
              <a:cxnSpLocks/>
              <a:stCxn id="169" idx="2"/>
              <a:endCxn id="171" idx="6"/>
            </p:cNvCxnSpPr>
            <p:nvPr/>
          </p:nvCxnSpPr>
          <p:spPr>
            <a:xfrm flipH="1">
              <a:off x="3421705" y="1478590"/>
              <a:ext cx="3423498" cy="1006309"/>
            </a:xfrm>
            <a:prstGeom prst="straightConnector1">
              <a:avLst/>
            </a:prstGeom>
            <a:ln w="15875">
              <a:solidFill>
                <a:srgbClr val="FF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1" name="Oval 170">
              <a:extLst>
                <a:ext uri="{FF2B5EF4-FFF2-40B4-BE49-F238E27FC236}">
                  <a16:creationId xmlns:a16="http://schemas.microsoft.com/office/drawing/2014/main" id="{336CD7A6-BFF0-864F-A9C0-5C593F3F14CE}"/>
                </a:ext>
              </a:extLst>
            </p:cNvPr>
            <p:cNvSpPr/>
            <p:nvPr/>
          </p:nvSpPr>
          <p:spPr>
            <a:xfrm>
              <a:off x="3119488" y="2337133"/>
              <a:ext cx="302217" cy="295532"/>
            </a:xfrm>
            <a:prstGeom prst="ellipse">
              <a:avLst/>
            </a:prstGeom>
            <a:noFill/>
            <a:ln w="1905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67" name="Oval 114">
            <a:extLst>
              <a:ext uri="{FF2B5EF4-FFF2-40B4-BE49-F238E27FC236}">
                <a16:creationId xmlns:a16="http://schemas.microsoft.com/office/drawing/2014/main" id="{D5350C1B-A977-CC45-ADDA-7ABEE3B22E6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43529" y="2025568"/>
            <a:ext cx="602852" cy="301972"/>
          </a:xfrm>
          <a:prstGeom prst="ellips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charset="0"/>
              <a:ea typeface="ＭＳ Ｐゴシック" charset="0"/>
              <a:cs typeface="+mn-cs"/>
            </a:endParaRPr>
          </a:p>
        </p:txBody>
      </p:sp>
      <p:sp>
        <p:nvSpPr>
          <p:cNvPr id="172" name="Text Box 4">
            <a:extLst>
              <a:ext uri="{FF2B5EF4-FFF2-40B4-BE49-F238E27FC236}">
                <a16:creationId xmlns:a16="http://schemas.microsoft.com/office/drawing/2014/main" id="{1B8BDA83-ED76-9C43-B640-E44C3E517FE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58516" y="2241520"/>
            <a:ext cx="45557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ux</a:t>
            </a:r>
          </a:p>
        </p:txBody>
      </p:sp>
      <p:sp>
        <p:nvSpPr>
          <p:cNvPr id="112" name="TextBox 111">
            <a:extLst>
              <a:ext uri="{FF2B5EF4-FFF2-40B4-BE49-F238E27FC236}">
                <a16:creationId xmlns:a16="http://schemas.microsoft.com/office/drawing/2014/main" id="{315CB903-C0C3-C744-B8C9-92A6680CB584}"/>
              </a:ext>
            </a:extLst>
          </p:cNvPr>
          <p:cNvSpPr txBox="1"/>
          <p:nvPr/>
        </p:nvSpPr>
        <p:spPr>
          <a:xfrm>
            <a:off x="4322868" y="1212035"/>
            <a:ext cx="346570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v</a:t>
            </a:r>
          </a:p>
        </p:txBody>
      </p:sp>
      <p:sp>
        <p:nvSpPr>
          <p:cNvPr id="113" name="TextBox 112">
            <a:extLst>
              <a:ext uri="{FF2B5EF4-FFF2-40B4-BE49-F238E27FC236}">
                <a16:creationId xmlns:a16="http://schemas.microsoft.com/office/drawing/2014/main" id="{5AD4F740-0EF9-2044-827E-A54C55587203}"/>
              </a:ext>
            </a:extLst>
          </p:cNvPr>
          <p:cNvSpPr txBox="1"/>
          <p:nvPr/>
        </p:nvSpPr>
        <p:spPr>
          <a:xfrm>
            <a:off x="5598013" y="1206430"/>
            <a:ext cx="441146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w</a:t>
            </a:r>
          </a:p>
        </p:txBody>
      </p:sp>
      <p:sp>
        <p:nvSpPr>
          <p:cNvPr id="114" name="TextBox 113">
            <a:extLst>
              <a:ext uri="{FF2B5EF4-FFF2-40B4-BE49-F238E27FC236}">
                <a16:creationId xmlns:a16="http://schemas.microsoft.com/office/drawing/2014/main" id="{AE0A5B28-C8D3-E14E-B1D4-EDE4C4101E6C}"/>
              </a:ext>
            </a:extLst>
          </p:cNvPr>
          <p:cNvSpPr txBox="1"/>
          <p:nvPr/>
        </p:nvSpPr>
        <p:spPr>
          <a:xfrm>
            <a:off x="6907883" y="1200825"/>
            <a:ext cx="340158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x</a:t>
            </a:r>
          </a:p>
        </p:txBody>
      </p:sp>
      <p:sp>
        <p:nvSpPr>
          <p:cNvPr id="115" name="TextBox 114">
            <a:extLst>
              <a:ext uri="{FF2B5EF4-FFF2-40B4-BE49-F238E27FC236}">
                <a16:creationId xmlns:a16="http://schemas.microsoft.com/office/drawing/2014/main" id="{E7BFB733-E937-014A-B7CC-EE11641F15CC}"/>
              </a:ext>
            </a:extLst>
          </p:cNvPr>
          <p:cNvSpPr txBox="1"/>
          <p:nvPr/>
        </p:nvSpPr>
        <p:spPr>
          <a:xfrm>
            <a:off x="8240903" y="1206795"/>
            <a:ext cx="346570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y</a:t>
            </a:r>
          </a:p>
        </p:txBody>
      </p:sp>
      <p:sp>
        <p:nvSpPr>
          <p:cNvPr id="116" name="TextBox 115">
            <a:extLst>
              <a:ext uri="{FF2B5EF4-FFF2-40B4-BE49-F238E27FC236}">
                <a16:creationId xmlns:a16="http://schemas.microsoft.com/office/drawing/2014/main" id="{08D54A84-29AE-E948-B36B-A3E997D943D5}"/>
              </a:ext>
            </a:extLst>
          </p:cNvPr>
          <p:cNvSpPr txBox="1"/>
          <p:nvPr/>
        </p:nvSpPr>
        <p:spPr>
          <a:xfrm>
            <a:off x="9504473" y="1224340"/>
            <a:ext cx="325730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z</a:t>
            </a:r>
          </a:p>
        </p:txBody>
      </p:sp>
      <p:grpSp>
        <p:nvGrpSpPr>
          <p:cNvPr id="120" name="Group 16">
            <a:extLst>
              <a:ext uri="{FF2B5EF4-FFF2-40B4-BE49-F238E27FC236}">
                <a16:creationId xmlns:a16="http://schemas.microsoft.com/office/drawing/2014/main" id="{758A3B01-F3F9-A74E-B632-177660FF1736}"/>
              </a:ext>
            </a:extLst>
          </p:cNvPr>
          <p:cNvGrpSpPr>
            <a:grpSpLocks/>
          </p:cNvGrpSpPr>
          <p:nvPr/>
        </p:nvGrpSpPr>
        <p:grpSpPr bwMode="auto">
          <a:xfrm>
            <a:off x="644342" y="4117376"/>
            <a:ext cx="3571875" cy="2236788"/>
            <a:chOff x="3162" y="1071"/>
            <a:chExt cx="2250" cy="1409"/>
          </a:xfrm>
        </p:grpSpPr>
        <p:sp>
          <p:nvSpPr>
            <p:cNvPr id="121" name="Freeform 17">
              <a:extLst>
                <a:ext uri="{FF2B5EF4-FFF2-40B4-BE49-F238E27FC236}">
                  <a16:creationId xmlns:a16="http://schemas.microsoft.com/office/drawing/2014/main" id="{3D738A20-E61D-3347-97FA-CFBB4A2027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2" y="1071"/>
              <a:ext cx="2250" cy="1409"/>
            </a:xfrm>
            <a:custGeom>
              <a:avLst/>
              <a:gdLst>
                <a:gd name="T0" fmla="*/ 0 w 2250"/>
                <a:gd name="T1" fmla="*/ 624 h 1409"/>
                <a:gd name="T2" fmla="*/ 219 w 2250"/>
                <a:gd name="T3" fmla="*/ 321 h 1409"/>
                <a:gd name="T4" fmla="*/ 529 w 2250"/>
                <a:gd name="T5" fmla="*/ 35 h 1409"/>
                <a:gd name="T6" fmla="*/ 1551 w 2250"/>
                <a:gd name="T7" fmla="*/ 111 h 1409"/>
                <a:gd name="T8" fmla="*/ 1968 w 2250"/>
                <a:gd name="T9" fmla="*/ 483 h 1409"/>
                <a:gd name="T10" fmla="*/ 2199 w 2250"/>
                <a:gd name="T11" fmla="*/ 906 h 1409"/>
                <a:gd name="T12" fmla="*/ 1659 w 2250"/>
                <a:gd name="T13" fmla="*/ 1314 h 1409"/>
                <a:gd name="T14" fmla="*/ 993 w 2250"/>
                <a:gd name="T15" fmla="*/ 1386 h 1409"/>
                <a:gd name="T16" fmla="*/ 465 w 2250"/>
                <a:gd name="T17" fmla="*/ 1356 h 1409"/>
                <a:gd name="T18" fmla="*/ 102 w 2250"/>
                <a:gd name="T19" fmla="*/ 1068 h 1409"/>
                <a:gd name="T20" fmla="*/ 0 w 2250"/>
                <a:gd name="T21" fmla="*/ 624 h 140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2250"/>
                <a:gd name="T34" fmla="*/ 0 h 1409"/>
                <a:gd name="T35" fmla="*/ 2250 w 2250"/>
                <a:gd name="T36" fmla="*/ 1409 h 1409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2250" h="1409">
                  <a:moveTo>
                    <a:pt x="0" y="624"/>
                  </a:moveTo>
                  <a:cubicBezTo>
                    <a:pt x="5" y="506"/>
                    <a:pt x="131" y="419"/>
                    <a:pt x="219" y="321"/>
                  </a:cubicBezTo>
                  <a:cubicBezTo>
                    <a:pt x="307" y="223"/>
                    <a:pt x="307" y="70"/>
                    <a:pt x="529" y="35"/>
                  </a:cubicBezTo>
                  <a:cubicBezTo>
                    <a:pt x="751" y="0"/>
                    <a:pt x="1311" y="36"/>
                    <a:pt x="1551" y="111"/>
                  </a:cubicBezTo>
                  <a:cubicBezTo>
                    <a:pt x="1791" y="186"/>
                    <a:pt x="1860" y="351"/>
                    <a:pt x="1968" y="483"/>
                  </a:cubicBezTo>
                  <a:cubicBezTo>
                    <a:pt x="2076" y="615"/>
                    <a:pt x="2250" y="767"/>
                    <a:pt x="2199" y="906"/>
                  </a:cubicBezTo>
                  <a:cubicBezTo>
                    <a:pt x="2148" y="1045"/>
                    <a:pt x="1860" y="1234"/>
                    <a:pt x="1659" y="1314"/>
                  </a:cubicBezTo>
                  <a:cubicBezTo>
                    <a:pt x="1458" y="1394"/>
                    <a:pt x="1192" y="1379"/>
                    <a:pt x="993" y="1386"/>
                  </a:cubicBezTo>
                  <a:cubicBezTo>
                    <a:pt x="794" y="1393"/>
                    <a:pt x="613" y="1409"/>
                    <a:pt x="465" y="1356"/>
                  </a:cubicBezTo>
                  <a:cubicBezTo>
                    <a:pt x="317" y="1303"/>
                    <a:pt x="180" y="1190"/>
                    <a:pt x="102" y="1068"/>
                  </a:cubicBezTo>
                  <a:cubicBezTo>
                    <a:pt x="24" y="946"/>
                    <a:pt x="21" y="716"/>
                    <a:pt x="0" y="624"/>
                  </a:cubicBezTo>
                  <a:close/>
                </a:path>
              </a:pathLst>
            </a:custGeom>
            <a:solidFill>
              <a:srgbClr val="9CE0FA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2" name="Freeform 18">
              <a:extLst>
                <a:ext uri="{FF2B5EF4-FFF2-40B4-BE49-F238E27FC236}">
                  <a16:creationId xmlns:a16="http://schemas.microsoft.com/office/drawing/2014/main" id="{9A67F7D9-6F26-A244-97DD-F400FD21CA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8" y="1620"/>
              <a:ext cx="342" cy="186"/>
            </a:xfrm>
            <a:custGeom>
              <a:avLst/>
              <a:gdLst>
                <a:gd name="T0" fmla="*/ 0 w 342"/>
                <a:gd name="T1" fmla="*/ 186 h 186"/>
                <a:gd name="T2" fmla="*/ 342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3" name="Oval 19">
              <a:extLst>
                <a:ext uri="{FF2B5EF4-FFF2-40B4-BE49-F238E27FC236}">
                  <a16:creationId xmlns:a16="http://schemas.microsoft.com/office/drawing/2014/main" id="{8061EE07-A1C2-284D-B696-ED41FFB288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8" y="1862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4" name="Line 20">
              <a:extLst>
                <a:ext uri="{FF2B5EF4-FFF2-40B4-BE49-F238E27FC236}">
                  <a16:creationId xmlns:a16="http://schemas.microsoft.com/office/drawing/2014/main" id="{CA83B116-D557-D348-AC0B-78E2F5C0452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38" y="1855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5" name="Line 21">
              <a:extLst>
                <a:ext uri="{FF2B5EF4-FFF2-40B4-BE49-F238E27FC236}">
                  <a16:creationId xmlns:a16="http://schemas.microsoft.com/office/drawing/2014/main" id="{1DA79AD7-1C00-F347-B948-32DC2DF1EC2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51" y="1855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6" name="Rectangle 22">
              <a:extLst>
                <a:ext uri="{FF2B5EF4-FFF2-40B4-BE49-F238E27FC236}">
                  <a16:creationId xmlns:a16="http://schemas.microsoft.com/office/drawing/2014/main" id="{984E29E6-D5D1-6442-A8AB-508570DE4A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8" y="1855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7" name="Oval 23">
              <a:extLst>
                <a:ext uri="{FF2B5EF4-FFF2-40B4-BE49-F238E27FC236}">
                  <a16:creationId xmlns:a16="http://schemas.microsoft.com/office/drawing/2014/main" id="{AD024E49-35E0-C446-9678-D92AC1E7A2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5" y="1796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8" name="Oval 24">
              <a:extLst>
                <a:ext uri="{FF2B5EF4-FFF2-40B4-BE49-F238E27FC236}">
                  <a16:creationId xmlns:a16="http://schemas.microsoft.com/office/drawing/2014/main" id="{706D2E3C-10FA-3947-9AD1-A08759A868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2" y="2249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9" name="Line 25">
              <a:extLst>
                <a:ext uri="{FF2B5EF4-FFF2-40B4-BE49-F238E27FC236}">
                  <a16:creationId xmlns:a16="http://schemas.microsoft.com/office/drawing/2014/main" id="{C94CE491-9734-FE44-A0CB-7E0F832D0E6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12" y="224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0" name="Line 26">
              <a:extLst>
                <a:ext uri="{FF2B5EF4-FFF2-40B4-BE49-F238E27FC236}">
                  <a16:creationId xmlns:a16="http://schemas.microsoft.com/office/drawing/2014/main" id="{EB0C7DDA-EBC9-794C-B89D-D4B4BE886CB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25" y="224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1" name="Rectangle 27">
              <a:extLst>
                <a:ext uri="{FF2B5EF4-FFF2-40B4-BE49-F238E27FC236}">
                  <a16:creationId xmlns:a16="http://schemas.microsoft.com/office/drawing/2014/main" id="{D8E5A5C9-FA6E-3D4C-AE3D-AED068D60B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2" y="2242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2" name="Oval 28">
              <a:extLst>
                <a:ext uri="{FF2B5EF4-FFF2-40B4-BE49-F238E27FC236}">
                  <a16:creationId xmlns:a16="http://schemas.microsoft.com/office/drawing/2014/main" id="{0CB55AD6-4358-5341-98E7-B20E616CAE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9" y="2183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3" name="Oval 29">
              <a:extLst>
                <a:ext uri="{FF2B5EF4-FFF2-40B4-BE49-F238E27FC236}">
                  <a16:creationId xmlns:a16="http://schemas.microsoft.com/office/drawing/2014/main" id="{50051819-8732-6E40-952F-4C0540C10A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8" y="1559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4" name="Line 30">
              <a:extLst>
                <a:ext uri="{FF2B5EF4-FFF2-40B4-BE49-F238E27FC236}">
                  <a16:creationId xmlns:a16="http://schemas.microsoft.com/office/drawing/2014/main" id="{DB5E3452-2593-284B-95E8-DB63177BA96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08" y="155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5" name="Line 31">
              <a:extLst>
                <a:ext uri="{FF2B5EF4-FFF2-40B4-BE49-F238E27FC236}">
                  <a16:creationId xmlns:a16="http://schemas.microsoft.com/office/drawing/2014/main" id="{4C9DFB1A-A46F-7C42-AEC0-5BA9C684262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21" y="155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6" name="Rectangle 32">
              <a:extLst>
                <a:ext uri="{FF2B5EF4-FFF2-40B4-BE49-F238E27FC236}">
                  <a16:creationId xmlns:a16="http://schemas.microsoft.com/office/drawing/2014/main" id="{A1C00E39-48AA-274A-B956-CD2E2C45BC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8" y="1552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7" name="Oval 33">
              <a:extLst>
                <a:ext uri="{FF2B5EF4-FFF2-40B4-BE49-F238E27FC236}">
                  <a16:creationId xmlns:a16="http://schemas.microsoft.com/office/drawing/2014/main" id="{BBFA32B2-49E2-574B-9099-DED6B3832C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5" y="1493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8" name="Oval 34">
              <a:extLst>
                <a:ext uri="{FF2B5EF4-FFF2-40B4-BE49-F238E27FC236}">
                  <a16:creationId xmlns:a16="http://schemas.microsoft.com/office/drawing/2014/main" id="{0D58D8D4-B9BC-2541-A17F-D88330A4FA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1" y="1555"/>
              <a:ext cx="312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9" name="Line 35">
              <a:extLst>
                <a:ext uri="{FF2B5EF4-FFF2-40B4-BE49-F238E27FC236}">
                  <a16:creationId xmlns:a16="http://schemas.microsoft.com/office/drawing/2014/main" id="{7504C589-E1E9-2E44-980C-93C5BE9EB7C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91" y="154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0" name="Line 36">
              <a:extLst>
                <a:ext uri="{FF2B5EF4-FFF2-40B4-BE49-F238E27FC236}">
                  <a16:creationId xmlns:a16="http://schemas.microsoft.com/office/drawing/2014/main" id="{7F02875A-5A8E-E14F-A9D7-C2BAE191131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03" y="154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1" name="Rectangle 37">
              <a:extLst>
                <a:ext uri="{FF2B5EF4-FFF2-40B4-BE49-F238E27FC236}">
                  <a16:creationId xmlns:a16="http://schemas.microsoft.com/office/drawing/2014/main" id="{D9139ADE-ED5B-5C40-9669-A638D5EFC9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1" y="1548"/>
              <a:ext cx="309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2" name="Oval 38">
              <a:extLst>
                <a:ext uri="{FF2B5EF4-FFF2-40B4-BE49-F238E27FC236}">
                  <a16:creationId xmlns:a16="http://schemas.microsoft.com/office/drawing/2014/main" id="{51116AC5-23B1-3F4B-972A-683B27105D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4" y="1492"/>
              <a:ext cx="312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3" name="Oval 39">
              <a:extLst>
                <a:ext uri="{FF2B5EF4-FFF2-40B4-BE49-F238E27FC236}">
                  <a16:creationId xmlns:a16="http://schemas.microsoft.com/office/drawing/2014/main" id="{7CF92621-E46C-E745-8108-ADF0C63540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1" y="2246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4" name="Line 40">
              <a:extLst>
                <a:ext uri="{FF2B5EF4-FFF2-40B4-BE49-F238E27FC236}">
                  <a16:creationId xmlns:a16="http://schemas.microsoft.com/office/drawing/2014/main" id="{C97ABDF7-502E-1E45-A7E6-F2C97AF991E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01" y="2239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5" name="Line 41">
              <a:extLst>
                <a:ext uri="{FF2B5EF4-FFF2-40B4-BE49-F238E27FC236}">
                  <a16:creationId xmlns:a16="http://schemas.microsoft.com/office/drawing/2014/main" id="{6F5F6C02-240D-B545-9D40-386AB9F1990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14" y="2239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6" name="Rectangle 42">
              <a:extLst>
                <a:ext uri="{FF2B5EF4-FFF2-40B4-BE49-F238E27FC236}">
                  <a16:creationId xmlns:a16="http://schemas.microsoft.com/office/drawing/2014/main" id="{F971ECC0-824C-FC4B-8D09-7FF856CD87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1" y="2239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7" name="Oval 43">
              <a:extLst>
                <a:ext uri="{FF2B5EF4-FFF2-40B4-BE49-F238E27FC236}">
                  <a16:creationId xmlns:a16="http://schemas.microsoft.com/office/drawing/2014/main" id="{000B82D5-5D57-8D41-894D-7FA7042570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8" y="2180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8" name="Oval 44">
              <a:extLst>
                <a:ext uri="{FF2B5EF4-FFF2-40B4-BE49-F238E27FC236}">
                  <a16:creationId xmlns:a16="http://schemas.microsoft.com/office/drawing/2014/main" id="{4B3102BD-88D0-D041-8342-28B44A4213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6" y="1905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9" name="Line 45">
              <a:extLst>
                <a:ext uri="{FF2B5EF4-FFF2-40B4-BE49-F238E27FC236}">
                  <a16:creationId xmlns:a16="http://schemas.microsoft.com/office/drawing/2014/main" id="{55D2E64D-9448-364E-BBCE-B8F1E46C9B4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66" y="189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0" name="Line 46">
              <a:extLst>
                <a:ext uri="{FF2B5EF4-FFF2-40B4-BE49-F238E27FC236}">
                  <a16:creationId xmlns:a16="http://schemas.microsoft.com/office/drawing/2014/main" id="{A1D926A4-0713-0448-B8BC-4526CF5A6FF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279" y="189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1" name="Rectangle 47">
              <a:extLst>
                <a:ext uri="{FF2B5EF4-FFF2-40B4-BE49-F238E27FC236}">
                  <a16:creationId xmlns:a16="http://schemas.microsoft.com/office/drawing/2014/main" id="{D44F6537-9CFC-A34F-A528-3BA9FB8DEA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6" y="1898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2" name="Oval 48">
              <a:extLst>
                <a:ext uri="{FF2B5EF4-FFF2-40B4-BE49-F238E27FC236}">
                  <a16:creationId xmlns:a16="http://schemas.microsoft.com/office/drawing/2014/main" id="{CE6823F9-AC23-9143-B45C-3AE00728E6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3" y="1839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3" name="Freeform 49">
              <a:extLst>
                <a:ext uri="{FF2B5EF4-FFF2-40B4-BE49-F238E27FC236}">
                  <a16:creationId xmlns:a16="http://schemas.microsoft.com/office/drawing/2014/main" id="{52D2B20D-E3DC-0F48-BD10-DF782164C94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7" y="1647"/>
              <a:ext cx="1" cy="522"/>
            </a:xfrm>
            <a:custGeom>
              <a:avLst/>
              <a:gdLst>
                <a:gd name="T0" fmla="*/ 0 w 1"/>
                <a:gd name="T1" fmla="*/ 0 h 522"/>
                <a:gd name="T2" fmla="*/ 0 w 1"/>
                <a:gd name="T3" fmla="*/ 522 h 522"/>
                <a:gd name="T4" fmla="*/ 0 60000 65536"/>
                <a:gd name="T5" fmla="*/ 0 60000 65536"/>
                <a:gd name="T6" fmla="*/ 0 w 1"/>
                <a:gd name="T7" fmla="*/ 0 h 522"/>
                <a:gd name="T8" fmla="*/ 1 w 1"/>
                <a:gd name="T9" fmla="*/ 522 h 52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522">
                  <a:moveTo>
                    <a:pt x="0" y="0"/>
                  </a:moveTo>
                  <a:lnTo>
                    <a:pt x="0" y="522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4" name="Freeform 50">
              <a:extLst>
                <a:ext uri="{FF2B5EF4-FFF2-40B4-BE49-F238E27FC236}">
                  <a16:creationId xmlns:a16="http://schemas.microsoft.com/office/drawing/2014/main" id="{2E4F74A6-7593-0541-B4E9-5C88A82D49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4" y="1653"/>
              <a:ext cx="1" cy="537"/>
            </a:xfrm>
            <a:custGeom>
              <a:avLst/>
              <a:gdLst>
                <a:gd name="T0" fmla="*/ 0 w 1"/>
                <a:gd name="T1" fmla="*/ 0 h 537"/>
                <a:gd name="T2" fmla="*/ 0 w 1"/>
                <a:gd name="T3" fmla="*/ 537 h 537"/>
                <a:gd name="T4" fmla="*/ 0 60000 65536"/>
                <a:gd name="T5" fmla="*/ 0 60000 65536"/>
                <a:gd name="T6" fmla="*/ 0 w 1"/>
                <a:gd name="T7" fmla="*/ 0 h 537"/>
                <a:gd name="T8" fmla="*/ 1 w 1"/>
                <a:gd name="T9" fmla="*/ 537 h 53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537">
                  <a:moveTo>
                    <a:pt x="0" y="0"/>
                  </a:moveTo>
                  <a:lnTo>
                    <a:pt x="0" y="537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5" name="Freeform 51">
              <a:extLst>
                <a:ext uri="{FF2B5EF4-FFF2-40B4-BE49-F238E27FC236}">
                  <a16:creationId xmlns:a16="http://schemas.microsoft.com/office/drawing/2014/main" id="{282B2A5D-90FF-A84D-A61D-5962C06F74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9" y="1638"/>
              <a:ext cx="504" cy="600"/>
            </a:xfrm>
            <a:custGeom>
              <a:avLst/>
              <a:gdLst>
                <a:gd name="T0" fmla="*/ 0 w 378"/>
                <a:gd name="T1" fmla="*/ 11993521 h 174"/>
                <a:gd name="T2" fmla="*/ 5035 w 378"/>
                <a:gd name="T3" fmla="*/ 0 h 174"/>
                <a:gd name="T4" fmla="*/ 0 60000 65536"/>
                <a:gd name="T5" fmla="*/ 0 60000 65536"/>
                <a:gd name="T6" fmla="*/ 0 w 378"/>
                <a:gd name="T7" fmla="*/ 0 h 174"/>
                <a:gd name="T8" fmla="*/ 378 w 378"/>
                <a:gd name="T9" fmla="*/ 174 h 17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78" h="174">
                  <a:moveTo>
                    <a:pt x="0" y="174"/>
                  </a:moveTo>
                  <a:lnTo>
                    <a:pt x="378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6" name="Freeform 52">
              <a:extLst>
                <a:ext uri="{FF2B5EF4-FFF2-40B4-BE49-F238E27FC236}">
                  <a16:creationId xmlns:a16="http://schemas.microsoft.com/office/drawing/2014/main" id="{15532AD3-A5D4-154A-9DA4-62586FD328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6" y="1986"/>
              <a:ext cx="366" cy="270"/>
            </a:xfrm>
            <a:custGeom>
              <a:avLst/>
              <a:gdLst>
                <a:gd name="T0" fmla="*/ 0 w 366"/>
                <a:gd name="T1" fmla="*/ 270 h 270"/>
                <a:gd name="T2" fmla="*/ 366 w 366"/>
                <a:gd name="T3" fmla="*/ 0 h 270"/>
                <a:gd name="T4" fmla="*/ 0 60000 65536"/>
                <a:gd name="T5" fmla="*/ 0 60000 65536"/>
                <a:gd name="T6" fmla="*/ 0 w 366"/>
                <a:gd name="T7" fmla="*/ 0 h 270"/>
                <a:gd name="T8" fmla="*/ 366 w 366"/>
                <a:gd name="T9" fmla="*/ 270 h 270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270">
                  <a:moveTo>
                    <a:pt x="0" y="270"/>
                  </a:moveTo>
                  <a:lnTo>
                    <a:pt x="366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7" name="Freeform 53">
              <a:extLst>
                <a:ext uri="{FF2B5EF4-FFF2-40B4-BE49-F238E27FC236}">
                  <a16:creationId xmlns:a16="http://schemas.microsoft.com/office/drawing/2014/main" id="{EDDE0C3D-6D8D-A14C-B3D6-F3D0693E31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5" y="2268"/>
              <a:ext cx="366" cy="1"/>
            </a:xfrm>
            <a:custGeom>
              <a:avLst/>
              <a:gdLst>
                <a:gd name="T0" fmla="*/ 366 w 366"/>
                <a:gd name="T1" fmla="*/ 0 h 1"/>
                <a:gd name="T2" fmla="*/ 0 w 366"/>
                <a:gd name="T3" fmla="*/ 0 h 1"/>
                <a:gd name="T4" fmla="*/ 0 60000 65536"/>
                <a:gd name="T5" fmla="*/ 0 60000 65536"/>
                <a:gd name="T6" fmla="*/ 0 w 366"/>
                <a:gd name="T7" fmla="*/ 0 h 1"/>
                <a:gd name="T8" fmla="*/ 366 w 366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1">
                  <a:moveTo>
                    <a:pt x="366" y="0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8" name="Freeform 54">
              <a:extLst>
                <a:ext uri="{FF2B5EF4-FFF2-40B4-BE49-F238E27FC236}">
                  <a16:creationId xmlns:a16="http://schemas.microsoft.com/office/drawing/2014/main" id="{1F593C73-0AE5-7540-A0A1-AB4B203D89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4" y="1944"/>
              <a:ext cx="276" cy="264"/>
            </a:xfrm>
            <a:custGeom>
              <a:avLst/>
              <a:gdLst>
                <a:gd name="T0" fmla="*/ 276 w 276"/>
                <a:gd name="T1" fmla="*/ 264 h 264"/>
                <a:gd name="T2" fmla="*/ 0 w 276"/>
                <a:gd name="T3" fmla="*/ 0 h 264"/>
                <a:gd name="T4" fmla="*/ 0 60000 65536"/>
                <a:gd name="T5" fmla="*/ 0 60000 65536"/>
                <a:gd name="T6" fmla="*/ 0 w 276"/>
                <a:gd name="T7" fmla="*/ 0 h 264"/>
                <a:gd name="T8" fmla="*/ 276 w 276"/>
                <a:gd name="T9" fmla="*/ 264 h 26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76" h="264">
                  <a:moveTo>
                    <a:pt x="276" y="264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9" name="Freeform 55">
              <a:extLst>
                <a:ext uri="{FF2B5EF4-FFF2-40B4-BE49-F238E27FC236}">
                  <a16:creationId xmlns:a16="http://schemas.microsoft.com/office/drawing/2014/main" id="{F8D3E17A-95CC-6745-B825-B9790B2746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9" y="1578"/>
              <a:ext cx="366" cy="1"/>
            </a:xfrm>
            <a:custGeom>
              <a:avLst/>
              <a:gdLst>
                <a:gd name="T0" fmla="*/ 366 w 366"/>
                <a:gd name="T1" fmla="*/ 0 h 1"/>
                <a:gd name="T2" fmla="*/ 0 w 366"/>
                <a:gd name="T3" fmla="*/ 0 h 1"/>
                <a:gd name="T4" fmla="*/ 0 60000 65536"/>
                <a:gd name="T5" fmla="*/ 0 60000 65536"/>
                <a:gd name="T6" fmla="*/ 0 w 366"/>
                <a:gd name="T7" fmla="*/ 0 h 1"/>
                <a:gd name="T8" fmla="*/ 366 w 366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1">
                  <a:moveTo>
                    <a:pt x="366" y="0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60" name="Freeform 56">
              <a:extLst>
                <a:ext uri="{FF2B5EF4-FFF2-40B4-BE49-F238E27FC236}">
                  <a16:creationId xmlns:a16="http://schemas.microsoft.com/office/drawing/2014/main" id="{64FB055C-D8AE-9E4A-9FE1-2F23D2976FE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4" y="1575"/>
              <a:ext cx="396" cy="267"/>
            </a:xfrm>
            <a:custGeom>
              <a:avLst/>
              <a:gdLst>
                <a:gd name="T0" fmla="*/ 396 w 396"/>
                <a:gd name="T1" fmla="*/ 267 h 267"/>
                <a:gd name="T2" fmla="*/ 0 w 396"/>
                <a:gd name="T3" fmla="*/ 0 h 267"/>
                <a:gd name="T4" fmla="*/ 0 60000 65536"/>
                <a:gd name="T5" fmla="*/ 0 60000 65536"/>
                <a:gd name="T6" fmla="*/ 0 w 396"/>
                <a:gd name="T7" fmla="*/ 0 h 267"/>
                <a:gd name="T8" fmla="*/ 396 w 396"/>
                <a:gd name="T9" fmla="*/ 267 h 26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96" h="267">
                  <a:moveTo>
                    <a:pt x="396" y="267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61" name="Freeform 57">
              <a:extLst>
                <a:ext uri="{FF2B5EF4-FFF2-40B4-BE49-F238E27FC236}">
                  <a16:creationId xmlns:a16="http://schemas.microsoft.com/office/drawing/2014/main" id="{F0C743D6-8B32-AB43-89EE-68493533AB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7" y="1146"/>
              <a:ext cx="1110" cy="645"/>
            </a:xfrm>
            <a:custGeom>
              <a:avLst/>
              <a:gdLst>
                <a:gd name="T0" fmla="*/ 1110 w 1110"/>
                <a:gd name="T1" fmla="*/ 342 h 645"/>
                <a:gd name="T2" fmla="*/ 0 w 1110"/>
                <a:gd name="T3" fmla="*/ 645 h 645"/>
                <a:gd name="T4" fmla="*/ 0 60000 65536"/>
                <a:gd name="T5" fmla="*/ 0 60000 65536"/>
                <a:gd name="T6" fmla="*/ 0 w 1110"/>
                <a:gd name="T7" fmla="*/ 0 h 645"/>
                <a:gd name="T8" fmla="*/ 1110 w 1110"/>
                <a:gd name="T9" fmla="*/ 645 h 645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110" h="645">
                  <a:moveTo>
                    <a:pt x="1110" y="342"/>
                  </a:moveTo>
                  <a:cubicBezTo>
                    <a:pt x="1104" y="0"/>
                    <a:pt x="21" y="63"/>
                    <a:pt x="0" y="645"/>
                  </a:cubicBez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grpSp>
          <p:nvGrpSpPr>
            <p:cNvPr id="162" name="Group 58">
              <a:extLst>
                <a:ext uri="{FF2B5EF4-FFF2-40B4-BE49-F238E27FC236}">
                  <a16:creationId xmlns:a16="http://schemas.microsoft.com/office/drawing/2014/main" id="{1494C31E-1843-3C4C-B448-0EE4B2D48D2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287" y="1744"/>
              <a:ext cx="205" cy="250"/>
              <a:chOff x="2954" y="2425"/>
              <a:chExt cx="208" cy="250"/>
            </a:xfrm>
          </p:grpSpPr>
          <p:sp>
            <p:nvSpPr>
              <p:cNvPr id="198" name="Rectangle 59">
                <a:extLst>
                  <a:ext uri="{FF2B5EF4-FFF2-40B4-BE49-F238E27FC236}">
                    <a16:creationId xmlns:a16="http://schemas.microsoft.com/office/drawing/2014/main" id="{0C8D8FC3-8C0A-E94F-83DB-FC9755166B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99" name="Text Box 60">
                <a:extLst>
                  <a:ext uri="{FF2B5EF4-FFF2-40B4-BE49-F238E27FC236}">
                    <a16:creationId xmlns:a16="http://schemas.microsoft.com/office/drawing/2014/main" id="{C48049A0-1569-9141-9231-3DE54FE038B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4" y="2425"/>
                <a:ext cx="208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u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173" name="Group 61">
              <a:extLst>
                <a:ext uri="{FF2B5EF4-FFF2-40B4-BE49-F238E27FC236}">
                  <a16:creationId xmlns:a16="http://schemas.microsoft.com/office/drawing/2014/main" id="{B00F025D-2C95-A044-AFF5-397F6CA81FA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461" y="2128"/>
              <a:ext cx="196" cy="250"/>
              <a:chOff x="2958" y="2425"/>
              <a:chExt cx="199" cy="250"/>
            </a:xfrm>
          </p:grpSpPr>
          <p:sp>
            <p:nvSpPr>
              <p:cNvPr id="196" name="Rectangle 62">
                <a:extLst>
                  <a:ext uri="{FF2B5EF4-FFF2-40B4-BE49-F238E27FC236}">
                    <a16:creationId xmlns:a16="http://schemas.microsoft.com/office/drawing/2014/main" id="{DBBD13A0-0A7C-8049-879E-1B92947643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97" name="Text Box 63">
                <a:extLst>
                  <a:ext uri="{FF2B5EF4-FFF2-40B4-BE49-F238E27FC236}">
                    <a16:creationId xmlns:a16="http://schemas.microsoft.com/office/drawing/2014/main" id="{7AB2974E-D97D-A248-BCD8-AF4D1F0FDCA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8" y="2425"/>
                <a:ext cx="199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y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174" name="Group 64">
              <a:extLst>
                <a:ext uri="{FF2B5EF4-FFF2-40B4-BE49-F238E27FC236}">
                  <a16:creationId xmlns:a16="http://schemas.microsoft.com/office/drawing/2014/main" id="{33C09162-022E-2E4B-B1DD-AA461D35FDB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72" y="2095"/>
              <a:ext cx="212" cy="288"/>
              <a:chOff x="2951" y="2395"/>
              <a:chExt cx="213" cy="288"/>
            </a:xfrm>
          </p:grpSpPr>
          <p:sp>
            <p:nvSpPr>
              <p:cNvPr id="194" name="Rectangle 65">
                <a:extLst>
                  <a:ext uri="{FF2B5EF4-FFF2-40B4-BE49-F238E27FC236}">
                    <a16:creationId xmlns:a16="http://schemas.microsoft.com/office/drawing/2014/main" id="{CCEE4832-7AF3-4A40-BCBA-0E78A1D44B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95" name="Text Box 66">
                <a:extLst>
                  <a:ext uri="{FF2B5EF4-FFF2-40B4-BE49-F238E27FC236}">
                    <a16:creationId xmlns:a16="http://schemas.microsoft.com/office/drawing/2014/main" id="{A18AA9CD-8C8C-C64E-8BB2-ABFB82B7752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1" y="2395"/>
                <a:ext cx="213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x</a:t>
                </a:r>
              </a:p>
            </p:txBody>
          </p:sp>
        </p:grpSp>
        <p:grpSp>
          <p:nvGrpSpPr>
            <p:cNvPr id="175" name="Group 67">
              <a:extLst>
                <a:ext uri="{FF2B5EF4-FFF2-40B4-BE49-F238E27FC236}">
                  <a16:creationId xmlns:a16="http://schemas.microsoft.com/office/drawing/2014/main" id="{7E4A4CB5-5240-5047-A355-D558A3E12E2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437" y="1438"/>
              <a:ext cx="233" cy="252"/>
              <a:chOff x="2940" y="2425"/>
              <a:chExt cx="236" cy="252"/>
            </a:xfrm>
          </p:grpSpPr>
          <p:sp>
            <p:nvSpPr>
              <p:cNvPr id="192" name="Rectangle 68">
                <a:extLst>
                  <a:ext uri="{FF2B5EF4-FFF2-40B4-BE49-F238E27FC236}">
                    <a16:creationId xmlns:a16="http://schemas.microsoft.com/office/drawing/2014/main" id="{A96BB7D8-5E3B-F54A-ACAA-E0677DC078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6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93" name="Text Box 69">
                <a:extLst>
                  <a:ext uri="{FF2B5EF4-FFF2-40B4-BE49-F238E27FC236}">
                    <a16:creationId xmlns:a16="http://schemas.microsoft.com/office/drawing/2014/main" id="{410DA41D-9F14-6F44-84CA-D9A959BDF5D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40" y="2425"/>
                <a:ext cx="236" cy="25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w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176" name="Group 70">
              <a:extLst>
                <a:ext uri="{FF2B5EF4-FFF2-40B4-BE49-F238E27FC236}">
                  <a16:creationId xmlns:a16="http://schemas.microsoft.com/office/drawing/2014/main" id="{E0B1048B-D084-C846-A55C-AC744DBE9F3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71" y="1438"/>
              <a:ext cx="196" cy="250"/>
              <a:chOff x="2958" y="2425"/>
              <a:chExt cx="199" cy="250"/>
            </a:xfrm>
          </p:grpSpPr>
          <p:sp>
            <p:nvSpPr>
              <p:cNvPr id="190" name="Rectangle 71">
                <a:extLst>
                  <a:ext uri="{FF2B5EF4-FFF2-40B4-BE49-F238E27FC236}">
                    <a16:creationId xmlns:a16="http://schemas.microsoft.com/office/drawing/2014/main" id="{7CD3D1BE-34F4-094F-BA32-8D49284AB6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91" name="Text Box 72">
                <a:extLst>
                  <a:ext uri="{FF2B5EF4-FFF2-40B4-BE49-F238E27FC236}">
                    <a16:creationId xmlns:a16="http://schemas.microsoft.com/office/drawing/2014/main" id="{3D5C06AA-C47B-6A4D-8A27-AA4C7D76D28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8" y="2425"/>
                <a:ext cx="199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v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177" name="Group 73">
              <a:extLst>
                <a:ext uri="{FF2B5EF4-FFF2-40B4-BE49-F238E27FC236}">
                  <a16:creationId xmlns:a16="http://schemas.microsoft.com/office/drawing/2014/main" id="{39C6C191-6A4D-D145-9B17-2F0B670B8A9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025" y="1756"/>
              <a:ext cx="212" cy="288"/>
              <a:chOff x="2949" y="2395"/>
              <a:chExt cx="214" cy="288"/>
            </a:xfrm>
          </p:grpSpPr>
          <p:sp>
            <p:nvSpPr>
              <p:cNvPr id="188" name="Rectangle 74">
                <a:extLst>
                  <a:ext uri="{FF2B5EF4-FFF2-40B4-BE49-F238E27FC236}">
                    <a16:creationId xmlns:a16="http://schemas.microsoft.com/office/drawing/2014/main" id="{878788BF-9BAB-6B4B-BCC1-7F88FC57D4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89" name="Text Box 75">
                <a:extLst>
                  <a:ext uri="{FF2B5EF4-FFF2-40B4-BE49-F238E27FC236}">
                    <a16:creationId xmlns:a16="http://schemas.microsoft.com/office/drawing/2014/main" id="{29553818-901F-A74B-A973-8B1ACA61A2E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49" y="2395"/>
                <a:ext cx="214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z</a:t>
                </a:r>
              </a:p>
            </p:txBody>
          </p:sp>
        </p:grpSp>
        <p:sp>
          <p:nvSpPr>
            <p:cNvPr id="178" name="Text Box 76">
              <a:extLst>
                <a:ext uri="{FF2B5EF4-FFF2-40B4-BE49-F238E27FC236}">
                  <a16:creationId xmlns:a16="http://schemas.microsoft.com/office/drawing/2014/main" id="{346FE683-DA02-964E-912E-9008265FA1E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93" y="1568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79" name="Text Box 77">
              <a:extLst>
                <a:ext uri="{FF2B5EF4-FFF2-40B4-BE49-F238E27FC236}">
                  <a16:creationId xmlns:a16="http://schemas.microsoft.com/office/drawing/2014/main" id="{83CAABB4-6EF8-DD4F-86E0-A7C8DC5F3BE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41" y="1787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0" name="Text Box 78">
              <a:extLst>
                <a:ext uri="{FF2B5EF4-FFF2-40B4-BE49-F238E27FC236}">
                  <a16:creationId xmlns:a16="http://schemas.microsoft.com/office/drawing/2014/main" id="{60B8E963-90D2-C24E-B1C3-92826407D03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06" y="2000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1" name="Text Box 79">
              <a:extLst>
                <a:ext uri="{FF2B5EF4-FFF2-40B4-BE49-F238E27FC236}">
                  <a16:creationId xmlns:a16="http://schemas.microsoft.com/office/drawing/2014/main" id="{DCA75031-4CAF-FB4B-B5B5-33DB92D51C0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25" y="1880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2" name="Text Box 80">
              <a:extLst>
                <a:ext uri="{FF2B5EF4-FFF2-40B4-BE49-F238E27FC236}">
                  <a16:creationId xmlns:a16="http://schemas.microsoft.com/office/drawing/2014/main" id="{C519B319-7316-9041-86CC-85BF1228899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62" y="2234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3" name="Text Box 81">
              <a:extLst>
                <a:ext uri="{FF2B5EF4-FFF2-40B4-BE49-F238E27FC236}">
                  <a16:creationId xmlns:a16="http://schemas.microsoft.com/office/drawing/2014/main" id="{5B6C4D06-FD20-5C4C-9AE3-6086B101980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22" y="1805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4" name="Text Box 82">
              <a:extLst>
                <a:ext uri="{FF2B5EF4-FFF2-40B4-BE49-F238E27FC236}">
                  <a16:creationId xmlns:a16="http://schemas.microsoft.com/office/drawing/2014/main" id="{D7076B21-53BA-B14B-954F-D3582ED801D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82" y="2069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5" name="Text Box 83">
              <a:extLst>
                <a:ext uri="{FF2B5EF4-FFF2-40B4-BE49-F238E27FC236}">
                  <a16:creationId xmlns:a16="http://schemas.microsoft.com/office/drawing/2014/main" id="{35EAA28F-B2FC-B840-B933-852F6B10C52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55" y="1532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6" name="Text Box 84">
              <a:extLst>
                <a:ext uri="{FF2B5EF4-FFF2-40B4-BE49-F238E27FC236}">
                  <a16:creationId xmlns:a16="http://schemas.microsoft.com/office/drawing/2014/main" id="{1DF8C370-9E82-204B-BC41-540B267E1D2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20" y="1382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7" name="Text Box 85">
              <a:extLst>
                <a:ext uri="{FF2B5EF4-FFF2-40B4-BE49-F238E27FC236}">
                  <a16:creationId xmlns:a16="http://schemas.microsoft.com/office/drawing/2014/main" id="{70F01FE7-388D-494B-9568-B741BD3A18C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69" y="1115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cxnSp>
        <p:nvCxnSpPr>
          <p:cNvPr id="200" name="Straight Arrow Connector 199">
            <a:extLst>
              <a:ext uri="{FF2B5EF4-FFF2-40B4-BE49-F238E27FC236}">
                <a16:creationId xmlns:a16="http://schemas.microsoft.com/office/drawing/2014/main" id="{D0EB6011-5A98-FD41-B923-923C37A2C8EB}"/>
              </a:ext>
            </a:extLst>
          </p:cNvPr>
          <p:cNvCxnSpPr>
            <a:cxnSpLocks/>
          </p:cNvCxnSpPr>
          <p:nvPr/>
        </p:nvCxnSpPr>
        <p:spPr>
          <a:xfrm>
            <a:off x="1118203" y="5514294"/>
            <a:ext cx="439472" cy="428799"/>
          </a:xfrm>
          <a:prstGeom prst="straightConnector1">
            <a:avLst/>
          </a:prstGeom>
          <a:ln w="317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61214587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2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500"/>
                            </p:stCondLst>
                            <p:childTnLst>
                              <p:par>
                                <p:cTn id="14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1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2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7" grpId="0" animBg="1"/>
      <p:bldP spid="172" grpId="0"/>
    </p:bld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1" name="Group 200">
            <a:extLst>
              <a:ext uri="{FF2B5EF4-FFF2-40B4-BE49-F238E27FC236}">
                <a16:creationId xmlns:a16="http://schemas.microsoft.com/office/drawing/2014/main" id="{4FE3D221-D37B-6E43-BD5C-9D85D700EE88}"/>
              </a:ext>
            </a:extLst>
          </p:cNvPr>
          <p:cNvGrpSpPr/>
          <p:nvPr/>
        </p:nvGrpSpPr>
        <p:grpSpPr>
          <a:xfrm>
            <a:off x="4454071" y="3833590"/>
            <a:ext cx="1669144" cy="2786743"/>
            <a:chOff x="391885" y="3599543"/>
            <a:chExt cx="1669144" cy="2786743"/>
          </a:xfrm>
        </p:grpSpPr>
        <p:sp>
          <p:nvSpPr>
            <p:cNvPr id="202" name="Oval 201">
              <a:extLst>
                <a:ext uri="{FF2B5EF4-FFF2-40B4-BE49-F238E27FC236}">
                  <a16:creationId xmlns:a16="http://schemas.microsoft.com/office/drawing/2014/main" id="{523ACA7E-7391-D44A-806F-75B7293D7DA7}"/>
                </a:ext>
              </a:extLst>
            </p:cNvPr>
            <p:cNvSpPr/>
            <p:nvPr/>
          </p:nvSpPr>
          <p:spPr>
            <a:xfrm>
              <a:off x="391885" y="3599543"/>
              <a:ext cx="1480458" cy="2786743"/>
            </a:xfrm>
            <a:prstGeom prst="ellipse">
              <a:avLst/>
            </a:prstGeom>
            <a:noFill/>
            <a:ln w="38100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03" name="Rectangle 202">
              <a:extLst>
                <a:ext uri="{FF2B5EF4-FFF2-40B4-BE49-F238E27FC236}">
                  <a16:creationId xmlns:a16="http://schemas.microsoft.com/office/drawing/2014/main" id="{53749D51-CECB-9D44-B018-F266EF41FC5F}"/>
                </a:ext>
              </a:extLst>
            </p:cNvPr>
            <p:cNvSpPr/>
            <p:nvPr/>
          </p:nvSpPr>
          <p:spPr>
            <a:xfrm>
              <a:off x="1161143" y="3715658"/>
              <a:ext cx="899886" cy="1511295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204" name="Straight Arrow Connector 203">
              <a:extLst>
                <a:ext uri="{FF2B5EF4-FFF2-40B4-BE49-F238E27FC236}">
                  <a16:creationId xmlns:a16="http://schemas.microsoft.com/office/drawing/2014/main" id="{449FB44A-FC51-6244-B19F-B77DE67800AB}"/>
                </a:ext>
              </a:extLst>
            </p:cNvPr>
            <p:cNvCxnSpPr>
              <a:cxnSpLocks/>
            </p:cNvCxnSpPr>
            <p:nvPr/>
          </p:nvCxnSpPr>
          <p:spPr>
            <a:xfrm>
              <a:off x="1377950" y="3679825"/>
              <a:ext cx="144237" cy="107497"/>
            </a:xfrm>
            <a:prstGeom prst="straightConnector1">
              <a:avLst/>
            </a:prstGeom>
            <a:ln w="38100">
              <a:solidFill>
                <a:srgbClr val="C0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" name="Title 5">
            <a:extLst>
              <a:ext uri="{FF2B5EF4-FFF2-40B4-BE49-F238E27FC236}">
                <a16:creationId xmlns:a16="http://schemas.microsoft.com/office/drawing/2014/main" id="{5B27BFF1-5DCE-D642-8EFE-FACB1C97EEE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199" y="354060"/>
            <a:ext cx="11179629" cy="894622"/>
          </a:xfrm>
        </p:spPr>
        <p:txBody>
          <a:bodyPr/>
          <a:lstStyle/>
          <a:p>
            <a:r>
              <a:rPr lang="en-US" b="0" dirty="0">
                <a:latin typeface="+mn-lt"/>
              </a:rPr>
              <a:t>Dijkstra’s algorithm: an example</a:t>
            </a:r>
          </a:p>
        </p:txBody>
      </p:sp>
      <p:sp>
        <p:nvSpPr>
          <p:cNvPr id="246" name="Text Box 3">
            <a:extLst>
              <a:ext uri="{FF2B5EF4-FFF2-40B4-BE49-F238E27FC236}">
                <a16:creationId xmlns:a16="http://schemas.microsoft.com/office/drawing/2014/main" id="{B903AE0C-4346-CF44-9481-037FB37A398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97181" y="1647825"/>
            <a:ext cx="706437" cy="2225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Step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0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1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2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3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4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5</a:t>
            </a:r>
          </a:p>
        </p:txBody>
      </p:sp>
      <p:sp>
        <p:nvSpPr>
          <p:cNvPr id="247" name="Text Box 4">
            <a:extLst>
              <a:ext uri="{FF2B5EF4-FFF2-40B4-BE49-F238E27FC236}">
                <a16:creationId xmlns:a16="http://schemas.microsoft.com/office/drawing/2014/main" id="{940B6AB4-2B9C-424D-9073-90B490CA145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07285" y="1657350"/>
            <a:ext cx="420308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N</a:t>
            </a: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rPr>
              <a:t>'</a:t>
            </a:r>
          </a:p>
        </p:txBody>
      </p:sp>
      <p:sp>
        <p:nvSpPr>
          <p:cNvPr id="248" name="Text Box 5">
            <a:extLst>
              <a:ext uri="{FF2B5EF4-FFF2-40B4-BE49-F238E27FC236}">
                <a16:creationId xmlns:a16="http://schemas.microsoft.com/office/drawing/2014/main" id="{BFC5A1B4-9A1A-8748-B5FA-043233C160A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32260" y="1626727"/>
            <a:ext cx="1180130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D(v),p(v)</a:t>
            </a:r>
          </a:p>
        </p:txBody>
      </p:sp>
      <p:sp>
        <p:nvSpPr>
          <p:cNvPr id="250" name="Text Box 7">
            <a:extLst>
              <a:ext uri="{FF2B5EF4-FFF2-40B4-BE49-F238E27FC236}">
                <a16:creationId xmlns:a16="http://schemas.microsoft.com/office/drawing/2014/main" id="{134AE2AD-F4F6-A646-BCC7-1F2E0A23EDC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34634" y="1626726"/>
            <a:ext cx="1180131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D(x),p(x)</a:t>
            </a:r>
          </a:p>
        </p:txBody>
      </p:sp>
      <p:sp>
        <p:nvSpPr>
          <p:cNvPr id="251" name="Text Box 8">
            <a:extLst>
              <a:ext uri="{FF2B5EF4-FFF2-40B4-BE49-F238E27FC236}">
                <a16:creationId xmlns:a16="http://schemas.microsoft.com/office/drawing/2014/main" id="{A27983AD-A090-0449-BF43-DC6600055B4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56559" y="1638300"/>
            <a:ext cx="1180131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D(y),p(y)</a:t>
            </a:r>
          </a:p>
        </p:txBody>
      </p:sp>
      <p:sp>
        <p:nvSpPr>
          <p:cNvPr id="252" name="Text Box 9">
            <a:extLst>
              <a:ext uri="{FF2B5EF4-FFF2-40B4-BE49-F238E27FC236}">
                <a16:creationId xmlns:a16="http://schemas.microsoft.com/office/drawing/2014/main" id="{297C2219-5295-1C4F-BC52-FD72360100D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63535" y="1638300"/>
            <a:ext cx="1180130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D(z),p(z)</a:t>
            </a:r>
          </a:p>
        </p:txBody>
      </p:sp>
      <p:sp>
        <p:nvSpPr>
          <p:cNvPr id="253" name="Line 10">
            <a:extLst>
              <a:ext uri="{FF2B5EF4-FFF2-40B4-BE49-F238E27FC236}">
                <a16:creationId xmlns:a16="http://schemas.microsoft.com/office/drawing/2014/main" id="{D9A0E014-3E4B-AA48-86C7-6D4E4AE592F4}"/>
              </a:ext>
            </a:extLst>
          </p:cNvPr>
          <p:cNvSpPr>
            <a:spLocks noChangeShapeType="1"/>
          </p:cNvSpPr>
          <p:nvPr/>
        </p:nvSpPr>
        <p:spPr bwMode="auto">
          <a:xfrm>
            <a:off x="1519418" y="1998662"/>
            <a:ext cx="8505825" cy="9525"/>
          </a:xfrm>
          <a:prstGeom prst="line">
            <a:avLst/>
          </a:prstGeom>
          <a:noFill/>
          <a:ln w="28575">
            <a:solidFill>
              <a:srgbClr val="3333CC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495" name="Text Box 6">
            <a:extLst>
              <a:ext uri="{FF2B5EF4-FFF2-40B4-BE49-F238E27FC236}">
                <a16:creationId xmlns:a16="http://schemas.microsoft.com/office/drawing/2014/main" id="{A24F37E4-4175-D247-9C29-BC40A27B53F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69951" y="1633417"/>
            <a:ext cx="1295547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D(w),p(w)</a:t>
            </a:r>
          </a:p>
        </p:txBody>
      </p:sp>
      <p:sp>
        <p:nvSpPr>
          <p:cNvPr id="498" name="Text Box 6">
            <a:extLst>
              <a:ext uri="{FF2B5EF4-FFF2-40B4-BE49-F238E27FC236}">
                <a16:creationId xmlns:a16="http://schemas.microsoft.com/office/drawing/2014/main" id="{64BB3F8B-CE19-1C41-B2C9-B564AF1B5BB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837414" y="2958717"/>
            <a:ext cx="1284288" cy="1616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D(w),p(w)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5,u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4,x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3,y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3,y</a:t>
            </a:r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83A2ED86-B66C-0F49-818B-087416791E66}"/>
              </a:ext>
            </a:extLst>
          </p:cNvPr>
          <p:cNvGrpSpPr/>
          <p:nvPr/>
        </p:nvGrpSpPr>
        <p:grpSpPr>
          <a:xfrm>
            <a:off x="4263633" y="1951300"/>
            <a:ext cx="5679281" cy="401555"/>
            <a:chOff x="4263633" y="1951300"/>
            <a:chExt cx="5679281" cy="401555"/>
          </a:xfrm>
        </p:grpSpPr>
        <p:sp>
          <p:nvSpPr>
            <p:cNvPr id="249" name="Text Box 6">
              <a:extLst>
                <a:ext uri="{FF2B5EF4-FFF2-40B4-BE49-F238E27FC236}">
                  <a16:creationId xmlns:a16="http://schemas.microsoft.com/office/drawing/2014/main" id="{CD4FA9CE-7149-A440-83C1-21E98C3A6B6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70608" y="1951300"/>
              <a:ext cx="54053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5,u</a:t>
              </a:r>
            </a:p>
          </p:txBody>
        </p:sp>
        <p:sp>
          <p:nvSpPr>
            <p:cNvPr id="483" name="Text Box 9">
              <a:extLst>
                <a:ext uri="{FF2B5EF4-FFF2-40B4-BE49-F238E27FC236}">
                  <a16:creationId xmlns:a16="http://schemas.microsoft.com/office/drawing/2014/main" id="{451C47E2-E094-7147-A23C-5212BC8FB56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564285" y="1975894"/>
              <a:ext cx="378629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charset="0"/>
                  <a:ea typeface="ＭＳ Ｐゴシック" charset="0"/>
                </a:rPr>
                <a:t>∞</a:t>
              </a: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93" name="Text Box 9">
              <a:extLst>
                <a:ext uri="{FF2B5EF4-FFF2-40B4-BE49-F238E27FC236}">
                  <a16:creationId xmlns:a16="http://schemas.microsoft.com/office/drawing/2014/main" id="{77161A6C-F59E-E646-A81F-7F211BDD004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68885" y="1974450"/>
              <a:ext cx="378629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charset="0"/>
                  <a:ea typeface="ＭＳ Ｐゴシック" charset="0"/>
                </a:rPr>
                <a:t>∞</a:t>
              </a: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94" name="Text Box 7">
              <a:extLst>
                <a:ext uri="{FF2B5EF4-FFF2-40B4-BE49-F238E27FC236}">
                  <a16:creationId xmlns:a16="http://schemas.microsoft.com/office/drawing/2014/main" id="{052BF5DE-999E-0047-B15A-B0A0D539AFA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866008" y="1951300"/>
              <a:ext cx="54053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1,u</a:t>
              </a:r>
            </a:p>
          </p:txBody>
        </p:sp>
        <p:sp>
          <p:nvSpPr>
            <p:cNvPr id="500" name="Text Box 5">
              <a:extLst>
                <a:ext uri="{FF2B5EF4-FFF2-40B4-BE49-F238E27FC236}">
                  <a16:creationId xmlns:a16="http://schemas.microsoft.com/office/drawing/2014/main" id="{39318546-EB10-7141-A532-7477C3F9247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63633" y="1952745"/>
              <a:ext cx="54053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2,u</a:t>
              </a:r>
            </a:p>
          </p:txBody>
        </p:sp>
      </p:grpSp>
      <p:sp>
        <p:nvSpPr>
          <p:cNvPr id="508" name="Text Box 4">
            <a:extLst>
              <a:ext uri="{FF2B5EF4-FFF2-40B4-BE49-F238E27FC236}">
                <a16:creationId xmlns:a16="http://schemas.microsoft.com/office/drawing/2014/main" id="{46A6DAE9-5634-E343-888C-DBD504BE17B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82181" y="1941646"/>
            <a:ext cx="32733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</a:t>
            </a:r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155C6A08-435F-074A-8CB5-94B5718AAF55}"/>
              </a:ext>
            </a:extLst>
          </p:cNvPr>
          <p:cNvCxnSpPr/>
          <p:nvPr/>
        </p:nvCxnSpPr>
        <p:spPr>
          <a:xfrm>
            <a:off x="1706097" y="2303362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09" name="Straight Connector 508">
            <a:extLst>
              <a:ext uri="{FF2B5EF4-FFF2-40B4-BE49-F238E27FC236}">
                <a16:creationId xmlns:a16="http://schemas.microsoft.com/office/drawing/2014/main" id="{A3B06771-707C-C549-B117-3063EC3738D7}"/>
              </a:ext>
            </a:extLst>
          </p:cNvPr>
          <p:cNvCxnSpPr/>
          <p:nvPr/>
        </p:nvCxnSpPr>
        <p:spPr>
          <a:xfrm>
            <a:off x="1714983" y="2606233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0" name="Straight Connector 509">
            <a:extLst>
              <a:ext uri="{FF2B5EF4-FFF2-40B4-BE49-F238E27FC236}">
                <a16:creationId xmlns:a16="http://schemas.microsoft.com/office/drawing/2014/main" id="{1D62FDB7-4F58-C84F-A936-529AACBF81D5}"/>
              </a:ext>
            </a:extLst>
          </p:cNvPr>
          <p:cNvCxnSpPr/>
          <p:nvPr/>
        </p:nvCxnSpPr>
        <p:spPr>
          <a:xfrm>
            <a:off x="1719251" y="2913722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1" name="Straight Connector 510">
            <a:extLst>
              <a:ext uri="{FF2B5EF4-FFF2-40B4-BE49-F238E27FC236}">
                <a16:creationId xmlns:a16="http://schemas.microsoft.com/office/drawing/2014/main" id="{F671747E-F7E7-174E-B66B-4158AC0C73AC}"/>
              </a:ext>
            </a:extLst>
          </p:cNvPr>
          <p:cNvCxnSpPr/>
          <p:nvPr/>
        </p:nvCxnSpPr>
        <p:spPr>
          <a:xfrm>
            <a:off x="1718901" y="3225829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4" name="Straight Connector 513">
            <a:extLst>
              <a:ext uri="{FF2B5EF4-FFF2-40B4-BE49-F238E27FC236}">
                <a16:creationId xmlns:a16="http://schemas.microsoft.com/office/drawing/2014/main" id="{A48E9275-8476-9244-A5FE-18548D30A1B6}"/>
              </a:ext>
            </a:extLst>
          </p:cNvPr>
          <p:cNvCxnSpPr/>
          <p:nvPr/>
        </p:nvCxnSpPr>
        <p:spPr>
          <a:xfrm>
            <a:off x="1727787" y="3565644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3" name="Text Box 3">
            <a:extLst>
              <a:ext uri="{FF2B5EF4-FFF2-40B4-BE49-F238E27FC236}">
                <a16:creationId xmlns:a16="http://schemas.microsoft.com/office/drawing/2014/main" id="{7F7C65A8-3A93-574D-9312-3FDE1275879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17465" y="3427169"/>
            <a:ext cx="1221809" cy="193899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charset="0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8  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Loop </a:t>
            </a: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srgbClr val="0000A8"/>
              </a:solidFill>
              <a:effectLst/>
              <a:uLnTx/>
              <a:uFillTx/>
              <a:latin typeface="Calibri" panose="020F0502020204030204"/>
              <a:ea typeface="ＭＳ Ｐゴシック" charset="0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9    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10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11    </a:t>
            </a:r>
          </a:p>
        </p:txBody>
      </p:sp>
      <p:sp>
        <p:nvSpPr>
          <p:cNvPr id="164" name="Text Box 3">
            <a:extLst>
              <a:ext uri="{FF2B5EF4-FFF2-40B4-BE49-F238E27FC236}">
                <a16:creationId xmlns:a16="http://schemas.microsoft.com/office/drawing/2014/main" id="{9AD40842-B350-BF42-BC3C-5285750E157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76265" y="3750132"/>
            <a:ext cx="5864426" cy="12003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charset="0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find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a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not in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N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Arial" charset="0"/>
              </a:rPr>
              <a:t>'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such that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D(a)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is a minimum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add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a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to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N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Arial" charset="0"/>
              </a:rPr>
              <a:t>'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</a:t>
            </a:r>
          </a:p>
        </p:txBody>
      </p:sp>
      <p:sp>
        <p:nvSpPr>
          <p:cNvPr id="167" name="Oval 114">
            <a:extLst>
              <a:ext uri="{FF2B5EF4-FFF2-40B4-BE49-F238E27FC236}">
                <a16:creationId xmlns:a16="http://schemas.microsoft.com/office/drawing/2014/main" id="{D5350C1B-A977-CC45-ADDA-7ABEE3B22E6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43529" y="2025568"/>
            <a:ext cx="602852" cy="301972"/>
          </a:xfrm>
          <a:prstGeom prst="ellips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charset="0"/>
              <a:ea typeface="ＭＳ Ｐゴシック" charset="0"/>
              <a:cs typeface="+mn-cs"/>
            </a:endParaRPr>
          </a:p>
        </p:txBody>
      </p:sp>
      <p:sp>
        <p:nvSpPr>
          <p:cNvPr id="172" name="Text Box 4">
            <a:extLst>
              <a:ext uri="{FF2B5EF4-FFF2-40B4-BE49-F238E27FC236}">
                <a16:creationId xmlns:a16="http://schemas.microsoft.com/office/drawing/2014/main" id="{1B8BDA83-ED76-9C43-B640-E44C3E517FE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58516" y="2241520"/>
            <a:ext cx="45557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ux</a:t>
            </a:r>
          </a:p>
        </p:txBody>
      </p:sp>
      <p:sp>
        <p:nvSpPr>
          <p:cNvPr id="112" name="TextBox 111">
            <a:extLst>
              <a:ext uri="{FF2B5EF4-FFF2-40B4-BE49-F238E27FC236}">
                <a16:creationId xmlns:a16="http://schemas.microsoft.com/office/drawing/2014/main" id="{315CB903-C0C3-C744-B8C9-92A6680CB584}"/>
              </a:ext>
            </a:extLst>
          </p:cNvPr>
          <p:cNvSpPr txBox="1"/>
          <p:nvPr/>
        </p:nvSpPr>
        <p:spPr>
          <a:xfrm>
            <a:off x="4322868" y="1212035"/>
            <a:ext cx="346570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v</a:t>
            </a:r>
          </a:p>
        </p:txBody>
      </p:sp>
      <p:sp>
        <p:nvSpPr>
          <p:cNvPr id="113" name="TextBox 112">
            <a:extLst>
              <a:ext uri="{FF2B5EF4-FFF2-40B4-BE49-F238E27FC236}">
                <a16:creationId xmlns:a16="http://schemas.microsoft.com/office/drawing/2014/main" id="{5AD4F740-0EF9-2044-827E-A54C55587203}"/>
              </a:ext>
            </a:extLst>
          </p:cNvPr>
          <p:cNvSpPr txBox="1"/>
          <p:nvPr/>
        </p:nvSpPr>
        <p:spPr>
          <a:xfrm>
            <a:off x="5598013" y="1206430"/>
            <a:ext cx="441146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w</a:t>
            </a:r>
          </a:p>
        </p:txBody>
      </p:sp>
      <p:sp>
        <p:nvSpPr>
          <p:cNvPr id="114" name="TextBox 113">
            <a:extLst>
              <a:ext uri="{FF2B5EF4-FFF2-40B4-BE49-F238E27FC236}">
                <a16:creationId xmlns:a16="http://schemas.microsoft.com/office/drawing/2014/main" id="{AE0A5B28-C8D3-E14E-B1D4-EDE4C4101E6C}"/>
              </a:ext>
            </a:extLst>
          </p:cNvPr>
          <p:cNvSpPr txBox="1"/>
          <p:nvPr/>
        </p:nvSpPr>
        <p:spPr>
          <a:xfrm>
            <a:off x="6907883" y="1200825"/>
            <a:ext cx="340158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x</a:t>
            </a:r>
          </a:p>
        </p:txBody>
      </p:sp>
      <p:sp>
        <p:nvSpPr>
          <p:cNvPr id="115" name="TextBox 114">
            <a:extLst>
              <a:ext uri="{FF2B5EF4-FFF2-40B4-BE49-F238E27FC236}">
                <a16:creationId xmlns:a16="http://schemas.microsoft.com/office/drawing/2014/main" id="{E7BFB733-E937-014A-B7CC-EE11641F15CC}"/>
              </a:ext>
            </a:extLst>
          </p:cNvPr>
          <p:cNvSpPr txBox="1"/>
          <p:nvPr/>
        </p:nvSpPr>
        <p:spPr>
          <a:xfrm>
            <a:off x="8240903" y="1206795"/>
            <a:ext cx="346570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y</a:t>
            </a:r>
          </a:p>
        </p:txBody>
      </p:sp>
      <p:sp>
        <p:nvSpPr>
          <p:cNvPr id="116" name="TextBox 115">
            <a:extLst>
              <a:ext uri="{FF2B5EF4-FFF2-40B4-BE49-F238E27FC236}">
                <a16:creationId xmlns:a16="http://schemas.microsoft.com/office/drawing/2014/main" id="{08D54A84-29AE-E948-B36B-A3E997D943D5}"/>
              </a:ext>
            </a:extLst>
          </p:cNvPr>
          <p:cNvSpPr txBox="1"/>
          <p:nvPr/>
        </p:nvSpPr>
        <p:spPr>
          <a:xfrm>
            <a:off x="9504473" y="1224340"/>
            <a:ext cx="325730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z</a:t>
            </a:r>
          </a:p>
        </p:txBody>
      </p:sp>
      <p:grpSp>
        <p:nvGrpSpPr>
          <p:cNvPr id="120" name="Group 16">
            <a:extLst>
              <a:ext uri="{FF2B5EF4-FFF2-40B4-BE49-F238E27FC236}">
                <a16:creationId xmlns:a16="http://schemas.microsoft.com/office/drawing/2014/main" id="{758A3B01-F3F9-A74E-B632-177660FF1736}"/>
              </a:ext>
            </a:extLst>
          </p:cNvPr>
          <p:cNvGrpSpPr>
            <a:grpSpLocks/>
          </p:cNvGrpSpPr>
          <p:nvPr/>
        </p:nvGrpSpPr>
        <p:grpSpPr bwMode="auto">
          <a:xfrm>
            <a:off x="644342" y="4117376"/>
            <a:ext cx="3571875" cy="2236788"/>
            <a:chOff x="3162" y="1071"/>
            <a:chExt cx="2250" cy="1409"/>
          </a:xfrm>
        </p:grpSpPr>
        <p:sp>
          <p:nvSpPr>
            <p:cNvPr id="121" name="Freeform 17">
              <a:extLst>
                <a:ext uri="{FF2B5EF4-FFF2-40B4-BE49-F238E27FC236}">
                  <a16:creationId xmlns:a16="http://schemas.microsoft.com/office/drawing/2014/main" id="{3D738A20-E61D-3347-97FA-CFBB4A2027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2" y="1071"/>
              <a:ext cx="2250" cy="1409"/>
            </a:xfrm>
            <a:custGeom>
              <a:avLst/>
              <a:gdLst>
                <a:gd name="T0" fmla="*/ 0 w 2250"/>
                <a:gd name="T1" fmla="*/ 624 h 1409"/>
                <a:gd name="T2" fmla="*/ 219 w 2250"/>
                <a:gd name="T3" fmla="*/ 321 h 1409"/>
                <a:gd name="T4" fmla="*/ 529 w 2250"/>
                <a:gd name="T5" fmla="*/ 35 h 1409"/>
                <a:gd name="T6" fmla="*/ 1551 w 2250"/>
                <a:gd name="T7" fmla="*/ 111 h 1409"/>
                <a:gd name="T8" fmla="*/ 1968 w 2250"/>
                <a:gd name="T9" fmla="*/ 483 h 1409"/>
                <a:gd name="T10" fmla="*/ 2199 w 2250"/>
                <a:gd name="T11" fmla="*/ 906 h 1409"/>
                <a:gd name="T12" fmla="*/ 1659 w 2250"/>
                <a:gd name="T13" fmla="*/ 1314 h 1409"/>
                <a:gd name="T14" fmla="*/ 993 w 2250"/>
                <a:gd name="T15" fmla="*/ 1386 h 1409"/>
                <a:gd name="T16" fmla="*/ 465 w 2250"/>
                <a:gd name="T17" fmla="*/ 1356 h 1409"/>
                <a:gd name="T18" fmla="*/ 102 w 2250"/>
                <a:gd name="T19" fmla="*/ 1068 h 1409"/>
                <a:gd name="T20" fmla="*/ 0 w 2250"/>
                <a:gd name="T21" fmla="*/ 624 h 140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2250"/>
                <a:gd name="T34" fmla="*/ 0 h 1409"/>
                <a:gd name="T35" fmla="*/ 2250 w 2250"/>
                <a:gd name="T36" fmla="*/ 1409 h 1409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2250" h="1409">
                  <a:moveTo>
                    <a:pt x="0" y="624"/>
                  </a:moveTo>
                  <a:cubicBezTo>
                    <a:pt x="5" y="506"/>
                    <a:pt x="131" y="419"/>
                    <a:pt x="219" y="321"/>
                  </a:cubicBezTo>
                  <a:cubicBezTo>
                    <a:pt x="307" y="223"/>
                    <a:pt x="307" y="70"/>
                    <a:pt x="529" y="35"/>
                  </a:cubicBezTo>
                  <a:cubicBezTo>
                    <a:pt x="751" y="0"/>
                    <a:pt x="1311" y="36"/>
                    <a:pt x="1551" y="111"/>
                  </a:cubicBezTo>
                  <a:cubicBezTo>
                    <a:pt x="1791" y="186"/>
                    <a:pt x="1860" y="351"/>
                    <a:pt x="1968" y="483"/>
                  </a:cubicBezTo>
                  <a:cubicBezTo>
                    <a:pt x="2076" y="615"/>
                    <a:pt x="2250" y="767"/>
                    <a:pt x="2199" y="906"/>
                  </a:cubicBezTo>
                  <a:cubicBezTo>
                    <a:pt x="2148" y="1045"/>
                    <a:pt x="1860" y="1234"/>
                    <a:pt x="1659" y="1314"/>
                  </a:cubicBezTo>
                  <a:cubicBezTo>
                    <a:pt x="1458" y="1394"/>
                    <a:pt x="1192" y="1379"/>
                    <a:pt x="993" y="1386"/>
                  </a:cubicBezTo>
                  <a:cubicBezTo>
                    <a:pt x="794" y="1393"/>
                    <a:pt x="613" y="1409"/>
                    <a:pt x="465" y="1356"/>
                  </a:cubicBezTo>
                  <a:cubicBezTo>
                    <a:pt x="317" y="1303"/>
                    <a:pt x="180" y="1190"/>
                    <a:pt x="102" y="1068"/>
                  </a:cubicBezTo>
                  <a:cubicBezTo>
                    <a:pt x="24" y="946"/>
                    <a:pt x="21" y="716"/>
                    <a:pt x="0" y="624"/>
                  </a:cubicBezTo>
                  <a:close/>
                </a:path>
              </a:pathLst>
            </a:custGeom>
            <a:solidFill>
              <a:srgbClr val="9CE0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2" name="Freeform 18">
              <a:extLst>
                <a:ext uri="{FF2B5EF4-FFF2-40B4-BE49-F238E27FC236}">
                  <a16:creationId xmlns:a16="http://schemas.microsoft.com/office/drawing/2014/main" id="{9A67F7D9-6F26-A244-97DD-F400FD21CA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8" y="1620"/>
              <a:ext cx="342" cy="186"/>
            </a:xfrm>
            <a:custGeom>
              <a:avLst/>
              <a:gdLst>
                <a:gd name="T0" fmla="*/ 0 w 342"/>
                <a:gd name="T1" fmla="*/ 186 h 186"/>
                <a:gd name="T2" fmla="*/ 342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3" name="Oval 19">
              <a:extLst>
                <a:ext uri="{FF2B5EF4-FFF2-40B4-BE49-F238E27FC236}">
                  <a16:creationId xmlns:a16="http://schemas.microsoft.com/office/drawing/2014/main" id="{8061EE07-A1C2-284D-B696-ED41FFB288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8" y="1862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4" name="Line 20">
              <a:extLst>
                <a:ext uri="{FF2B5EF4-FFF2-40B4-BE49-F238E27FC236}">
                  <a16:creationId xmlns:a16="http://schemas.microsoft.com/office/drawing/2014/main" id="{CA83B116-D557-D348-AC0B-78E2F5C0452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38" y="1855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5" name="Line 21">
              <a:extLst>
                <a:ext uri="{FF2B5EF4-FFF2-40B4-BE49-F238E27FC236}">
                  <a16:creationId xmlns:a16="http://schemas.microsoft.com/office/drawing/2014/main" id="{1DA79AD7-1C00-F347-B948-32DC2DF1EC2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51" y="1855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6" name="Rectangle 22">
              <a:extLst>
                <a:ext uri="{FF2B5EF4-FFF2-40B4-BE49-F238E27FC236}">
                  <a16:creationId xmlns:a16="http://schemas.microsoft.com/office/drawing/2014/main" id="{984E29E6-D5D1-6442-A8AB-508570DE4A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8" y="1855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7" name="Oval 23">
              <a:extLst>
                <a:ext uri="{FF2B5EF4-FFF2-40B4-BE49-F238E27FC236}">
                  <a16:creationId xmlns:a16="http://schemas.microsoft.com/office/drawing/2014/main" id="{AD024E49-35E0-C446-9678-D92AC1E7A2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5" y="1796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8" name="Oval 24">
              <a:extLst>
                <a:ext uri="{FF2B5EF4-FFF2-40B4-BE49-F238E27FC236}">
                  <a16:creationId xmlns:a16="http://schemas.microsoft.com/office/drawing/2014/main" id="{706D2E3C-10FA-3947-9AD1-A08759A868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2" y="2249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9" name="Line 25">
              <a:extLst>
                <a:ext uri="{FF2B5EF4-FFF2-40B4-BE49-F238E27FC236}">
                  <a16:creationId xmlns:a16="http://schemas.microsoft.com/office/drawing/2014/main" id="{C94CE491-9734-FE44-A0CB-7E0F832D0E6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12" y="224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0" name="Line 26">
              <a:extLst>
                <a:ext uri="{FF2B5EF4-FFF2-40B4-BE49-F238E27FC236}">
                  <a16:creationId xmlns:a16="http://schemas.microsoft.com/office/drawing/2014/main" id="{EB0C7DDA-EBC9-794C-B89D-D4B4BE886CB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25" y="224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1" name="Rectangle 27">
              <a:extLst>
                <a:ext uri="{FF2B5EF4-FFF2-40B4-BE49-F238E27FC236}">
                  <a16:creationId xmlns:a16="http://schemas.microsoft.com/office/drawing/2014/main" id="{D8E5A5C9-FA6E-3D4C-AE3D-AED068D60B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2" y="2242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2" name="Oval 28">
              <a:extLst>
                <a:ext uri="{FF2B5EF4-FFF2-40B4-BE49-F238E27FC236}">
                  <a16:creationId xmlns:a16="http://schemas.microsoft.com/office/drawing/2014/main" id="{0CB55AD6-4358-5341-98E7-B20E616CAE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9" y="2183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3" name="Oval 29">
              <a:extLst>
                <a:ext uri="{FF2B5EF4-FFF2-40B4-BE49-F238E27FC236}">
                  <a16:creationId xmlns:a16="http://schemas.microsoft.com/office/drawing/2014/main" id="{50051819-8732-6E40-952F-4C0540C10A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8" y="1559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4" name="Line 30">
              <a:extLst>
                <a:ext uri="{FF2B5EF4-FFF2-40B4-BE49-F238E27FC236}">
                  <a16:creationId xmlns:a16="http://schemas.microsoft.com/office/drawing/2014/main" id="{DB5E3452-2593-284B-95E8-DB63177BA96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08" y="155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5" name="Line 31">
              <a:extLst>
                <a:ext uri="{FF2B5EF4-FFF2-40B4-BE49-F238E27FC236}">
                  <a16:creationId xmlns:a16="http://schemas.microsoft.com/office/drawing/2014/main" id="{4C9DFB1A-A46F-7C42-AEC0-5BA9C684262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21" y="155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6" name="Rectangle 32">
              <a:extLst>
                <a:ext uri="{FF2B5EF4-FFF2-40B4-BE49-F238E27FC236}">
                  <a16:creationId xmlns:a16="http://schemas.microsoft.com/office/drawing/2014/main" id="{A1C00E39-48AA-274A-B956-CD2E2C45BC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8" y="1552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7" name="Oval 33">
              <a:extLst>
                <a:ext uri="{FF2B5EF4-FFF2-40B4-BE49-F238E27FC236}">
                  <a16:creationId xmlns:a16="http://schemas.microsoft.com/office/drawing/2014/main" id="{BBFA32B2-49E2-574B-9099-DED6B3832C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5" y="1493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8" name="Oval 34">
              <a:extLst>
                <a:ext uri="{FF2B5EF4-FFF2-40B4-BE49-F238E27FC236}">
                  <a16:creationId xmlns:a16="http://schemas.microsoft.com/office/drawing/2014/main" id="{0D58D8D4-B9BC-2541-A17F-D88330A4FA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1" y="1555"/>
              <a:ext cx="312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9" name="Line 35">
              <a:extLst>
                <a:ext uri="{FF2B5EF4-FFF2-40B4-BE49-F238E27FC236}">
                  <a16:creationId xmlns:a16="http://schemas.microsoft.com/office/drawing/2014/main" id="{7504C589-E1E9-2E44-980C-93C5BE9EB7C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91" y="154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0" name="Line 36">
              <a:extLst>
                <a:ext uri="{FF2B5EF4-FFF2-40B4-BE49-F238E27FC236}">
                  <a16:creationId xmlns:a16="http://schemas.microsoft.com/office/drawing/2014/main" id="{7F02875A-5A8E-E14F-A9D7-C2BAE191131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03" y="154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1" name="Rectangle 37">
              <a:extLst>
                <a:ext uri="{FF2B5EF4-FFF2-40B4-BE49-F238E27FC236}">
                  <a16:creationId xmlns:a16="http://schemas.microsoft.com/office/drawing/2014/main" id="{D9139ADE-ED5B-5C40-9669-A638D5EFC9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1" y="1548"/>
              <a:ext cx="309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2" name="Oval 38">
              <a:extLst>
                <a:ext uri="{FF2B5EF4-FFF2-40B4-BE49-F238E27FC236}">
                  <a16:creationId xmlns:a16="http://schemas.microsoft.com/office/drawing/2014/main" id="{51116AC5-23B1-3F4B-972A-683B27105D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4" y="1492"/>
              <a:ext cx="312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3" name="Oval 39">
              <a:extLst>
                <a:ext uri="{FF2B5EF4-FFF2-40B4-BE49-F238E27FC236}">
                  <a16:creationId xmlns:a16="http://schemas.microsoft.com/office/drawing/2014/main" id="{7CF92621-E46C-E745-8108-ADF0C63540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1" y="2246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4" name="Line 40">
              <a:extLst>
                <a:ext uri="{FF2B5EF4-FFF2-40B4-BE49-F238E27FC236}">
                  <a16:creationId xmlns:a16="http://schemas.microsoft.com/office/drawing/2014/main" id="{C97ABDF7-502E-1E45-A7E6-F2C97AF991E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01" y="2239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5" name="Line 41">
              <a:extLst>
                <a:ext uri="{FF2B5EF4-FFF2-40B4-BE49-F238E27FC236}">
                  <a16:creationId xmlns:a16="http://schemas.microsoft.com/office/drawing/2014/main" id="{6F5F6C02-240D-B545-9D40-386AB9F1990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14" y="2239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6" name="Rectangle 42">
              <a:extLst>
                <a:ext uri="{FF2B5EF4-FFF2-40B4-BE49-F238E27FC236}">
                  <a16:creationId xmlns:a16="http://schemas.microsoft.com/office/drawing/2014/main" id="{F971ECC0-824C-FC4B-8D09-7FF856CD87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1" y="2239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7" name="Oval 43">
              <a:extLst>
                <a:ext uri="{FF2B5EF4-FFF2-40B4-BE49-F238E27FC236}">
                  <a16:creationId xmlns:a16="http://schemas.microsoft.com/office/drawing/2014/main" id="{000B82D5-5D57-8D41-894D-7FA7042570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8" y="2180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8" name="Oval 44">
              <a:extLst>
                <a:ext uri="{FF2B5EF4-FFF2-40B4-BE49-F238E27FC236}">
                  <a16:creationId xmlns:a16="http://schemas.microsoft.com/office/drawing/2014/main" id="{4B3102BD-88D0-D041-8342-28B44A4213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6" y="1905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9" name="Line 45">
              <a:extLst>
                <a:ext uri="{FF2B5EF4-FFF2-40B4-BE49-F238E27FC236}">
                  <a16:creationId xmlns:a16="http://schemas.microsoft.com/office/drawing/2014/main" id="{55D2E64D-9448-364E-BBCE-B8F1E46C9B4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66" y="189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0" name="Line 46">
              <a:extLst>
                <a:ext uri="{FF2B5EF4-FFF2-40B4-BE49-F238E27FC236}">
                  <a16:creationId xmlns:a16="http://schemas.microsoft.com/office/drawing/2014/main" id="{A1D926A4-0713-0448-B8BC-4526CF5A6FF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279" y="189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1" name="Rectangle 47">
              <a:extLst>
                <a:ext uri="{FF2B5EF4-FFF2-40B4-BE49-F238E27FC236}">
                  <a16:creationId xmlns:a16="http://schemas.microsoft.com/office/drawing/2014/main" id="{D44F6537-9CFC-A34F-A528-3BA9FB8DEA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6" y="1898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2" name="Oval 48">
              <a:extLst>
                <a:ext uri="{FF2B5EF4-FFF2-40B4-BE49-F238E27FC236}">
                  <a16:creationId xmlns:a16="http://schemas.microsoft.com/office/drawing/2014/main" id="{CE6823F9-AC23-9143-B45C-3AE00728E6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3" y="1839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3" name="Freeform 49">
              <a:extLst>
                <a:ext uri="{FF2B5EF4-FFF2-40B4-BE49-F238E27FC236}">
                  <a16:creationId xmlns:a16="http://schemas.microsoft.com/office/drawing/2014/main" id="{52D2B20D-E3DC-0F48-BD10-DF782164C94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7" y="1647"/>
              <a:ext cx="1" cy="522"/>
            </a:xfrm>
            <a:custGeom>
              <a:avLst/>
              <a:gdLst>
                <a:gd name="T0" fmla="*/ 0 w 1"/>
                <a:gd name="T1" fmla="*/ 0 h 522"/>
                <a:gd name="T2" fmla="*/ 0 w 1"/>
                <a:gd name="T3" fmla="*/ 522 h 522"/>
                <a:gd name="T4" fmla="*/ 0 60000 65536"/>
                <a:gd name="T5" fmla="*/ 0 60000 65536"/>
                <a:gd name="T6" fmla="*/ 0 w 1"/>
                <a:gd name="T7" fmla="*/ 0 h 522"/>
                <a:gd name="T8" fmla="*/ 1 w 1"/>
                <a:gd name="T9" fmla="*/ 522 h 52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522">
                  <a:moveTo>
                    <a:pt x="0" y="0"/>
                  </a:moveTo>
                  <a:lnTo>
                    <a:pt x="0" y="522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4" name="Freeform 50">
              <a:extLst>
                <a:ext uri="{FF2B5EF4-FFF2-40B4-BE49-F238E27FC236}">
                  <a16:creationId xmlns:a16="http://schemas.microsoft.com/office/drawing/2014/main" id="{2E4F74A6-7593-0541-B4E9-5C88A82D49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4" y="1653"/>
              <a:ext cx="1" cy="537"/>
            </a:xfrm>
            <a:custGeom>
              <a:avLst/>
              <a:gdLst>
                <a:gd name="T0" fmla="*/ 0 w 1"/>
                <a:gd name="T1" fmla="*/ 0 h 537"/>
                <a:gd name="T2" fmla="*/ 0 w 1"/>
                <a:gd name="T3" fmla="*/ 537 h 537"/>
                <a:gd name="T4" fmla="*/ 0 60000 65536"/>
                <a:gd name="T5" fmla="*/ 0 60000 65536"/>
                <a:gd name="T6" fmla="*/ 0 w 1"/>
                <a:gd name="T7" fmla="*/ 0 h 537"/>
                <a:gd name="T8" fmla="*/ 1 w 1"/>
                <a:gd name="T9" fmla="*/ 537 h 53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537">
                  <a:moveTo>
                    <a:pt x="0" y="0"/>
                  </a:moveTo>
                  <a:lnTo>
                    <a:pt x="0" y="537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5" name="Freeform 51">
              <a:extLst>
                <a:ext uri="{FF2B5EF4-FFF2-40B4-BE49-F238E27FC236}">
                  <a16:creationId xmlns:a16="http://schemas.microsoft.com/office/drawing/2014/main" id="{282B2A5D-90FF-A84D-A61D-5962C06F74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9" y="1638"/>
              <a:ext cx="504" cy="600"/>
            </a:xfrm>
            <a:custGeom>
              <a:avLst/>
              <a:gdLst>
                <a:gd name="T0" fmla="*/ 0 w 378"/>
                <a:gd name="T1" fmla="*/ 11993521 h 174"/>
                <a:gd name="T2" fmla="*/ 5035 w 378"/>
                <a:gd name="T3" fmla="*/ 0 h 174"/>
                <a:gd name="T4" fmla="*/ 0 60000 65536"/>
                <a:gd name="T5" fmla="*/ 0 60000 65536"/>
                <a:gd name="T6" fmla="*/ 0 w 378"/>
                <a:gd name="T7" fmla="*/ 0 h 174"/>
                <a:gd name="T8" fmla="*/ 378 w 378"/>
                <a:gd name="T9" fmla="*/ 174 h 17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78" h="174">
                  <a:moveTo>
                    <a:pt x="0" y="174"/>
                  </a:moveTo>
                  <a:lnTo>
                    <a:pt x="378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6" name="Freeform 52">
              <a:extLst>
                <a:ext uri="{FF2B5EF4-FFF2-40B4-BE49-F238E27FC236}">
                  <a16:creationId xmlns:a16="http://schemas.microsoft.com/office/drawing/2014/main" id="{15532AD3-A5D4-154A-9DA4-62586FD328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6" y="1986"/>
              <a:ext cx="366" cy="270"/>
            </a:xfrm>
            <a:custGeom>
              <a:avLst/>
              <a:gdLst>
                <a:gd name="T0" fmla="*/ 0 w 366"/>
                <a:gd name="T1" fmla="*/ 270 h 270"/>
                <a:gd name="T2" fmla="*/ 366 w 366"/>
                <a:gd name="T3" fmla="*/ 0 h 270"/>
                <a:gd name="T4" fmla="*/ 0 60000 65536"/>
                <a:gd name="T5" fmla="*/ 0 60000 65536"/>
                <a:gd name="T6" fmla="*/ 0 w 366"/>
                <a:gd name="T7" fmla="*/ 0 h 270"/>
                <a:gd name="T8" fmla="*/ 366 w 366"/>
                <a:gd name="T9" fmla="*/ 270 h 270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270">
                  <a:moveTo>
                    <a:pt x="0" y="270"/>
                  </a:moveTo>
                  <a:lnTo>
                    <a:pt x="366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7" name="Freeform 53">
              <a:extLst>
                <a:ext uri="{FF2B5EF4-FFF2-40B4-BE49-F238E27FC236}">
                  <a16:creationId xmlns:a16="http://schemas.microsoft.com/office/drawing/2014/main" id="{EDDE0C3D-6D8D-A14C-B3D6-F3D0693E31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5" y="2268"/>
              <a:ext cx="366" cy="1"/>
            </a:xfrm>
            <a:custGeom>
              <a:avLst/>
              <a:gdLst>
                <a:gd name="T0" fmla="*/ 366 w 366"/>
                <a:gd name="T1" fmla="*/ 0 h 1"/>
                <a:gd name="T2" fmla="*/ 0 w 366"/>
                <a:gd name="T3" fmla="*/ 0 h 1"/>
                <a:gd name="T4" fmla="*/ 0 60000 65536"/>
                <a:gd name="T5" fmla="*/ 0 60000 65536"/>
                <a:gd name="T6" fmla="*/ 0 w 366"/>
                <a:gd name="T7" fmla="*/ 0 h 1"/>
                <a:gd name="T8" fmla="*/ 366 w 366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1">
                  <a:moveTo>
                    <a:pt x="366" y="0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8" name="Freeform 54">
              <a:extLst>
                <a:ext uri="{FF2B5EF4-FFF2-40B4-BE49-F238E27FC236}">
                  <a16:creationId xmlns:a16="http://schemas.microsoft.com/office/drawing/2014/main" id="{1F593C73-0AE5-7540-A0A1-AB4B203D89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4" y="1944"/>
              <a:ext cx="276" cy="264"/>
            </a:xfrm>
            <a:custGeom>
              <a:avLst/>
              <a:gdLst>
                <a:gd name="T0" fmla="*/ 276 w 276"/>
                <a:gd name="T1" fmla="*/ 264 h 264"/>
                <a:gd name="T2" fmla="*/ 0 w 276"/>
                <a:gd name="T3" fmla="*/ 0 h 264"/>
                <a:gd name="T4" fmla="*/ 0 60000 65536"/>
                <a:gd name="T5" fmla="*/ 0 60000 65536"/>
                <a:gd name="T6" fmla="*/ 0 w 276"/>
                <a:gd name="T7" fmla="*/ 0 h 264"/>
                <a:gd name="T8" fmla="*/ 276 w 276"/>
                <a:gd name="T9" fmla="*/ 264 h 26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76" h="264">
                  <a:moveTo>
                    <a:pt x="276" y="264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9" name="Freeform 55">
              <a:extLst>
                <a:ext uri="{FF2B5EF4-FFF2-40B4-BE49-F238E27FC236}">
                  <a16:creationId xmlns:a16="http://schemas.microsoft.com/office/drawing/2014/main" id="{F8D3E17A-95CC-6745-B825-B9790B2746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9" y="1578"/>
              <a:ext cx="366" cy="1"/>
            </a:xfrm>
            <a:custGeom>
              <a:avLst/>
              <a:gdLst>
                <a:gd name="T0" fmla="*/ 366 w 366"/>
                <a:gd name="T1" fmla="*/ 0 h 1"/>
                <a:gd name="T2" fmla="*/ 0 w 366"/>
                <a:gd name="T3" fmla="*/ 0 h 1"/>
                <a:gd name="T4" fmla="*/ 0 60000 65536"/>
                <a:gd name="T5" fmla="*/ 0 60000 65536"/>
                <a:gd name="T6" fmla="*/ 0 w 366"/>
                <a:gd name="T7" fmla="*/ 0 h 1"/>
                <a:gd name="T8" fmla="*/ 366 w 366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1">
                  <a:moveTo>
                    <a:pt x="366" y="0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60" name="Freeform 56">
              <a:extLst>
                <a:ext uri="{FF2B5EF4-FFF2-40B4-BE49-F238E27FC236}">
                  <a16:creationId xmlns:a16="http://schemas.microsoft.com/office/drawing/2014/main" id="{64FB055C-D8AE-9E4A-9FE1-2F23D2976FE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4" y="1575"/>
              <a:ext cx="396" cy="267"/>
            </a:xfrm>
            <a:custGeom>
              <a:avLst/>
              <a:gdLst>
                <a:gd name="T0" fmla="*/ 396 w 396"/>
                <a:gd name="T1" fmla="*/ 267 h 267"/>
                <a:gd name="T2" fmla="*/ 0 w 396"/>
                <a:gd name="T3" fmla="*/ 0 h 267"/>
                <a:gd name="T4" fmla="*/ 0 60000 65536"/>
                <a:gd name="T5" fmla="*/ 0 60000 65536"/>
                <a:gd name="T6" fmla="*/ 0 w 396"/>
                <a:gd name="T7" fmla="*/ 0 h 267"/>
                <a:gd name="T8" fmla="*/ 396 w 396"/>
                <a:gd name="T9" fmla="*/ 267 h 26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96" h="267">
                  <a:moveTo>
                    <a:pt x="396" y="267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61" name="Freeform 57">
              <a:extLst>
                <a:ext uri="{FF2B5EF4-FFF2-40B4-BE49-F238E27FC236}">
                  <a16:creationId xmlns:a16="http://schemas.microsoft.com/office/drawing/2014/main" id="{F0C743D6-8B32-AB43-89EE-68493533AB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7" y="1146"/>
              <a:ext cx="1110" cy="645"/>
            </a:xfrm>
            <a:custGeom>
              <a:avLst/>
              <a:gdLst>
                <a:gd name="T0" fmla="*/ 1110 w 1110"/>
                <a:gd name="T1" fmla="*/ 342 h 645"/>
                <a:gd name="T2" fmla="*/ 0 w 1110"/>
                <a:gd name="T3" fmla="*/ 645 h 645"/>
                <a:gd name="T4" fmla="*/ 0 60000 65536"/>
                <a:gd name="T5" fmla="*/ 0 60000 65536"/>
                <a:gd name="T6" fmla="*/ 0 w 1110"/>
                <a:gd name="T7" fmla="*/ 0 h 645"/>
                <a:gd name="T8" fmla="*/ 1110 w 1110"/>
                <a:gd name="T9" fmla="*/ 645 h 645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110" h="645">
                  <a:moveTo>
                    <a:pt x="1110" y="342"/>
                  </a:moveTo>
                  <a:cubicBezTo>
                    <a:pt x="1104" y="0"/>
                    <a:pt x="21" y="63"/>
                    <a:pt x="0" y="645"/>
                  </a:cubicBez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grpSp>
          <p:nvGrpSpPr>
            <p:cNvPr id="162" name="Group 58">
              <a:extLst>
                <a:ext uri="{FF2B5EF4-FFF2-40B4-BE49-F238E27FC236}">
                  <a16:creationId xmlns:a16="http://schemas.microsoft.com/office/drawing/2014/main" id="{1494C31E-1843-3C4C-B448-0EE4B2D48D2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287" y="1744"/>
              <a:ext cx="205" cy="250"/>
              <a:chOff x="2954" y="2425"/>
              <a:chExt cx="208" cy="250"/>
            </a:xfrm>
          </p:grpSpPr>
          <p:sp>
            <p:nvSpPr>
              <p:cNvPr id="198" name="Rectangle 59">
                <a:extLst>
                  <a:ext uri="{FF2B5EF4-FFF2-40B4-BE49-F238E27FC236}">
                    <a16:creationId xmlns:a16="http://schemas.microsoft.com/office/drawing/2014/main" id="{0C8D8FC3-8C0A-E94F-83DB-FC9755166B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99" name="Text Box 60">
                <a:extLst>
                  <a:ext uri="{FF2B5EF4-FFF2-40B4-BE49-F238E27FC236}">
                    <a16:creationId xmlns:a16="http://schemas.microsoft.com/office/drawing/2014/main" id="{C48049A0-1569-9141-9231-3DE54FE038B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4" y="2425"/>
                <a:ext cx="208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u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173" name="Group 61">
              <a:extLst>
                <a:ext uri="{FF2B5EF4-FFF2-40B4-BE49-F238E27FC236}">
                  <a16:creationId xmlns:a16="http://schemas.microsoft.com/office/drawing/2014/main" id="{B00F025D-2C95-A044-AFF5-397F6CA81FA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461" y="2128"/>
              <a:ext cx="196" cy="250"/>
              <a:chOff x="2958" y="2425"/>
              <a:chExt cx="199" cy="250"/>
            </a:xfrm>
          </p:grpSpPr>
          <p:sp>
            <p:nvSpPr>
              <p:cNvPr id="196" name="Rectangle 62">
                <a:extLst>
                  <a:ext uri="{FF2B5EF4-FFF2-40B4-BE49-F238E27FC236}">
                    <a16:creationId xmlns:a16="http://schemas.microsoft.com/office/drawing/2014/main" id="{DBBD13A0-0A7C-8049-879E-1B92947643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97" name="Text Box 63">
                <a:extLst>
                  <a:ext uri="{FF2B5EF4-FFF2-40B4-BE49-F238E27FC236}">
                    <a16:creationId xmlns:a16="http://schemas.microsoft.com/office/drawing/2014/main" id="{7AB2974E-D97D-A248-BCD8-AF4D1F0FDCA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8" y="2425"/>
                <a:ext cx="199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y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174" name="Group 64">
              <a:extLst>
                <a:ext uri="{FF2B5EF4-FFF2-40B4-BE49-F238E27FC236}">
                  <a16:creationId xmlns:a16="http://schemas.microsoft.com/office/drawing/2014/main" id="{33C09162-022E-2E4B-B1DD-AA461D35FDB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72" y="2095"/>
              <a:ext cx="212" cy="288"/>
              <a:chOff x="2951" y="2395"/>
              <a:chExt cx="213" cy="288"/>
            </a:xfrm>
          </p:grpSpPr>
          <p:sp>
            <p:nvSpPr>
              <p:cNvPr id="194" name="Rectangle 65">
                <a:extLst>
                  <a:ext uri="{FF2B5EF4-FFF2-40B4-BE49-F238E27FC236}">
                    <a16:creationId xmlns:a16="http://schemas.microsoft.com/office/drawing/2014/main" id="{CCEE4832-7AF3-4A40-BCBA-0E78A1D44B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95" name="Text Box 66">
                <a:extLst>
                  <a:ext uri="{FF2B5EF4-FFF2-40B4-BE49-F238E27FC236}">
                    <a16:creationId xmlns:a16="http://schemas.microsoft.com/office/drawing/2014/main" id="{A18AA9CD-8C8C-C64E-8BB2-ABFB82B7752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1" y="2395"/>
                <a:ext cx="213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x</a:t>
                </a:r>
              </a:p>
            </p:txBody>
          </p:sp>
        </p:grpSp>
        <p:grpSp>
          <p:nvGrpSpPr>
            <p:cNvPr id="175" name="Group 67">
              <a:extLst>
                <a:ext uri="{FF2B5EF4-FFF2-40B4-BE49-F238E27FC236}">
                  <a16:creationId xmlns:a16="http://schemas.microsoft.com/office/drawing/2014/main" id="{7E4A4CB5-5240-5047-A355-D558A3E12E2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437" y="1438"/>
              <a:ext cx="233" cy="252"/>
              <a:chOff x="2940" y="2425"/>
              <a:chExt cx="236" cy="252"/>
            </a:xfrm>
          </p:grpSpPr>
          <p:sp>
            <p:nvSpPr>
              <p:cNvPr id="192" name="Rectangle 68">
                <a:extLst>
                  <a:ext uri="{FF2B5EF4-FFF2-40B4-BE49-F238E27FC236}">
                    <a16:creationId xmlns:a16="http://schemas.microsoft.com/office/drawing/2014/main" id="{A96BB7D8-5E3B-F54A-ACAA-E0677DC078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6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93" name="Text Box 69">
                <a:extLst>
                  <a:ext uri="{FF2B5EF4-FFF2-40B4-BE49-F238E27FC236}">
                    <a16:creationId xmlns:a16="http://schemas.microsoft.com/office/drawing/2014/main" id="{410DA41D-9F14-6F44-84CA-D9A959BDF5D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40" y="2425"/>
                <a:ext cx="236" cy="25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w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176" name="Group 70">
              <a:extLst>
                <a:ext uri="{FF2B5EF4-FFF2-40B4-BE49-F238E27FC236}">
                  <a16:creationId xmlns:a16="http://schemas.microsoft.com/office/drawing/2014/main" id="{E0B1048B-D084-C846-A55C-AC744DBE9F3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71" y="1438"/>
              <a:ext cx="196" cy="250"/>
              <a:chOff x="2958" y="2425"/>
              <a:chExt cx="199" cy="250"/>
            </a:xfrm>
          </p:grpSpPr>
          <p:sp>
            <p:nvSpPr>
              <p:cNvPr id="190" name="Rectangle 71">
                <a:extLst>
                  <a:ext uri="{FF2B5EF4-FFF2-40B4-BE49-F238E27FC236}">
                    <a16:creationId xmlns:a16="http://schemas.microsoft.com/office/drawing/2014/main" id="{7CD3D1BE-34F4-094F-BA32-8D49284AB6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91" name="Text Box 72">
                <a:extLst>
                  <a:ext uri="{FF2B5EF4-FFF2-40B4-BE49-F238E27FC236}">
                    <a16:creationId xmlns:a16="http://schemas.microsoft.com/office/drawing/2014/main" id="{3D5C06AA-C47B-6A4D-8A27-AA4C7D76D28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8" y="2425"/>
                <a:ext cx="199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v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177" name="Group 73">
              <a:extLst>
                <a:ext uri="{FF2B5EF4-FFF2-40B4-BE49-F238E27FC236}">
                  <a16:creationId xmlns:a16="http://schemas.microsoft.com/office/drawing/2014/main" id="{39C6C191-6A4D-D145-9B17-2F0B670B8A9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025" y="1756"/>
              <a:ext cx="212" cy="288"/>
              <a:chOff x="2949" y="2395"/>
              <a:chExt cx="214" cy="288"/>
            </a:xfrm>
          </p:grpSpPr>
          <p:sp>
            <p:nvSpPr>
              <p:cNvPr id="188" name="Rectangle 74">
                <a:extLst>
                  <a:ext uri="{FF2B5EF4-FFF2-40B4-BE49-F238E27FC236}">
                    <a16:creationId xmlns:a16="http://schemas.microsoft.com/office/drawing/2014/main" id="{878788BF-9BAB-6B4B-BCC1-7F88FC57D4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89" name="Text Box 75">
                <a:extLst>
                  <a:ext uri="{FF2B5EF4-FFF2-40B4-BE49-F238E27FC236}">
                    <a16:creationId xmlns:a16="http://schemas.microsoft.com/office/drawing/2014/main" id="{29553818-901F-A74B-A973-8B1ACA61A2E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49" y="2395"/>
                <a:ext cx="214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z</a:t>
                </a:r>
              </a:p>
            </p:txBody>
          </p:sp>
        </p:grpSp>
        <p:sp>
          <p:nvSpPr>
            <p:cNvPr id="178" name="Text Box 76">
              <a:extLst>
                <a:ext uri="{FF2B5EF4-FFF2-40B4-BE49-F238E27FC236}">
                  <a16:creationId xmlns:a16="http://schemas.microsoft.com/office/drawing/2014/main" id="{346FE683-DA02-964E-912E-9008265FA1E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93" y="1568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79" name="Text Box 77">
              <a:extLst>
                <a:ext uri="{FF2B5EF4-FFF2-40B4-BE49-F238E27FC236}">
                  <a16:creationId xmlns:a16="http://schemas.microsoft.com/office/drawing/2014/main" id="{83CAABB4-6EF8-DD4F-86E0-A7C8DC5F3BE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41" y="1787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0" name="Text Box 78">
              <a:extLst>
                <a:ext uri="{FF2B5EF4-FFF2-40B4-BE49-F238E27FC236}">
                  <a16:creationId xmlns:a16="http://schemas.microsoft.com/office/drawing/2014/main" id="{60B8E963-90D2-C24E-B1C3-92826407D03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06" y="2000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1" name="Text Box 79">
              <a:extLst>
                <a:ext uri="{FF2B5EF4-FFF2-40B4-BE49-F238E27FC236}">
                  <a16:creationId xmlns:a16="http://schemas.microsoft.com/office/drawing/2014/main" id="{DCA75031-4CAF-FB4B-B5B5-33DB92D51C0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25" y="1880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2" name="Text Box 80">
              <a:extLst>
                <a:ext uri="{FF2B5EF4-FFF2-40B4-BE49-F238E27FC236}">
                  <a16:creationId xmlns:a16="http://schemas.microsoft.com/office/drawing/2014/main" id="{C519B319-7316-9041-86CC-85BF1228899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62" y="2234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3" name="Text Box 81">
              <a:extLst>
                <a:ext uri="{FF2B5EF4-FFF2-40B4-BE49-F238E27FC236}">
                  <a16:creationId xmlns:a16="http://schemas.microsoft.com/office/drawing/2014/main" id="{5B6C4D06-FD20-5C4C-9AE3-6086B101980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22" y="1805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4" name="Text Box 82">
              <a:extLst>
                <a:ext uri="{FF2B5EF4-FFF2-40B4-BE49-F238E27FC236}">
                  <a16:creationId xmlns:a16="http://schemas.microsoft.com/office/drawing/2014/main" id="{D7076B21-53BA-B14B-954F-D3582ED801D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82" y="2069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5" name="Text Box 83">
              <a:extLst>
                <a:ext uri="{FF2B5EF4-FFF2-40B4-BE49-F238E27FC236}">
                  <a16:creationId xmlns:a16="http://schemas.microsoft.com/office/drawing/2014/main" id="{35EAA28F-B2FC-B840-B933-852F6B10C52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55" y="1532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6" name="Text Box 84">
              <a:extLst>
                <a:ext uri="{FF2B5EF4-FFF2-40B4-BE49-F238E27FC236}">
                  <a16:creationId xmlns:a16="http://schemas.microsoft.com/office/drawing/2014/main" id="{1DF8C370-9E82-204B-BC41-540B267E1D2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20" y="1382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7" name="Text Box 85">
              <a:extLst>
                <a:ext uri="{FF2B5EF4-FFF2-40B4-BE49-F238E27FC236}">
                  <a16:creationId xmlns:a16="http://schemas.microsoft.com/office/drawing/2014/main" id="{70F01FE7-388D-494B-9568-B741BD3A18C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69" y="1115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cxnSp>
        <p:nvCxnSpPr>
          <p:cNvPr id="200" name="Straight Arrow Connector 199">
            <a:extLst>
              <a:ext uri="{FF2B5EF4-FFF2-40B4-BE49-F238E27FC236}">
                <a16:creationId xmlns:a16="http://schemas.microsoft.com/office/drawing/2014/main" id="{D0EB6011-5A98-FD41-B923-923C37A2C8EB}"/>
              </a:ext>
            </a:extLst>
          </p:cNvPr>
          <p:cNvCxnSpPr>
            <a:cxnSpLocks/>
          </p:cNvCxnSpPr>
          <p:nvPr/>
        </p:nvCxnSpPr>
        <p:spPr>
          <a:xfrm>
            <a:off x="1118203" y="5514294"/>
            <a:ext cx="439472" cy="428799"/>
          </a:xfrm>
          <a:prstGeom prst="straightConnector1">
            <a:avLst/>
          </a:prstGeom>
          <a:ln w="317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8" name="Text Box 3">
            <a:extLst>
              <a:ext uri="{FF2B5EF4-FFF2-40B4-BE49-F238E27FC236}">
                <a16:creationId xmlns:a16="http://schemas.microsoft.com/office/drawing/2014/main" id="{54D4CD9F-2B44-4E41-8C1C-698D78A396C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49273" y="4882988"/>
            <a:ext cx="5767028" cy="76944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update </a:t>
            </a:r>
            <a:r>
              <a:rPr kumimoji="0" lang="en-US" sz="22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D(b) </a:t>
            </a:r>
            <a:r>
              <a:rPr kumimoji="0" lang="en-US" sz="2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for all </a:t>
            </a:r>
            <a:r>
              <a:rPr kumimoji="0" lang="en-US" sz="22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b</a:t>
            </a:r>
            <a:r>
              <a:rPr kumimoji="0" lang="en-US" sz="2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adjacent to </a:t>
            </a:r>
            <a:r>
              <a:rPr kumimoji="0" lang="en-US" sz="22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a</a:t>
            </a:r>
            <a:r>
              <a:rPr kumimoji="0" lang="en-US" sz="2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and not in </a:t>
            </a:r>
            <a:r>
              <a:rPr kumimoji="0" lang="en-US" sz="22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N</a:t>
            </a:r>
            <a:r>
              <a:rPr kumimoji="0" lang="en-US" sz="22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Arial" charset="0"/>
              </a:rPr>
              <a:t>'</a:t>
            </a:r>
            <a:r>
              <a:rPr kumimoji="0" lang="en-US" sz="22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</a:t>
            </a:r>
            <a:r>
              <a:rPr kumimoji="0" lang="en-US" sz="2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: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200" b="1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    D(b) = </a:t>
            </a:r>
            <a:r>
              <a:rPr kumimoji="0" lang="en-US" sz="2200" b="1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min</a:t>
            </a:r>
            <a:r>
              <a:rPr kumimoji="0" lang="en-US" sz="2200" b="1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( D(b), D(a) + c</a:t>
            </a:r>
            <a:r>
              <a:rPr kumimoji="0" lang="en-US" sz="2200" b="1" i="1" u="none" strike="noStrike" kern="1200" cap="none" spc="0" normalizeH="0" baseline="-2500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a,b </a:t>
            </a:r>
            <a:r>
              <a:rPr kumimoji="0" lang="en-US" sz="2200" b="1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) </a:t>
            </a:r>
          </a:p>
        </p:txBody>
      </p:sp>
      <p:grpSp>
        <p:nvGrpSpPr>
          <p:cNvPr id="109" name="Group 108">
            <a:extLst>
              <a:ext uri="{FF2B5EF4-FFF2-40B4-BE49-F238E27FC236}">
                <a16:creationId xmlns:a16="http://schemas.microsoft.com/office/drawing/2014/main" id="{F788D50F-B789-D144-9C6D-4EB2777C45F6}"/>
              </a:ext>
            </a:extLst>
          </p:cNvPr>
          <p:cNvGrpSpPr/>
          <p:nvPr/>
        </p:nvGrpSpPr>
        <p:grpSpPr>
          <a:xfrm>
            <a:off x="4263633" y="2255616"/>
            <a:ext cx="5679281" cy="416447"/>
            <a:chOff x="4263633" y="2255616"/>
            <a:chExt cx="5679281" cy="416447"/>
          </a:xfrm>
        </p:grpSpPr>
        <p:sp>
          <p:nvSpPr>
            <p:cNvPr id="110" name="Text Box 9">
              <a:extLst>
                <a:ext uri="{FF2B5EF4-FFF2-40B4-BE49-F238E27FC236}">
                  <a16:creationId xmlns:a16="http://schemas.microsoft.com/office/drawing/2014/main" id="{65B395D1-ACAF-AB4A-A53B-728973E1FE6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564285" y="2301914"/>
              <a:ext cx="378629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charset="0"/>
                  <a:ea typeface="ＭＳ Ｐゴシック" charset="0"/>
                </a:rPr>
                <a:t>∞</a:t>
              </a: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11" name="Text Box 8">
              <a:extLst>
                <a:ext uri="{FF2B5EF4-FFF2-40B4-BE49-F238E27FC236}">
                  <a16:creationId xmlns:a16="http://schemas.microsoft.com/office/drawing/2014/main" id="{C4F3D1DE-8C63-AD4B-B1C0-FE339DA1FD0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06722" y="2260378"/>
              <a:ext cx="526106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2,x</a:t>
              </a:r>
            </a:p>
          </p:txBody>
        </p:sp>
        <p:sp>
          <p:nvSpPr>
            <p:cNvPr id="117" name="Text Box 6">
              <a:extLst>
                <a:ext uri="{FF2B5EF4-FFF2-40B4-BE49-F238E27FC236}">
                  <a16:creationId xmlns:a16="http://schemas.microsoft.com/office/drawing/2014/main" id="{C9401439-4F9A-5245-B5D8-98F93D2D33D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66247" y="2271953"/>
              <a:ext cx="526105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4,x</a:t>
              </a:r>
            </a:p>
          </p:txBody>
        </p:sp>
        <p:sp>
          <p:nvSpPr>
            <p:cNvPr id="118" name="Text Box 5">
              <a:extLst>
                <a:ext uri="{FF2B5EF4-FFF2-40B4-BE49-F238E27FC236}">
                  <a16:creationId xmlns:a16="http://schemas.microsoft.com/office/drawing/2014/main" id="{05199638-1656-3440-8601-484D6E8D2EB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63633" y="2255616"/>
              <a:ext cx="54053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2,u</a:t>
              </a:r>
            </a:p>
          </p:txBody>
        </p:sp>
      </p:grpSp>
      <p:grpSp>
        <p:nvGrpSpPr>
          <p:cNvPr id="4" name="Group 3">
            <a:extLst>
              <a:ext uri="{FF2B5EF4-FFF2-40B4-BE49-F238E27FC236}">
                <a16:creationId xmlns:a16="http://schemas.microsoft.com/office/drawing/2014/main" id="{B4FE5F7E-81B8-0042-A839-1B9EEAE596EE}"/>
              </a:ext>
            </a:extLst>
          </p:cNvPr>
          <p:cNvGrpSpPr/>
          <p:nvPr/>
        </p:nvGrpSpPr>
        <p:grpSpPr>
          <a:xfrm>
            <a:off x="6514034" y="5634994"/>
            <a:ext cx="5187639" cy="1034693"/>
            <a:chOff x="4625273" y="5620004"/>
            <a:chExt cx="5187639" cy="1034693"/>
          </a:xfrm>
        </p:grpSpPr>
        <p:sp>
          <p:nvSpPr>
            <p:cNvPr id="2" name="Rectangle 1">
              <a:extLst>
                <a:ext uri="{FF2B5EF4-FFF2-40B4-BE49-F238E27FC236}">
                  <a16:creationId xmlns:a16="http://schemas.microsoft.com/office/drawing/2014/main" id="{3EFA9DB6-36A1-8443-BC46-7E2E5C2CA3C9}"/>
                </a:ext>
              </a:extLst>
            </p:cNvPr>
            <p:cNvSpPr/>
            <p:nvPr/>
          </p:nvSpPr>
          <p:spPr>
            <a:xfrm>
              <a:off x="4661941" y="5696262"/>
              <a:ext cx="5066675" cy="92939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19" name="Text Box 3">
              <a:extLst>
                <a:ext uri="{FF2B5EF4-FFF2-40B4-BE49-F238E27FC236}">
                  <a16:creationId xmlns:a16="http://schemas.microsoft.com/office/drawing/2014/main" id="{350582EB-9CCF-9849-A56A-C61F6B12D84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67745" y="5620004"/>
              <a:ext cx="4947188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</a:rPr>
                <a:t>D(v) = min ( D(v), D(x) + c</a:t>
              </a:r>
              <a:r>
                <a:rPr kumimoji="0" lang="en-US" sz="2000" b="0" i="1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</a:rPr>
                <a:t>x,v </a:t>
              </a:r>
              <a:r>
                <a:rPr kumimoji="0" lang="en-US" sz="20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</a:rPr>
                <a:t>) = min(2, 1+2) = 2 </a:t>
              </a:r>
            </a:p>
          </p:txBody>
        </p:sp>
        <p:sp>
          <p:nvSpPr>
            <p:cNvPr id="165" name="Text Box 3">
              <a:extLst>
                <a:ext uri="{FF2B5EF4-FFF2-40B4-BE49-F238E27FC236}">
                  <a16:creationId xmlns:a16="http://schemas.microsoft.com/office/drawing/2014/main" id="{6D23D369-4A04-F94C-80EB-D2103B646E3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25273" y="5937296"/>
              <a:ext cx="5187639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</a:rPr>
                <a:t>D(w) = min ( D(w), D(x) + c</a:t>
              </a:r>
              <a:r>
                <a:rPr kumimoji="0" lang="en-US" sz="2000" b="0" i="1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</a:rPr>
                <a:t>x,w </a:t>
              </a:r>
              <a:r>
                <a:rPr kumimoji="0" lang="en-US" sz="20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</a:rPr>
                <a:t>) = min (5, 1+3) = 4 </a:t>
              </a:r>
            </a:p>
          </p:txBody>
        </p:sp>
        <p:sp>
          <p:nvSpPr>
            <p:cNvPr id="166" name="Text Box 3">
              <a:extLst>
                <a:ext uri="{FF2B5EF4-FFF2-40B4-BE49-F238E27FC236}">
                  <a16:creationId xmlns:a16="http://schemas.microsoft.com/office/drawing/2014/main" id="{9A053085-7294-F842-BE4A-5164EBA43A0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02721" y="6254587"/>
              <a:ext cx="5077737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</a:rPr>
                <a:t>D(y) = min ( D(y), D(x) + c</a:t>
              </a:r>
              <a:r>
                <a:rPr kumimoji="0" lang="en-US" sz="2000" b="0" i="1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</a:rPr>
                <a:t>x,y </a:t>
              </a:r>
              <a:r>
                <a:rPr kumimoji="0" lang="en-US" sz="20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</a:rPr>
                <a:t>) = min(inf,1+1) = 2  </a:t>
              </a:r>
            </a:p>
          </p:txBody>
        </p:sp>
      </p:grpSp>
      <p:grpSp>
        <p:nvGrpSpPr>
          <p:cNvPr id="10" name="Group 9">
            <a:extLst>
              <a:ext uri="{FF2B5EF4-FFF2-40B4-BE49-F238E27FC236}">
                <a16:creationId xmlns:a16="http://schemas.microsoft.com/office/drawing/2014/main" id="{591D4041-E2D0-984B-A342-59B7AC5550DB}"/>
              </a:ext>
            </a:extLst>
          </p:cNvPr>
          <p:cNvGrpSpPr/>
          <p:nvPr/>
        </p:nvGrpSpPr>
        <p:grpSpPr>
          <a:xfrm>
            <a:off x="11325192" y="5891134"/>
            <a:ext cx="706683" cy="802632"/>
            <a:chOff x="11325192" y="5891134"/>
            <a:chExt cx="706683" cy="802632"/>
          </a:xfrm>
        </p:grpSpPr>
        <p:pic>
          <p:nvPicPr>
            <p:cNvPr id="8" name="Picture 7" descr="A picture containing object, drawing, room, lamp&#10;&#10;Description automatically generated">
              <a:extLst>
                <a:ext uri="{FF2B5EF4-FFF2-40B4-BE49-F238E27FC236}">
                  <a16:creationId xmlns:a16="http://schemas.microsoft.com/office/drawing/2014/main" id="{A37D52F4-FDE5-2845-8949-5A1C24B986D6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11533739" y="5891134"/>
              <a:ext cx="498136" cy="449706"/>
            </a:xfrm>
            <a:prstGeom prst="rect">
              <a:avLst/>
            </a:prstGeom>
          </p:spPr>
        </p:pic>
        <p:pic>
          <p:nvPicPr>
            <p:cNvPr id="168" name="Picture 167" descr="A picture containing object, drawing, room, lamp&#10;&#10;Description automatically generated">
              <a:extLst>
                <a:ext uri="{FF2B5EF4-FFF2-40B4-BE49-F238E27FC236}">
                  <a16:creationId xmlns:a16="http://schemas.microsoft.com/office/drawing/2014/main" id="{CE04A19A-A505-8C4A-BBEB-B8773FACEB32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11325192" y="6244060"/>
              <a:ext cx="498136" cy="449706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175144427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1000"/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2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5B27BFF1-5DCE-D642-8EFE-FACB1C97EEE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199" y="354060"/>
            <a:ext cx="11179629" cy="894622"/>
          </a:xfrm>
        </p:spPr>
        <p:txBody>
          <a:bodyPr/>
          <a:lstStyle/>
          <a:p>
            <a:r>
              <a:rPr lang="en-US" b="0" dirty="0">
                <a:latin typeface="+mn-lt"/>
              </a:rPr>
              <a:t>Dijkstra’s algorithm: an example</a:t>
            </a:r>
          </a:p>
        </p:txBody>
      </p:sp>
      <p:sp>
        <p:nvSpPr>
          <p:cNvPr id="246" name="Text Box 3">
            <a:extLst>
              <a:ext uri="{FF2B5EF4-FFF2-40B4-BE49-F238E27FC236}">
                <a16:creationId xmlns:a16="http://schemas.microsoft.com/office/drawing/2014/main" id="{B903AE0C-4346-CF44-9481-037FB37A398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97181" y="1647825"/>
            <a:ext cx="706437" cy="2225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Step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0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1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2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3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4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5</a:t>
            </a:r>
          </a:p>
        </p:txBody>
      </p:sp>
      <p:sp>
        <p:nvSpPr>
          <p:cNvPr id="247" name="Text Box 4">
            <a:extLst>
              <a:ext uri="{FF2B5EF4-FFF2-40B4-BE49-F238E27FC236}">
                <a16:creationId xmlns:a16="http://schemas.microsoft.com/office/drawing/2014/main" id="{940B6AB4-2B9C-424D-9073-90B490CA145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07285" y="1657350"/>
            <a:ext cx="420308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N</a:t>
            </a: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rPr>
              <a:t>'</a:t>
            </a:r>
          </a:p>
        </p:txBody>
      </p:sp>
      <p:sp>
        <p:nvSpPr>
          <p:cNvPr id="248" name="Text Box 5">
            <a:extLst>
              <a:ext uri="{FF2B5EF4-FFF2-40B4-BE49-F238E27FC236}">
                <a16:creationId xmlns:a16="http://schemas.microsoft.com/office/drawing/2014/main" id="{BFC5A1B4-9A1A-8748-B5FA-043233C160A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32260" y="1626727"/>
            <a:ext cx="1180130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D(v),p(v)</a:t>
            </a:r>
          </a:p>
        </p:txBody>
      </p:sp>
      <p:sp>
        <p:nvSpPr>
          <p:cNvPr id="250" name="Text Box 7">
            <a:extLst>
              <a:ext uri="{FF2B5EF4-FFF2-40B4-BE49-F238E27FC236}">
                <a16:creationId xmlns:a16="http://schemas.microsoft.com/office/drawing/2014/main" id="{134AE2AD-F4F6-A646-BCC7-1F2E0A23EDC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34634" y="1626726"/>
            <a:ext cx="1180131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D(x),p(x)</a:t>
            </a:r>
          </a:p>
        </p:txBody>
      </p:sp>
      <p:sp>
        <p:nvSpPr>
          <p:cNvPr id="251" name="Text Box 8">
            <a:extLst>
              <a:ext uri="{FF2B5EF4-FFF2-40B4-BE49-F238E27FC236}">
                <a16:creationId xmlns:a16="http://schemas.microsoft.com/office/drawing/2014/main" id="{A27983AD-A090-0449-BF43-DC6600055B4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56559" y="1638300"/>
            <a:ext cx="1180131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D(y),p(y)</a:t>
            </a:r>
          </a:p>
        </p:txBody>
      </p:sp>
      <p:sp>
        <p:nvSpPr>
          <p:cNvPr id="252" name="Text Box 9">
            <a:extLst>
              <a:ext uri="{FF2B5EF4-FFF2-40B4-BE49-F238E27FC236}">
                <a16:creationId xmlns:a16="http://schemas.microsoft.com/office/drawing/2014/main" id="{297C2219-5295-1C4F-BC52-FD72360100D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63535" y="1638300"/>
            <a:ext cx="1180130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D(z),p(z)</a:t>
            </a:r>
          </a:p>
        </p:txBody>
      </p:sp>
      <p:sp>
        <p:nvSpPr>
          <p:cNvPr id="253" name="Line 10">
            <a:extLst>
              <a:ext uri="{FF2B5EF4-FFF2-40B4-BE49-F238E27FC236}">
                <a16:creationId xmlns:a16="http://schemas.microsoft.com/office/drawing/2014/main" id="{D9A0E014-3E4B-AA48-86C7-6D4E4AE592F4}"/>
              </a:ext>
            </a:extLst>
          </p:cNvPr>
          <p:cNvSpPr>
            <a:spLocks noChangeShapeType="1"/>
          </p:cNvSpPr>
          <p:nvPr/>
        </p:nvSpPr>
        <p:spPr bwMode="auto">
          <a:xfrm>
            <a:off x="1519418" y="1998662"/>
            <a:ext cx="8505825" cy="9525"/>
          </a:xfrm>
          <a:prstGeom prst="line">
            <a:avLst/>
          </a:prstGeom>
          <a:noFill/>
          <a:ln w="28575">
            <a:solidFill>
              <a:srgbClr val="3333CC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495" name="Text Box 6">
            <a:extLst>
              <a:ext uri="{FF2B5EF4-FFF2-40B4-BE49-F238E27FC236}">
                <a16:creationId xmlns:a16="http://schemas.microsoft.com/office/drawing/2014/main" id="{A24F37E4-4175-D247-9C29-BC40A27B53F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69951" y="1633417"/>
            <a:ext cx="1295547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</a:t>
            </a:r>
            <a:r>
              <a:rPr lang="en-US" sz="2000" kern="0" dirty="0">
                <a:solidFill>
                  <a:srgbClr val="000000"/>
                </a:solidFill>
              </a:rPr>
              <a:t>w</a:t>
            </a: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),p(w)</a:t>
            </a:r>
          </a:p>
        </p:txBody>
      </p:sp>
      <p:sp>
        <p:nvSpPr>
          <p:cNvPr id="498" name="Text Box 6">
            <a:extLst>
              <a:ext uri="{FF2B5EF4-FFF2-40B4-BE49-F238E27FC236}">
                <a16:creationId xmlns:a16="http://schemas.microsoft.com/office/drawing/2014/main" id="{64BB3F8B-CE19-1C41-B2C9-B564AF1B5BB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837414" y="2958717"/>
            <a:ext cx="1284288" cy="1616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D(w),p(w)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5,u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4,x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3,y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3,y</a:t>
            </a:r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83A2ED86-B66C-0F49-818B-087416791E66}"/>
              </a:ext>
            </a:extLst>
          </p:cNvPr>
          <p:cNvGrpSpPr/>
          <p:nvPr/>
        </p:nvGrpSpPr>
        <p:grpSpPr>
          <a:xfrm>
            <a:off x="4263633" y="1951300"/>
            <a:ext cx="5679281" cy="401555"/>
            <a:chOff x="4263633" y="1951300"/>
            <a:chExt cx="5679281" cy="401555"/>
          </a:xfrm>
        </p:grpSpPr>
        <p:sp>
          <p:nvSpPr>
            <p:cNvPr id="249" name="Text Box 6">
              <a:extLst>
                <a:ext uri="{FF2B5EF4-FFF2-40B4-BE49-F238E27FC236}">
                  <a16:creationId xmlns:a16="http://schemas.microsoft.com/office/drawing/2014/main" id="{CD4FA9CE-7149-A440-83C1-21E98C3A6B6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70608" y="1951300"/>
              <a:ext cx="54053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5,u</a:t>
              </a:r>
            </a:p>
          </p:txBody>
        </p:sp>
        <p:sp>
          <p:nvSpPr>
            <p:cNvPr id="483" name="Text Box 9">
              <a:extLst>
                <a:ext uri="{FF2B5EF4-FFF2-40B4-BE49-F238E27FC236}">
                  <a16:creationId xmlns:a16="http://schemas.microsoft.com/office/drawing/2014/main" id="{451C47E2-E094-7147-A23C-5212BC8FB56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564285" y="1975894"/>
              <a:ext cx="378629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charset="0"/>
                  <a:ea typeface="ＭＳ Ｐゴシック" charset="0"/>
                </a:rPr>
                <a:t>∞</a:t>
              </a: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93" name="Text Box 9">
              <a:extLst>
                <a:ext uri="{FF2B5EF4-FFF2-40B4-BE49-F238E27FC236}">
                  <a16:creationId xmlns:a16="http://schemas.microsoft.com/office/drawing/2014/main" id="{77161A6C-F59E-E646-A81F-7F211BDD004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68885" y="1974450"/>
              <a:ext cx="378629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charset="0"/>
                  <a:ea typeface="ＭＳ Ｐゴシック" charset="0"/>
                </a:rPr>
                <a:t>∞</a:t>
              </a: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94" name="Text Box 7">
              <a:extLst>
                <a:ext uri="{FF2B5EF4-FFF2-40B4-BE49-F238E27FC236}">
                  <a16:creationId xmlns:a16="http://schemas.microsoft.com/office/drawing/2014/main" id="{052BF5DE-999E-0047-B15A-B0A0D539AFA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866008" y="1951300"/>
              <a:ext cx="54053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1,u</a:t>
              </a:r>
            </a:p>
          </p:txBody>
        </p:sp>
        <p:sp>
          <p:nvSpPr>
            <p:cNvPr id="500" name="Text Box 5">
              <a:extLst>
                <a:ext uri="{FF2B5EF4-FFF2-40B4-BE49-F238E27FC236}">
                  <a16:creationId xmlns:a16="http://schemas.microsoft.com/office/drawing/2014/main" id="{39318546-EB10-7141-A532-7477C3F9247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63633" y="1952745"/>
              <a:ext cx="54053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2,u</a:t>
              </a:r>
            </a:p>
          </p:txBody>
        </p:sp>
      </p:grpSp>
      <p:sp>
        <p:nvSpPr>
          <p:cNvPr id="508" name="Text Box 4">
            <a:extLst>
              <a:ext uri="{FF2B5EF4-FFF2-40B4-BE49-F238E27FC236}">
                <a16:creationId xmlns:a16="http://schemas.microsoft.com/office/drawing/2014/main" id="{46A6DAE9-5634-E343-888C-DBD504BE17B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82181" y="1941646"/>
            <a:ext cx="32733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</a:t>
            </a:r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155C6A08-435F-074A-8CB5-94B5718AAF55}"/>
              </a:ext>
            </a:extLst>
          </p:cNvPr>
          <p:cNvCxnSpPr/>
          <p:nvPr/>
        </p:nvCxnSpPr>
        <p:spPr>
          <a:xfrm>
            <a:off x="1706097" y="2303362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09" name="Straight Connector 508">
            <a:extLst>
              <a:ext uri="{FF2B5EF4-FFF2-40B4-BE49-F238E27FC236}">
                <a16:creationId xmlns:a16="http://schemas.microsoft.com/office/drawing/2014/main" id="{A3B06771-707C-C549-B117-3063EC3738D7}"/>
              </a:ext>
            </a:extLst>
          </p:cNvPr>
          <p:cNvCxnSpPr/>
          <p:nvPr/>
        </p:nvCxnSpPr>
        <p:spPr>
          <a:xfrm>
            <a:off x="1714983" y="2606233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0" name="Straight Connector 509">
            <a:extLst>
              <a:ext uri="{FF2B5EF4-FFF2-40B4-BE49-F238E27FC236}">
                <a16:creationId xmlns:a16="http://schemas.microsoft.com/office/drawing/2014/main" id="{1D62FDB7-4F58-C84F-A936-529AACBF81D5}"/>
              </a:ext>
            </a:extLst>
          </p:cNvPr>
          <p:cNvCxnSpPr/>
          <p:nvPr/>
        </p:nvCxnSpPr>
        <p:spPr>
          <a:xfrm>
            <a:off x="1719251" y="2913722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1" name="Straight Connector 510">
            <a:extLst>
              <a:ext uri="{FF2B5EF4-FFF2-40B4-BE49-F238E27FC236}">
                <a16:creationId xmlns:a16="http://schemas.microsoft.com/office/drawing/2014/main" id="{F671747E-F7E7-174E-B66B-4158AC0C73AC}"/>
              </a:ext>
            </a:extLst>
          </p:cNvPr>
          <p:cNvCxnSpPr/>
          <p:nvPr/>
        </p:nvCxnSpPr>
        <p:spPr>
          <a:xfrm>
            <a:off x="1718901" y="3225829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4" name="Straight Connector 513">
            <a:extLst>
              <a:ext uri="{FF2B5EF4-FFF2-40B4-BE49-F238E27FC236}">
                <a16:creationId xmlns:a16="http://schemas.microsoft.com/office/drawing/2014/main" id="{A48E9275-8476-9244-A5FE-18548D30A1B6}"/>
              </a:ext>
            </a:extLst>
          </p:cNvPr>
          <p:cNvCxnSpPr/>
          <p:nvPr/>
        </p:nvCxnSpPr>
        <p:spPr>
          <a:xfrm>
            <a:off x="1727787" y="3565644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3" name="Text Box 3">
            <a:extLst>
              <a:ext uri="{FF2B5EF4-FFF2-40B4-BE49-F238E27FC236}">
                <a16:creationId xmlns:a16="http://schemas.microsoft.com/office/drawing/2014/main" id="{7F7C65A8-3A93-574D-9312-3FDE1275879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17465" y="3427169"/>
            <a:ext cx="1221809" cy="193899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charset="0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8  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Loop </a:t>
            </a: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srgbClr val="0000A8"/>
              </a:solidFill>
              <a:effectLst/>
              <a:uLnTx/>
              <a:uFillTx/>
              <a:latin typeface="Calibri" panose="020F0502020204030204"/>
              <a:ea typeface="ＭＳ Ｐゴシック" charset="0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9    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10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   </a:t>
            </a:r>
          </a:p>
        </p:txBody>
      </p:sp>
      <p:sp>
        <p:nvSpPr>
          <p:cNvPr id="164" name="Text Box 3">
            <a:extLst>
              <a:ext uri="{FF2B5EF4-FFF2-40B4-BE49-F238E27FC236}">
                <a16:creationId xmlns:a16="http://schemas.microsoft.com/office/drawing/2014/main" id="{9AD40842-B350-BF42-BC3C-5285750E157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76265" y="3750132"/>
            <a:ext cx="5864426" cy="12003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charset="0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find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a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not in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N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Arial" charset="0"/>
              </a:rPr>
              <a:t>'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such that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D(a)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is a minimum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add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a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to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N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Arial" charset="0"/>
              </a:rPr>
              <a:t>'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</a:t>
            </a:r>
          </a:p>
        </p:txBody>
      </p:sp>
      <p:sp>
        <p:nvSpPr>
          <p:cNvPr id="167" name="Oval 114">
            <a:extLst>
              <a:ext uri="{FF2B5EF4-FFF2-40B4-BE49-F238E27FC236}">
                <a16:creationId xmlns:a16="http://schemas.microsoft.com/office/drawing/2014/main" id="{D5350C1B-A977-CC45-ADDA-7ABEE3B22E6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43529" y="2025568"/>
            <a:ext cx="602852" cy="301972"/>
          </a:xfrm>
          <a:prstGeom prst="ellips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charset="0"/>
              <a:ea typeface="ＭＳ Ｐゴシック" charset="0"/>
              <a:cs typeface="+mn-cs"/>
            </a:endParaRPr>
          </a:p>
        </p:txBody>
      </p:sp>
      <p:sp>
        <p:nvSpPr>
          <p:cNvPr id="172" name="Text Box 4">
            <a:extLst>
              <a:ext uri="{FF2B5EF4-FFF2-40B4-BE49-F238E27FC236}">
                <a16:creationId xmlns:a16="http://schemas.microsoft.com/office/drawing/2014/main" id="{1B8BDA83-ED76-9C43-B640-E44C3E517FE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58516" y="2241520"/>
            <a:ext cx="45557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ux</a:t>
            </a:r>
          </a:p>
        </p:txBody>
      </p:sp>
      <p:sp>
        <p:nvSpPr>
          <p:cNvPr id="112" name="TextBox 111">
            <a:extLst>
              <a:ext uri="{FF2B5EF4-FFF2-40B4-BE49-F238E27FC236}">
                <a16:creationId xmlns:a16="http://schemas.microsoft.com/office/drawing/2014/main" id="{315CB903-C0C3-C744-B8C9-92A6680CB584}"/>
              </a:ext>
            </a:extLst>
          </p:cNvPr>
          <p:cNvSpPr txBox="1"/>
          <p:nvPr/>
        </p:nvSpPr>
        <p:spPr>
          <a:xfrm>
            <a:off x="4322868" y="1212035"/>
            <a:ext cx="346570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v</a:t>
            </a:r>
          </a:p>
        </p:txBody>
      </p:sp>
      <p:sp>
        <p:nvSpPr>
          <p:cNvPr id="113" name="TextBox 112">
            <a:extLst>
              <a:ext uri="{FF2B5EF4-FFF2-40B4-BE49-F238E27FC236}">
                <a16:creationId xmlns:a16="http://schemas.microsoft.com/office/drawing/2014/main" id="{5AD4F740-0EF9-2044-827E-A54C55587203}"/>
              </a:ext>
            </a:extLst>
          </p:cNvPr>
          <p:cNvSpPr txBox="1"/>
          <p:nvPr/>
        </p:nvSpPr>
        <p:spPr>
          <a:xfrm>
            <a:off x="5598013" y="1206430"/>
            <a:ext cx="441146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w</a:t>
            </a:r>
          </a:p>
        </p:txBody>
      </p:sp>
      <p:sp>
        <p:nvSpPr>
          <p:cNvPr id="114" name="TextBox 113">
            <a:extLst>
              <a:ext uri="{FF2B5EF4-FFF2-40B4-BE49-F238E27FC236}">
                <a16:creationId xmlns:a16="http://schemas.microsoft.com/office/drawing/2014/main" id="{AE0A5B28-C8D3-E14E-B1D4-EDE4C4101E6C}"/>
              </a:ext>
            </a:extLst>
          </p:cNvPr>
          <p:cNvSpPr txBox="1"/>
          <p:nvPr/>
        </p:nvSpPr>
        <p:spPr>
          <a:xfrm>
            <a:off x="6907883" y="1200825"/>
            <a:ext cx="340158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x</a:t>
            </a:r>
          </a:p>
        </p:txBody>
      </p:sp>
      <p:sp>
        <p:nvSpPr>
          <p:cNvPr id="115" name="TextBox 114">
            <a:extLst>
              <a:ext uri="{FF2B5EF4-FFF2-40B4-BE49-F238E27FC236}">
                <a16:creationId xmlns:a16="http://schemas.microsoft.com/office/drawing/2014/main" id="{E7BFB733-E937-014A-B7CC-EE11641F15CC}"/>
              </a:ext>
            </a:extLst>
          </p:cNvPr>
          <p:cNvSpPr txBox="1"/>
          <p:nvPr/>
        </p:nvSpPr>
        <p:spPr>
          <a:xfrm>
            <a:off x="8240903" y="1206795"/>
            <a:ext cx="346570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y</a:t>
            </a:r>
          </a:p>
        </p:txBody>
      </p:sp>
      <p:sp>
        <p:nvSpPr>
          <p:cNvPr id="116" name="TextBox 115">
            <a:extLst>
              <a:ext uri="{FF2B5EF4-FFF2-40B4-BE49-F238E27FC236}">
                <a16:creationId xmlns:a16="http://schemas.microsoft.com/office/drawing/2014/main" id="{08D54A84-29AE-E948-B36B-A3E997D943D5}"/>
              </a:ext>
            </a:extLst>
          </p:cNvPr>
          <p:cNvSpPr txBox="1"/>
          <p:nvPr/>
        </p:nvSpPr>
        <p:spPr>
          <a:xfrm>
            <a:off x="9504473" y="1224340"/>
            <a:ext cx="325730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z</a:t>
            </a:r>
          </a:p>
        </p:txBody>
      </p:sp>
      <p:grpSp>
        <p:nvGrpSpPr>
          <p:cNvPr id="120" name="Group 16">
            <a:extLst>
              <a:ext uri="{FF2B5EF4-FFF2-40B4-BE49-F238E27FC236}">
                <a16:creationId xmlns:a16="http://schemas.microsoft.com/office/drawing/2014/main" id="{758A3B01-F3F9-A74E-B632-177660FF1736}"/>
              </a:ext>
            </a:extLst>
          </p:cNvPr>
          <p:cNvGrpSpPr>
            <a:grpSpLocks/>
          </p:cNvGrpSpPr>
          <p:nvPr/>
        </p:nvGrpSpPr>
        <p:grpSpPr bwMode="auto">
          <a:xfrm>
            <a:off x="644342" y="4117376"/>
            <a:ext cx="3571875" cy="2236788"/>
            <a:chOff x="3162" y="1071"/>
            <a:chExt cx="2250" cy="1409"/>
          </a:xfrm>
        </p:grpSpPr>
        <p:sp>
          <p:nvSpPr>
            <p:cNvPr id="121" name="Freeform 17">
              <a:extLst>
                <a:ext uri="{FF2B5EF4-FFF2-40B4-BE49-F238E27FC236}">
                  <a16:creationId xmlns:a16="http://schemas.microsoft.com/office/drawing/2014/main" id="{3D738A20-E61D-3347-97FA-CFBB4A2027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2" y="1071"/>
              <a:ext cx="2250" cy="1409"/>
            </a:xfrm>
            <a:custGeom>
              <a:avLst/>
              <a:gdLst>
                <a:gd name="T0" fmla="*/ 0 w 2250"/>
                <a:gd name="T1" fmla="*/ 624 h 1409"/>
                <a:gd name="T2" fmla="*/ 219 w 2250"/>
                <a:gd name="T3" fmla="*/ 321 h 1409"/>
                <a:gd name="T4" fmla="*/ 529 w 2250"/>
                <a:gd name="T5" fmla="*/ 35 h 1409"/>
                <a:gd name="T6" fmla="*/ 1551 w 2250"/>
                <a:gd name="T7" fmla="*/ 111 h 1409"/>
                <a:gd name="T8" fmla="*/ 1968 w 2250"/>
                <a:gd name="T9" fmla="*/ 483 h 1409"/>
                <a:gd name="T10" fmla="*/ 2199 w 2250"/>
                <a:gd name="T11" fmla="*/ 906 h 1409"/>
                <a:gd name="T12" fmla="*/ 1659 w 2250"/>
                <a:gd name="T13" fmla="*/ 1314 h 1409"/>
                <a:gd name="T14" fmla="*/ 993 w 2250"/>
                <a:gd name="T15" fmla="*/ 1386 h 1409"/>
                <a:gd name="T16" fmla="*/ 465 w 2250"/>
                <a:gd name="T17" fmla="*/ 1356 h 1409"/>
                <a:gd name="T18" fmla="*/ 102 w 2250"/>
                <a:gd name="T19" fmla="*/ 1068 h 1409"/>
                <a:gd name="T20" fmla="*/ 0 w 2250"/>
                <a:gd name="T21" fmla="*/ 624 h 140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2250"/>
                <a:gd name="T34" fmla="*/ 0 h 1409"/>
                <a:gd name="T35" fmla="*/ 2250 w 2250"/>
                <a:gd name="T36" fmla="*/ 1409 h 1409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2250" h="1409">
                  <a:moveTo>
                    <a:pt x="0" y="624"/>
                  </a:moveTo>
                  <a:cubicBezTo>
                    <a:pt x="5" y="506"/>
                    <a:pt x="131" y="419"/>
                    <a:pt x="219" y="321"/>
                  </a:cubicBezTo>
                  <a:cubicBezTo>
                    <a:pt x="307" y="223"/>
                    <a:pt x="307" y="70"/>
                    <a:pt x="529" y="35"/>
                  </a:cubicBezTo>
                  <a:cubicBezTo>
                    <a:pt x="751" y="0"/>
                    <a:pt x="1311" y="36"/>
                    <a:pt x="1551" y="111"/>
                  </a:cubicBezTo>
                  <a:cubicBezTo>
                    <a:pt x="1791" y="186"/>
                    <a:pt x="1860" y="351"/>
                    <a:pt x="1968" y="483"/>
                  </a:cubicBezTo>
                  <a:cubicBezTo>
                    <a:pt x="2076" y="615"/>
                    <a:pt x="2250" y="767"/>
                    <a:pt x="2199" y="906"/>
                  </a:cubicBezTo>
                  <a:cubicBezTo>
                    <a:pt x="2148" y="1045"/>
                    <a:pt x="1860" y="1234"/>
                    <a:pt x="1659" y="1314"/>
                  </a:cubicBezTo>
                  <a:cubicBezTo>
                    <a:pt x="1458" y="1394"/>
                    <a:pt x="1192" y="1379"/>
                    <a:pt x="993" y="1386"/>
                  </a:cubicBezTo>
                  <a:cubicBezTo>
                    <a:pt x="794" y="1393"/>
                    <a:pt x="613" y="1409"/>
                    <a:pt x="465" y="1356"/>
                  </a:cubicBezTo>
                  <a:cubicBezTo>
                    <a:pt x="317" y="1303"/>
                    <a:pt x="180" y="1190"/>
                    <a:pt x="102" y="1068"/>
                  </a:cubicBezTo>
                  <a:cubicBezTo>
                    <a:pt x="24" y="946"/>
                    <a:pt x="21" y="716"/>
                    <a:pt x="0" y="624"/>
                  </a:cubicBezTo>
                  <a:close/>
                </a:path>
              </a:pathLst>
            </a:custGeom>
            <a:solidFill>
              <a:srgbClr val="9CE0FA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2" name="Freeform 18">
              <a:extLst>
                <a:ext uri="{FF2B5EF4-FFF2-40B4-BE49-F238E27FC236}">
                  <a16:creationId xmlns:a16="http://schemas.microsoft.com/office/drawing/2014/main" id="{9A67F7D9-6F26-A244-97DD-F400FD21CA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8" y="1620"/>
              <a:ext cx="342" cy="186"/>
            </a:xfrm>
            <a:custGeom>
              <a:avLst/>
              <a:gdLst>
                <a:gd name="T0" fmla="*/ 0 w 342"/>
                <a:gd name="T1" fmla="*/ 186 h 186"/>
                <a:gd name="T2" fmla="*/ 342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3" name="Oval 19">
              <a:extLst>
                <a:ext uri="{FF2B5EF4-FFF2-40B4-BE49-F238E27FC236}">
                  <a16:creationId xmlns:a16="http://schemas.microsoft.com/office/drawing/2014/main" id="{8061EE07-A1C2-284D-B696-ED41FFB288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8" y="1862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4" name="Line 20">
              <a:extLst>
                <a:ext uri="{FF2B5EF4-FFF2-40B4-BE49-F238E27FC236}">
                  <a16:creationId xmlns:a16="http://schemas.microsoft.com/office/drawing/2014/main" id="{CA83B116-D557-D348-AC0B-78E2F5C0452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38" y="1855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5" name="Line 21">
              <a:extLst>
                <a:ext uri="{FF2B5EF4-FFF2-40B4-BE49-F238E27FC236}">
                  <a16:creationId xmlns:a16="http://schemas.microsoft.com/office/drawing/2014/main" id="{1DA79AD7-1C00-F347-B948-32DC2DF1EC2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51" y="1855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6" name="Rectangle 22">
              <a:extLst>
                <a:ext uri="{FF2B5EF4-FFF2-40B4-BE49-F238E27FC236}">
                  <a16:creationId xmlns:a16="http://schemas.microsoft.com/office/drawing/2014/main" id="{984E29E6-D5D1-6442-A8AB-508570DE4A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8" y="1855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7" name="Oval 23">
              <a:extLst>
                <a:ext uri="{FF2B5EF4-FFF2-40B4-BE49-F238E27FC236}">
                  <a16:creationId xmlns:a16="http://schemas.microsoft.com/office/drawing/2014/main" id="{AD024E49-35E0-C446-9678-D92AC1E7A2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5" y="1796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8" name="Oval 24">
              <a:extLst>
                <a:ext uri="{FF2B5EF4-FFF2-40B4-BE49-F238E27FC236}">
                  <a16:creationId xmlns:a16="http://schemas.microsoft.com/office/drawing/2014/main" id="{706D2E3C-10FA-3947-9AD1-A08759A868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2" y="2249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9" name="Line 25">
              <a:extLst>
                <a:ext uri="{FF2B5EF4-FFF2-40B4-BE49-F238E27FC236}">
                  <a16:creationId xmlns:a16="http://schemas.microsoft.com/office/drawing/2014/main" id="{C94CE491-9734-FE44-A0CB-7E0F832D0E6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12" y="224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0" name="Line 26">
              <a:extLst>
                <a:ext uri="{FF2B5EF4-FFF2-40B4-BE49-F238E27FC236}">
                  <a16:creationId xmlns:a16="http://schemas.microsoft.com/office/drawing/2014/main" id="{EB0C7DDA-EBC9-794C-B89D-D4B4BE886CB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25" y="224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1" name="Rectangle 27">
              <a:extLst>
                <a:ext uri="{FF2B5EF4-FFF2-40B4-BE49-F238E27FC236}">
                  <a16:creationId xmlns:a16="http://schemas.microsoft.com/office/drawing/2014/main" id="{D8E5A5C9-FA6E-3D4C-AE3D-AED068D60B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2" y="2242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2" name="Oval 28">
              <a:extLst>
                <a:ext uri="{FF2B5EF4-FFF2-40B4-BE49-F238E27FC236}">
                  <a16:creationId xmlns:a16="http://schemas.microsoft.com/office/drawing/2014/main" id="{0CB55AD6-4358-5341-98E7-B20E616CAE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9" y="2183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3" name="Oval 29">
              <a:extLst>
                <a:ext uri="{FF2B5EF4-FFF2-40B4-BE49-F238E27FC236}">
                  <a16:creationId xmlns:a16="http://schemas.microsoft.com/office/drawing/2014/main" id="{50051819-8732-6E40-952F-4C0540C10A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8" y="1559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4" name="Line 30">
              <a:extLst>
                <a:ext uri="{FF2B5EF4-FFF2-40B4-BE49-F238E27FC236}">
                  <a16:creationId xmlns:a16="http://schemas.microsoft.com/office/drawing/2014/main" id="{DB5E3452-2593-284B-95E8-DB63177BA96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08" y="155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5" name="Line 31">
              <a:extLst>
                <a:ext uri="{FF2B5EF4-FFF2-40B4-BE49-F238E27FC236}">
                  <a16:creationId xmlns:a16="http://schemas.microsoft.com/office/drawing/2014/main" id="{4C9DFB1A-A46F-7C42-AEC0-5BA9C684262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21" y="155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6" name="Rectangle 32">
              <a:extLst>
                <a:ext uri="{FF2B5EF4-FFF2-40B4-BE49-F238E27FC236}">
                  <a16:creationId xmlns:a16="http://schemas.microsoft.com/office/drawing/2014/main" id="{A1C00E39-48AA-274A-B956-CD2E2C45BC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8" y="1552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7" name="Oval 33">
              <a:extLst>
                <a:ext uri="{FF2B5EF4-FFF2-40B4-BE49-F238E27FC236}">
                  <a16:creationId xmlns:a16="http://schemas.microsoft.com/office/drawing/2014/main" id="{BBFA32B2-49E2-574B-9099-DED6B3832C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5" y="1493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8" name="Oval 34">
              <a:extLst>
                <a:ext uri="{FF2B5EF4-FFF2-40B4-BE49-F238E27FC236}">
                  <a16:creationId xmlns:a16="http://schemas.microsoft.com/office/drawing/2014/main" id="{0D58D8D4-B9BC-2541-A17F-D88330A4FA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1" y="1555"/>
              <a:ext cx="312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9" name="Line 35">
              <a:extLst>
                <a:ext uri="{FF2B5EF4-FFF2-40B4-BE49-F238E27FC236}">
                  <a16:creationId xmlns:a16="http://schemas.microsoft.com/office/drawing/2014/main" id="{7504C589-E1E9-2E44-980C-93C5BE9EB7C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91" y="154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0" name="Line 36">
              <a:extLst>
                <a:ext uri="{FF2B5EF4-FFF2-40B4-BE49-F238E27FC236}">
                  <a16:creationId xmlns:a16="http://schemas.microsoft.com/office/drawing/2014/main" id="{7F02875A-5A8E-E14F-A9D7-C2BAE191131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03" y="154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1" name="Rectangle 37">
              <a:extLst>
                <a:ext uri="{FF2B5EF4-FFF2-40B4-BE49-F238E27FC236}">
                  <a16:creationId xmlns:a16="http://schemas.microsoft.com/office/drawing/2014/main" id="{D9139ADE-ED5B-5C40-9669-A638D5EFC9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1" y="1548"/>
              <a:ext cx="309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2" name="Oval 38">
              <a:extLst>
                <a:ext uri="{FF2B5EF4-FFF2-40B4-BE49-F238E27FC236}">
                  <a16:creationId xmlns:a16="http://schemas.microsoft.com/office/drawing/2014/main" id="{51116AC5-23B1-3F4B-972A-683B27105D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4" y="1492"/>
              <a:ext cx="312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3" name="Oval 39">
              <a:extLst>
                <a:ext uri="{FF2B5EF4-FFF2-40B4-BE49-F238E27FC236}">
                  <a16:creationId xmlns:a16="http://schemas.microsoft.com/office/drawing/2014/main" id="{7CF92621-E46C-E745-8108-ADF0C63540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1" y="2246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4" name="Line 40">
              <a:extLst>
                <a:ext uri="{FF2B5EF4-FFF2-40B4-BE49-F238E27FC236}">
                  <a16:creationId xmlns:a16="http://schemas.microsoft.com/office/drawing/2014/main" id="{C97ABDF7-502E-1E45-A7E6-F2C97AF991E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01" y="2239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5" name="Line 41">
              <a:extLst>
                <a:ext uri="{FF2B5EF4-FFF2-40B4-BE49-F238E27FC236}">
                  <a16:creationId xmlns:a16="http://schemas.microsoft.com/office/drawing/2014/main" id="{6F5F6C02-240D-B545-9D40-386AB9F1990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14" y="2239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6" name="Rectangle 42">
              <a:extLst>
                <a:ext uri="{FF2B5EF4-FFF2-40B4-BE49-F238E27FC236}">
                  <a16:creationId xmlns:a16="http://schemas.microsoft.com/office/drawing/2014/main" id="{F971ECC0-824C-FC4B-8D09-7FF856CD87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1" y="2239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7" name="Oval 43">
              <a:extLst>
                <a:ext uri="{FF2B5EF4-FFF2-40B4-BE49-F238E27FC236}">
                  <a16:creationId xmlns:a16="http://schemas.microsoft.com/office/drawing/2014/main" id="{000B82D5-5D57-8D41-894D-7FA7042570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8" y="2180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8" name="Oval 44">
              <a:extLst>
                <a:ext uri="{FF2B5EF4-FFF2-40B4-BE49-F238E27FC236}">
                  <a16:creationId xmlns:a16="http://schemas.microsoft.com/office/drawing/2014/main" id="{4B3102BD-88D0-D041-8342-28B44A4213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6" y="1905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9" name="Line 45">
              <a:extLst>
                <a:ext uri="{FF2B5EF4-FFF2-40B4-BE49-F238E27FC236}">
                  <a16:creationId xmlns:a16="http://schemas.microsoft.com/office/drawing/2014/main" id="{55D2E64D-9448-364E-BBCE-B8F1E46C9B4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66" y="189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0" name="Line 46">
              <a:extLst>
                <a:ext uri="{FF2B5EF4-FFF2-40B4-BE49-F238E27FC236}">
                  <a16:creationId xmlns:a16="http://schemas.microsoft.com/office/drawing/2014/main" id="{A1D926A4-0713-0448-B8BC-4526CF5A6FF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279" y="189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1" name="Rectangle 47">
              <a:extLst>
                <a:ext uri="{FF2B5EF4-FFF2-40B4-BE49-F238E27FC236}">
                  <a16:creationId xmlns:a16="http://schemas.microsoft.com/office/drawing/2014/main" id="{D44F6537-9CFC-A34F-A528-3BA9FB8DEA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6" y="1898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2" name="Oval 48">
              <a:extLst>
                <a:ext uri="{FF2B5EF4-FFF2-40B4-BE49-F238E27FC236}">
                  <a16:creationId xmlns:a16="http://schemas.microsoft.com/office/drawing/2014/main" id="{CE6823F9-AC23-9143-B45C-3AE00728E6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3" y="1839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3" name="Freeform 49">
              <a:extLst>
                <a:ext uri="{FF2B5EF4-FFF2-40B4-BE49-F238E27FC236}">
                  <a16:creationId xmlns:a16="http://schemas.microsoft.com/office/drawing/2014/main" id="{52D2B20D-E3DC-0F48-BD10-DF782164C94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7" y="1647"/>
              <a:ext cx="1" cy="522"/>
            </a:xfrm>
            <a:custGeom>
              <a:avLst/>
              <a:gdLst>
                <a:gd name="T0" fmla="*/ 0 w 1"/>
                <a:gd name="T1" fmla="*/ 0 h 522"/>
                <a:gd name="T2" fmla="*/ 0 w 1"/>
                <a:gd name="T3" fmla="*/ 522 h 522"/>
                <a:gd name="T4" fmla="*/ 0 60000 65536"/>
                <a:gd name="T5" fmla="*/ 0 60000 65536"/>
                <a:gd name="T6" fmla="*/ 0 w 1"/>
                <a:gd name="T7" fmla="*/ 0 h 522"/>
                <a:gd name="T8" fmla="*/ 1 w 1"/>
                <a:gd name="T9" fmla="*/ 522 h 52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522">
                  <a:moveTo>
                    <a:pt x="0" y="0"/>
                  </a:moveTo>
                  <a:lnTo>
                    <a:pt x="0" y="522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4" name="Freeform 50">
              <a:extLst>
                <a:ext uri="{FF2B5EF4-FFF2-40B4-BE49-F238E27FC236}">
                  <a16:creationId xmlns:a16="http://schemas.microsoft.com/office/drawing/2014/main" id="{2E4F74A6-7593-0541-B4E9-5C88A82D49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4" y="1653"/>
              <a:ext cx="1" cy="537"/>
            </a:xfrm>
            <a:custGeom>
              <a:avLst/>
              <a:gdLst>
                <a:gd name="T0" fmla="*/ 0 w 1"/>
                <a:gd name="T1" fmla="*/ 0 h 537"/>
                <a:gd name="T2" fmla="*/ 0 w 1"/>
                <a:gd name="T3" fmla="*/ 537 h 537"/>
                <a:gd name="T4" fmla="*/ 0 60000 65536"/>
                <a:gd name="T5" fmla="*/ 0 60000 65536"/>
                <a:gd name="T6" fmla="*/ 0 w 1"/>
                <a:gd name="T7" fmla="*/ 0 h 537"/>
                <a:gd name="T8" fmla="*/ 1 w 1"/>
                <a:gd name="T9" fmla="*/ 537 h 53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537">
                  <a:moveTo>
                    <a:pt x="0" y="0"/>
                  </a:moveTo>
                  <a:lnTo>
                    <a:pt x="0" y="537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5" name="Freeform 51">
              <a:extLst>
                <a:ext uri="{FF2B5EF4-FFF2-40B4-BE49-F238E27FC236}">
                  <a16:creationId xmlns:a16="http://schemas.microsoft.com/office/drawing/2014/main" id="{282B2A5D-90FF-A84D-A61D-5962C06F74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9" y="1638"/>
              <a:ext cx="504" cy="600"/>
            </a:xfrm>
            <a:custGeom>
              <a:avLst/>
              <a:gdLst>
                <a:gd name="T0" fmla="*/ 0 w 378"/>
                <a:gd name="T1" fmla="*/ 11993521 h 174"/>
                <a:gd name="T2" fmla="*/ 5035 w 378"/>
                <a:gd name="T3" fmla="*/ 0 h 174"/>
                <a:gd name="T4" fmla="*/ 0 60000 65536"/>
                <a:gd name="T5" fmla="*/ 0 60000 65536"/>
                <a:gd name="T6" fmla="*/ 0 w 378"/>
                <a:gd name="T7" fmla="*/ 0 h 174"/>
                <a:gd name="T8" fmla="*/ 378 w 378"/>
                <a:gd name="T9" fmla="*/ 174 h 17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78" h="174">
                  <a:moveTo>
                    <a:pt x="0" y="174"/>
                  </a:moveTo>
                  <a:lnTo>
                    <a:pt x="378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6" name="Freeform 52">
              <a:extLst>
                <a:ext uri="{FF2B5EF4-FFF2-40B4-BE49-F238E27FC236}">
                  <a16:creationId xmlns:a16="http://schemas.microsoft.com/office/drawing/2014/main" id="{15532AD3-A5D4-154A-9DA4-62586FD328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6" y="1986"/>
              <a:ext cx="366" cy="270"/>
            </a:xfrm>
            <a:custGeom>
              <a:avLst/>
              <a:gdLst>
                <a:gd name="T0" fmla="*/ 0 w 366"/>
                <a:gd name="T1" fmla="*/ 270 h 270"/>
                <a:gd name="T2" fmla="*/ 366 w 366"/>
                <a:gd name="T3" fmla="*/ 0 h 270"/>
                <a:gd name="T4" fmla="*/ 0 60000 65536"/>
                <a:gd name="T5" fmla="*/ 0 60000 65536"/>
                <a:gd name="T6" fmla="*/ 0 w 366"/>
                <a:gd name="T7" fmla="*/ 0 h 270"/>
                <a:gd name="T8" fmla="*/ 366 w 366"/>
                <a:gd name="T9" fmla="*/ 270 h 270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270">
                  <a:moveTo>
                    <a:pt x="0" y="270"/>
                  </a:moveTo>
                  <a:lnTo>
                    <a:pt x="366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7" name="Freeform 53">
              <a:extLst>
                <a:ext uri="{FF2B5EF4-FFF2-40B4-BE49-F238E27FC236}">
                  <a16:creationId xmlns:a16="http://schemas.microsoft.com/office/drawing/2014/main" id="{EDDE0C3D-6D8D-A14C-B3D6-F3D0693E31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5" y="2268"/>
              <a:ext cx="366" cy="1"/>
            </a:xfrm>
            <a:custGeom>
              <a:avLst/>
              <a:gdLst>
                <a:gd name="T0" fmla="*/ 366 w 366"/>
                <a:gd name="T1" fmla="*/ 0 h 1"/>
                <a:gd name="T2" fmla="*/ 0 w 366"/>
                <a:gd name="T3" fmla="*/ 0 h 1"/>
                <a:gd name="T4" fmla="*/ 0 60000 65536"/>
                <a:gd name="T5" fmla="*/ 0 60000 65536"/>
                <a:gd name="T6" fmla="*/ 0 w 366"/>
                <a:gd name="T7" fmla="*/ 0 h 1"/>
                <a:gd name="T8" fmla="*/ 366 w 366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1">
                  <a:moveTo>
                    <a:pt x="366" y="0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8" name="Freeform 54">
              <a:extLst>
                <a:ext uri="{FF2B5EF4-FFF2-40B4-BE49-F238E27FC236}">
                  <a16:creationId xmlns:a16="http://schemas.microsoft.com/office/drawing/2014/main" id="{1F593C73-0AE5-7540-A0A1-AB4B203D89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4" y="1944"/>
              <a:ext cx="276" cy="264"/>
            </a:xfrm>
            <a:custGeom>
              <a:avLst/>
              <a:gdLst>
                <a:gd name="T0" fmla="*/ 276 w 276"/>
                <a:gd name="T1" fmla="*/ 264 h 264"/>
                <a:gd name="T2" fmla="*/ 0 w 276"/>
                <a:gd name="T3" fmla="*/ 0 h 264"/>
                <a:gd name="T4" fmla="*/ 0 60000 65536"/>
                <a:gd name="T5" fmla="*/ 0 60000 65536"/>
                <a:gd name="T6" fmla="*/ 0 w 276"/>
                <a:gd name="T7" fmla="*/ 0 h 264"/>
                <a:gd name="T8" fmla="*/ 276 w 276"/>
                <a:gd name="T9" fmla="*/ 264 h 26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76" h="264">
                  <a:moveTo>
                    <a:pt x="276" y="264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9" name="Freeform 55">
              <a:extLst>
                <a:ext uri="{FF2B5EF4-FFF2-40B4-BE49-F238E27FC236}">
                  <a16:creationId xmlns:a16="http://schemas.microsoft.com/office/drawing/2014/main" id="{F8D3E17A-95CC-6745-B825-B9790B2746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9" y="1578"/>
              <a:ext cx="366" cy="1"/>
            </a:xfrm>
            <a:custGeom>
              <a:avLst/>
              <a:gdLst>
                <a:gd name="T0" fmla="*/ 366 w 366"/>
                <a:gd name="T1" fmla="*/ 0 h 1"/>
                <a:gd name="T2" fmla="*/ 0 w 366"/>
                <a:gd name="T3" fmla="*/ 0 h 1"/>
                <a:gd name="T4" fmla="*/ 0 60000 65536"/>
                <a:gd name="T5" fmla="*/ 0 60000 65536"/>
                <a:gd name="T6" fmla="*/ 0 w 366"/>
                <a:gd name="T7" fmla="*/ 0 h 1"/>
                <a:gd name="T8" fmla="*/ 366 w 366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1">
                  <a:moveTo>
                    <a:pt x="366" y="0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60" name="Freeform 56">
              <a:extLst>
                <a:ext uri="{FF2B5EF4-FFF2-40B4-BE49-F238E27FC236}">
                  <a16:creationId xmlns:a16="http://schemas.microsoft.com/office/drawing/2014/main" id="{64FB055C-D8AE-9E4A-9FE1-2F23D2976FE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4" y="1575"/>
              <a:ext cx="396" cy="267"/>
            </a:xfrm>
            <a:custGeom>
              <a:avLst/>
              <a:gdLst>
                <a:gd name="T0" fmla="*/ 396 w 396"/>
                <a:gd name="T1" fmla="*/ 267 h 267"/>
                <a:gd name="T2" fmla="*/ 0 w 396"/>
                <a:gd name="T3" fmla="*/ 0 h 267"/>
                <a:gd name="T4" fmla="*/ 0 60000 65536"/>
                <a:gd name="T5" fmla="*/ 0 60000 65536"/>
                <a:gd name="T6" fmla="*/ 0 w 396"/>
                <a:gd name="T7" fmla="*/ 0 h 267"/>
                <a:gd name="T8" fmla="*/ 396 w 396"/>
                <a:gd name="T9" fmla="*/ 267 h 26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96" h="267">
                  <a:moveTo>
                    <a:pt x="396" y="267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61" name="Freeform 57">
              <a:extLst>
                <a:ext uri="{FF2B5EF4-FFF2-40B4-BE49-F238E27FC236}">
                  <a16:creationId xmlns:a16="http://schemas.microsoft.com/office/drawing/2014/main" id="{F0C743D6-8B32-AB43-89EE-68493533AB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7" y="1146"/>
              <a:ext cx="1110" cy="645"/>
            </a:xfrm>
            <a:custGeom>
              <a:avLst/>
              <a:gdLst>
                <a:gd name="T0" fmla="*/ 1110 w 1110"/>
                <a:gd name="T1" fmla="*/ 342 h 645"/>
                <a:gd name="T2" fmla="*/ 0 w 1110"/>
                <a:gd name="T3" fmla="*/ 645 h 645"/>
                <a:gd name="T4" fmla="*/ 0 60000 65536"/>
                <a:gd name="T5" fmla="*/ 0 60000 65536"/>
                <a:gd name="T6" fmla="*/ 0 w 1110"/>
                <a:gd name="T7" fmla="*/ 0 h 645"/>
                <a:gd name="T8" fmla="*/ 1110 w 1110"/>
                <a:gd name="T9" fmla="*/ 645 h 645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110" h="645">
                  <a:moveTo>
                    <a:pt x="1110" y="342"/>
                  </a:moveTo>
                  <a:cubicBezTo>
                    <a:pt x="1104" y="0"/>
                    <a:pt x="21" y="63"/>
                    <a:pt x="0" y="645"/>
                  </a:cubicBez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grpSp>
          <p:nvGrpSpPr>
            <p:cNvPr id="162" name="Group 58">
              <a:extLst>
                <a:ext uri="{FF2B5EF4-FFF2-40B4-BE49-F238E27FC236}">
                  <a16:creationId xmlns:a16="http://schemas.microsoft.com/office/drawing/2014/main" id="{1494C31E-1843-3C4C-B448-0EE4B2D48D2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287" y="1744"/>
              <a:ext cx="205" cy="250"/>
              <a:chOff x="2954" y="2425"/>
              <a:chExt cx="208" cy="250"/>
            </a:xfrm>
          </p:grpSpPr>
          <p:sp>
            <p:nvSpPr>
              <p:cNvPr id="198" name="Rectangle 59">
                <a:extLst>
                  <a:ext uri="{FF2B5EF4-FFF2-40B4-BE49-F238E27FC236}">
                    <a16:creationId xmlns:a16="http://schemas.microsoft.com/office/drawing/2014/main" id="{0C8D8FC3-8C0A-E94F-83DB-FC9755166B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99" name="Text Box 60">
                <a:extLst>
                  <a:ext uri="{FF2B5EF4-FFF2-40B4-BE49-F238E27FC236}">
                    <a16:creationId xmlns:a16="http://schemas.microsoft.com/office/drawing/2014/main" id="{C48049A0-1569-9141-9231-3DE54FE038B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4" y="2425"/>
                <a:ext cx="208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u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173" name="Group 61">
              <a:extLst>
                <a:ext uri="{FF2B5EF4-FFF2-40B4-BE49-F238E27FC236}">
                  <a16:creationId xmlns:a16="http://schemas.microsoft.com/office/drawing/2014/main" id="{B00F025D-2C95-A044-AFF5-397F6CA81FA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461" y="2128"/>
              <a:ext cx="196" cy="250"/>
              <a:chOff x="2958" y="2425"/>
              <a:chExt cx="199" cy="250"/>
            </a:xfrm>
          </p:grpSpPr>
          <p:sp>
            <p:nvSpPr>
              <p:cNvPr id="196" name="Rectangle 62">
                <a:extLst>
                  <a:ext uri="{FF2B5EF4-FFF2-40B4-BE49-F238E27FC236}">
                    <a16:creationId xmlns:a16="http://schemas.microsoft.com/office/drawing/2014/main" id="{DBBD13A0-0A7C-8049-879E-1B92947643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97" name="Text Box 63">
                <a:extLst>
                  <a:ext uri="{FF2B5EF4-FFF2-40B4-BE49-F238E27FC236}">
                    <a16:creationId xmlns:a16="http://schemas.microsoft.com/office/drawing/2014/main" id="{7AB2974E-D97D-A248-BCD8-AF4D1F0FDCA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8" y="2425"/>
                <a:ext cx="199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y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174" name="Group 64">
              <a:extLst>
                <a:ext uri="{FF2B5EF4-FFF2-40B4-BE49-F238E27FC236}">
                  <a16:creationId xmlns:a16="http://schemas.microsoft.com/office/drawing/2014/main" id="{33C09162-022E-2E4B-B1DD-AA461D35FDB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72" y="2095"/>
              <a:ext cx="212" cy="288"/>
              <a:chOff x="2951" y="2395"/>
              <a:chExt cx="213" cy="288"/>
            </a:xfrm>
          </p:grpSpPr>
          <p:sp>
            <p:nvSpPr>
              <p:cNvPr id="194" name="Rectangle 65">
                <a:extLst>
                  <a:ext uri="{FF2B5EF4-FFF2-40B4-BE49-F238E27FC236}">
                    <a16:creationId xmlns:a16="http://schemas.microsoft.com/office/drawing/2014/main" id="{CCEE4832-7AF3-4A40-BCBA-0E78A1D44B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95" name="Text Box 66">
                <a:extLst>
                  <a:ext uri="{FF2B5EF4-FFF2-40B4-BE49-F238E27FC236}">
                    <a16:creationId xmlns:a16="http://schemas.microsoft.com/office/drawing/2014/main" id="{A18AA9CD-8C8C-C64E-8BB2-ABFB82B7752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1" y="2395"/>
                <a:ext cx="213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x</a:t>
                </a:r>
              </a:p>
            </p:txBody>
          </p:sp>
        </p:grpSp>
        <p:grpSp>
          <p:nvGrpSpPr>
            <p:cNvPr id="175" name="Group 67">
              <a:extLst>
                <a:ext uri="{FF2B5EF4-FFF2-40B4-BE49-F238E27FC236}">
                  <a16:creationId xmlns:a16="http://schemas.microsoft.com/office/drawing/2014/main" id="{7E4A4CB5-5240-5047-A355-D558A3E12E2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437" y="1438"/>
              <a:ext cx="233" cy="252"/>
              <a:chOff x="2940" y="2425"/>
              <a:chExt cx="236" cy="252"/>
            </a:xfrm>
          </p:grpSpPr>
          <p:sp>
            <p:nvSpPr>
              <p:cNvPr id="192" name="Rectangle 68">
                <a:extLst>
                  <a:ext uri="{FF2B5EF4-FFF2-40B4-BE49-F238E27FC236}">
                    <a16:creationId xmlns:a16="http://schemas.microsoft.com/office/drawing/2014/main" id="{A96BB7D8-5E3B-F54A-ACAA-E0677DC078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6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93" name="Text Box 69">
                <a:extLst>
                  <a:ext uri="{FF2B5EF4-FFF2-40B4-BE49-F238E27FC236}">
                    <a16:creationId xmlns:a16="http://schemas.microsoft.com/office/drawing/2014/main" id="{410DA41D-9F14-6F44-84CA-D9A959BDF5D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40" y="2425"/>
                <a:ext cx="236" cy="25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w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176" name="Group 70">
              <a:extLst>
                <a:ext uri="{FF2B5EF4-FFF2-40B4-BE49-F238E27FC236}">
                  <a16:creationId xmlns:a16="http://schemas.microsoft.com/office/drawing/2014/main" id="{E0B1048B-D084-C846-A55C-AC744DBE9F3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71" y="1438"/>
              <a:ext cx="196" cy="250"/>
              <a:chOff x="2958" y="2425"/>
              <a:chExt cx="199" cy="250"/>
            </a:xfrm>
          </p:grpSpPr>
          <p:sp>
            <p:nvSpPr>
              <p:cNvPr id="190" name="Rectangle 71">
                <a:extLst>
                  <a:ext uri="{FF2B5EF4-FFF2-40B4-BE49-F238E27FC236}">
                    <a16:creationId xmlns:a16="http://schemas.microsoft.com/office/drawing/2014/main" id="{7CD3D1BE-34F4-094F-BA32-8D49284AB6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91" name="Text Box 72">
                <a:extLst>
                  <a:ext uri="{FF2B5EF4-FFF2-40B4-BE49-F238E27FC236}">
                    <a16:creationId xmlns:a16="http://schemas.microsoft.com/office/drawing/2014/main" id="{3D5C06AA-C47B-6A4D-8A27-AA4C7D76D28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8" y="2425"/>
                <a:ext cx="199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v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177" name="Group 73">
              <a:extLst>
                <a:ext uri="{FF2B5EF4-FFF2-40B4-BE49-F238E27FC236}">
                  <a16:creationId xmlns:a16="http://schemas.microsoft.com/office/drawing/2014/main" id="{39C6C191-6A4D-D145-9B17-2F0B670B8A9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025" y="1756"/>
              <a:ext cx="212" cy="288"/>
              <a:chOff x="2949" y="2395"/>
              <a:chExt cx="214" cy="288"/>
            </a:xfrm>
          </p:grpSpPr>
          <p:sp>
            <p:nvSpPr>
              <p:cNvPr id="188" name="Rectangle 74">
                <a:extLst>
                  <a:ext uri="{FF2B5EF4-FFF2-40B4-BE49-F238E27FC236}">
                    <a16:creationId xmlns:a16="http://schemas.microsoft.com/office/drawing/2014/main" id="{878788BF-9BAB-6B4B-BCC1-7F88FC57D4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89" name="Text Box 75">
                <a:extLst>
                  <a:ext uri="{FF2B5EF4-FFF2-40B4-BE49-F238E27FC236}">
                    <a16:creationId xmlns:a16="http://schemas.microsoft.com/office/drawing/2014/main" id="{29553818-901F-A74B-A973-8B1ACA61A2E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49" y="2395"/>
                <a:ext cx="214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z</a:t>
                </a:r>
              </a:p>
            </p:txBody>
          </p:sp>
        </p:grpSp>
        <p:sp>
          <p:nvSpPr>
            <p:cNvPr id="178" name="Text Box 76">
              <a:extLst>
                <a:ext uri="{FF2B5EF4-FFF2-40B4-BE49-F238E27FC236}">
                  <a16:creationId xmlns:a16="http://schemas.microsoft.com/office/drawing/2014/main" id="{346FE683-DA02-964E-912E-9008265FA1E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93" y="1568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79" name="Text Box 77">
              <a:extLst>
                <a:ext uri="{FF2B5EF4-FFF2-40B4-BE49-F238E27FC236}">
                  <a16:creationId xmlns:a16="http://schemas.microsoft.com/office/drawing/2014/main" id="{83CAABB4-6EF8-DD4F-86E0-A7C8DC5F3BE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41" y="1787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0" name="Text Box 78">
              <a:extLst>
                <a:ext uri="{FF2B5EF4-FFF2-40B4-BE49-F238E27FC236}">
                  <a16:creationId xmlns:a16="http://schemas.microsoft.com/office/drawing/2014/main" id="{60B8E963-90D2-C24E-B1C3-92826407D03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06" y="2000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1" name="Text Box 79">
              <a:extLst>
                <a:ext uri="{FF2B5EF4-FFF2-40B4-BE49-F238E27FC236}">
                  <a16:creationId xmlns:a16="http://schemas.microsoft.com/office/drawing/2014/main" id="{DCA75031-4CAF-FB4B-B5B5-33DB92D51C0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25" y="1880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2" name="Text Box 80">
              <a:extLst>
                <a:ext uri="{FF2B5EF4-FFF2-40B4-BE49-F238E27FC236}">
                  <a16:creationId xmlns:a16="http://schemas.microsoft.com/office/drawing/2014/main" id="{C519B319-7316-9041-86CC-85BF1228899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62" y="2234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3" name="Text Box 81">
              <a:extLst>
                <a:ext uri="{FF2B5EF4-FFF2-40B4-BE49-F238E27FC236}">
                  <a16:creationId xmlns:a16="http://schemas.microsoft.com/office/drawing/2014/main" id="{5B6C4D06-FD20-5C4C-9AE3-6086B101980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22" y="1805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4" name="Text Box 82">
              <a:extLst>
                <a:ext uri="{FF2B5EF4-FFF2-40B4-BE49-F238E27FC236}">
                  <a16:creationId xmlns:a16="http://schemas.microsoft.com/office/drawing/2014/main" id="{D7076B21-53BA-B14B-954F-D3582ED801D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82" y="2069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5" name="Text Box 83">
              <a:extLst>
                <a:ext uri="{FF2B5EF4-FFF2-40B4-BE49-F238E27FC236}">
                  <a16:creationId xmlns:a16="http://schemas.microsoft.com/office/drawing/2014/main" id="{35EAA28F-B2FC-B840-B933-852F6B10C52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55" y="1532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6" name="Text Box 84">
              <a:extLst>
                <a:ext uri="{FF2B5EF4-FFF2-40B4-BE49-F238E27FC236}">
                  <a16:creationId xmlns:a16="http://schemas.microsoft.com/office/drawing/2014/main" id="{1DF8C370-9E82-204B-BC41-540B267E1D2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20" y="1382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7" name="Text Box 85">
              <a:extLst>
                <a:ext uri="{FF2B5EF4-FFF2-40B4-BE49-F238E27FC236}">
                  <a16:creationId xmlns:a16="http://schemas.microsoft.com/office/drawing/2014/main" id="{70F01FE7-388D-494B-9568-B741BD3A18C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69" y="1115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cxnSp>
        <p:nvCxnSpPr>
          <p:cNvPr id="200" name="Straight Arrow Connector 199">
            <a:extLst>
              <a:ext uri="{FF2B5EF4-FFF2-40B4-BE49-F238E27FC236}">
                <a16:creationId xmlns:a16="http://schemas.microsoft.com/office/drawing/2014/main" id="{D0EB6011-5A98-FD41-B923-923C37A2C8EB}"/>
              </a:ext>
            </a:extLst>
          </p:cNvPr>
          <p:cNvCxnSpPr>
            <a:cxnSpLocks/>
          </p:cNvCxnSpPr>
          <p:nvPr/>
        </p:nvCxnSpPr>
        <p:spPr>
          <a:xfrm>
            <a:off x="1118203" y="5514294"/>
            <a:ext cx="439472" cy="428799"/>
          </a:xfrm>
          <a:prstGeom prst="straightConnector1">
            <a:avLst/>
          </a:prstGeom>
          <a:ln w="317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0" name="Text Box 9">
            <a:extLst>
              <a:ext uri="{FF2B5EF4-FFF2-40B4-BE49-F238E27FC236}">
                <a16:creationId xmlns:a16="http://schemas.microsoft.com/office/drawing/2014/main" id="{65B395D1-ACAF-AB4A-A53B-728973E1FE6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564285" y="2301914"/>
            <a:ext cx="378629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charset="0"/>
                <a:ea typeface="ＭＳ Ｐゴシック" charset="0"/>
              </a:rPr>
              <a:t>∞</a:t>
            </a:r>
            <a:endParaRPr kumimoji="0" lang="en-US" sz="20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11" name="Text Box 8">
            <a:extLst>
              <a:ext uri="{FF2B5EF4-FFF2-40B4-BE49-F238E27FC236}">
                <a16:creationId xmlns:a16="http://schemas.microsoft.com/office/drawing/2014/main" id="{C4F3D1DE-8C63-AD4B-B1C0-FE339DA1FD0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206722" y="2260378"/>
            <a:ext cx="526106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2,x</a:t>
            </a:r>
          </a:p>
        </p:txBody>
      </p:sp>
      <p:sp>
        <p:nvSpPr>
          <p:cNvPr id="117" name="Text Box 6">
            <a:extLst>
              <a:ext uri="{FF2B5EF4-FFF2-40B4-BE49-F238E27FC236}">
                <a16:creationId xmlns:a16="http://schemas.microsoft.com/office/drawing/2014/main" id="{C9401439-4F9A-5245-B5D8-98F93D2D33D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66247" y="2271953"/>
            <a:ext cx="526105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4,x</a:t>
            </a:r>
          </a:p>
        </p:txBody>
      </p:sp>
      <p:sp>
        <p:nvSpPr>
          <p:cNvPr id="118" name="Text Box 5">
            <a:extLst>
              <a:ext uri="{FF2B5EF4-FFF2-40B4-BE49-F238E27FC236}">
                <a16:creationId xmlns:a16="http://schemas.microsoft.com/office/drawing/2014/main" id="{05199638-1656-3440-8601-484D6E8D2EB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63633" y="2255616"/>
            <a:ext cx="540533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2,u</a:t>
            </a:r>
          </a:p>
        </p:txBody>
      </p:sp>
      <p:grpSp>
        <p:nvGrpSpPr>
          <p:cNvPr id="170" name="Group 169">
            <a:extLst>
              <a:ext uri="{FF2B5EF4-FFF2-40B4-BE49-F238E27FC236}">
                <a16:creationId xmlns:a16="http://schemas.microsoft.com/office/drawing/2014/main" id="{852DFC02-823F-0242-A6A7-87C32B9FF392}"/>
              </a:ext>
            </a:extLst>
          </p:cNvPr>
          <p:cNvGrpSpPr/>
          <p:nvPr/>
        </p:nvGrpSpPr>
        <p:grpSpPr>
          <a:xfrm>
            <a:off x="3117557" y="1351723"/>
            <a:ext cx="5481203" cy="1572238"/>
            <a:chOff x="-1091379" y="187714"/>
            <a:chExt cx="5481203" cy="1572238"/>
          </a:xfrm>
        </p:grpSpPr>
        <p:sp>
          <p:nvSpPr>
            <p:cNvPr id="206" name="Oval 205">
              <a:extLst>
                <a:ext uri="{FF2B5EF4-FFF2-40B4-BE49-F238E27FC236}">
                  <a16:creationId xmlns:a16="http://schemas.microsoft.com/office/drawing/2014/main" id="{CEFA519F-FE06-0A48-8A17-DA293779C4C4}"/>
                </a:ext>
              </a:extLst>
            </p:cNvPr>
            <p:cNvSpPr/>
            <p:nvPr/>
          </p:nvSpPr>
          <p:spPr>
            <a:xfrm>
              <a:off x="4024279" y="187714"/>
              <a:ext cx="365545" cy="336679"/>
            </a:xfrm>
            <a:prstGeom prst="ellipse">
              <a:avLst/>
            </a:prstGeom>
            <a:noFill/>
            <a:ln w="1905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207" name="Straight Arrow Connector 206">
              <a:extLst>
                <a:ext uri="{FF2B5EF4-FFF2-40B4-BE49-F238E27FC236}">
                  <a16:creationId xmlns:a16="http://schemas.microsoft.com/office/drawing/2014/main" id="{C8090F2C-8033-B647-B950-11726A728ED6}"/>
                </a:ext>
              </a:extLst>
            </p:cNvPr>
            <p:cNvCxnSpPr>
              <a:cxnSpLocks/>
              <a:stCxn id="206" idx="2"/>
              <a:endCxn id="208" idx="6"/>
            </p:cNvCxnSpPr>
            <p:nvPr/>
          </p:nvCxnSpPr>
          <p:spPr>
            <a:xfrm flipH="1">
              <a:off x="-789162" y="356054"/>
              <a:ext cx="4813441" cy="1256132"/>
            </a:xfrm>
            <a:prstGeom prst="straightConnector1">
              <a:avLst/>
            </a:prstGeom>
            <a:ln w="15875">
              <a:solidFill>
                <a:srgbClr val="FF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8" name="Oval 207">
              <a:extLst>
                <a:ext uri="{FF2B5EF4-FFF2-40B4-BE49-F238E27FC236}">
                  <a16:creationId xmlns:a16="http://schemas.microsoft.com/office/drawing/2014/main" id="{C5FE25E1-AB82-7F4C-9E98-117B763167D9}"/>
                </a:ext>
              </a:extLst>
            </p:cNvPr>
            <p:cNvSpPr/>
            <p:nvPr/>
          </p:nvSpPr>
          <p:spPr>
            <a:xfrm>
              <a:off x="-1091379" y="1464420"/>
              <a:ext cx="302217" cy="295532"/>
            </a:xfrm>
            <a:prstGeom prst="ellipse">
              <a:avLst/>
            </a:prstGeom>
            <a:noFill/>
            <a:ln w="1905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71" name="Oval 114">
            <a:extLst>
              <a:ext uri="{FF2B5EF4-FFF2-40B4-BE49-F238E27FC236}">
                <a16:creationId xmlns:a16="http://schemas.microsoft.com/office/drawing/2014/main" id="{E65BD954-0CEF-0549-AB54-7CAE01A2E242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95837" y="2316864"/>
            <a:ext cx="602852" cy="301972"/>
          </a:xfrm>
          <a:prstGeom prst="ellips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charset="0"/>
              <a:ea typeface="ＭＳ Ｐゴシック" charset="0"/>
              <a:cs typeface="+mn-cs"/>
            </a:endParaRPr>
          </a:p>
        </p:txBody>
      </p:sp>
      <p:sp>
        <p:nvSpPr>
          <p:cNvPr id="209" name="Text Box 4">
            <a:extLst>
              <a:ext uri="{FF2B5EF4-FFF2-40B4-BE49-F238E27FC236}">
                <a16:creationId xmlns:a16="http://schemas.microsoft.com/office/drawing/2014/main" id="{0287B239-D17F-164E-887D-3DDF8EB7F20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16771" y="2546463"/>
            <a:ext cx="58381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uxy</a:t>
            </a:r>
          </a:p>
        </p:txBody>
      </p:sp>
      <p:cxnSp>
        <p:nvCxnSpPr>
          <p:cNvPr id="210" name="Straight Arrow Connector 209">
            <a:extLst>
              <a:ext uri="{FF2B5EF4-FFF2-40B4-BE49-F238E27FC236}">
                <a16:creationId xmlns:a16="http://schemas.microsoft.com/office/drawing/2014/main" id="{8DC1F592-D3EA-B141-B522-4F04B922D235}"/>
              </a:ext>
            </a:extLst>
          </p:cNvPr>
          <p:cNvCxnSpPr>
            <a:cxnSpLocks/>
          </p:cNvCxnSpPr>
          <p:nvPr/>
        </p:nvCxnSpPr>
        <p:spPr>
          <a:xfrm>
            <a:off x="2017455" y="6020765"/>
            <a:ext cx="586969" cy="6484"/>
          </a:xfrm>
          <a:prstGeom prst="straightConnector1">
            <a:avLst/>
          </a:prstGeom>
          <a:ln w="317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402443547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2" dur="500"/>
                                        <p:tgtEl>
                                          <p:spTgt spid="1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500"/>
                            </p:stCondLst>
                            <p:childTnLst>
                              <p:par>
                                <p:cTn id="14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2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2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1" grpId="0" animBg="1"/>
      <p:bldP spid="209" grpId="0"/>
    </p:bld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3" name="Group 202">
            <a:extLst>
              <a:ext uri="{FF2B5EF4-FFF2-40B4-BE49-F238E27FC236}">
                <a16:creationId xmlns:a16="http://schemas.microsoft.com/office/drawing/2014/main" id="{AB4A4D5E-EA3A-C342-BD4B-5D42FD84497D}"/>
              </a:ext>
            </a:extLst>
          </p:cNvPr>
          <p:cNvGrpSpPr/>
          <p:nvPr/>
        </p:nvGrpSpPr>
        <p:grpSpPr>
          <a:xfrm>
            <a:off x="4454071" y="3833590"/>
            <a:ext cx="1669144" cy="2786743"/>
            <a:chOff x="391885" y="3599543"/>
            <a:chExt cx="1669144" cy="2786743"/>
          </a:xfrm>
        </p:grpSpPr>
        <p:sp>
          <p:nvSpPr>
            <p:cNvPr id="204" name="Oval 203">
              <a:extLst>
                <a:ext uri="{FF2B5EF4-FFF2-40B4-BE49-F238E27FC236}">
                  <a16:creationId xmlns:a16="http://schemas.microsoft.com/office/drawing/2014/main" id="{09C4666A-0739-D747-9911-F956173AF6C0}"/>
                </a:ext>
              </a:extLst>
            </p:cNvPr>
            <p:cNvSpPr/>
            <p:nvPr/>
          </p:nvSpPr>
          <p:spPr>
            <a:xfrm>
              <a:off x="391885" y="3599543"/>
              <a:ext cx="1480458" cy="2786743"/>
            </a:xfrm>
            <a:prstGeom prst="ellipse">
              <a:avLst/>
            </a:prstGeom>
            <a:noFill/>
            <a:ln w="38100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05" name="Rectangle 204">
              <a:extLst>
                <a:ext uri="{FF2B5EF4-FFF2-40B4-BE49-F238E27FC236}">
                  <a16:creationId xmlns:a16="http://schemas.microsoft.com/office/drawing/2014/main" id="{3E2FD13B-449B-A542-8297-BC85BC14FEA0}"/>
                </a:ext>
              </a:extLst>
            </p:cNvPr>
            <p:cNvSpPr/>
            <p:nvPr/>
          </p:nvSpPr>
          <p:spPr>
            <a:xfrm>
              <a:off x="1161143" y="3715658"/>
              <a:ext cx="899886" cy="1511295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210" name="Straight Arrow Connector 209">
              <a:extLst>
                <a:ext uri="{FF2B5EF4-FFF2-40B4-BE49-F238E27FC236}">
                  <a16:creationId xmlns:a16="http://schemas.microsoft.com/office/drawing/2014/main" id="{001580FF-6C15-794F-AB65-D39811DB8230}"/>
                </a:ext>
              </a:extLst>
            </p:cNvPr>
            <p:cNvCxnSpPr>
              <a:cxnSpLocks/>
            </p:cNvCxnSpPr>
            <p:nvPr/>
          </p:nvCxnSpPr>
          <p:spPr>
            <a:xfrm>
              <a:off x="1377950" y="3679825"/>
              <a:ext cx="144237" cy="107497"/>
            </a:xfrm>
            <a:prstGeom prst="straightConnector1">
              <a:avLst/>
            </a:prstGeom>
            <a:ln w="38100">
              <a:solidFill>
                <a:srgbClr val="C0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" name="Title 5">
            <a:extLst>
              <a:ext uri="{FF2B5EF4-FFF2-40B4-BE49-F238E27FC236}">
                <a16:creationId xmlns:a16="http://schemas.microsoft.com/office/drawing/2014/main" id="{5B27BFF1-5DCE-D642-8EFE-FACB1C97EEE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199" y="354060"/>
            <a:ext cx="11179629" cy="894622"/>
          </a:xfrm>
        </p:spPr>
        <p:txBody>
          <a:bodyPr/>
          <a:lstStyle/>
          <a:p>
            <a:r>
              <a:rPr lang="en-US" b="0" dirty="0">
                <a:latin typeface="+mn-lt"/>
              </a:rPr>
              <a:t>Dijkstra’s algorithm: an example</a:t>
            </a:r>
          </a:p>
        </p:txBody>
      </p:sp>
      <p:sp>
        <p:nvSpPr>
          <p:cNvPr id="246" name="Text Box 3">
            <a:extLst>
              <a:ext uri="{FF2B5EF4-FFF2-40B4-BE49-F238E27FC236}">
                <a16:creationId xmlns:a16="http://schemas.microsoft.com/office/drawing/2014/main" id="{B903AE0C-4346-CF44-9481-037FB37A398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97181" y="1647825"/>
            <a:ext cx="706437" cy="2225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Step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0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1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2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3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4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5</a:t>
            </a:r>
          </a:p>
        </p:txBody>
      </p:sp>
      <p:sp>
        <p:nvSpPr>
          <p:cNvPr id="247" name="Text Box 4">
            <a:extLst>
              <a:ext uri="{FF2B5EF4-FFF2-40B4-BE49-F238E27FC236}">
                <a16:creationId xmlns:a16="http://schemas.microsoft.com/office/drawing/2014/main" id="{940B6AB4-2B9C-424D-9073-90B490CA145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07285" y="1657350"/>
            <a:ext cx="420308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N</a:t>
            </a: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rPr>
              <a:t>'</a:t>
            </a:r>
          </a:p>
        </p:txBody>
      </p:sp>
      <p:sp>
        <p:nvSpPr>
          <p:cNvPr id="248" name="Text Box 5">
            <a:extLst>
              <a:ext uri="{FF2B5EF4-FFF2-40B4-BE49-F238E27FC236}">
                <a16:creationId xmlns:a16="http://schemas.microsoft.com/office/drawing/2014/main" id="{BFC5A1B4-9A1A-8748-B5FA-043233C160A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32260" y="1626727"/>
            <a:ext cx="1180130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D(v),p(v)</a:t>
            </a:r>
          </a:p>
        </p:txBody>
      </p:sp>
      <p:sp>
        <p:nvSpPr>
          <p:cNvPr id="250" name="Text Box 7">
            <a:extLst>
              <a:ext uri="{FF2B5EF4-FFF2-40B4-BE49-F238E27FC236}">
                <a16:creationId xmlns:a16="http://schemas.microsoft.com/office/drawing/2014/main" id="{134AE2AD-F4F6-A646-BCC7-1F2E0A23EDC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34634" y="1626726"/>
            <a:ext cx="1180131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D(x),p(x)</a:t>
            </a:r>
          </a:p>
        </p:txBody>
      </p:sp>
      <p:sp>
        <p:nvSpPr>
          <p:cNvPr id="251" name="Text Box 8">
            <a:extLst>
              <a:ext uri="{FF2B5EF4-FFF2-40B4-BE49-F238E27FC236}">
                <a16:creationId xmlns:a16="http://schemas.microsoft.com/office/drawing/2014/main" id="{A27983AD-A090-0449-BF43-DC6600055B4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56559" y="1638300"/>
            <a:ext cx="1180131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D(y),p(y)</a:t>
            </a:r>
          </a:p>
        </p:txBody>
      </p:sp>
      <p:sp>
        <p:nvSpPr>
          <p:cNvPr id="252" name="Text Box 9">
            <a:extLst>
              <a:ext uri="{FF2B5EF4-FFF2-40B4-BE49-F238E27FC236}">
                <a16:creationId xmlns:a16="http://schemas.microsoft.com/office/drawing/2014/main" id="{297C2219-5295-1C4F-BC52-FD72360100D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63535" y="1638300"/>
            <a:ext cx="1180130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D(z),p(z)</a:t>
            </a:r>
          </a:p>
        </p:txBody>
      </p:sp>
      <p:sp>
        <p:nvSpPr>
          <p:cNvPr id="253" name="Line 10">
            <a:extLst>
              <a:ext uri="{FF2B5EF4-FFF2-40B4-BE49-F238E27FC236}">
                <a16:creationId xmlns:a16="http://schemas.microsoft.com/office/drawing/2014/main" id="{D9A0E014-3E4B-AA48-86C7-6D4E4AE592F4}"/>
              </a:ext>
            </a:extLst>
          </p:cNvPr>
          <p:cNvSpPr>
            <a:spLocks noChangeShapeType="1"/>
          </p:cNvSpPr>
          <p:nvPr/>
        </p:nvSpPr>
        <p:spPr bwMode="auto">
          <a:xfrm>
            <a:off x="1519418" y="1998662"/>
            <a:ext cx="8505825" cy="9525"/>
          </a:xfrm>
          <a:prstGeom prst="line">
            <a:avLst/>
          </a:prstGeom>
          <a:noFill/>
          <a:ln w="28575">
            <a:solidFill>
              <a:srgbClr val="3333CC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495" name="Text Box 6">
            <a:extLst>
              <a:ext uri="{FF2B5EF4-FFF2-40B4-BE49-F238E27FC236}">
                <a16:creationId xmlns:a16="http://schemas.microsoft.com/office/drawing/2014/main" id="{A24F37E4-4175-D247-9C29-BC40A27B53F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69951" y="1633417"/>
            <a:ext cx="1295547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D(w),p(w)</a:t>
            </a:r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83A2ED86-B66C-0F49-818B-087416791E66}"/>
              </a:ext>
            </a:extLst>
          </p:cNvPr>
          <p:cNvGrpSpPr/>
          <p:nvPr/>
        </p:nvGrpSpPr>
        <p:grpSpPr>
          <a:xfrm>
            <a:off x="4263633" y="1951300"/>
            <a:ext cx="5679281" cy="401555"/>
            <a:chOff x="4263633" y="1951300"/>
            <a:chExt cx="5679281" cy="401555"/>
          </a:xfrm>
        </p:grpSpPr>
        <p:sp>
          <p:nvSpPr>
            <p:cNvPr id="249" name="Text Box 6">
              <a:extLst>
                <a:ext uri="{FF2B5EF4-FFF2-40B4-BE49-F238E27FC236}">
                  <a16:creationId xmlns:a16="http://schemas.microsoft.com/office/drawing/2014/main" id="{CD4FA9CE-7149-A440-83C1-21E98C3A6B6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70608" y="1951300"/>
              <a:ext cx="54053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5,u</a:t>
              </a:r>
            </a:p>
          </p:txBody>
        </p:sp>
        <p:sp>
          <p:nvSpPr>
            <p:cNvPr id="483" name="Text Box 9">
              <a:extLst>
                <a:ext uri="{FF2B5EF4-FFF2-40B4-BE49-F238E27FC236}">
                  <a16:creationId xmlns:a16="http://schemas.microsoft.com/office/drawing/2014/main" id="{451C47E2-E094-7147-A23C-5212BC8FB56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564285" y="1975894"/>
              <a:ext cx="378629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charset="0"/>
                  <a:ea typeface="ＭＳ Ｐゴシック" charset="0"/>
                </a:rPr>
                <a:t>∞</a:t>
              </a: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93" name="Text Box 9">
              <a:extLst>
                <a:ext uri="{FF2B5EF4-FFF2-40B4-BE49-F238E27FC236}">
                  <a16:creationId xmlns:a16="http://schemas.microsoft.com/office/drawing/2014/main" id="{77161A6C-F59E-E646-A81F-7F211BDD004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68885" y="1974450"/>
              <a:ext cx="378629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charset="0"/>
                  <a:ea typeface="ＭＳ Ｐゴシック" charset="0"/>
                </a:rPr>
                <a:t>∞</a:t>
              </a: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94" name="Text Box 7">
              <a:extLst>
                <a:ext uri="{FF2B5EF4-FFF2-40B4-BE49-F238E27FC236}">
                  <a16:creationId xmlns:a16="http://schemas.microsoft.com/office/drawing/2014/main" id="{052BF5DE-999E-0047-B15A-B0A0D539AFA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866008" y="1951300"/>
              <a:ext cx="54053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1,u</a:t>
              </a:r>
            </a:p>
          </p:txBody>
        </p:sp>
        <p:sp>
          <p:nvSpPr>
            <p:cNvPr id="500" name="Text Box 5">
              <a:extLst>
                <a:ext uri="{FF2B5EF4-FFF2-40B4-BE49-F238E27FC236}">
                  <a16:creationId xmlns:a16="http://schemas.microsoft.com/office/drawing/2014/main" id="{39318546-EB10-7141-A532-7477C3F9247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63633" y="1952745"/>
              <a:ext cx="54053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2,u</a:t>
              </a:r>
            </a:p>
          </p:txBody>
        </p:sp>
      </p:grpSp>
      <p:sp>
        <p:nvSpPr>
          <p:cNvPr id="508" name="Text Box 4">
            <a:extLst>
              <a:ext uri="{FF2B5EF4-FFF2-40B4-BE49-F238E27FC236}">
                <a16:creationId xmlns:a16="http://schemas.microsoft.com/office/drawing/2014/main" id="{46A6DAE9-5634-E343-888C-DBD504BE17B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82181" y="1941646"/>
            <a:ext cx="32733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</a:t>
            </a:r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155C6A08-435F-074A-8CB5-94B5718AAF55}"/>
              </a:ext>
            </a:extLst>
          </p:cNvPr>
          <p:cNvCxnSpPr/>
          <p:nvPr/>
        </p:nvCxnSpPr>
        <p:spPr>
          <a:xfrm>
            <a:off x="1706097" y="2303362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09" name="Straight Connector 508">
            <a:extLst>
              <a:ext uri="{FF2B5EF4-FFF2-40B4-BE49-F238E27FC236}">
                <a16:creationId xmlns:a16="http://schemas.microsoft.com/office/drawing/2014/main" id="{A3B06771-707C-C549-B117-3063EC3738D7}"/>
              </a:ext>
            </a:extLst>
          </p:cNvPr>
          <p:cNvCxnSpPr/>
          <p:nvPr/>
        </p:nvCxnSpPr>
        <p:spPr>
          <a:xfrm>
            <a:off x="1714983" y="2606233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0" name="Straight Connector 509">
            <a:extLst>
              <a:ext uri="{FF2B5EF4-FFF2-40B4-BE49-F238E27FC236}">
                <a16:creationId xmlns:a16="http://schemas.microsoft.com/office/drawing/2014/main" id="{1D62FDB7-4F58-C84F-A936-529AACBF81D5}"/>
              </a:ext>
            </a:extLst>
          </p:cNvPr>
          <p:cNvCxnSpPr/>
          <p:nvPr/>
        </p:nvCxnSpPr>
        <p:spPr>
          <a:xfrm>
            <a:off x="1719251" y="2913722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1" name="Straight Connector 510">
            <a:extLst>
              <a:ext uri="{FF2B5EF4-FFF2-40B4-BE49-F238E27FC236}">
                <a16:creationId xmlns:a16="http://schemas.microsoft.com/office/drawing/2014/main" id="{F671747E-F7E7-174E-B66B-4158AC0C73AC}"/>
              </a:ext>
            </a:extLst>
          </p:cNvPr>
          <p:cNvCxnSpPr/>
          <p:nvPr/>
        </p:nvCxnSpPr>
        <p:spPr>
          <a:xfrm>
            <a:off x="1718901" y="3225829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4" name="Straight Connector 513">
            <a:extLst>
              <a:ext uri="{FF2B5EF4-FFF2-40B4-BE49-F238E27FC236}">
                <a16:creationId xmlns:a16="http://schemas.microsoft.com/office/drawing/2014/main" id="{A48E9275-8476-9244-A5FE-18548D30A1B6}"/>
              </a:ext>
            </a:extLst>
          </p:cNvPr>
          <p:cNvCxnSpPr/>
          <p:nvPr/>
        </p:nvCxnSpPr>
        <p:spPr>
          <a:xfrm>
            <a:off x="1727787" y="3565644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3" name="Text Box 3">
            <a:extLst>
              <a:ext uri="{FF2B5EF4-FFF2-40B4-BE49-F238E27FC236}">
                <a16:creationId xmlns:a16="http://schemas.microsoft.com/office/drawing/2014/main" id="{7F7C65A8-3A93-574D-9312-3FDE1275879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17465" y="3427169"/>
            <a:ext cx="1221809" cy="230832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charset="0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8  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Loop </a:t>
            </a: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srgbClr val="0000A8"/>
              </a:solidFill>
              <a:effectLst/>
              <a:uLnTx/>
              <a:uFillTx/>
              <a:latin typeface="Calibri" panose="020F0502020204030204"/>
              <a:ea typeface="ＭＳ Ｐゴシック" charset="0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9    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10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11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   </a:t>
            </a:r>
          </a:p>
        </p:txBody>
      </p:sp>
      <p:sp>
        <p:nvSpPr>
          <p:cNvPr id="164" name="Text Box 3">
            <a:extLst>
              <a:ext uri="{FF2B5EF4-FFF2-40B4-BE49-F238E27FC236}">
                <a16:creationId xmlns:a16="http://schemas.microsoft.com/office/drawing/2014/main" id="{9AD40842-B350-BF42-BC3C-5285750E157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76265" y="3750132"/>
            <a:ext cx="5864426" cy="12003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charset="0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find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a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not in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N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Arial" charset="0"/>
              </a:rPr>
              <a:t>'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such that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D(a)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is a minimum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add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a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to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N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Arial" charset="0"/>
              </a:rPr>
              <a:t>'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</a:t>
            </a:r>
          </a:p>
        </p:txBody>
      </p:sp>
      <p:sp>
        <p:nvSpPr>
          <p:cNvPr id="167" name="Oval 114">
            <a:extLst>
              <a:ext uri="{FF2B5EF4-FFF2-40B4-BE49-F238E27FC236}">
                <a16:creationId xmlns:a16="http://schemas.microsoft.com/office/drawing/2014/main" id="{D5350C1B-A977-CC45-ADDA-7ABEE3B22E6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43529" y="2025568"/>
            <a:ext cx="602852" cy="301972"/>
          </a:xfrm>
          <a:prstGeom prst="ellips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charset="0"/>
              <a:ea typeface="ＭＳ Ｐゴシック" charset="0"/>
              <a:cs typeface="+mn-cs"/>
            </a:endParaRPr>
          </a:p>
        </p:txBody>
      </p:sp>
      <p:sp>
        <p:nvSpPr>
          <p:cNvPr id="172" name="Text Box 4">
            <a:extLst>
              <a:ext uri="{FF2B5EF4-FFF2-40B4-BE49-F238E27FC236}">
                <a16:creationId xmlns:a16="http://schemas.microsoft.com/office/drawing/2014/main" id="{1B8BDA83-ED76-9C43-B640-E44C3E517FE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58516" y="2241520"/>
            <a:ext cx="45557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ux</a:t>
            </a:r>
          </a:p>
        </p:txBody>
      </p:sp>
      <p:sp>
        <p:nvSpPr>
          <p:cNvPr id="112" name="TextBox 111">
            <a:extLst>
              <a:ext uri="{FF2B5EF4-FFF2-40B4-BE49-F238E27FC236}">
                <a16:creationId xmlns:a16="http://schemas.microsoft.com/office/drawing/2014/main" id="{315CB903-C0C3-C744-B8C9-92A6680CB584}"/>
              </a:ext>
            </a:extLst>
          </p:cNvPr>
          <p:cNvSpPr txBox="1"/>
          <p:nvPr/>
        </p:nvSpPr>
        <p:spPr>
          <a:xfrm>
            <a:off x="4322868" y="1212035"/>
            <a:ext cx="346570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v</a:t>
            </a:r>
          </a:p>
        </p:txBody>
      </p:sp>
      <p:sp>
        <p:nvSpPr>
          <p:cNvPr id="113" name="TextBox 112">
            <a:extLst>
              <a:ext uri="{FF2B5EF4-FFF2-40B4-BE49-F238E27FC236}">
                <a16:creationId xmlns:a16="http://schemas.microsoft.com/office/drawing/2014/main" id="{5AD4F740-0EF9-2044-827E-A54C55587203}"/>
              </a:ext>
            </a:extLst>
          </p:cNvPr>
          <p:cNvSpPr txBox="1"/>
          <p:nvPr/>
        </p:nvSpPr>
        <p:spPr>
          <a:xfrm>
            <a:off x="5598013" y="1206430"/>
            <a:ext cx="441146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w</a:t>
            </a:r>
          </a:p>
        </p:txBody>
      </p:sp>
      <p:sp>
        <p:nvSpPr>
          <p:cNvPr id="114" name="TextBox 113">
            <a:extLst>
              <a:ext uri="{FF2B5EF4-FFF2-40B4-BE49-F238E27FC236}">
                <a16:creationId xmlns:a16="http://schemas.microsoft.com/office/drawing/2014/main" id="{AE0A5B28-C8D3-E14E-B1D4-EDE4C4101E6C}"/>
              </a:ext>
            </a:extLst>
          </p:cNvPr>
          <p:cNvSpPr txBox="1"/>
          <p:nvPr/>
        </p:nvSpPr>
        <p:spPr>
          <a:xfrm>
            <a:off x="6907883" y="1200825"/>
            <a:ext cx="340158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x</a:t>
            </a:r>
          </a:p>
        </p:txBody>
      </p:sp>
      <p:sp>
        <p:nvSpPr>
          <p:cNvPr id="115" name="TextBox 114">
            <a:extLst>
              <a:ext uri="{FF2B5EF4-FFF2-40B4-BE49-F238E27FC236}">
                <a16:creationId xmlns:a16="http://schemas.microsoft.com/office/drawing/2014/main" id="{E7BFB733-E937-014A-B7CC-EE11641F15CC}"/>
              </a:ext>
            </a:extLst>
          </p:cNvPr>
          <p:cNvSpPr txBox="1"/>
          <p:nvPr/>
        </p:nvSpPr>
        <p:spPr>
          <a:xfrm>
            <a:off x="8240903" y="1206795"/>
            <a:ext cx="346570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y</a:t>
            </a:r>
          </a:p>
        </p:txBody>
      </p:sp>
      <p:sp>
        <p:nvSpPr>
          <p:cNvPr id="116" name="TextBox 115">
            <a:extLst>
              <a:ext uri="{FF2B5EF4-FFF2-40B4-BE49-F238E27FC236}">
                <a16:creationId xmlns:a16="http://schemas.microsoft.com/office/drawing/2014/main" id="{08D54A84-29AE-E948-B36B-A3E997D943D5}"/>
              </a:ext>
            </a:extLst>
          </p:cNvPr>
          <p:cNvSpPr txBox="1"/>
          <p:nvPr/>
        </p:nvSpPr>
        <p:spPr>
          <a:xfrm>
            <a:off x="9504473" y="1224340"/>
            <a:ext cx="325730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z</a:t>
            </a:r>
          </a:p>
        </p:txBody>
      </p:sp>
      <p:grpSp>
        <p:nvGrpSpPr>
          <p:cNvPr id="120" name="Group 16">
            <a:extLst>
              <a:ext uri="{FF2B5EF4-FFF2-40B4-BE49-F238E27FC236}">
                <a16:creationId xmlns:a16="http://schemas.microsoft.com/office/drawing/2014/main" id="{758A3B01-F3F9-A74E-B632-177660FF1736}"/>
              </a:ext>
            </a:extLst>
          </p:cNvPr>
          <p:cNvGrpSpPr>
            <a:grpSpLocks/>
          </p:cNvGrpSpPr>
          <p:nvPr/>
        </p:nvGrpSpPr>
        <p:grpSpPr bwMode="auto">
          <a:xfrm>
            <a:off x="644342" y="4117376"/>
            <a:ext cx="3571875" cy="2236788"/>
            <a:chOff x="3162" y="1071"/>
            <a:chExt cx="2250" cy="1409"/>
          </a:xfrm>
        </p:grpSpPr>
        <p:sp>
          <p:nvSpPr>
            <p:cNvPr id="121" name="Freeform 17">
              <a:extLst>
                <a:ext uri="{FF2B5EF4-FFF2-40B4-BE49-F238E27FC236}">
                  <a16:creationId xmlns:a16="http://schemas.microsoft.com/office/drawing/2014/main" id="{3D738A20-E61D-3347-97FA-CFBB4A2027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2" y="1071"/>
              <a:ext cx="2250" cy="1409"/>
            </a:xfrm>
            <a:custGeom>
              <a:avLst/>
              <a:gdLst>
                <a:gd name="T0" fmla="*/ 0 w 2250"/>
                <a:gd name="T1" fmla="*/ 624 h 1409"/>
                <a:gd name="T2" fmla="*/ 219 w 2250"/>
                <a:gd name="T3" fmla="*/ 321 h 1409"/>
                <a:gd name="T4" fmla="*/ 529 w 2250"/>
                <a:gd name="T5" fmla="*/ 35 h 1409"/>
                <a:gd name="T6" fmla="*/ 1551 w 2250"/>
                <a:gd name="T7" fmla="*/ 111 h 1409"/>
                <a:gd name="T8" fmla="*/ 1968 w 2250"/>
                <a:gd name="T9" fmla="*/ 483 h 1409"/>
                <a:gd name="T10" fmla="*/ 2199 w 2250"/>
                <a:gd name="T11" fmla="*/ 906 h 1409"/>
                <a:gd name="T12" fmla="*/ 1659 w 2250"/>
                <a:gd name="T13" fmla="*/ 1314 h 1409"/>
                <a:gd name="T14" fmla="*/ 993 w 2250"/>
                <a:gd name="T15" fmla="*/ 1386 h 1409"/>
                <a:gd name="T16" fmla="*/ 465 w 2250"/>
                <a:gd name="T17" fmla="*/ 1356 h 1409"/>
                <a:gd name="T18" fmla="*/ 102 w 2250"/>
                <a:gd name="T19" fmla="*/ 1068 h 1409"/>
                <a:gd name="T20" fmla="*/ 0 w 2250"/>
                <a:gd name="T21" fmla="*/ 624 h 140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2250"/>
                <a:gd name="T34" fmla="*/ 0 h 1409"/>
                <a:gd name="T35" fmla="*/ 2250 w 2250"/>
                <a:gd name="T36" fmla="*/ 1409 h 1409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2250" h="1409">
                  <a:moveTo>
                    <a:pt x="0" y="624"/>
                  </a:moveTo>
                  <a:cubicBezTo>
                    <a:pt x="5" y="506"/>
                    <a:pt x="131" y="419"/>
                    <a:pt x="219" y="321"/>
                  </a:cubicBezTo>
                  <a:cubicBezTo>
                    <a:pt x="307" y="223"/>
                    <a:pt x="307" y="70"/>
                    <a:pt x="529" y="35"/>
                  </a:cubicBezTo>
                  <a:cubicBezTo>
                    <a:pt x="751" y="0"/>
                    <a:pt x="1311" y="36"/>
                    <a:pt x="1551" y="111"/>
                  </a:cubicBezTo>
                  <a:cubicBezTo>
                    <a:pt x="1791" y="186"/>
                    <a:pt x="1860" y="351"/>
                    <a:pt x="1968" y="483"/>
                  </a:cubicBezTo>
                  <a:cubicBezTo>
                    <a:pt x="2076" y="615"/>
                    <a:pt x="2250" y="767"/>
                    <a:pt x="2199" y="906"/>
                  </a:cubicBezTo>
                  <a:cubicBezTo>
                    <a:pt x="2148" y="1045"/>
                    <a:pt x="1860" y="1234"/>
                    <a:pt x="1659" y="1314"/>
                  </a:cubicBezTo>
                  <a:cubicBezTo>
                    <a:pt x="1458" y="1394"/>
                    <a:pt x="1192" y="1379"/>
                    <a:pt x="993" y="1386"/>
                  </a:cubicBezTo>
                  <a:cubicBezTo>
                    <a:pt x="794" y="1393"/>
                    <a:pt x="613" y="1409"/>
                    <a:pt x="465" y="1356"/>
                  </a:cubicBezTo>
                  <a:cubicBezTo>
                    <a:pt x="317" y="1303"/>
                    <a:pt x="180" y="1190"/>
                    <a:pt x="102" y="1068"/>
                  </a:cubicBezTo>
                  <a:cubicBezTo>
                    <a:pt x="24" y="946"/>
                    <a:pt x="21" y="716"/>
                    <a:pt x="0" y="624"/>
                  </a:cubicBezTo>
                  <a:close/>
                </a:path>
              </a:pathLst>
            </a:custGeom>
            <a:solidFill>
              <a:srgbClr val="9CE0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2" name="Freeform 18">
              <a:extLst>
                <a:ext uri="{FF2B5EF4-FFF2-40B4-BE49-F238E27FC236}">
                  <a16:creationId xmlns:a16="http://schemas.microsoft.com/office/drawing/2014/main" id="{9A67F7D9-6F26-A244-97DD-F400FD21CA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8" y="1620"/>
              <a:ext cx="342" cy="186"/>
            </a:xfrm>
            <a:custGeom>
              <a:avLst/>
              <a:gdLst>
                <a:gd name="T0" fmla="*/ 0 w 342"/>
                <a:gd name="T1" fmla="*/ 186 h 186"/>
                <a:gd name="T2" fmla="*/ 342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3" name="Oval 19">
              <a:extLst>
                <a:ext uri="{FF2B5EF4-FFF2-40B4-BE49-F238E27FC236}">
                  <a16:creationId xmlns:a16="http://schemas.microsoft.com/office/drawing/2014/main" id="{8061EE07-A1C2-284D-B696-ED41FFB288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8" y="1862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4" name="Line 20">
              <a:extLst>
                <a:ext uri="{FF2B5EF4-FFF2-40B4-BE49-F238E27FC236}">
                  <a16:creationId xmlns:a16="http://schemas.microsoft.com/office/drawing/2014/main" id="{CA83B116-D557-D348-AC0B-78E2F5C0452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38" y="1855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5" name="Line 21">
              <a:extLst>
                <a:ext uri="{FF2B5EF4-FFF2-40B4-BE49-F238E27FC236}">
                  <a16:creationId xmlns:a16="http://schemas.microsoft.com/office/drawing/2014/main" id="{1DA79AD7-1C00-F347-B948-32DC2DF1EC2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51" y="1855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6" name="Rectangle 22">
              <a:extLst>
                <a:ext uri="{FF2B5EF4-FFF2-40B4-BE49-F238E27FC236}">
                  <a16:creationId xmlns:a16="http://schemas.microsoft.com/office/drawing/2014/main" id="{984E29E6-D5D1-6442-A8AB-508570DE4A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8" y="1855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7" name="Oval 23">
              <a:extLst>
                <a:ext uri="{FF2B5EF4-FFF2-40B4-BE49-F238E27FC236}">
                  <a16:creationId xmlns:a16="http://schemas.microsoft.com/office/drawing/2014/main" id="{AD024E49-35E0-C446-9678-D92AC1E7A2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5" y="1796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8" name="Oval 24">
              <a:extLst>
                <a:ext uri="{FF2B5EF4-FFF2-40B4-BE49-F238E27FC236}">
                  <a16:creationId xmlns:a16="http://schemas.microsoft.com/office/drawing/2014/main" id="{706D2E3C-10FA-3947-9AD1-A08759A868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2" y="2249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9" name="Line 25">
              <a:extLst>
                <a:ext uri="{FF2B5EF4-FFF2-40B4-BE49-F238E27FC236}">
                  <a16:creationId xmlns:a16="http://schemas.microsoft.com/office/drawing/2014/main" id="{C94CE491-9734-FE44-A0CB-7E0F832D0E6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12" y="224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0" name="Line 26">
              <a:extLst>
                <a:ext uri="{FF2B5EF4-FFF2-40B4-BE49-F238E27FC236}">
                  <a16:creationId xmlns:a16="http://schemas.microsoft.com/office/drawing/2014/main" id="{EB0C7DDA-EBC9-794C-B89D-D4B4BE886CB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25" y="224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1" name="Rectangle 27">
              <a:extLst>
                <a:ext uri="{FF2B5EF4-FFF2-40B4-BE49-F238E27FC236}">
                  <a16:creationId xmlns:a16="http://schemas.microsoft.com/office/drawing/2014/main" id="{D8E5A5C9-FA6E-3D4C-AE3D-AED068D60B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2" y="2242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2" name="Oval 28">
              <a:extLst>
                <a:ext uri="{FF2B5EF4-FFF2-40B4-BE49-F238E27FC236}">
                  <a16:creationId xmlns:a16="http://schemas.microsoft.com/office/drawing/2014/main" id="{0CB55AD6-4358-5341-98E7-B20E616CAE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9" y="2183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3" name="Oval 29">
              <a:extLst>
                <a:ext uri="{FF2B5EF4-FFF2-40B4-BE49-F238E27FC236}">
                  <a16:creationId xmlns:a16="http://schemas.microsoft.com/office/drawing/2014/main" id="{50051819-8732-6E40-952F-4C0540C10A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8" y="1559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4" name="Line 30">
              <a:extLst>
                <a:ext uri="{FF2B5EF4-FFF2-40B4-BE49-F238E27FC236}">
                  <a16:creationId xmlns:a16="http://schemas.microsoft.com/office/drawing/2014/main" id="{DB5E3452-2593-284B-95E8-DB63177BA96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08" y="155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5" name="Line 31">
              <a:extLst>
                <a:ext uri="{FF2B5EF4-FFF2-40B4-BE49-F238E27FC236}">
                  <a16:creationId xmlns:a16="http://schemas.microsoft.com/office/drawing/2014/main" id="{4C9DFB1A-A46F-7C42-AEC0-5BA9C684262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21" y="155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6" name="Rectangle 32">
              <a:extLst>
                <a:ext uri="{FF2B5EF4-FFF2-40B4-BE49-F238E27FC236}">
                  <a16:creationId xmlns:a16="http://schemas.microsoft.com/office/drawing/2014/main" id="{A1C00E39-48AA-274A-B956-CD2E2C45BC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8" y="1552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7" name="Oval 33">
              <a:extLst>
                <a:ext uri="{FF2B5EF4-FFF2-40B4-BE49-F238E27FC236}">
                  <a16:creationId xmlns:a16="http://schemas.microsoft.com/office/drawing/2014/main" id="{BBFA32B2-49E2-574B-9099-DED6B3832C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5" y="1493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8" name="Oval 34">
              <a:extLst>
                <a:ext uri="{FF2B5EF4-FFF2-40B4-BE49-F238E27FC236}">
                  <a16:creationId xmlns:a16="http://schemas.microsoft.com/office/drawing/2014/main" id="{0D58D8D4-B9BC-2541-A17F-D88330A4FA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1" y="1555"/>
              <a:ext cx="312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9" name="Line 35">
              <a:extLst>
                <a:ext uri="{FF2B5EF4-FFF2-40B4-BE49-F238E27FC236}">
                  <a16:creationId xmlns:a16="http://schemas.microsoft.com/office/drawing/2014/main" id="{7504C589-E1E9-2E44-980C-93C5BE9EB7C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91" y="154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0" name="Line 36">
              <a:extLst>
                <a:ext uri="{FF2B5EF4-FFF2-40B4-BE49-F238E27FC236}">
                  <a16:creationId xmlns:a16="http://schemas.microsoft.com/office/drawing/2014/main" id="{7F02875A-5A8E-E14F-A9D7-C2BAE191131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03" y="154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1" name="Rectangle 37">
              <a:extLst>
                <a:ext uri="{FF2B5EF4-FFF2-40B4-BE49-F238E27FC236}">
                  <a16:creationId xmlns:a16="http://schemas.microsoft.com/office/drawing/2014/main" id="{D9139ADE-ED5B-5C40-9669-A638D5EFC9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1" y="1548"/>
              <a:ext cx="309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2" name="Oval 38">
              <a:extLst>
                <a:ext uri="{FF2B5EF4-FFF2-40B4-BE49-F238E27FC236}">
                  <a16:creationId xmlns:a16="http://schemas.microsoft.com/office/drawing/2014/main" id="{51116AC5-23B1-3F4B-972A-683B27105D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4" y="1492"/>
              <a:ext cx="312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3" name="Oval 39">
              <a:extLst>
                <a:ext uri="{FF2B5EF4-FFF2-40B4-BE49-F238E27FC236}">
                  <a16:creationId xmlns:a16="http://schemas.microsoft.com/office/drawing/2014/main" id="{7CF92621-E46C-E745-8108-ADF0C63540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1" y="2246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4" name="Line 40">
              <a:extLst>
                <a:ext uri="{FF2B5EF4-FFF2-40B4-BE49-F238E27FC236}">
                  <a16:creationId xmlns:a16="http://schemas.microsoft.com/office/drawing/2014/main" id="{C97ABDF7-502E-1E45-A7E6-F2C97AF991E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01" y="2239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5" name="Line 41">
              <a:extLst>
                <a:ext uri="{FF2B5EF4-FFF2-40B4-BE49-F238E27FC236}">
                  <a16:creationId xmlns:a16="http://schemas.microsoft.com/office/drawing/2014/main" id="{6F5F6C02-240D-B545-9D40-386AB9F1990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14" y="2239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6" name="Rectangle 42">
              <a:extLst>
                <a:ext uri="{FF2B5EF4-FFF2-40B4-BE49-F238E27FC236}">
                  <a16:creationId xmlns:a16="http://schemas.microsoft.com/office/drawing/2014/main" id="{F971ECC0-824C-FC4B-8D09-7FF856CD87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1" y="2239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7" name="Oval 43">
              <a:extLst>
                <a:ext uri="{FF2B5EF4-FFF2-40B4-BE49-F238E27FC236}">
                  <a16:creationId xmlns:a16="http://schemas.microsoft.com/office/drawing/2014/main" id="{000B82D5-5D57-8D41-894D-7FA7042570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8" y="2180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8" name="Oval 44">
              <a:extLst>
                <a:ext uri="{FF2B5EF4-FFF2-40B4-BE49-F238E27FC236}">
                  <a16:creationId xmlns:a16="http://schemas.microsoft.com/office/drawing/2014/main" id="{4B3102BD-88D0-D041-8342-28B44A4213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6" y="1905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9" name="Line 45">
              <a:extLst>
                <a:ext uri="{FF2B5EF4-FFF2-40B4-BE49-F238E27FC236}">
                  <a16:creationId xmlns:a16="http://schemas.microsoft.com/office/drawing/2014/main" id="{55D2E64D-9448-364E-BBCE-B8F1E46C9B4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66" y="189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0" name="Line 46">
              <a:extLst>
                <a:ext uri="{FF2B5EF4-FFF2-40B4-BE49-F238E27FC236}">
                  <a16:creationId xmlns:a16="http://schemas.microsoft.com/office/drawing/2014/main" id="{A1D926A4-0713-0448-B8BC-4526CF5A6FF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279" y="189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1" name="Rectangle 47">
              <a:extLst>
                <a:ext uri="{FF2B5EF4-FFF2-40B4-BE49-F238E27FC236}">
                  <a16:creationId xmlns:a16="http://schemas.microsoft.com/office/drawing/2014/main" id="{D44F6537-9CFC-A34F-A528-3BA9FB8DEA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6" y="1898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2" name="Oval 48">
              <a:extLst>
                <a:ext uri="{FF2B5EF4-FFF2-40B4-BE49-F238E27FC236}">
                  <a16:creationId xmlns:a16="http://schemas.microsoft.com/office/drawing/2014/main" id="{CE6823F9-AC23-9143-B45C-3AE00728E6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3" y="1839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3" name="Freeform 49">
              <a:extLst>
                <a:ext uri="{FF2B5EF4-FFF2-40B4-BE49-F238E27FC236}">
                  <a16:creationId xmlns:a16="http://schemas.microsoft.com/office/drawing/2014/main" id="{52D2B20D-E3DC-0F48-BD10-DF782164C94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7" y="1647"/>
              <a:ext cx="1" cy="522"/>
            </a:xfrm>
            <a:custGeom>
              <a:avLst/>
              <a:gdLst>
                <a:gd name="T0" fmla="*/ 0 w 1"/>
                <a:gd name="T1" fmla="*/ 0 h 522"/>
                <a:gd name="T2" fmla="*/ 0 w 1"/>
                <a:gd name="T3" fmla="*/ 522 h 522"/>
                <a:gd name="T4" fmla="*/ 0 60000 65536"/>
                <a:gd name="T5" fmla="*/ 0 60000 65536"/>
                <a:gd name="T6" fmla="*/ 0 w 1"/>
                <a:gd name="T7" fmla="*/ 0 h 522"/>
                <a:gd name="T8" fmla="*/ 1 w 1"/>
                <a:gd name="T9" fmla="*/ 522 h 52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522">
                  <a:moveTo>
                    <a:pt x="0" y="0"/>
                  </a:moveTo>
                  <a:lnTo>
                    <a:pt x="0" y="522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4" name="Freeform 50">
              <a:extLst>
                <a:ext uri="{FF2B5EF4-FFF2-40B4-BE49-F238E27FC236}">
                  <a16:creationId xmlns:a16="http://schemas.microsoft.com/office/drawing/2014/main" id="{2E4F74A6-7593-0541-B4E9-5C88A82D49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4" y="1653"/>
              <a:ext cx="1" cy="537"/>
            </a:xfrm>
            <a:custGeom>
              <a:avLst/>
              <a:gdLst>
                <a:gd name="T0" fmla="*/ 0 w 1"/>
                <a:gd name="T1" fmla="*/ 0 h 537"/>
                <a:gd name="T2" fmla="*/ 0 w 1"/>
                <a:gd name="T3" fmla="*/ 537 h 537"/>
                <a:gd name="T4" fmla="*/ 0 60000 65536"/>
                <a:gd name="T5" fmla="*/ 0 60000 65536"/>
                <a:gd name="T6" fmla="*/ 0 w 1"/>
                <a:gd name="T7" fmla="*/ 0 h 537"/>
                <a:gd name="T8" fmla="*/ 1 w 1"/>
                <a:gd name="T9" fmla="*/ 537 h 53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537">
                  <a:moveTo>
                    <a:pt x="0" y="0"/>
                  </a:moveTo>
                  <a:lnTo>
                    <a:pt x="0" y="537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5" name="Freeform 51">
              <a:extLst>
                <a:ext uri="{FF2B5EF4-FFF2-40B4-BE49-F238E27FC236}">
                  <a16:creationId xmlns:a16="http://schemas.microsoft.com/office/drawing/2014/main" id="{282B2A5D-90FF-A84D-A61D-5962C06F74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9" y="1638"/>
              <a:ext cx="504" cy="600"/>
            </a:xfrm>
            <a:custGeom>
              <a:avLst/>
              <a:gdLst>
                <a:gd name="T0" fmla="*/ 0 w 378"/>
                <a:gd name="T1" fmla="*/ 11993521 h 174"/>
                <a:gd name="T2" fmla="*/ 5035 w 378"/>
                <a:gd name="T3" fmla="*/ 0 h 174"/>
                <a:gd name="T4" fmla="*/ 0 60000 65536"/>
                <a:gd name="T5" fmla="*/ 0 60000 65536"/>
                <a:gd name="T6" fmla="*/ 0 w 378"/>
                <a:gd name="T7" fmla="*/ 0 h 174"/>
                <a:gd name="T8" fmla="*/ 378 w 378"/>
                <a:gd name="T9" fmla="*/ 174 h 17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78" h="174">
                  <a:moveTo>
                    <a:pt x="0" y="174"/>
                  </a:moveTo>
                  <a:lnTo>
                    <a:pt x="378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6" name="Freeform 52">
              <a:extLst>
                <a:ext uri="{FF2B5EF4-FFF2-40B4-BE49-F238E27FC236}">
                  <a16:creationId xmlns:a16="http://schemas.microsoft.com/office/drawing/2014/main" id="{15532AD3-A5D4-154A-9DA4-62586FD328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6" y="1986"/>
              <a:ext cx="366" cy="270"/>
            </a:xfrm>
            <a:custGeom>
              <a:avLst/>
              <a:gdLst>
                <a:gd name="T0" fmla="*/ 0 w 366"/>
                <a:gd name="T1" fmla="*/ 270 h 270"/>
                <a:gd name="T2" fmla="*/ 366 w 366"/>
                <a:gd name="T3" fmla="*/ 0 h 270"/>
                <a:gd name="T4" fmla="*/ 0 60000 65536"/>
                <a:gd name="T5" fmla="*/ 0 60000 65536"/>
                <a:gd name="T6" fmla="*/ 0 w 366"/>
                <a:gd name="T7" fmla="*/ 0 h 270"/>
                <a:gd name="T8" fmla="*/ 366 w 366"/>
                <a:gd name="T9" fmla="*/ 270 h 270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270">
                  <a:moveTo>
                    <a:pt x="0" y="270"/>
                  </a:moveTo>
                  <a:lnTo>
                    <a:pt x="366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7" name="Freeform 53">
              <a:extLst>
                <a:ext uri="{FF2B5EF4-FFF2-40B4-BE49-F238E27FC236}">
                  <a16:creationId xmlns:a16="http://schemas.microsoft.com/office/drawing/2014/main" id="{EDDE0C3D-6D8D-A14C-B3D6-F3D0693E31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5" y="2268"/>
              <a:ext cx="366" cy="1"/>
            </a:xfrm>
            <a:custGeom>
              <a:avLst/>
              <a:gdLst>
                <a:gd name="T0" fmla="*/ 366 w 366"/>
                <a:gd name="T1" fmla="*/ 0 h 1"/>
                <a:gd name="T2" fmla="*/ 0 w 366"/>
                <a:gd name="T3" fmla="*/ 0 h 1"/>
                <a:gd name="T4" fmla="*/ 0 60000 65536"/>
                <a:gd name="T5" fmla="*/ 0 60000 65536"/>
                <a:gd name="T6" fmla="*/ 0 w 366"/>
                <a:gd name="T7" fmla="*/ 0 h 1"/>
                <a:gd name="T8" fmla="*/ 366 w 366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1">
                  <a:moveTo>
                    <a:pt x="366" y="0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8" name="Freeform 54">
              <a:extLst>
                <a:ext uri="{FF2B5EF4-FFF2-40B4-BE49-F238E27FC236}">
                  <a16:creationId xmlns:a16="http://schemas.microsoft.com/office/drawing/2014/main" id="{1F593C73-0AE5-7540-A0A1-AB4B203D89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4" y="1944"/>
              <a:ext cx="276" cy="264"/>
            </a:xfrm>
            <a:custGeom>
              <a:avLst/>
              <a:gdLst>
                <a:gd name="T0" fmla="*/ 276 w 276"/>
                <a:gd name="T1" fmla="*/ 264 h 264"/>
                <a:gd name="T2" fmla="*/ 0 w 276"/>
                <a:gd name="T3" fmla="*/ 0 h 264"/>
                <a:gd name="T4" fmla="*/ 0 60000 65536"/>
                <a:gd name="T5" fmla="*/ 0 60000 65536"/>
                <a:gd name="T6" fmla="*/ 0 w 276"/>
                <a:gd name="T7" fmla="*/ 0 h 264"/>
                <a:gd name="T8" fmla="*/ 276 w 276"/>
                <a:gd name="T9" fmla="*/ 264 h 26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76" h="264">
                  <a:moveTo>
                    <a:pt x="276" y="264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9" name="Freeform 55">
              <a:extLst>
                <a:ext uri="{FF2B5EF4-FFF2-40B4-BE49-F238E27FC236}">
                  <a16:creationId xmlns:a16="http://schemas.microsoft.com/office/drawing/2014/main" id="{F8D3E17A-95CC-6745-B825-B9790B2746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9" y="1578"/>
              <a:ext cx="366" cy="1"/>
            </a:xfrm>
            <a:custGeom>
              <a:avLst/>
              <a:gdLst>
                <a:gd name="T0" fmla="*/ 366 w 366"/>
                <a:gd name="T1" fmla="*/ 0 h 1"/>
                <a:gd name="T2" fmla="*/ 0 w 366"/>
                <a:gd name="T3" fmla="*/ 0 h 1"/>
                <a:gd name="T4" fmla="*/ 0 60000 65536"/>
                <a:gd name="T5" fmla="*/ 0 60000 65536"/>
                <a:gd name="T6" fmla="*/ 0 w 366"/>
                <a:gd name="T7" fmla="*/ 0 h 1"/>
                <a:gd name="T8" fmla="*/ 366 w 366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1">
                  <a:moveTo>
                    <a:pt x="366" y="0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60" name="Freeform 56">
              <a:extLst>
                <a:ext uri="{FF2B5EF4-FFF2-40B4-BE49-F238E27FC236}">
                  <a16:creationId xmlns:a16="http://schemas.microsoft.com/office/drawing/2014/main" id="{64FB055C-D8AE-9E4A-9FE1-2F23D2976FE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4" y="1575"/>
              <a:ext cx="396" cy="267"/>
            </a:xfrm>
            <a:custGeom>
              <a:avLst/>
              <a:gdLst>
                <a:gd name="T0" fmla="*/ 396 w 396"/>
                <a:gd name="T1" fmla="*/ 267 h 267"/>
                <a:gd name="T2" fmla="*/ 0 w 396"/>
                <a:gd name="T3" fmla="*/ 0 h 267"/>
                <a:gd name="T4" fmla="*/ 0 60000 65536"/>
                <a:gd name="T5" fmla="*/ 0 60000 65536"/>
                <a:gd name="T6" fmla="*/ 0 w 396"/>
                <a:gd name="T7" fmla="*/ 0 h 267"/>
                <a:gd name="T8" fmla="*/ 396 w 396"/>
                <a:gd name="T9" fmla="*/ 267 h 26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96" h="267">
                  <a:moveTo>
                    <a:pt x="396" y="267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61" name="Freeform 57">
              <a:extLst>
                <a:ext uri="{FF2B5EF4-FFF2-40B4-BE49-F238E27FC236}">
                  <a16:creationId xmlns:a16="http://schemas.microsoft.com/office/drawing/2014/main" id="{F0C743D6-8B32-AB43-89EE-68493533AB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7" y="1146"/>
              <a:ext cx="1110" cy="645"/>
            </a:xfrm>
            <a:custGeom>
              <a:avLst/>
              <a:gdLst>
                <a:gd name="T0" fmla="*/ 1110 w 1110"/>
                <a:gd name="T1" fmla="*/ 342 h 645"/>
                <a:gd name="T2" fmla="*/ 0 w 1110"/>
                <a:gd name="T3" fmla="*/ 645 h 645"/>
                <a:gd name="T4" fmla="*/ 0 60000 65536"/>
                <a:gd name="T5" fmla="*/ 0 60000 65536"/>
                <a:gd name="T6" fmla="*/ 0 w 1110"/>
                <a:gd name="T7" fmla="*/ 0 h 645"/>
                <a:gd name="T8" fmla="*/ 1110 w 1110"/>
                <a:gd name="T9" fmla="*/ 645 h 645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110" h="645">
                  <a:moveTo>
                    <a:pt x="1110" y="342"/>
                  </a:moveTo>
                  <a:cubicBezTo>
                    <a:pt x="1104" y="0"/>
                    <a:pt x="21" y="63"/>
                    <a:pt x="0" y="645"/>
                  </a:cubicBez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grpSp>
          <p:nvGrpSpPr>
            <p:cNvPr id="162" name="Group 58">
              <a:extLst>
                <a:ext uri="{FF2B5EF4-FFF2-40B4-BE49-F238E27FC236}">
                  <a16:creationId xmlns:a16="http://schemas.microsoft.com/office/drawing/2014/main" id="{1494C31E-1843-3C4C-B448-0EE4B2D48D2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287" y="1744"/>
              <a:ext cx="205" cy="250"/>
              <a:chOff x="2954" y="2425"/>
              <a:chExt cx="208" cy="250"/>
            </a:xfrm>
          </p:grpSpPr>
          <p:sp>
            <p:nvSpPr>
              <p:cNvPr id="198" name="Rectangle 59">
                <a:extLst>
                  <a:ext uri="{FF2B5EF4-FFF2-40B4-BE49-F238E27FC236}">
                    <a16:creationId xmlns:a16="http://schemas.microsoft.com/office/drawing/2014/main" id="{0C8D8FC3-8C0A-E94F-83DB-FC9755166B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99" name="Text Box 60">
                <a:extLst>
                  <a:ext uri="{FF2B5EF4-FFF2-40B4-BE49-F238E27FC236}">
                    <a16:creationId xmlns:a16="http://schemas.microsoft.com/office/drawing/2014/main" id="{C48049A0-1569-9141-9231-3DE54FE038B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4" y="2425"/>
                <a:ext cx="208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u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173" name="Group 61">
              <a:extLst>
                <a:ext uri="{FF2B5EF4-FFF2-40B4-BE49-F238E27FC236}">
                  <a16:creationId xmlns:a16="http://schemas.microsoft.com/office/drawing/2014/main" id="{B00F025D-2C95-A044-AFF5-397F6CA81FA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461" y="2128"/>
              <a:ext cx="196" cy="250"/>
              <a:chOff x="2958" y="2425"/>
              <a:chExt cx="199" cy="250"/>
            </a:xfrm>
          </p:grpSpPr>
          <p:sp>
            <p:nvSpPr>
              <p:cNvPr id="196" name="Rectangle 62">
                <a:extLst>
                  <a:ext uri="{FF2B5EF4-FFF2-40B4-BE49-F238E27FC236}">
                    <a16:creationId xmlns:a16="http://schemas.microsoft.com/office/drawing/2014/main" id="{DBBD13A0-0A7C-8049-879E-1B92947643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97" name="Text Box 63">
                <a:extLst>
                  <a:ext uri="{FF2B5EF4-FFF2-40B4-BE49-F238E27FC236}">
                    <a16:creationId xmlns:a16="http://schemas.microsoft.com/office/drawing/2014/main" id="{7AB2974E-D97D-A248-BCD8-AF4D1F0FDCA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8" y="2425"/>
                <a:ext cx="199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y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174" name="Group 64">
              <a:extLst>
                <a:ext uri="{FF2B5EF4-FFF2-40B4-BE49-F238E27FC236}">
                  <a16:creationId xmlns:a16="http://schemas.microsoft.com/office/drawing/2014/main" id="{33C09162-022E-2E4B-B1DD-AA461D35FDB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72" y="2095"/>
              <a:ext cx="212" cy="288"/>
              <a:chOff x="2951" y="2395"/>
              <a:chExt cx="213" cy="288"/>
            </a:xfrm>
          </p:grpSpPr>
          <p:sp>
            <p:nvSpPr>
              <p:cNvPr id="194" name="Rectangle 65">
                <a:extLst>
                  <a:ext uri="{FF2B5EF4-FFF2-40B4-BE49-F238E27FC236}">
                    <a16:creationId xmlns:a16="http://schemas.microsoft.com/office/drawing/2014/main" id="{CCEE4832-7AF3-4A40-BCBA-0E78A1D44B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95" name="Text Box 66">
                <a:extLst>
                  <a:ext uri="{FF2B5EF4-FFF2-40B4-BE49-F238E27FC236}">
                    <a16:creationId xmlns:a16="http://schemas.microsoft.com/office/drawing/2014/main" id="{A18AA9CD-8C8C-C64E-8BB2-ABFB82B7752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1" y="2395"/>
                <a:ext cx="213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x</a:t>
                </a:r>
              </a:p>
            </p:txBody>
          </p:sp>
        </p:grpSp>
        <p:grpSp>
          <p:nvGrpSpPr>
            <p:cNvPr id="175" name="Group 67">
              <a:extLst>
                <a:ext uri="{FF2B5EF4-FFF2-40B4-BE49-F238E27FC236}">
                  <a16:creationId xmlns:a16="http://schemas.microsoft.com/office/drawing/2014/main" id="{7E4A4CB5-5240-5047-A355-D558A3E12E2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437" y="1438"/>
              <a:ext cx="233" cy="252"/>
              <a:chOff x="2940" y="2425"/>
              <a:chExt cx="236" cy="252"/>
            </a:xfrm>
          </p:grpSpPr>
          <p:sp>
            <p:nvSpPr>
              <p:cNvPr id="192" name="Rectangle 68">
                <a:extLst>
                  <a:ext uri="{FF2B5EF4-FFF2-40B4-BE49-F238E27FC236}">
                    <a16:creationId xmlns:a16="http://schemas.microsoft.com/office/drawing/2014/main" id="{A96BB7D8-5E3B-F54A-ACAA-E0677DC078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6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93" name="Text Box 69">
                <a:extLst>
                  <a:ext uri="{FF2B5EF4-FFF2-40B4-BE49-F238E27FC236}">
                    <a16:creationId xmlns:a16="http://schemas.microsoft.com/office/drawing/2014/main" id="{410DA41D-9F14-6F44-84CA-D9A959BDF5D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40" y="2425"/>
                <a:ext cx="236" cy="25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w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176" name="Group 70">
              <a:extLst>
                <a:ext uri="{FF2B5EF4-FFF2-40B4-BE49-F238E27FC236}">
                  <a16:creationId xmlns:a16="http://schemas.microsoft.com/office/drawing/2014/main" id="{E0B1048B-D084-C846-A55C-AC744DBE9F3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71" y="1438"/>
              <a:ext cx="196" cy="250"/>
              <a:chOff x="2958" y="2425"/>
              <a:chExt cx="199" cy="250"/>
            </a:xfrm>
          </p:grpSpPr>
          <p:sp>
            <p:nvSpPr>
              <p:cNvPr id="190" name="Rectangle 71">
                <a:extLst>
                  <a:ext uri="{FF2B5EF4-FFF2-40B4-BE49-F238E27FC236}">
                    <a16:creationId xmlns:a16="http://schemas.microsoft.com/office/drawing/2014/main" id="{7CD3D1BE-34F4-094F-BA32-8D49284AB6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91" name="Text Box 72">
                <a:extLst>
                  <a:ext uri="{FF2B5EF4-FFF2-40B4-BE49-F238E27FC236}">
                    <a16:creationId xmlns:a16="http://schemas.microsoft.com/office/drawing/2014/main" id="{3D5C06AA-C47B-6A4D-8A27-AA4C7D76D28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8" y="2425"/>
                <a:ext cx="199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v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177" name="Group 73">
              <a:extLst>
                <a:ext uri="{FF2B5EF4-FFF2-40B4-BE49-F238E27FC236}">
                  <a16:creationId xmlns:a16="http://schemas.microsoft.com/office/drawing/2014/main" id="{39C6C191-6A4D-D145-9B17-2F0B670B8A9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025" y="1756"/>
              <a:ext cx="212" cy="288"/>
              <a:chOff x="2949" y="2395"/>
              <a:chExt cx="214" cy="288"/>
            </a:xfrm>
          </p:grpSpPr>
          <p:sp>
            <p:nvSpPr>
              <p:cNvPr id="188" name="Rectangle 74">
                <a:extLst>
                  <a:ext uri="{FF2B5EF4-FFF2-40B4-BE49-F238E27FC236}">
                    <a16:creationId xmlns:a16="http://schemas.microsoft.com/office/drawing/2014/main" id="{878788BF-9BAB-6B4B-BCC1-7F88FC57D4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89" name="Text Box 75">
                <a:extLst>
                  <a:ext uri="{FF2B5EF4-FFF2-40B4-BE49-F238E27FC236}">
                    <a16:creationId xmlns:a16="http://schemas.microsoft.com/office/drawing/2014/main" id="{29553818-901F-A74B-A973-8B1ACA61A2E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49" y="2395"/>
                <a:ext cx="214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z</a:t>
                </a:r>
              </a:p>
            </p:txBody>
          </p:sp>
        </p:grpSp>
        <p:sp>
          <p:nvSpPr>
            <p:cNvPr id="178" name="Text Box 76">
              <a:extLst>
                <a:ext uri="{FF2B5EF4-FFF2-40B4-BE49-F238E27FC236}">
                  <a16:creationId xmlns:a16="http://schemas.microsoft.com/office/drawing/2014/main" id="{346FE683-DA02-964E-912E-9008265FA1E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93" y="1568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79" name="Text Box 77">
              <a:extLst>
                <a:ext uri="{FF2B5EF4-FFF2-40B4-BE49-F238E27FC236}">
                  <a16:creationId xmlns:a16="http://schemas.microsoft.com/office/drawing/2014/main" id="{83CAABB4-6EF8-DD4F-86E0-A7C8DC5F3BE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41" y="1787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0" name="Text Box 78">
              <a:extLst>
                <a:ext uri="{FF2B5EF4-FFF2-40B4-BE49-F238E27FC236}">
                  <a16:creationId xmlns:a16="http://schemas.microsoft.com/office/drawing/2014/main" id="{60B8E963-90D2-C24E-B1C3-92826407D03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06" y="2000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1" name="Text Box 79">
              <a:extLst>
                <a:ext uri="{FF2B5EF4-FFF2-40B4-BE49-F238E27FC236}">
                  <a16:creationId xmlns:a16="http://schemas.microsoft.com/office/drawing/2014/main" id="{DCA75031-4CAF-FB4B-B5B5-33DB92D51C0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25" y="1880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2" name="Text Box 80">
              <a:extLst>
                <a:ext uri="{FF2B5EF4-FFF2-40B4-BE49-F238E27FC236}">
                  <a16:creationId xmlns:a16="http://schemas.microsoft.com/office/drawing/2014/main" id="{C519B319-7316-9041-86CC-85BF1228899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62" y="2234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3" name="Text Box 81">
              <a:extLst>
                <a:ext uri="{FF2B5EF4-FFF2-40B4-BE49-F238E27FC236}">
                  <a16:creationId xmlns:a16="http://schemas.microsoft.com/office/drawing/2014/main" id="{5B6C4D06-FD20-5C4C-9AE3-6086B101980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22" y="1805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4" name="Text Box 82">
              <a:extLst>
                <a:ext uri="{FF2B5EF4-FFF2-40B4-BE49-F238E27FC236}">
                  <a16:creationId xmlns:a16="http://schemas.microsoft.com/office/drawing/2014/main" id="{D7076B21-53BA-B14B-954F-D3582ED801D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82" y="2069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5" name="Text Box 83">
              <a:extLst>
                <a:ext uri="{FF2B5EF4-FFF2-40B4-BE49-F238E27FC236}">
                  <a16:creationId xmlns:a16="http://schemas.microsoft.com/office/drawing/2014/main" id="{35EAA28F-B2FC-B840-B933-852F6B10C52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55" y="1532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6" name="Text Box 84">
              <a:extLst>
                <a:ext uri="{FF2B5EF4-FFF2-40B4-BE49-F238E27FC236}">
                  <a16:creationId xmlns:a16="http://schemas.microsoft.com/office/drawing/2014/main" id="{1DF8C370-9E82-204B-BC41-540B267E1D2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20" y="1382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7" name="Text Box 85">
              <a:extLst>
                <a:ext uri="{FF2B5EF4-FFF2-40B4-BE49-F238E27FC236}">
                  <a16:creationId xmlns:a16="http://schemas.microsoft.com/office/drawing/2014/main" id="{70F01FE7-388D-494B-9568-B741BD3A18C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69" y="1115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cxnSp>
        <p:nvCxnSpPr>
          <p:cNvPr id="200" name="Straight Arrow Connector 199">
            <a:extLst>
              <a:ext uri="{FF2B5EF4-FFF2-40B4-BE49-F238E27FC236}">
                <a16:creationId xmlns:a16="http://schemas.microsoft.com/office/drawing/2014/main" id="{D0EB6011-5A98-FD41-B923-923C37A2C8EB}"/>
              </a:ext>
            </a:extLst>
          </p:cNvPr>
          <p:cNvCxnSpPr>
            <a:cxnSpLocks/>
          </p:cNvCxnSpPr>
          <p:nvPr/>
        </p:nvCxnSpPr>
        <p:spPr>
          <a:xfrm>
            <a:off x="1118203" y="5514294"/>
            <a:ext cx="439472" cy="428799"/>
          </a:xfrm>
          <a:prstGeom prst="straightConnector1">
            <a:avLst/>
          </a:prstGeom>
          <a:ln w="317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09" name="Group 108">
            <a:extLst>
              <a:ext uri="{FF2B5EF4-FFF2-40B4-BE49-F238E27FC236}">
                <a16:creationId xmlns:a16="http://schemas.microsoft.com/office/drawing/2014/main" id="{F788D50F-B789-D144-9C6D-4EB2777C45F6}"/>
              </a:ext>
            </a:extLst>
          </p:cNvPr>
          <p:cNvGrpSpPr/>
          <p:nvPr/>
        </p:nvGrpSpPr>
        <p:grpSpPr>
          <a:xfrm>
            <a:off x="4263633" y="2255616"/>
            <a:ext cx="5679281" cy="416447"/>
            <a:chOff x="4263633" y="2255616"/>
            <a:chExt cx="5679281" cy="416447"/>
          </a:xfrm>
        </p:grpSpPr>
        <p:sp>
          <p:nvSpPr>
            <p:cNvPr id="110" name="Text Box 9">
              <a:extLst>
                <a:ext uri="{FF2B5EF4-FFF2-40B4-BE49-F238E27FC236}">
                  <a16:creationId xmlns:a16="http://schemas.microsoft.com/office/drawing/2014/main" id="{65B395D1-ACAF-AB4A-A53B-728973E1FE6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564285" y="2301914"/>
              <a:ext cx="378629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charset="0"/>
                  <a:ea typeface="ＭＳ Ｐゴシック" charset="0"/>
                </a:rPr>
                <a:t>∞</a:t>
              </a: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11" name="Text Box 8">
              <a:extLst>
                <a:ext uri="{FF2B5EF4-FFF2-40B4-BE49-F238E27FC236}">
                  <a16:creationId xmlns:a16="http://schemas.microsoft.com/office/drawing/2014/main" id="{C4F3D1DE-8C63-AD4B-B1C0-FE339DA1FD0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06722" y="2260378"/>
              <a:ext cx="526106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2,x</a:t>
              </a:r>
            </a:p>
          </p:txBody>
        </p:sp>
        <p:sp>
          <p:nvSpPr>
            <p:cNvPr id="117" name="Text Box 6">
              <a:extLst>
                <a:ext uri="{FF2B5EF4-FFF2-40B4-BE49-F238E27FC236}">
                  <a16:creationId xmlns:a16="http://schemas.microsoft.com/office/drawing/2014/main" id="{C9401439-4F9A-5245-B5D8-98F93D2D33D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66247" y="2271953"/>
              <a:ext cx="526105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4,x</a:t>
              </a:r>
            </a:p>
          </p:txBody>
        </p:sp>
        <p:sp>
          <p:nvSpPr>
            <p:cNvPr id="118" name="Text Box 5">
              <a:extLst>
                <a:ext uri="{FF2B5EF4-FFF2-40B4-BE49-F238E27FC236}">
                  <a16:creationId xmlns:a16="http://schemas.microsoft.com/office/drawing/2014/main" id="{05199638-1656-3440-8601-484D6E8D2EB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63633" y="2255616"/>
              <a:ext cx="54053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2,u</a:t>
              </a:r>
            </a:p>
          </p:txBody>
        </p:sp>
      </p:grpSp>
      <p:sp>
        <p:nvSpPr>
          <p:cNvPr id="171" name="Oval 114">
            <a:extLst>
              <a:ext uri="{FF2B5EF4-FFF2-40B4-BE49-F238E27FC236}">
                <a16:creationId xmlns:a16="http://schemas.microsoft.com/office/drawing/2014/main" id="{E65BD954-0CEF-0549-AB54-7CAE01A2E242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95837" y="2316864"/>
            <a:ext cx="602852" cy="301972"/>
          </a:xfrm>
          <a:prstGeom prst="ellips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charset="0"/>
              <a:ea typeface="ＭＳ Ｐゴシック" charset="0"/>
              <a:cs typeface="+mn-cs"/>
            </a:endParaRPr>
          </a:p>
        </p:txBody>
      </p:sp>
      <p:sp>
        <p:nvSpPr>
          <p:cNvPr id="209" name="Text Box 4">
            <a:extLst>
              <a:ext uri="{FF2B5EF4-FFF2-40B4-BE49-F238E27FC236}">
                <a16:creationId xmlns:a16="http://schemas.microsoft.com/office/drawing/2014/main" id="{0287B239-D17F-164E-887D-3DDF8EB7F20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16771" y="2546463"/>
            <a:ext cx="58381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uxy</a:t>
            </a:r>
          </a:p>
        </p:txBody>
      </p:sp>
      <p:sp>
        <p:nvSpPr>
          <p:cNvPr id="119" name="Text Box 3">
            <a:extLst>
              <a:ext uri="{FF2B5EF4-FFF2-40B4-BE49-F238E27FC236}">
                <a16:creationId xmlns:a16="http://schemas.microsoft.com/office/drawing/2014/main" id="{8F59C2A4-0007-4F40-B4AB-15442E39B58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49273" y="4882988"/>
            <a:ext cx="5767028" cy="76944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update </a:t>
            </a:r>
            <a:r>
              <a:rPr kumimoji="0" lang="en-US" sz="22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D(b) </a:t>
            </a:r>
            <a:r>
              <a:rPr kumimoji="0" lang="en-US" sz="2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for all </a:t>
            </a:r>
            <a:r>
              <a:rPr kumimoji="0" lang="en-US" sz="22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b</a:t>
            </a:r>
            <a:r>
              <a:rPr kumimoji="0" lang="en-US" sz="2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adjacent to </a:t>
            </a:r>
            <a:r>
              <a:rPr kumimoji="0" lang="en-US" sz="22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a</a:t>
            </a:r>
            <a:r>
              <a:rPr kumimoji="0" lang="en-US" sz="2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and not in </a:t>
            </a:r>
            <a:r>
              <a:rPr kumimoji="0" lang="en-US" sz="22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N</a:t>
            </a:r>
            <a:r>
              <a:rPr kumimoji="0" lang="en-US" sz="22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Arial" charset="0"/>
              </a:rPr>
              <a:t>'</a:t>
            </a:r>
            <a:r>
              <a:rPr kumimoji="0" lang="en-US" sz="22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</a:t>
            </a:r>
            <a:r>
              <a:rPr kumimoji="0" lang="en-US" sz="2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: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200" b="1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    D(b) = </a:t>
            </a:r>
            <a:r>
              <a:rPr kumimoji="0" lang="en-US" sz="2200" b="1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min</a:t>
            </a:r>
            <a:r>
              <a:rPr kumimoji="0" lang="en-US" sz="2200" b="1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( D(b), D(a) + c</a:t>
            </a:r>
            <a:r>
              <a:rPr kumimoji="0" lang="en-US" sz="2200" b="1" i="1" u="none" strike="noStrike" kern="1200" cap="none" spc="0" normalizeH="0" baseline="-2500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a,b </a:t>
            </a:r>
            <a:r>
              <a:rPr kumimoji="0" lang="en-US" sz="2200" b="1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) </a:t>
            </a:r>
          </a:p>
        </p:txBody>
      </p:sp>
      <p:grpSp>
        <p:nvGrpSpPr>
          <p:cNvPr id="166" name="Group 165">
            <a:extLst>
              <a:ext uri="{FF2B5EF4-FFF2-40B4-BE49-F238E27FC236}">
                <a16:creationId xmlns:a16="http://schemas.microsoft.com/office/drawing/2014/main" id="{9B6EC370-4690-3E46-AB1F-67BC3824C362}"/>
              </a:ext>
            </a:extLst>
          </p:cNvPr>
          <p:cNvGrpSpPr/>
          <p:nvPr/>
        </p:nvGrpSpPr>
        <p:grpSpPr>
          <a:xfrm>
            <a:off x="4263633" y="2546912"/>
            <a:ext cx="5753019" cy="428022"/>
            <a:chOff x="4263633" y="2546912"/>
            <a:chExt cx="5753019" cy="428022"/>
          </a:xfrm>
        </p:grpSpPr>
        <p:sp>
          <p:nvSpPr>
            <p:cNvPr id="168" name="Text Box 9">
              <a:extLst>
                <a:ext uri="{FF2B5EF4-FFF2-40B4-BE49-F238E27FC236}">
                  <a16:creationId xmlns:a16="http://schemas.microsoft.com/office/drawing/2014/main" id="{8EFA72A1-3DB5-DF4E-B71C-36925819E09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490547" y="2546912"/>
              <a:ext cx="526105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4,y</a:t>
              </a:r>
            </a:p>
          </p:txBody>
        </p:sp>
        <p:sp>
          <p:nvSpPr>
            <p:cNvPr id="201" name="Text Box 6">
              <a:extLst>
                <a:ext uri="{FF2B5EF4-FFF2-40B4-BE49-F238E27FC236}">
                  <a16:creationId xmlns:a16="http://schemas.microsoft.com/office/drawing/2014/main" id="{698EB84B-B9AC-1E4F-9ED3-7D9285536BF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66247" y="2574824"/>
              <a:ext cx="526106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3,y</a:t>
              </a:r>
            </a:p>
          </p:txBody>
        </p:sp>
        <p:sp>
          <p:nvSpPr>
            <p:cNvPr id="202" name="Text Box 5">
              <a:extLst>
                <a:ext uri="{FF2B5EF4-FFF2-40B4-BE49-F238E27FC236}">
                  <a16:creationId xmlns:a16="http://schemas.microsoft.com/office/drawing/2014/main" id="{1C67B278-22E0-CE4D-A434-92237BAE990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63633" y="2558487"/>
              <a:ext cx="54053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2,u</a:t>
              </a:r>
            </a:p>
          </p:txBody>
        </p:sp>
      </p:grpSp>
      <p:grpSp>
        <p:nvGrpSpPr>
          <p:cNvPr id="211" name="Group 210">
            <a:extLst>
              <a:ext uri="{FF2B5EF4-FFF2-40B4-BE49-F238E27FC236}">
                <a16:creationId xmlns:a16="http://schemas.microsoft.com/office/drawing/2014/main" id="{D398422E-1EB1-DC4A-944E-B1DAB402E4DD}"/>
              </a:ext>
            </a:extLst>
          </p:cNvPr>
          <p:cNvGrpSpPr/>
          <p:nvPr/>
        </p:nvGrpSpPr>
        <p:grpSpPr>
          <a:xfrm>
            <a:off x="6497409" y="5402237"/>
            <a:ext cx="5187639" cy="1034693"/>
            <a:chOff x="4625273" y="5620004"/>
            <a:chExt cx="5187639" cy="1034693"/>
          </a:xfrm>
        </p:grpSpPr>
        <p:sp>
          <p:nvSpPr>
            <p:cNvPr id="212" name="Rectangle 211">
              <a:extLst>
                <a:ext uri="{FF2B5EF4-FFF2-40B4-BE49-F238E27FC236}">
                  <a16:creationId xmlns:a16="http://schemas.microsoft.com/office/drawing/2014/main" id="{D601628C-73DE-794F-B777-3EE0738C013A}"/>
                </a:ext>
              </a:extLst>
            </p:cNvPr>
            <p:cNvSpPr/>
            <p:nvPr/>
          </p:nvSpPr>
          <p:spPr>
            <a:xfrm>
              <a:off x="4661941" y="5934396"/>
              <a:ext cx="5066675" cy="691255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3" name="Text Box 3">
              <a:extLst>
                <a:ext uri="{FF2B5EF4-FFF2-40B4-BE49-F238E27FC236}">
                  <a16:creationId xmlns:a16="http://schemas.microsoft.com/office/drawing/2014/main" id="{1244B68D-FA8E-C74C-924A-A43B38E7E6E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67745" y="5620004"/>
              <a:ext cx="184731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endParaRPr>
            </a:p>
          </p:txBody>
        </p:sp>
        <p:sp>
          <p:nvSpPr>
            <p:cNvPr id="214" name="Text Box 3">
              <a:extLst>
                <a:ext uri="{FF2B5EF4-FFF2-40B4-BE49-F238E27FC236}">
                  <a16:creationId xmlns:a16="http://schemas.microsoft.com/office/drawing/2014/main" id="{A1525B23-46ED-3A4C-BC35-A1341869731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25273" y="5937296"/>
              <a:ext cx="5187639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</a:rPr>
                <a:t>D(w) = min ( D(w), D(y) + </a:t>
              </a:r>
              <a:r>
                <a:rPr kumimoji="0" lang="en-US" sz="200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</a:rPr>
                <a:t>c</a:t>
              </a:r>
              <a:r>
                <a:rPr lang="en-US" sz="2000" i="1" baseline="-25000" dirty="0">
                  <a:solidFill>
                    <a:prstClr val="black"/>
                  </a:solidFill>
                  <a:latin typeface="Calibri" panose="020F0502020204030204"/>
                </a:rPr>
                <a:t>y</a:t>
              </a:r>
              <a:r>
                <a:rPr kumimoji="0" lang="en-US" sz="2000" i="1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</a:rPr>
                <a:t>,w </a:t>
              </a:r>
              <a:r>
                <a:rPr kumimoji="0" lang="en-US" sz="20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</a:rPr>
                <a:t>) = min (4, 2+1) = 3 </a:t>
              </a:r>
            </a:p>
          </p:txBody>
        </p:sp>
        <p:sp>
          <p:nvSpPr>
            <p:cNvPr id="215" name="Text Box 3">
              <a:extLst>
                <a:ext uri="{FF2B5EF4-FFF2-40B4-BE49-F238E27FC236}">
                  <a16:creationId xmlns:a16="http://schemas.microsoft.com/office/drawing/2014/main" id="{BFB54203-76D7-E14F-8811-A49D9AAE59B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02721" y="6254587"/>
              <a:ext cx="504375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</a:rPr>
                <a:t>D(z) = min ( D(z), D(y) + c</a:t>
              </a:r>
              <a:r>
                <a:rPr kumimoji="0" lang="en-US" sz="2000" b="0" i="1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</a:rPr>
                <a:t>y,z </a:t>
              </a:r>
              <a:r>
                <a:rPr kumimoji="0" lang="en-US" sz="20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</a:rPr>
                <a:t>) = min(inf,2+2) = 4  </a:t>
              </a:r>
            </a:p>
          </p:txBody>
        </p:sp>
      </p:grpSp>
      <p:grpSp>
        <p:nvGrpSpPr>
          <p:cNvPr id="216" name="Group 215">
            <a:extLst>
              <a:ext uri="{FF2B5EF4-FFF2-40B4-BE49-F238E27FC236}">
                <a16:creationId xmlns:a16="http://schemas.microsoft.com/office/drawing/2014/main" id="{9C32DC86-6E33-9543-9C89-8F3F1B0CEF86}"/>
              </a:ext>
            </a:extLst>
          </p:cNvPr>
          <p:cNvGrpSpPr/>
          <p:nvPr/>
        </p:nvGrpSpPr>
        <p:grpSpPr>
          <a:xfrm>
            <a:off x="11325192" y="5675005"/>
            <a:ext cx="706683" cy="802632"/>
            <a:chOff x="11325192" y="5891134"/>
            <a:chExt cx="706683" cy="802632"/>
          </a:xfrm>
        </p:grpSpPr>
        <p:pic>
          <p:nvPicPr>
            <p:cNvPr id="217" name="Picture 216" descr="A picture containing object, drawing, room, lamp&#10;&#10;Description automatically generated">
              <a:extLst>
                <a:ext uri="{FF2B5EF4-FFF2-40B4-BE49-F238E27FC236}">
                  <a16:creationId xmlns:a16="http://schemas.microsoft.com/office/drawing/2014/main" id="{925DA252-1100-254E-886E-E31054C9C4AD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11533739" y="5891134"/>
              <a:ext cx="498136" cy="449706"/>
            </a:xfrm>
            <a:prstGeom prst="rect">
              <a:avLst/>
            </a:prstGeom>
          </p:spPr>
        </p:pic>
        <p:pic>
          <p:nvPicPr>
            <p:cNvPr id="218" name="Picture 217" descr="A picture containing object, drawing, room, lamp&#10;&#10;Description automatically generated">
              <a:extLst>
                <a:ext uri="{FF2B5EF4-FFF2-40B4-BE49-F238E27FC236}">
                  <a16:creationId xmlns:a16="http://schemas.microsoft.com/office/drawing/2014/main" id="{01C56154-A60F-024F-BBFB-A6C93EE3F207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11325192" y="6244060"/>
              <a:ext cx="498136" cy="449706"/>
            </a:xfrm>
            <a:prstGeom prst="rect">
              <a:avLst/>
            </a:prstGeom>
          </p:spPr>
        </p:pic>
      </p:grpSp>
      <p:cxnSp>
        <p:nvCxnSpPr>
          <p:cNvPr id="219" name="Straight Arrow Connector 218">
            <a:extLst>
              <a:ext uri="{FF2B5EF4-FFF2-40B4-BE49-F238E27FC236}">
                <a16:creationId xmlns:a16="http://schemas.microsoft.com/office/drawing/2014/main" id="{349870A5-9F71-CB43-8128-DFD8B0AA58C1}"/>
              </a:ext>
            </a:extLst>
          </p:cNvPr>
          <p:cNvCxnSpPr>
            <a:cxnSpLocks/>
          </p:cNvCxnSpPr>
          <p:nvPr/>
        </p:nvCxnSpPr>
        <p:spPr>
          <a:xfrm>
            <a:off x="2017455" y="6020765"/>
            <a:ext cx="586969" cy="6484"/>
          </a:xfrm>
          <a:prstGeom prst="straightConnector1">
            <a:avLst/>
          </a:prstGeom>
          <a:ln w="317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47903301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2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1000"/>
                                        <p:tgtEl>
                                          <p:spTgt spid="1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2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5B27BFF1-5DCE-D642-8EFE-FACB1C97EEE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199" y="354060"/>
            <a:ext cx="11179629" cy="894622"/>
          </a:xfrm>
        </p:spPr>
        <p:txBody>
          <a:bodyPr/>
          <a:lstStyle/>
          <a:p>
            <a:r>
              <a:rPr lang="en-US" b="0" dirty="0">
                <a:latin typeface="+mn-lt"/>
              </a:rPr>
              <a:t>Dijkstra’s algorithm: an example</a:t>
            </a:r>
          </a:p>
        </p:txBody>
      </p:sp>
      <p:sp>
        <p:nvSpPr>
          <p:cNvPr id="246" name="Text Box 3">
            <a:extLst>
              <a:ext uri="{FF2B5EF4-FFF2-40B4-BE49-F238E27FC236}">
                <a16:creationId xmlns:a16="http://schemas.microsoft.com/office/drawing/2014/main" id="{B903AE0C-4346-CF44-9481-037FB37A398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97181" y="1647825"/>
            <a:ext cx="706437" cy="2225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Step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0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1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2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3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4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5</a:t>
            </a:r>
          </a:p>
        </p:txBody>
      </p:sp>
      <p:sp>
        <p:nvSpPr>
          <p:cNvPr id="247" name="Text Box 4">
            <a:extLst>
              <a:ext uri="{FF2B5EF4-FFF2-40B4-BE49-F238E27FC236}">
                <a16:creationId xmlns:a16="http://schemas.microsoft.com/office/drawing/2014/main" id="{940B6AB4-2B9C-424D-9073-90B490CA145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07285" y="1657350"/>
            <a:ext cx="420308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N</a:t>
            </a: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rPr>
              <a:t>'</a:t>
            </a:r>
          </a:p>
        </p:txBody>
      </p:sp>
      <p:sp>
        <p:nvSpPr>
          <p:cNvPr id="248" name="Text Box 5">
            <a:extLst>
              <a:ext uri="{FF2B5EF4-FFF2-40B4-BE49-F238E27FC236}">
                <a16:creationId xmlns:a16="http://schemas.microsoft.com/office/drawing/2014/main" id="{BFC5A1B4-9A1A-8748-B5FA-043233C160A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32260" y="1626727"/>
            <a:ext cx="1180130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D(v),p(v)</a:t>
            </a:r>
          </a:p>
        </p:txBody>
      </p:sp>
      <p:sp>
        <p:nvSpPr>
          <p:cNvPr id="250" name="Text Box 7">
            <a:extLst>
              <a:ext uri="{FF2B5EF4-FFF2-40B4-BE49-F238E27FC236}">
                <a16:creationId xmlns:a16="http://schemas.microsoft.com/office/drawing/2014/main" id="{134AE2AD-F4F6-A646-BCC7-1F2E0A23EDC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34634" y="1626726"/>
            <a:ext cx="1180131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D(x),p(x)</a:t>
            </a:r>
          </a:p>
        </p:txBody>
      </p:sp>
      <p:sp>
        <p:nvSpPr>
          <p:cNvPr id="251" name="Text Box 8">
            <a:extLst>
              <a:ext uri="{FF2B5EF4-FFF2-40B4-BE49-F238E27FC236}">
                <a16:creationId xmlns:a16="http://schemas.microsoft.com/office/drawing/2014/main" id="{A27983AD-A090-0449-BF43-DC6600055B4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56559" y="1638300"/>
            <a:ext cx="1180131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D(y),p(y)</a:t>
            </a:r>
          </a:p>
        </p:txBody>
      </p:sp>
      <p:sp>
        <p:nvSpPr>
          <p:cNvPr id="252" name="Text Box 9">
            <a:extLst>
              <a:ext uri="{FF2B5EF4-FFF2-40B4-BE49-F238E27FC236}">
                <a16:creationId xmlns:a16="http://schemas.microsoft.com/office/drawing/2014/main" id="{297C2219-5295-1C4F-BC52-FD72360100D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63535" y="1638300"/>
            <a:ext cx="1180130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D(z),p(z)</a:t>
            </a:r>
          </a:p>
        </p:txBody>
      </p:sp>
      <p:sp>
        <p:nvSpPr>
          <p:cNvPr id="253" name="Line 10">
            <a:extLst>
              <a:ext uri="{FF2B5EF4-FFF2-40B4-BE49-F238E27FC236}">
                <a16:creationId xmlns:a16="http://schemas.microsoft.com/office/drawing/2014/main" id="{D9A0E014-3E4B-AA48-86C7-6D4E4AE592F4}"/>
              </a:ext>
            </a:extLst>
          </p:cNvPr>
          <p:cNvSpPr>
            <a:spLocks noChangeShapeType="1"/>
          </p:cNvSpPr>
          <p:nvPr/>
        </p:nvSpPr>
        <p:spPr bwMode="auto">
          <a:xfrm>
            <a:off x="1519418" y="1998662"/>
            <a:ext cx="8505825" cy="9525"/>
          </a:xfrm>
          <a:prstGeom prst="line">
            <a:avLst/>
          </a:prstGeom>
          <a:noFill/>
          <a:ln w="28575">
            <a:solidFill>
              <a:srgbClr val="3333CC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495" name="Text Box 6">
            <a:extLst>
              <a:ext uri="{FF2B5EF4-FFF2-40B4-BE49-F238E27FC236}">
                <a16:creationId xmlns:a16="http://schemas.microsoft.com/office/drawing/2014/main" id="{A24F37E4-4175-D247-9C29-BC40A27B53F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69951" y="1633417"/>
            <a:ext cx="1295547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D(w),p(w)</a:t>
            </a:r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83A2ED86-B66C-0F49-818B-087416791E66}"/>
              </a:ext>
            </a:extLst>
          </p:cNvPr>
          <p:cNvGrpSpPr/>
          <p:nvPr/>
        </p:nvGrpSpPr>
        <p:grpSpPr>
          <a:xfrm>
            <a:off x="4263633" y="1951300"/>
            <a:ext cx="5679281" cy="401555"/>
            <a:chOff x="4263633" y="1951300"/>
            <a:chExt cx="5679281" cy="401555"/>
          </a:xfrm>
        </p:grpSpPr>
        <p:sp>
          <p:nvSpPr>
            <p:cNvPr id="249" name="Text Box 6">
              <a:extLst>
                <a:ext uri="{FF2B5EF4-FFF2-40B4-BE49-F238E27FC236}">
                  <a16:creationId xmlns:a16="http://schemas.microsoft.com/office/drawing/2014/main" id="{CD4FA9CE-7149-A440-83C1-21E98C3A6B6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70608" y="1951300"/>
              <a:ext cx="54053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5,u</a:t>
              </a:r>
            </a:p>
          </p:txBody>
        </p:sp>
        <p:sp>
          <p:nvSpPr>
            <p:cNvPr id="483" name="Text Box 9">
              <a:extLst>
                <a:ext uri="{FF2B5EF4-FFF2-40B4-BE49-F238E27FC236}">
                  <a16:creationId xmlns:a16="http://schemas.microsoft.com/office/drawing/2014/main" id="{451C47E2-E094-7147-A23C-5212BC8FB56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564285" y="1975894"/>
              <a:ext cx="378629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charset="0"/>
                  <a:ea typeface="ＭＳ Ｐゴシック" charset="0"/>
                </a:rPr>
                <a:t>∞</a:t>
              </a: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93" name="Text Box 9">
              <a:extLst>
                <a:ext uri="{FF2B5EF4-FFF2-40B4-BE49-F238E27FC236}">
                  <a16:creationId xmlns:a16="http://schemas.microsoft.com/office/drawing/2014/main" id="{77161A6C-F59E-E646-A81F-7F211BDD004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68885" y="1974450"/>
              <a:ext cx="378629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charset="0"/>
                  <a:ea typeface="ＭＳ Ｐゴシック" charset="0"/>
                </a:rPr>
                <a:t>∞</a:t>
              </a: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94" name="Text Box 7">
              <a:extLst>
                <a:ext uri="{FF2B5EF4-FFF2-40B4-BE49-F238E27FC236}">
                  <a16:creationId xmlns:a16="http://schemas.microsoft.com/office/drawing/2014/main" id="{052BF5DE-999E-0047-B15A-B0A0D539AFA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866008" y="1951300"/>
              <a:ext cx="54053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1,u</a:t>
              </a:r>
            </a:p>
          </p:txBody>
        </p:sp>
        <p:sp>
          <p:nvSpPr>
            <p:cNvPr id="500" name="Text Box 5">
              <a:extLst>
                <a:ext uri="{FF2B5EF4-FFF2-40B4-BE49-F238E27FC236}">
                  <a16:creationId xmlns:a16="http://schemas.microsoft.com/office/drawing/2014/main" id="{39318546-EB10-7141-A532-7477C3F9247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63633" y="1952745"/>
              <a:ext cx="54053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2,u</a:t>
              </a:r>
            </a:p>
          </p:txBody>
        </p:sp>
      </p:grpSp>
      <p:sp>
        <p:nvSpPr>
          <p:cNvPr id="508" name="Text Box 4">
            <a:extLst>
              <a:ext uri="{FF2B5EF4-FFF2-40B4-BE49-F238E27FC236}">
                <a16:creationId xmlns:a16="http://schemas.microsoft.com/office/drawing/2014/main" id="{46A6DAE9-5634-E343-888C-DBD504BE17B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82181" y="1941646"/>
            <a:ext cx="32733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</a:t>
            </a:r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155C6A08-435F-074A-8CB5-94B5718AAF55}"/>
              </a:ext>
            </a:extLst>
          </p:cNvPr>
          <p:cNvCxnSpPr/>
          <p:nvPr/>
        </p:nvCxnSpPr>
        <p:spPr>
          <a:xfrm>
            <a:off x="1706097" y="2303362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09" name="Straight Connector 508">
            <a:extLst>
              <a:ext uri="{FF2B5EF4-FFF2-40B4-BE49-F238E27FC236}">
                <a16:creationId xmlns:a16="http://schemas.microsoft.com/office/drawing/2014/main" id="{A3B06771-707C-C549-B117-3063EC3738D7}"/>
              </a:ext>
            </a:extLst>
          </p:cNvPr>
          <p:cNvCxnSpPr/>
          <p:nvPr/>
        </p:nvCxnSpPr>
        <p:spPr>
          <a:xfrm>
            <a:off x="1714983" y="2606233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0" name="Straight Connector 509">
            <a:extLst>
              <a:ext uri="{FF2B5EF4-FFF2-40B4-BE49-F238E27FC236}">
                <a16:creationId xmlns:a16="http://schemas.microsoft.com/office/drawing/2014/main" id="{1D62FDB7-4F58-C84F-A936-529AACBF81D5}"/>
              </a:ext>
            </a:extLst>
          </p:cNvPr>
          <p:cNvCxnSpPr/>
          <p:nvPr/>
        </p:nvCxnSpPr>
        <p:spPr>
          <a:xfrm>
            <a:off x="1719251" y="2913722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1" name="Straight Connector 510">
            <a:extLst>
              <a:ext uri="{FF2B5EF4-FFF2-40B4-BE49-F238E27FC236}">
                <a16:creationId xmlns:a16="http://schemas.microsoft.com/office/drawing/2014/main" id="{F671747E-F7E7-174E-B66B-4158AC0C73AC}"/>
              </a:ext>
            </a:extLst>
          </p:cNvPr>
          <p:cNvCxnSpPr/>
          <p:nvPr/>
        </p:nvCxnSpPr>
        <p:spPr>
          <a:xfrm>
            <a:off x="1718901" y="3225829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4" name="Straight Connector 513">
            <a:extLst>
              <a:ext uri="{FF2B5EF4-FFF2-40B4-BE49-F238E27FC236}">
                <a16:creationId xmlns:a16="http://schemas.microsoft.com/office/drawing/2014/main" id="{A48E9275-8476-9244-A5FE-18548D30A1B6}"/>
              </a:ext>
            </a:extLst>
          </p:cNvPr>
          <p:cNvCxnSpPr/>
          <p:nvPr/>
        </p:nvCxnSpPr>
        <p:spPr>
          <a:xfrm>
            <a:off x="1727787" y="3565644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3" name="Text Box 3">
            <a:extLst>
              <a:ext uri="{FF2B5EF4-FFF2-40B4-BE49-F238E27FC236}">
                <a16:creationId xmlns:a16="http://schemas.microsoft.com/office/drawing/2014/main" id="{7F7C65A8-3A93-574D-9312-3FDE1275879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17465" y="3427169"/>
            <a:ext cx="1221809" cy="193899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charset="0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8  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Loop </a:t>
            </a: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srgbClr val="0000A8"/>
              </a:solidFill>
              <a:effectLst/>
              <a:uLnTx/>
              <a:uFillTx/>
              <a:latin typeface="Calibri" panose="020F0502020204030204"/>
              <a:ea typeface="ＭＳ Ｐゴシック" charset="0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9    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10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   </a:t>
            </a:r>
          </a:p>
        </p:txBody>
      </p:sp>
      <p:sp>
        <p:nvSpPr>
          <p:cNvPr id="164" name="Text Box 3">
            <a:extLst>
              <a:ext uri="{FF2B5EF4-FFF2-40B4-BE49-F238E27FC236}">
                <a16:creationId xmlns:a16="http://schemas.microsoft.com/office/drawing/2014/main" id="{9AD40842-B350-BF42-BC3C-5285750E157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76265" y="3750132"/>
            <a:ext cx="5864426" cy="12003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charset="0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find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a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not in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N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Arial" charset="0"/>
              </a:rPr>
              <a:t>'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such that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D(a)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is a minimum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add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a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to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N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Arial" charset="0"/>
              </a:rPr>
              <a:t>'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</a:t>
            </a:r>
          </a:p>
        </p:txBody>
      </p:sp>
      <p:sp>
        <p:nvSpPr>
          <p:cNvPr id="167" name="Oval 114">
            <a:extLst>
              <a:ext uri="{FF2B5EF4-FFF2-40B4-BE49-F238E27FC236}">
                <a16:creationId xmlns:a16="http://schemas.microsoft.com/office/drawing/2014/main" id="{D5350C1B-A977-CC45-ADDA-7ABEE3B22E6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43529" y="2025568"/>
            <a:ext cx="602852" cy="301972"/>
          </a:xfrm>
          <a:prstGeom prst="ellips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charset="0"/>
              <a:ea typeface="ＭＳ Ｐゴシック" charset="0"/>
              <a:cs typeface="+mn-cs"/>
            </a:endParaRPr>
          </a:p>
        </p:txBody>
      </p:sp>
      <p:sp>
        <p:nvSpPr>
          <p:cNvPr id="172" name="Text Box 4">
            <a:extLst>
              <a:ext uri="{FF2B5EF4-FFF2-40B4-BE49-F238E27FC236}">
                <a16:creationId xmlns:a16="http://schemas.microsoft.com/office/drawing/2014/main" id="{1B8BDA83-ED76-9C43-B640-E44C3E517FE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58516" y="2241520"/>
            <a:ext cx="45557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ux</a:t>
            </a:r>
          </a:p>
        </p:txBody>
      </p:sp>
      <p:sp>
        <p:nvSpPr>
          <p:cNvPr id="112" name="TextBox 111">
            <a:extLst>
              <a:ext uri="{FF2B5EF4-FFF2-40B4-BE49-F238E27FC236}">
                <a16:creationId xmlns:a16="http://schemas.microsoft.com/office/drawing/2014/main" id="{315CB903-C0C3-C744-B8C9-92A6680CB584}"/>
              </a:ext>
            </a:extLst>
          </p:cNvPr>
          <p:cNvSpPr txBox="1"/>
          <p:nvPr/>
        </p:nvSpPr>
        <p:spPr>
          <a:xfrm>
            <a:off x="4322868" y="1212035"/>
            <a:ext cx="346570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v</a:t>
            </a:r>
          </a:p>
        </p:txBody>
      </p:sp>
      <p:sp>
        <p:nvSpPr>
          <p:cNvPr id="113" name="TextBox 112">
            <a:extLst>
              <a:ext uri="{FF2B5EF4-FFF2-40B4-BE49-F238E27FC236}">
                <a16:creationId xmlns:a16="http://schemas.microsoft.com/office/drawing/2014/main" id="{5AD4F740-0EF9-2044-827E-A54C55587203}"/>
              </a:ext>
            </a:extLst>
          </p:cNvPr>
          <p:cNvSpPr txBox="1"/>
          <p:nvPr/>
        </p:nvSpPr>
        <p:spPr>
          <a:xfrm>
            <a:off x="5598013" y="1206430"/>
            <a:ext cx="441146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w</a:t>
            </a:r>
          </a:p>
        </p:txBody>
      </p:sp>
      <p:sp>
        <p:nvSpPr>
          <p:cNvPr id="114" name="TextBox 113">
            <a:extLst>
              <a:ext uri="{FF2B5EF4-FFF2-40B4-BE49-F238E27FC236}">
                <a16:creationId xmlns:a16="http://schemas.microsoft.com/office/drawing/2014/main" id="{AE0A5B28-C8D3-E14E-B1D4-EDE4C4101E6C}"/>
              </a:ext>
            </a:extLst>
          </p:cNvPr>
          <p:cNvSpPr txBox="1"/>
          <p:nvPr/>
        </p:nvSpPr>
        <p:spPr>
          <a:xfrm>
            <a:off x="6907883" y="1200825"/>
            <a:ext cx="340158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x</a:t>
            </a:r>
          </a:p>
        </p:txBody>
      </p:sp>
      <p:sp>
        <p:nvSpPr>
          <p:cNvPr id="115" name="TextBox 114">
            <a:extLst>
              <a:ext uri="{FF2B5EF4-FFF2-40B4-BE49-F238E27FC236}">
                <a16:creationId xmlns:a16="http://schemas.microsoft.com/office/drawing/2014/main" id="{E7BFB733-E937-014A-B7CC-EE11641F15CC}"/>
              </a:ext>
            </a:extLst>
          </p:cNvPr>
          <p:cNvSpPr txBox="1"/>
          <p:nvPr/>
        </p:nvSpPr>
        <p:spPr>
          <a:xfrm>
            <a:off x="8240903" y="1206795"/>
            <a:ext cx="346570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y</a:t>
            </a:r>
          </a:p>
        </p:txBody>
      </p:sp>
      <p:sp>
        <p:nvSpPr>
          <p:cNvPr id="116" name="TextBox 115">
            <a:extLst>
              <a:ext uri="{FF2B5EF4-FFF2-40B4-BE49-F238E27FC236}">
                <a16:creationId xmlns:a16="http://schemas.microsoft.com/office/drawing/2014/main" id="{08D54A84-29AE-E948-B36B-A3E997D943D5}"/>
              </a:ext>
            </a:extLst>
          </p:cNvPr>
          <p:cNvSpPr txBox="1"/>
          <p:nvPr/>
        </p:nvSpPr>
        <p:spPr>
          <a:xfrm>
            <a:off x="9504473" y="1224340"/>
            <a:ext cx="325730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z</a:t>
            </a:r>
          </a:p>
        </p:txBody>
      </p:sp>
      <p:grpSp>
        <p:nvGrpSpPr>
          <p:cNvPr id="120" name="Group 16">
            <a:extLst>
              <a:ext uri="{FF2B5EF4-FFF2-40B4-BE49-F238E27FC236}">
                <a16:creationId xmlns:a16="http://schemas.microsoft.com/office/drawing/2014/main" id="{758A3B01-F3F9-A74E-B632-177660FF1736}"/>
              </a:ext>
            </a:extLst>
          </p:cNvPr>
          <p:cNvGrpSpPr>
            <a:grpSpLocks/>
          </p:cNvGrpSpPr>
          <p:nvPr/>
        </p:nvGrpSpPr>
        <p:grpSpPr bwMode="auto">
          <a:xfrm>
            <a:off x="644342" y="4117376"/>
            <a:ext cx="3571875" cy="2236788"/>
            <a:chOff x="3162" y="1071"/>
            <a:chExt cx="2250" cy="1409"/>
          </a:xfrm>
        </p:grpSpPr>
        <p:sp>
          <p:nvSpPr>
            <p:cNvPr id="121" name="Freeform 17">
              <a:extLst>
                <a:ext uri="{FF2B5EF4-FFF2-40B4-BE49-F238E27FC236}">
                  <a16:creationId xmlns:a16="http://schemas.microsoft.com/office/drawing/2014/main" id="{3D738A20-E61D-3347-97FA-CFBB4A2027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2" y="1071"/>
              <a:ext cx="2250" cy="1409"/>
            </a:xfrm>
            <a:custGeom>
              <a:avLst/>
              <a:gdLst>
                <a:gd name="T0" fmla="*/ 0 w 2250"/>
                <a:gd name="T1" fmla="*/ 624 h 1409"/>
                <a:gd name="T2" fmla="*/ 219 w 2250"/>
                <a:gd name="T3" fmla="*/ 321 h 1409"/>
                <a:gd name="T4" fmla="*/ 529 w 2250"/>
                <a:gd name="T5" fmla="*/ 35 h 1409"/>
                <a:gd name="T6" fmla="*/ 1551 w 2250"/>
                <a:gd name="T7" fmla="*/ 111 h 1409"/>
                <a:gd name="T8" fmla="*/ 1968 w 2250"/>
                <a:gd name="T9" fmla="*/ 483 h 1409"/>
                <a:gd name="T10" fmla="*/ 2199 w 2250"/>
                <a:gd name="T11" fmla="*/ 906 h 1409"/>
                <a:gd name="T12" fmla="*/ 1659 w 2250"/>
                <a:gd name="T13" fmla="*/ 1314 h 1409"/>
                <a:gd name="T14" fmla="*/ 993 w 2250"/>
                <a:gd name="T15" fmla="*/ 1386 h 1409"/>
                <a:gd name="T16" fmla="*/ 465 w 2250"/>
                <a:gd name="T17" fmla="*/ 1356 h 1409"/>
                <a:gd name="T18" fmla="*/ 102 w 2250"/>
                <a:gd name="T19" fmla="*/ 1068 h 1409"/>
                <a:gd name="T20" fmla="*/ 0 w 2250"/>
                <a:gd name="T21" fmla="*/ 624 h 140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2250"/>
                <a:gd name="T34" fmla="*/ 0 h 1409"/>
                <a:gd name="T35" fmla="*/ 2250 w 2250"/>
                <a:gd name="T36" fmla="*/ 1409 h 1409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2250" h="1409">
                  <a:moveTo>
                    <a:pt x="0" y="624"/>
                  </a:moveTo>
                  <a:cubicBezTo>
                    <a:pt x="5" y="506"/>
                    <a:pt x="131" y="419"/>
                    <a:pt x="219" y="321"/>
                  </a:cubicBezTo>
                  <a:cubicBezTo>
                    <a:pt x="307" y="223"/>
                    <a:pt x="307" y="70"/>
                    <a:pt x="529" y="35"/>
                  </a:cubicBezTo>
                  <a:cubicBezTo>
                    <a:pt x="751" y="0"/>
                    <a:pt x="1311" y="36"/>
                    <a:pt x="1551" y="111"/>
                  </a:cubicBezTo>
                  <a:cubicBezTo>
                    <a:pt x="1791" y="186"/>
                    <a:pt x="1860" y="351"/>
                    <a:pt x="1968" y="483"/>
                  </a:cubicBezTo>
                  <a:cubicBezTo>
                    <a:pt x="2076" y="615"/>
                    <a:pt x="2250" y="767"/>
                    <a:pt x="2199" y="906"/>
                  </a:cubicBezTo>
                  <a:cubicBezTo>
                    <a:pt x="2148" y="1045"/>
                    <a:pt x="1860" y="1234"/>
                    <a:pt x="1659" y="1314"/>
                  </a:cubicBezTo>
                  <a:cubicBezTo>
                    <a:pt x="1458" y="1394"/>
                    <a:pt x="1192" y="1379"/>
                    <a:pt x="993" y="1386"/>
                  </a:cubicBezTo>
                  <a:cubicBezTo>
                    <a:pt x="794" y="1393"/>
                    <a:pt x="613" y="1409"/>
                    <a:pt x="465" y="1356"/>
                  </a:cubicBezTo>
                  <a:cubicBezTo>
                    <a:pt x="317" y="1303"/>
                    <a:pt x="180" y="1190"/>
                    <a:pt x="102" y="1068"/>
                  </a:cubicBezTo>
                  <a:cubicBezTo>
                    <a:pt x="24" y="946"/>
                    <a:pt x="21" y="716"/>
                    <a:pt x="0" y="624"/>
                  </a:cubicBezTo>
                  <a:close/>
                </a:path>
              </a:pathLst>
            </a:custGeom>
            <a:solidFill>
              <a:srgbClr val="9CE0FA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2" name="Freeform 18">
              <a:extLst>
                <a:ext uri="{FF2B5EF4-FFF2-40B4-BE49-F238E27FC236}">
                  <a16:creationId xmlns:a16="http://schemas.microsoft.com/office/drawing/2014/main" id="{9A67F7D9-6F26-A244-97DD-F400FD21CA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8" y="1620"/>
              <a:ext cx="342" cy="186"/>
            </a:xfrm>
            <a:custGeom>
              <a:avLst/>
              <a:gdLst>
                <a:gd name="T0" fmla="*/ 0 w 342"/>
                <a:gd name="T1" fmla="*/ 186 h 186"/>
                <a:gd name="T2" fmla="*/ 342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3" name="Oval 19">
              <a:extLst>
                <a:ext uri="{FF2B5EF4-FFF2-40B4-BE49-F238E27FC236}">
                  <a16:creationId xmlns:a16="http://schemas.microsoft.com/office/drawing/2014/main" id="{8061EE07-A1C2-284D-B696-ED41FFB288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8" y="1862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4" name="Line 20">
              <a:extLst>
                <a:ext uri="{FF2B5EF4-FFF2-40B4-BE49-F238E27FC236}">
                  <a16:creationId xmlns:a16="http://schemas.microsoft.com/office/drawing/2014/main" id="{CA83B116-D557-D348-AC0B-78E2F5C0452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38" y="1855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5" name="Line 21">
              <a:extLst>
                <a:ext uri="{FF2B5EF4-FFF2-40B4-BE49-F238E27FC236}">
                  <a16:creationId xmlns:a16="http://schemas.microsoft.com/office/drawing/2014/main" id="{1DA79AD7-1C00-F347-B948-32DC2DF1EC2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51" y="1855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6" name="Rectangle 22">
              <a:extLst>
                <a:ext uri="{FF2B5EF4-FFF2-40B4-BE49-F238E27FC236}">
                  <a16:creationId xmlns:a16="http://schemas.microsoft.com/office/drawing/2014/main" id="{984E29E6-D5D1-6442-A8AB-508570DE4A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8" y="1855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7" name="Oval 23">
              <a:extLst>
                <a:ext uri="{FF2B5EF4-FFF2-40B4-BE49-F238E27FC236}">
                  <a16:creationId xmlns:a16="http://schemas.microsoft.com/office/drawing/2014/main" id="{AD024E49-35E0-C446-9678-D92AC1E7A2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5" y="1796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8" name="Oval 24">
              <a:extLst>
                <a:ext uri="{FF2B5EF4-FFF2-40B4-BE49-F238E27FC236}">
                  <a16:creationId xmlns:a16="http://schemas.microsoft.com/office/drawing/2014/main" id="{706D2E3C-10FA-3947-9AD1-A08759A868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2" y="2249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9" name="Line 25">
              <a:extLst>
                <a:ext uri="{FF2B5EF4-FFF2-40B4-BE49-F238E27FC236}">
                  <a16:creationId xmlns:a16="http://schemas.microsoft.com/office/drawing/2014/main" id="{C94CE491-9734-FE44-A0CB-7E0F832D0E6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12" y="224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0" name="Line 26">
              <a:extLst>
                <a:ext uri="{FF2B5EF4-FFF2-40B4-BE49-F238E27FC236}">
                  <a16:creationId xmlns:a16="http://schemas.microsoft.com/office/drawing/2014/main" id="{EB0C7DDA-EBC9-794C-B89D-D4B4BE886CB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25" y="224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1" name="Rectangle 27">
              <a:extLst>
                <a:ext uri="{FF2B5EF4-FFF2-40B4-BE49-F238E27FC236}">
                  <a16:creationId xmlns:a16="http://schemas.microsoft.com/office/drawing/2014/main" id="{D8E5A5C9-FA6E-3D4C-AE3D-AED068D60B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2" y="2242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2" name="Oval 28">
              <a:extLst>
                <a:ext uri="{FF2B5EF4-FFF2-40B4-BE49-F238E27FC236}">
                  <a16:creationId xmlns:a16="http://schemas.microsoft.com/office/drawing/2014/main" id="{0CB55AD6-4358-5341-98E7-B20E616CAE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9" y="2183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3" name="Oval 29">
              <a:extLst>
                <a:ext uri="{FF2B5EF4-FFF2-40B4-BE49-F238E27FC236}">
                  <a16:creationId xmlns:a16="http://schemas.microsoft.com/office/drawing/2014/main" id="{50051819-8732-6E40-952F-4C0540C10A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8" y="1559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4" name="Line 30">
              <a:extLst>
                <a:ext uri="{FF2B5EF4-FFF2-40B4-BE49-F238E27FC236}">
                  <a16:creationId xmlns:a16="http://schemas.microsoft.com/office/drawing/2014/main" id="{DB5E3452-2593-284B-95E8-DB63177BA96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08" y="155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5" name="Line 31">
              <a:extLst>
                <a:ext uri="{FF2B5EF4-FFF2-40B4-BE49-F238E27FC236}">
                  <a16:creationId xmlns:a16="http://schemas.microsoft.com/office/drawing/2014/main" id="{4C9DFB1A-A46F-7C42-AEC0-5BA9C684262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21" y="155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6" name="Rectangle 32">
              <a:extLst>
                <a:ext uri="{FF2B5EF4-FFF2-40B4-BE49-F238E27FC236}">
                  <a16:creationId xmlns:a16="http://schemas.microsoft.com/office/drawing/2014/main" id="{A1C00E39-48AA-274A-B956-CD2E2C45BC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8" y="1552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7" name="Oval 33">
              <a:extLst>
                <a:ext uri="{FF2B5EF4-FFF2-40B4-BE49-F238E27FC236}">
                  <a16:creationId xmlns:a16="http://schemas.microsoft.com/office/drawing/2014/main" id="{BBFA32B2-49E2-574B-9099-DED6B3832C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5" y="1493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8" name="Oval 34">
              <a:extLst>
                <a:ext uri="{FF2B5EF4-FFF2-40B4-BE49-F238E27FC236}">
                  <a16:creationId xmlns:a16="http://schemas.microsoft.com/office/drawing/2014/main" id="{0D58D8D4-B9BC-2541-A17F-D88330A4FA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1" y="1555"/>
              <a:ext cx="312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9" name="Line 35">
              <a:extLst>
                <a:ext uri="{FF2B5EF4-FFF2-40B4-BE49-F238E27FC236}">
                  <a16:creationId xmlns:a16="http://schemas.microsoft.com/office/drawing/2014/main" id="{7504C589-E1E9-2E44-980C-93C5BE9EB7C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91" y="154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0" name="Line 36">
              <a:extLst>
                <a:ext uri="{FF2B5EF4-FFF2-40B4-BE49-F238E27FC236}">
                  <a16:creationId xmlns:a16="http://schemas.microsoft.com/office/drawing/2014/main" id="{7F02875A-5A8E-E14F-A9D7-C2BAE191131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03" y="154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1" name="Rectangle 37">
              <a:extLst>
                <a:ext uri="{FF2B5EF4-FFF2-40B4-BE49-F238E27FC236}">
                  <a16:creationId xmlns:a16="http://schemas.microsoft.com/office/drawing/2014/main" id="{D9139ADE-ED5B-5C40-9669-A638D5EFC9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1" y="1548"/>
              <a:ext cx="309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2" name="Oval 38">
              <a:extLst>
                <a:ext uri="{FF2B5EF4-FFF2-40B4-BE49-F238E27FC236}">
                  <a16:creationId xmlns:a16="http://schemas.microsoft.com/office/drawing/2014/main" id="{51116AC5-23B1-3F4B-972A-683B27105D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4" y="1492"/>
              <a:ext cx="312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3" name="Oval 39">
              <a:extLst>
                <a:ext uri="{FF2B5EF4-FFF2-40B4-BE49-F238E27FC236}">
                  <a16:creationId xmlns:a16="http://schemas.microsoft.com/office/drawing/2014/main" id="{7CF92621-E46C-E745-8108-ADF0C63540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1" y="2246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4" name="Line 40">
              <a:extLst>
                <a:ext uri="{FF2B5EF4-FFF2-40B4-BE49-F238E27FC236}">
                  <a16:creationId xmlns:a16="http://schemas.microsoft.com/office/drawing/2014/main" id="{C97ABDF7-502E-1E45-A7E6-F2C97AF991E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01" y="2239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5" name="Line 41">
              <a:extLst>
                <a:ext uri="{FF2B5EF4-FFF2-40B4-BE49-F238E27FC236}">
                  <a16:creationId xmlns:a16="http://schemas.microsoft.com/office/drawing/2014/main" id="{6F5F6C02-240D-B545-9D40-386AB9F1990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14" y="2239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6" name="Rectangle 42">
              <a:extLst>
                <a:ext uri="{FF2B5EF4-FFF2-40B4-BE49-F238E27FC236}">
                  <a16:creationId xmlns:a16="http://schemas.microsoft.com/office/drawing/2014/main" id="{F971ECC0-824C-FC4B-8D09-7FF856CD87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1" y="2239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7" name="Oval 43">
              <a:extLst>
                <a:ext uri="{FF2B5EF4-FFF2-40B4-BE49-F238E27FC236}">
                  <a16:creationId xmlns:a16="http://schemas.microsoft.com/office/drawing/2014/main" id="{000B82D5-5D57-8D41-894D-7FA7042570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8" y="2180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8" name="Oval 44">
              <a:extLst>
                <a:ext uri="{FF2B5EF4-FFF2-40B4-BE49-F238E27FC236}">
                  <a16:creationId xmlns:a16="http://schemas.microsoft.com/office/drawing/2014/main" id="{4B3102BD-88D0-D041-8342-28B44A4213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6" y="1905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9" name="Line 45">
              <a:extLst>
                <a:ext uri="{FF2B5EF4-FFF2-40B4-BE49-F238E27FC236}">
                  <a16:creationId xmlns:a16="http://schemas.microsoft.com/office/drawing/2014/main" id="{55D2E64D-9448-364E-BBCE-B8F1E46C9B4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66" y="189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0" name="Line 46">
              <a:extLst>
                <a:ext uri="{FF2B5EF4-FFF2-40B4-BE49-F238E27FC236}">
                  <a16:creationId xmlns:a16="http://schemas.microsoft.com/office/drawing/2014/main" id="{A1D926A4-0713-0448-B8BC-4526CF5A6FF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279" y="189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1" name="Rectangle 47">
              <a:extLst>
                <a:ext uri="{FF2B5EF4-FFF2-40B4-BE49-F238E27FC236}">
                  <a16:creationId xmlns:a16="http://schemas.microsoft.com/office/drawing/2014/main" id="{D44F6537-9CFC-A34F-A528-3BA9FB8DEA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6" y="1898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2" name="Oval 48">
              <a:extLst>
                <a:ext uri="{FF2B5EF4-FFF2-40B4-BE49-F238E27FC236}">
                  <a16:creationId xmlns:a16="http://schemas.microsoft.com/office/drawing/2014/main" id="{CE6823F9-AC23-9143-B45C-3AE00728E6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3" y="1839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3" name="Freeform 49">
              <a:extLst>
                <a:ext uri="{FF2B5EF4-FFF2-40B4-BE49-F238E27FC236}">
                  <a16:creationId xmlns:a16="http://schemas.microsoft.com/office/drawing/2014/main" id="{52D2B20D-E3DC-0F48-BD10-DF782164C94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7" y="1647"/>
              <a:ext cx="1" cy="522"/>
            </a:xfrm>
            <a:custGeom>
              <a:avLst/>
              <a:gdLst>
                <a:gd name="T0" fmla="*/ 0 w 1"/>
                <a:gd name="T1" fmla="*/ 0 h 522"/>
                <a:gd name="T2" fmla="*/ 0 w 1"/>
                <a:gd name="T3" fmla="*/ 522 h 522"/>
                <a:gd name="T4" fmla="*/ 0 60000 65536"/>
                <a:gd name="T5" fmla="*/ 0 60000 65536"/>
                <a:gd name="T6" fmla="*/ 0 w 1"/>
                <a:gd name="T7" fmla="*/ 0 h 522"/>
                <a:gd name="T8" fmla="*/ 1 w 1"/>
                <a:gd name="T9" fmla="*/ 522 h 52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522">
                  <a:moveTo>
                    <a:pt x="0" y="0"/>
                  </a:moveTo>
                  <a:lnTo>
                    <a:pt x="0" y="522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4" name="Freeform 50">
              <a:extLst>
                <a:ext uri="{FF2B5EF4-FFF2-40B4-BE49-F238E27FC236}">
                  <a16:creationId xmlns:a16="http://schemas.microsoft.com/office/drawing/2014/main" id="{2E4F74A6-7593-0541-B4E9-5C88A82D49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4" y="1653"/>
              <a:ext cx="1" cy="537"/>
            </a:xfrm>
            <a:custGeom>
              <a:avLst/>
              <a:gdLst>
                <a:gd name="T0" fmla="*/ 0 w 1"/>
                <a:gd name="T1" fmla="*/ 0 h 537"/>
                <a:gd name="T2" fmla="*/ 0 w 1"/>
                <a:gd name="T3" fmla="*/ 537 h 537"/>
                <a:gd name="T4" fmla="*/ 0 60000 65536"/>
                <a:gd name="T5" fmla="*/ 0 60000 65536"/>
                <a:gd name="T6" fmla="*/ 0 w 1"/>
                <a:gd name="T7" fmla="*/ 0 h 537"/>
                <a:gd name="T8" fmla="*/ 1 w 1"/>
                <a:gd name="T9" fmla="*/ 537 h 53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537">
                  <a:moveTo>
                    <a:pt x="0" y="0"/>
                  </a:moveTo>
                  <a:lnTo>
                    <a:pt x="0" y="537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5" name="Freeform 51">
              <a:extLst>
                <a:ext uri="{FF2B5EF4-FFF2-40B4-BE49-F238E27FC236}">
                  <a16:creationId xmlns:a16="http://schemas.microsoft.com/office/drawing/2014/main" id="{282B2A5D-90FF-A84D-A61D-5962C06F74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9" y="1638"/>
              <a:ext cx="504" cy="600"/>
            </a:xfrm>
            <a:custGeom>
              <a:avLst/>
              <a:gdLst>
                <a:gd name="T0" fmla="*/ 0 w 378"/>
                <a:gd name="T1" fmla="*/ 11993521 h 174"/>
                <a:gd name="T2" fmla="*/ 5035 w 378"/>
                <a:gd name="T3" fmla="*/ 0 h 174"/>
                <a:gd name="T4" fmla="*/ 0 60000 65536"/>
                <a:gd name="T5" fmla="*/ 0 60000 65536"/>
                <a:gd name="T6" fmla="*/ 0 w 378"/>
                <a:gd name="T7" fmla="*/ 0 h 174"/>
                <a:gd name="T8" fmla="*/ 378 w 378"/>
                <a:gd name="T9" fmla="*/ 174 h 17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78" h="174">
                  <a:moveTo>
                    <a:pt x="0" y="174"/>
                  </a:moveTo>
                  <a:lnTo>
                    <a:pt x="378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6" name="Freeform 52">
              <a:extLst>
                <a:ext uri="{FF2B5EF4-FFF2-40B4-BE49-F238E27FC236}">
                  <a16:creationId xmlns:a16="http://schemas.microsoft.com/office/drawing/2014/main" id="{15532AD3-A5D4-154A-9DA4-62586FD328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6" y="1986"/>
              <a:ext cx="366" cy="270"/>
            </a:xfrm>
            <a:custGeom>
              <a:avLst/>
              <a:gdLst>
                <a:gd name="T0" fmla="*/ 0 w 366"/>
                <a:gd name="T1" fmla="*/ 270 h 270"/>
                <a:gd name="T2" fmla="*/ 366 w 366"/>
                <a:gd name="T3" fmla="*/ 0 h 270"/>
                <a:gd name="T4" fmla="*/ 0 60000 65536"/>
                <a:gd name="T5" fmla="*/ 0 60000 65536"/>
                <a:gd name="T6" fmla="*/ 0 w 366"/>
                <a:gd name="T7" fmla="*/ 0 h 270"/>
                <a:gd name="T8" fmla="*/ 366 w 366"/>
                <a:gd name="T9" fmla="*/ 270 h 270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270">
                  <a:moveTo>
                    <a:pt x="0" y="270"/>
                  </a:moveTo>
                  <a:lnTo>
                    <a:pt x="366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7" name="Freeform 53">
              <a:extLst>
                <a:ext uri="{FF2B5EF4-FFF2-40B4-BE49-F238E27FC236}">
                  <a16:creationId xmlns:a16="http://schemas.microsoft.com/office/drawing/2014/main" id="{EDDE0C3D-6D8D-A14C-B3D6-F3D0693E31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5" y="2268"/>
              <a:ext cx="366" cy="1"/>
            </a:xfrm>
            <a:custGeom>
              <a:avLst/>
              <a:gdLst>
                <a:gd name="T0" fmla="*/ 366 w 366"/>
                <a:gd name="T1" fmla="*/ 0 h 1"/>
                <a:gd name="T2" fmla="*/ 0 w 366"/>
                <a:gd name="T3" fmla="*/ 0 h 1"/>
                <a:gd name="T4" fmla="*/ 0 60000 65536"/>
                <a:gd name="T5" fmla="*/ 0 60000 65536"/>
                <a:gd name="T6" fmla="*/ 0 w 366"/>
                <a:gd name="T7" fmla="*/ 0 h 1"/>
                <a:gd name="T8" fmla="*/ 366 w 366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1">
                  <a:moveTo>
                    <a:pt x="366" y="0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8" name="Freeform 54">
              <a:extLst>
                <a:ext uri="{FF2B5EF4-FFF2-40B4-BE49-F238E27FC236}">
                  <a16:creationId xmlns:a16="http://schemas.microsoft.com/office/drawing/2014/main" id="{1F593C73-0AE5-7540-A0A1-AB4B203D89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4" y="1944"/>
              <a:ext cx="276" cy="264"/>
            </a:xfrm>
            <a:custGeom>
              <a:avLst/>
              <a:gdLst>
                <a:gd name="T0" fmla="*/ 276 w 276"/>
                <a:gd name="T1" fmla="*/ 264 h 264"/>
                <a:gd name="T2" fmla="*/ 0 w 276"/>
                <a:gd name="T3" fmla="*/ 0 h 264"/>
                <a:gd name="T4" fmla="*/ 0 60000 65536"/>
                <a:gd name="T5" fmla="*/ 0 60000 65536"/>
                <a:gd name="T6" fmla="*/ 0 w 276"/>
                <a:gd name="T7" fmla="*/ 0 h 264"/>
                <a:gd name="T8" fmla="*/ 276 w 276"/>
                <a:gd name="T9" fmla="*/ 264 h 26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76" h="264">
                  <a:moveTo>
                    <a:pt x="276" y="264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9" name="Freeform 55">
              <a:extLst>
                <a:ext uri="{FF2B5EF4-FFF2-40B4-BE49-F238E27FC236}">
                  <a16:creationId xmlns:a16="http://schemas.microsoft.com/office/drawing/2014/main" id="{F8D3E17A-95CC-6745-B825-B9790B2746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9" y="1578"/>
              <a:ext cx="366" cy="1"/>
            </a:xfrm>
            <a:custGeom>
              <a:avLst/>
              <a:gdLst>
                <a:gd name="T0" fmla="*/ 366 w 366"/>
                <a:gd name="T1" fmla="*/ 0 h 1"/>
                <a:gd name="T2" fmla="*/ 0 w 366"/>
                <a:gd name="T3" fmla="*/ 0 h 1"/>
                <a:gd name="T4" fmla="*/ 0 60000 65536"/>
                <a:gd name="T5" fmla="*/ 0 60000 65536"/>
                <a:gd name="T6" fmla="*/ 0 w 366"/>
                <a:gd name="T7" fmla="*/ 0 h 1"/>
                <a:gd name="T8" fmla="*/ 366 w 366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1">
                  <a:moveTo>
                    <a:pt x="366" y="0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60" name="Freeform 56">
              <a:extLst>
                <a:ext uri="{FF2B5EF4-FFF2-40B4-BE49-F238E27FC236}">
                  <a16:creationId xmlns:a16="http://schemas.microsoft.com/office/drawing/2014/main" id="{64FB055C-D8AE-9E4A-9FE1-2F23D2976FE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4" y="1575"/>
              <a:ext cx="396" cy="267"/>
            </a:xfrm>
            <a:custGeom>
              <a:avLst/>
              <a:gdLst>
                <a:gd name="T0" fmla="*/ 396 w 396"/>
                <a:gd name="T1" fmla="*/ 267 h 267"/>
                <a:gd name="T2" fmla="*/ 0 w 396"/>
                <a:gd name="T3" fmla="*/ 0 h 267"/>
                <a:gd name="T4" fmla="*/ 0 60000 65536"/>
                <a:gd name="T5" fmla="*/ 0 60000 65536"/>
                <a:gd name="T6" fmla="*/ 0 w 396"/>
                <a:gd name="T7" fmla="*/ 0 h 267"/>
                <a:gd name="T8" fmla="*/ 396 w 396"/>
                <a:gd name="T9" fmla="*/ 267 h 26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96" h="267">
                  <a:moveTo>
                    <a:pt x="396" y="267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61" name="Freeform 57">
              <a:extLst>
                <a:ext uri="{FF2B5EF4-FFF2-40B4-BE49-F238E27FC236}">
                  <a16:creationId xmlns:a16="http://schemas.microsoft.com/office/drawing/2014/main" id="{F0C743D6-8B32-AB43-89EE-68493533AB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7" y="1146"/>
              <a:ext cx="1110" cy="645"/>
            </a:xfrm>
            <a:custGeom>
              <a:avLst/>
              <a:gdLst>
                <a:gd name="T0" fmla="*/ 1110 w 1110"/>
                <a:gd name="T1" fmla="*/ 342 h 645"/>
                <a:gd name="T2" fmla="*/ 0 w 1110"/>
                <a:gd name="T3" fmla="*/ 645 h 645"/>
                <a:gd name="T4" fmla="*/ 0 60000 65536"/>
                <a:gd name="T5" fmla="*/ 0 60000 65536"/>
                <a:gd name="T6" fmla="*/ 0 w 1110"/>
                <a:gd name="T7" fmla="*/ 0 h 645"/>
                <a:gd name="T8" fmla="*/ 1110 w 1110"/>
                <a:gd name="T9" fmla="*/ 645 h 645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110" h="645">
                  <a:moveTo>
                    <a:pt x="1110" y="342"/>
                  </a:moveTo>
                  <a:cubicBezTo>
                    <a:pt x="1104" y="0"/>
                    <a:pt x="21" y="63"/>
                    <a:pt x="0" y="645"/>
                  </a:cubicBez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grpSp>
          <p:nvGrpSpPr>
            <p:cNvPr id="162" name="Group 58">
              <a:extLst>
                <a:ext uri="{FF2B5EF4-FFF2-40B4-BE49-F238E27FC236}">
                  <a16:creationId xmlns:a16="http://schemas.microsoft.com/office/drawing/2014/main" id="{1494C31E-1843-3C4C-B448-0EE4B2D48D2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287" y="1744"/>
              <a:ext cx="205" cy="250"/>
              <a:chOff x="2954" y="2425"/>
              <a:chExt cx="208" cy="250"/>
            </a:xfrm>
          </p:grpSpPr>
          <p:sp>
            <p:nvSpPr>
              <p:cNvPr id="198" name="Rectangle 59">
                <a:extLst>
                  <a:ext uri="{FF2B5EF4-FFF2-40B4-BE49-F238E27FC236}">
                    <a16:creationId xmlns:a16="http://schemas.microsoft.com/office/drawing/2014/main" id="{0C8D8FC3-8C0A-E94F-83DB-FC9755166B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99" name="Text Box 60">
                <a:extLst>
                  <a:ext uri="{FF2B5EF4-FFF2-40B4-BE49-F238E27FC236}">
                    <a16:creationId xmlns:a16="http://schemas.microsoft.com/office/drawing/2014/main" id="{C48049A0-1569-9141-9231-3DE54FE038B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4" y="2425"/>
                <a:ext cx="208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u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173" name="Group 61">
              <a:extLst>
                <a:ext uri="{FF2B5EF4-FFF2-40B4-BE49-F238E27FC236}">
                  <a16:creationId xmlns:a16="http://schemas.microsoft.com/office/drawing/2014/main" id="{B00F025D-2C95-A044-AFF5-397F6CA81FA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461" y="2128"/>
              <a:ext cx="196" cy="250"/>
              <a:chOff x="2958" y="2425"/>
              <a:chExt cx="199" cy="250"/>
            </a:xfrm>
          </p:grpSpPr>
          <p:sp>
            <p:nvSpPr>
              <p:cNvPr id="196" name="Rectangle 62">
                <a:extLst>
                  <a:ext uri="{FF2B5EF4-FFF2-40B4-BE49-F238E27FC236}">
                    <a16:creationId xmlns:a16="http://schemas.microsoft.com/office/drawing/2014/main" id="{DBBD13A0-0A7C-8049-879E-1B92947643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97" name="Text Box 63">
                <a:extLst>
                  <a:ext uri="{FF2B5EF4-FFF2-40B4-BE49-F238E27FC236}">
                    <a16:creationId xmlns:a16="http://schemas.microsoft.com/office/drawing/2014/main" id="{7AB2974E-D97D-A248-BCD8-AF4D1F0FDCA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8" y="2425"/>
                <a:ext cx="199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y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174" name="Group 64">
              <a:extLst>
                <a:ext uri="{FF2B5EF4-FFF2-40B4-BE49-F238E27FC236}">
                  <a16:creationId xmlns:a16="http://schemas.microsoft.com/office/drawing/2014/main" id="{33C09162-022E-2E4B-B1DD-AA461D35FDB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72" y="2095"/>
              <a:ext cx="212" cy="288"/>
              <a:chOff x="2951" y="2395"/>
              <a:chExt cx="213" cy="288"/>
            </a:xfrm>
          </p:grpSpPr>
          <p:sp>
            <p:nvSpPr>
              <p:cNvPr id="194" name="Rectangle 65">
                <a:extLst>
                  <a:ext uri="{FF2B5EF4-FFF2-40B4-BE49-F238E27FC236}">
                    <a16:creationId xmlns:a16="http://schemas.microsoft.com/office/drawing/2014/main" id="{CCEE4832-7AF3-4A40-BCBA-0E78A1D44B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95" name="Text Box 66">
                <a:extLst>
                  <a:ext uri="{FF2B5EF4-FFF2-40B4-BE49-F238E27FC236}">
                    <a16:creationId xmlns:a16="http://schemas.microsoft.com/office/drawing/2014/main" id="{A18AA9CD-8C8C-C64E-8BB2-ABFB82B7752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1" y="2395"/>
                <a:ext cx="213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x</a:t>
                </a:r>
              </a:p>
            </p:txBody>
          </p:sp>
        </p:grpSp>
        <p:grpSp>
          <p:nvGrpSpPr>
            <p:cNvPr id="175" name="Group 67">
              <a:extLst>
                <a:ext uri="{FF2B5EF4-FFF2-40B4-BE49-F238E27FC236}">
                  <a16:creationId xmlns:a16="http://schemas.microsoft.com/office/drawing/2014/main" id="{7E4A4CB5-5240-5047-A355-D558A3E12E2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437" y="1438"/>
              <a:ext cx="233" cy="252"/>
              <a:chOff x="2940" y="2425"/>
              <a:chExt cx="236" cy="252"/>
            </a:xfrm>
          </p:grpSpPr>
          <p:sp>
            <p:nvSpPr>
              <p:cNvPr id="192" name="Rectangle 68">
                <a:extLst>
                  <a:ext uri="{FF2B5EF4-FFF2-40B4-BE49-F238E27FC236}">
                    <a16:creationId xmlns:a16="http://schemas.microsoft.com/office/drawing/2014/main" id="{A96BB7D8-5E3B-F54A-ACAA-E0677DC078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6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93" name="Text Box 69">
                <a:extLst>
                  <a:ext uri="{FF2B5EF4-FFF2-40B4-BE49-F238E27FC236}">
                    <a16:creationId xmlns:a16="http://schemas.microsoft.com/office/drawing/2014/main" id="{410DA41D-9F14-6F44-84CA-D9A959BDF5D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40" y="2425"/>
                <a:ext cx="236" cy="25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w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176" name="Group 70">
              <a:extLst>
                <a:ext uri="{FF2B5EF4-FFF2-40B4-BE49-F238E27FC236}">
                  <a16:creationId xmlns:a16="http://schemas.microsoft.com/office/drawing/2014/main" id="{E0B1048B-D084-C846-A55C-AC744DBE9F3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71" y="1438"/>
              <a:ext cx="196" cy="250"/>
              <a:chOff x="2958" y="2425"/>
              <a:chExt cx="199" cy="250"/>
            </a:xfrm>
          </p:grpSpPr>
          <p:sp>
            <p:nvSpPr>
              <p:cNvPr id="190" name="Rectangle 71">
                <a:extLst>
                  <a:ext uri="{FF2B5EF4-FFF2-40B4-BE49-F238E27FC236}">
                    <a16:creationId xmlns:a16="http://schemas.microsoft.com/office/drawing/2014/main" id="{7CD3D1BE-34F4-094F-BA32-8D49284AB6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91" name="Text Box 72">
                <a:extLst>
                  <a:ext uri="{FF2B5EF4-FFF2-40B4-BE49-F238E27FC236}">
                    <a16:creationId xmlns:a16="http://schemas.microsoft.com/office/drawing/2014/main" id="{3D5C06AA-C47B-6A4D-8A27-AA4C7D76D28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8" y="2425"/>
                <a:ext cx="199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v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177" name="Group 73">
              <a:extLst>
                <a:ext uri="{FF2B5EF4-FFF2-40B4-BE49-F238E27FC236}">
                  <a16:creationId xmlns:a16="http://schemas.microsoft.com/office/drawing/2014/main" id="{39C6C191-6A4D-D145-9B17-2F0B670B8A9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025" y="1756"/>
              <a:ext cx="212" cy="288"/>
              <a:chOff x="2949" y="2395"/>
              <a:chExt cx="214" cy="288"/>
            </a:xfrm>
          </p:grpSpPr>
          <p:sp>
            <p:nvSpPr>
              <p:cNvPr id="188" name="Rectangle 74">
                <a:extLst>
                  <a:ext uri="{FF2B5EF4-FFF2-40B4-BE49-F238E27FC236}">
                    <a16:creationId xmlns:a16="http://schemas.microsoft.com/office/drawing/2014/main" id="{878788BF-9BAB-6B4B-BCC1-7F88FC57D4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89" name="Text Box 75">
                <a:extLst>
                  <a:ext uri="{FF2B5EF4-FFF2-40B4-BE49-F238E27FC236}">
                    <a16:creationId xmlns:a16="http://schemas.microsoft.com/office/drawing/2014/main" id="{29553818-901F-A74B-A973-8B1ACA61A2E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49" y="2395"/>
                <a:ext cx="214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z</a:t>
                </a:r>
              </a:p>
            </p:txBody>
          </p:sp>
        </p:grpSp>
        <p:sp>
          <p:nvSpPr>
            <p:cNvPr id="178" name="Text Box 76">
              <a:extLst>
                <a:ext uri="{FF2B5EF4-FFF2-40B4-BE49-F238E27FC236}">
                  <a16:creationId xmlns:a16="http://schemas.microsoft.com/office/drawing/2014/main" id="{346FE683-DA02-964E-912E-9008265FA1E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93" y="1568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79" name="Text Box 77">
              <a:extLst>
                <a:ext uri="{FF2B5EF4-FFF2-40B4-BE49-F238E27FC236}">
                  <a16:creationId xmlns:a16="http://schemas.microsoft.com/office/drawing/2014/main" id="{83CAABB4-6EF8-DD4F-86E0-A7C8DC5F3BE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41" y="1787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0" name="Text Box 78">
              <a:extLst>
                <a:ext uri="{FF2B5EF4-FFF2-40B4-BE49-F238E27FC236}">
                  <a16:creationId xmlns:a16="http://schemas.microsoft.com/office/drawing/2014/main" id="{60B8E963-90D2-C24E-B1C3-92826407D03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06" y="2000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1" name="Text Box 79">
              <a:extLst>
                <a:ext uri="{FF2B5EF4-FFF2-40B4-BE49-F238E27FC236}">
                  <a16:creationId xmlns:a16="http://schemas.microsoft.com/office/drawing/2014/main" id="{DCA75031-4CAF-FB4B-B5B5-33DB92D51C0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25" y="1880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2" name="Text Box 80">
              <a:extLst>
                <a:ext uri="{FF2B5EF4-FFF2-40B4-BE49-F238E27FC236}">
                  <a16:creationId xmlns:a16="http://schemas.microsoft.com/office/drawing/2014/main" id="{C519B319-7316-9041-86CC-85BF1228899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62" y="2234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3" name="Text Box 81">
              <a:extLst>
                <a:ext uri="{FF2B5EF4-FFF2-40B4-BE49-F238E27FC236}">
                  <a16:creationId xmlns:a16="http://schemas.microsoft.com/office/drawing/2014/main" id="{5B6C4D06-FD20-5C4C-9AE3-6086B101980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22" y="1805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4" name="Text Box 82">
              <a:extLst>
                <a:ext uri="{FF2B5EF4-FFF2-40B4-BE49-F238E27FC236}">
                  <a16:creationId xmlns:a16="http://schemas.microsoft.com/office/drawing/2014/main" id="{D7076B21-53BA-B14B-954F-D3582ED801D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82" y="2069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5" name="Text Box 83">
              <a:extLst>
                <a:ext uri="{FF2B5EF4-FFF2-40B4-BE49-F238E27FC236}">
                  <a16:creationId xmlns:a16="http://schemas.microsoft.com/office/drawing/2014/main" id="{35EAA28F-B2FC-B840-B933-852F6B10C52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55" y="1532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6" name="Text Box 84">
              <a:extLst>
                <a:ext uri="{FF2B5EF4-FFF2-40B4-BE49-F238E27FC236}">
                  <a16:creationId xmlns:a16="http://schemas.microsoft.com/office/drawing/2014/main" id="{1DF8C370-9E82-204B-BC41-540B267E1D2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20" y="1382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7" name="Text Box 85">
              <a:extLst>
                <a:ext uri="{FF2B5EF4-FFF2-40B4-BE49-F238E27FC236}">
                  <a16:creationId xmlns:a16="http://schemas.microsoft.com/office/drawing/2014/main" id="{70F01FE7-388D-494B-9568-B741BD3A18C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69" y="1115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cxnSp>
        <p:nvCxnSpPr>
          <p:cNvPr id="200" name="Straight Arrow Connector 199">
            <a:extLst>
              <a:ext uri="{FF2B5EF4-FFF2-40B4-BE49-F238E27FC236}">
                <a16:creationId xmlns:a16="http://schemas.microsoft.com/office/drawing/2014/main" id="{D0EB6011-5A98-FD41-B923-923C37A2C8EB}"/>
              </a:ext>
            </a:extLst>
          </p:cNvPr>
          <p:cNvCxnSpPr>
            <a:cxnSpLocks/>
          </p:cNvCxnSpPr>
          <p:nvPr/>
        </p:nvCxnSpPr>
        <p:spPr>
          <a:xfrm>
            <a:off x="1118203" y="5514294"/>
            <a:ext cx="439472" cy="428799"/>
          </a:xfrm>
          <a:prstGeom prst="straightConnector1">
            <a:avLst/>
          </a:prstGeom>
          <a:ln w="317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09" name="Group 108">
            <a:extLst>
              <a:ext uri="{FF2B5EF4-FFF2-40B4-BE49-F238E27FC236}">
                <a16:creationId xmlns:a16="http://schemas.microsoft.com/office/drawing/2014/main" id="{F788D50F-B789-D144-9C6D-4EB2777C45F6}"/>
              </a:ext>
            </a:extLst>
          </p:cNvPr>
          <p:cNvGrpSpPr/>
          <p:nvPr/>
        </p:nvGrpSpPr>
        <p:grpSpPr>
          <a:xfrm>
            <a:off x="4263633" y="2255616"/>
            <a:ext cx="5679281" cy="416447"/>
            <a:chOff x="4263633" y="2255616"/>
            <a:chExt cx="5679281" cy="416447"/>
          </a:xfrm>
        </p:grpSpPr>
        <p:sp>
          <p:nvSpPr>
            <p:cNvPr id="110" name="Text Box 9">
              <a:extLst>
                <a:ext uri="{FF2B5EF4-FFF2-40B4-BE49-F238E27FC236}">
                  <a16:creationId xmlns:a16="http://schemas.microsoft.com/office/drawing/2014/main" id="{65B395D1-ACAF-AB4A-A53B-728973E1FE6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564285" y="2301914"/>
              <a:ext cx="378629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charset="0"/>
                  <a:ea typeface="ＭＳ Ｐゴシック" charset="0"/>
                </a:rPr>
                <a:t>∞</a:t>
              </a: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11" name="Text Box 8">
              <a:extLst>
                <a:ext uri="{FF2B5EF4-FFF2-40B4-BE49-F238E27FC236}">
                  <a16:creationId xmlns:a16="http://schemas.microsoft.com/office/drawing/2014/main" id="{C4F3D1DE-8C63-AD4B-B1C0-FE339DA1FD0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06722" y="2260378"/>
              <a:ext cx="526106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2,x</a:t>
              </a:r>
            </a:p>
          </p:txBody>
        </p:sp>
        <p:sp>
          <p:nvSpPr>
            <p:cNvPr id="117" name="Text Box 6">
              <a:extLst>
                <a:ext uri="{FF2B5EF4-FFF2-40B4-BE49-F238E27FC236}">
                  <a16:creationId xmlns:a16="http://schemas.microsoft.com/office/drawing/2014/main" id="{C9401439-4F9A-5245-B5D8-98F93D2D33D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66247" y="2271953"/>
              <a:ext cx="526105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4,x</a:t>
              </a:r>
            </a:p>
          </p:txBody>
        </p:sp>
        <p:sp>
          <p:nvSpPr>
            <p:cNvPr id="118" name="Text Box 5">
              <a:extLst>
                <a:ext uri="{FF2B5EF4-FFF2-40B4-BE49-F238E27FC236}">
                  <a16:creationId xmlns:a16="http://schemas.microsoft.com/office/drawing/2014/main" id="{05199638-1656-3440-8601-484D6E8D2EB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63633" y="2255616"/>
              <a:ext cx="54053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2,u</a:t>
              </a:r>
            </a:p>
          </p:txBody>
        </p:sp>
      </p:grpSp>
      <p:sp>
        <p:nvSpPr>
          <p:cNvPr id="171" name="Oval 114">
            <a:extLst>
              <a:ext uri="{FF2B5EF4-FFF2-40B4-BE49-F238E27FC236}">
                <a16:creationId xmlns:a16="http://schemas.microsoft.com/office/drawing/2014/main" id="{E65BD954-0CEF-0549-AB54-7CAE01A2E242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95837" y="2316864"/>
            <a:ext cx="602852" cy="301972"/>
          </a:xfrm>
          <a:prstGeom prst="ellips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charset="0"/>
              <a:ea typeface="ＭＳ Ｐゴシック" charset="0"/>
              <a:cs typeface="+mn-cs"/>
            </a:endParaRPr>
          </a:p>
        </p:txBody>
      </p:sp>
      <p:sp>
        <p:nvSpPr>
          <p:cNvPr id="209" name="Text Box 4">
            <a:extLst>
              <a:ext uri="{FF2B5EF4-FFF2-40B4-BE49-F238E27FC236}">
                <a16:creationId xmlns:a16="http://schemas.microsoft.com/office/drawing/2014/main" id="{0287B239-D17F-164E-887D-3DDF8EB7F20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16771" y="2546463"/>
            <a:ext cx="58381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uxy</a:t>
            </a:r>
          </a:p>
        </p:txBody>
      </p:sp>
      <p:grpSp>
        <p:nvGrpSpPr>
          <p:cNvPr id="166" name="Group 165">
            <a:extLst>
              <a:ext uri="{FF2B5EF4-FFF2-40B4-BE49-F238E27FC236}">
                <a16:creationId xmlns:a16="http://schemas.microsoft.com/office/drawing/2014/main" id="{9B6EC370-4690-3E46-AB1F-67BC3824C362}"/>
              </a:ext>
            </a:extLst>
          </p:cNvPr>
          <p:cNvGrpSpPr/>
          <p:nvPr/>
        </p:nvGrpSpPr>
        <p:grpSpPr>
          <a:xfrm>
            <a:off x="4263633" y="2546912"/>
            <a:ext cx="5753019" cy="428022"/>
            <a:chOff x="4263633" y="2546912"/>
            <a:chExt cx="5753019" cy="428022"/>
          </a:xfrm>
        </p:grpSpPr>
        <p:sp>
          <p:nvSpPr>
            <p:cNvPr id="168" name="Text Box 9">
              <a:extLst>
                <a:ext uri="{FF2B5EF4-FFF2-40B4-BE49-F238E27FC236}">
                  <a16:creationId xmlns:a16="http://schemas.microsoft.com/office/drawing/2014/main" id="{8EFA72A1-3DB5-DF4E-B71C-36925819E09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490547" y="2546912"/>
              <a:ext cx="526105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4,y</a:t>
              </a:r>
            </a:p>
          </p:txBody>
        </p:sp>
        <p:sp>
          <p:nvSpPr>
            <p:cNvPr id="201" name="Text Box 6">
              <a:extLst>
                <a:ext uri="{FF2B5EF4-FFF2-40B4-BE49-F238E27FC236}">
                  <a16:creationId xmlns:a16="http://schemas.microsoft.com/office/drawing/2014/main" id="{698EB84B-B9AC-1E4F-9ED3-7D9285536BF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66247" y="2574824"/>
              <a:ext cx="526106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3,y</a:t>
              </a:r>
            </a:p>
          </p:txBody>
        </p:sp>
        <p:sp>
          <p:nvSpPr>
            <p:cNvPr id="202" name="Text Box 5">
              <a:extLst>
                <a:ext uri="{FF2B5EF4-FFF2-40B4-BE49-F238E27FC236}">
                  <a16:creationId xmlns:a16="http://schemas.microsoft.com/office/drawing/2014/main" id="{1C67B278-22E0-CE4D-A434-92237BAE990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63633" y="2558487"/>
              <a:ext cx="54053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2,u</a:t>
              </a:r>
            </a:p>
          </p:txBody>
        </p:sp>
      </p:grpSp>
      <p:grpSp>
        <p:nvGrpSpPr>
          <p:cNvPr id="7" name="Group 6">
            <a:extLst>
              <a:ext uri="{FF2B5EF4-FFF2-40B4-BE49-F238E27FC236}">
                <a16:creationId xmlns:a16="http://schemas.microsoft.com/office/drawing/2014/main" id="{77430957-A0D6-EA4C-B6BF-820C3230276D}"/>
              </a:ext>
            </a:extLst>
          </p:cNvPr>
          <p:cNvGrpSpPr/>
          <p:nvPr/>
        </p:nvGrpSpPr>
        <p:grpSpPr>
          <a:xfrm>
            <a:off x="3109189" y="1355510"/>
            <a:ext cx="1542110" cy="1873826"/>
            <a:chOff x="3109189" y="1355510"/>
            <a:chExt cx="1542110" cy="1873826"/>
          </a:xfrm>
        </p:grpSpPr>
        <p:sp>
          <p:nvSpPr>
            <p:cNvPr id="207" name="Oval 206">
              <a:extLst>
                <a:ext uri="{FF2B5EF4-FFF2-40B4-BE49-F238E27FC236}">
                  <a16:creationId xmlns:a16="http://schemas.microsoft.com/office/drawing/2014/main" id="{4015F7C7-310D-FD46-9C9C-A1683A72BDDD}"/>
                </a:ext>
              </a:extLst>
            </p:cNvPr>
            <p:cNvSpPr/>
            <p:nvPr/>
          </p:nvSpPr>
          <p:spPr>
            <a:xfrm>
              <a:off x="4336203" y="1355510"/>
              <a:ext cx="315096" cy="295532"/>
            </a:xfrm>
            <a:prstGeom prst="ellipse">
              <a:avLst/>
            </a:prstGeom>
            <a:noFill/>
            <a:ln w="1905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208" name="Straight Arrow Connector 207">
              <a:extLst>
                <a:ext uri="{FF2B5EF4-FFF2-40B4-BE49-F238E27FC236}">
                  <a16:creationId xmlns:a16="http://schemas.microsoft.com/office/drawing/2014/main" id="{CB6EBC2E-EA66-0348-8BB3-7224B5E190A1}"/>
                </a:ext>
              </a:extLst>
            </p:cNvPr>
            <p:cNvCxnSpPr>
              <a:cxnSpLocks/>
              <a:stCxn id="207" idx="2"/>
              <a:endCxn id="219" idx="6"/>
            </p:cNvCxnSpPr>
            <p:nvPr/>
          </p:nvCxnSpPr>
          <p:spPr>
            <a:xfrm flipH="1">
              <a:off x="3411406" y="1503276"/>
              <a:ext cx="924797" cy="1578294"/>
            </a:xfrm>
            <a:prstGeom prst="straightConnector1">
              <a:avLst/>
            </a:prstGeom>
            <a:ln w="15875">
              <a:solidFill>
                <a:srgbClr val="FF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19" name="Oval 218">
              <a:extLst>
                <a:ext uri="{FF2B5EF4-FFF2-40B4-BE49-F238E27FC236}">
                  <a16:creationId xmlns:a16="http://schemas.microsoft.com/office/drawing/2014/main" id="{79D32FBA-D726-A343-8DEE-BA9A2943F951}"/>
                </a:ext>
              </a:extLst>
            </p:cNvPr>
            <p:cNvSpPr/>
            <p:nvPr/>
          </p:nvSpPr>
          <p:spPr>
            <a:xfrm>
              <a:off x="3109189" y="2933804"/>
              <a:ext cx="302217" cy="295532"/>
            </a:xfrm>
            <a:prstGeom prst="ellipse">
              <a:avLst/>
            </a:prstGeom>
            <a:noFill/>
            <a:ln w="1905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70" name="Oval 114">
            <a:extLst>
              <a:ext uri="{FF2B5EF4-FFF2-40B4-BE49-F238E27FC236}">
                <a16:creationId xmlns:a16="http://schemas.microsoft.com/office/drawing/2014/main" id="{297F9B67-0084-F24B-8B98-FA793D568FE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52576" y="2608159"/>
            <a:ext cx="602852" cy="301972"/>
          </a:xfrm>
          <a:prstGeom prst="ellips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charset="0"/>
              <a:ea typeface="ＭＳ Ｐゴシック" charset="0"/>
              <a:cs typeface="+mn-cs"/>
            </a:endParaRPr>
          </a:p>
        </p:txBody>
      </p:sp>
      <p:sp>
        <p:nvSpPr>
          <p:cNvPr id="220" name="Text Box 4">
            <a:extLst>
              <a:ext uri="{FF2B5EF4-FFF2-40B4-BE49-F238E27FC236}">
                <a16:creationId xmlns:a16="http://schemas.microsoft.com/office/drawing/2014/main" id="{7648EBF3-81A0-F345-9981-8D8AF954E5F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698178" y="2856764"/>
            <a:ext cx="71205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uxyv</a:t>
            </a:r>
          </a:p>
        </p:txBody>
      </p:sp>
      <p:cxnSp>
        <p:nvCxnSpPr>
          <p:cNvPr id="221" name="Straight Arrow Connector 220">
            <a:extLst>
              <a:ext uri="{FF2B5EF4-FFF2-40B4-BE49-F238E27FC236}">
                <a16:creationId xmlns:a16="http://schemas.microsoft.com/office/drawing/2014/main" id="{0BD1F41D-EB0C-7647-9C8B-BD9891B74EAC}"/>
              </a:ext>
            </a:extLst>
          </p:cNvPr>
          <p:cNvCxnSpPr>
            <a:cxnSpLocks/>
          </p:cNvCxnSpPr>
          <p:nvPr/>
        </p:nvCxnSpPr>
        <p:spPr>
          <a:xfrm>
            <a:off x="2017455" y="6020765"/>
            <a:ext cx="586969" cy="6484"/>
          </a:xfrm>
          <a:prstGeom prst="straightConnector1">
            <a:avLst/>
          </a:prstGeom>
          <a:ln w="317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22" name="Straight Arrow Connector 221">
            <a:extLst>
              <a:ext uri="{FF2B5EF4-FFF2-40B4-BE49-F238E27FC236}">
                <a16:creationId xmlns:a16="http://schemas.microsoft.com/office/drawing/2014/main" id="{52E9057B-6B98-BE42-AE62-4832BA11F8FB}"/>
              </a:ext>
            </a:extLst>
          </p:cNvPr>
          <p:cNvCxnSpPr>
            <a:cxnSpLocks/>
          </p:cNvCxnSpPr>
          <p:nvPr/>
        </p:nvCxnSpPr>
        <p:spPr>
          <a:xfrm flipV="1">
            <a:off x="1137745" y="5040040"/>
            <a:ext cx="502342" cy="281976"/>
          </a:xfrm>
          <a:prstGeom prst="straightConnector1">
            <a:avLst/>
          </a:prstGeom>
          <a:ln w="317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73517041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2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500"/>
                            </p:stCondLst>
                            <p:childTnLst>
                              <p:par>
                                <p:cTn id="14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2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2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0" grpId="0" animBg="1"/>
      <p:bldP spid="220" grpId="0"/>
    </p:bld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5" name="Group 164">
            <a:extLst>
              <a:ext uri="{FF2B5EF4-FFF2-40B4-BE49-F238E27FC236}">
                <a16:creationId xmlns:a16="http://schemas.microsoft.com/office/drawing/2014/main" id="{9BE35B4C-1AED-A841-AF80-60F24BC61CA4}"/>
              </a:ext>
            </a:extLst>
          </p:cNvPr>
          <p:cNvGrpSpPr/>
          <p:nvPr/>
        </p:nvGrpSpPr>
        <p:grpSpPr>
          <a:xfrm>
            <a:off x="4454071" y="3833590"/>
            <a:ext cx="1669144" cy="2786743"/>
            <a:chOff x="391885" y="3599543"/>
            <a:chExt cx="1669144" cy="2786743"/>
          </a:xfrm>
        </p:grpSpPr>
        <p:sp>
          <p:nvSpPr>
            <p:cNvPr id="169" name="Oval 168">
              <a:extLst>
                <a:ext uri="{FF2B5EF4-FFF2-40B4-BE49-F238E27FC236}">
                  <a16:creationId xmlns:a16="http://schemas.microsoft.com/office/drawing/2014/main" id="{91E4B38D-7546-F94C-8A43-DBD52AA7A376}"/>
                </a:ext>
              </a:extLst>
            </p:cNvPr>
            <p:cNvSpPr/>
            <p:nvPr/>
          </p:nvSpPr>
          <p:spPr>
            <a:xfrm>
              <a:off x="391885" y="3599543"/>
              <a:ext cx="1480458" cy="2786743"/>
            </a:xfrm>
            <a:prstGeom prst="ellipse">
              <a:avLst/>
            </a:prstGeom>
            <a:noFill/>
            <a:ln w="38100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03" name="Rectangle 202">
              <a:extLst>
                <a:ext uri="{FF2B5EF4-FFF2-40B4-BE49-F238E27FC236}">
                  <a16:creationId xmlns:a16="http://schemas.microsoft.com/office/drawing/2014/main" id="{739AB7A4-25A9-1A45-A7AC-64A8E69B1628}"/>
                </a:ext>
              </a:extLst>
            </p:cNvPr>
            <p:cNvSpPr/>
            <p:nvPr/>
          </p:nvSpPr>
          <p:spPr>
            <a:xfrm>
              <a:off x="1161143" y="3715658"/>
              <a:ext cx="899886" cy="1511295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204" name="Straight Arrow Connector 203">
              <a:extLst>
                <a:ext uri="{FF2B5EF4-FFF2-40B4-BE49-F238E27FC236}">
                  <a16:creationId xmlns:a16="http://schemas.microsoft.com/office/drawing/2014/main" id="{C05BCE45-1F78-4A42-83C7-96D7950CC9CB}"/>
                </a:ext>
              </a:extLst>
            </p:cNvPr>
            <p:cNvCxnSpPr>
              <a:cxnSpLocks/>
            </p:cNvCxnSpPr>
            <p:nvPr/>
          </p:nvCxnSpPr>
          <p:spPr>
            <a:xfrm>
              <a:off x="1377950" y="3679825"/>
              <a:ext cx="144237" cy="107497"/>
            </a:xfrm>
            <a:prstGeom prst="straightConnector1">
              <a:avLst/>
            </a:prstGeom>
            <a:ln w="38100">
              <a:solidFill>
                <a:srgbClr val="C0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05" name="Text Box 3">
            <a:extLst>
              <a:ext uri="{FF2B5EF4-FFF2-40B4-BE49-F238E27FC236}">
                <a16:creationId xmlns:a16="http://schemas.microsoft.com/office/drawing/2014/main" id="{CD703E57-0A32-2F40-B813-84CEA4FC5E4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49273" y="4882988"/>
            <a:ext cx="5767028" cy="76944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update </a:t>
            </a:r>
            <a:r>
              <a:rPr kumimoji="0" lang="en-US" sz="22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D(b) </a:t>
            </a:r>
            <a:r>
              <a:rPr kumimoji="0" lang="en-US" sz="2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for all </a:t>
            </a:r>
            <a:r>
              <a:rPr kumimoji="0" lang="en-US" sz="22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b</a:t>
            </a:r>
            <a:r>
              <a:rPr kumimoji="0" lang="en-US" sz="2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adjacent to </a:t>
            </a:r>
            <a:r>
              <a:rPr kumimoji="0" lang="en-US" sz="22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a</a:t>
            </a:r>
            <a:r>
              <a:rPr kumimoji="0" lang="en-US" sz="2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and not in </a:t>
            </a:r>
            <a:r>
              <a:rPr kumimoji="0" lang="en-US" sz="22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N</a:t>
            </a:r>
            <a:r>
              <a:rPr kumimoji="0" lang="en-US" sz="22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Arial" charset="0"/>
              </a:rPr>
              <a:t>'</a:t>
            </a:r>
            <a:r>
              <a:rPr kumimoji="0" lang="en-US" sz="22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</a:t>
            </a:r>
            <a:r>
              <a:rPr kumimoji="0" lang="en-US" sz="2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: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200" b="1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    D(b) = </a:t>
            </a:r>
            <a:r>
              <a:rPr kumimoji="0" lang="en-US" sz="2200" b="1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min</a:t>
            </a:r>
            <a:r>
              <a:rPr kumimoji="0" lang="en-US" sz="2200" b="1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( D(b), D(a) + c</a:t>
            </a:r>
            <a:r>
              <a:rPr kumimoji="0" lang="en-US" sz="2200" b="1" i="1" u="none" strike="noStrike" kern="1200" cap="none" spc="0" normalizeH="0" baseline="-2500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a,b </a:t>
            </a:r>
            <a:r>
              <a:rPr kumimoji="0" lang="en-US" sz="2200" b="1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) </a:t>
            </a:r>
          </a:p>
        </p:txBody>
      </p:sp>
      <p:grpSp>
        <p:nvGrpSpPr>
          <p:cNvPr id="206" name="Group 205">
            <a:extLst>
              <a:ext uri="{FF2B5EF4-FFF2-40B4-BE49-F238E27FC236}">
                <a16:creationId xmlns:a16="http://schemas.microsoft.com/office/drawing/2014/main" id="{0F68506E-3C2C-FA41-9AFF-AC306C688A51}"/>
              </a:ext>
            </a:extLst>
          </p:cNvPr>
          <p:cNvGrpSpPr/>
          <p:nvPr/>
        </p:nvGrpSpPr>
        <p:grpSpPr>
          <a:xfrm>
            <a:off x="6497409" y="5402237"/>
            <a:ext cx="5183535" cy="749181"/>
            <a:chOff x="4625273" y="5620004"/>
            <a:chExt cx="5183535" cy="749181"/>
          </a:xfrm>
        </p:grpSpPr>
        <p:sp>
          <p:nvSpPr>
            <p:cNvPr id="210" name="Rectangle 209">
              <a:extLst>
                <a:ext uri="{FF2B5EF4-FFF2-40B4-BE49-F238E27FC236}">
                  <a16:creationId xmlns:a16="http://schemas.microsoft.com/office/drawing/2014/main" id="{B78CF965-1E51-204E-87C1-40BC5F8B1953}"/>
                </a:ext>
              </a:extLst>
            </p:cNvPr>
            <p:cNvSpPr/>
            <p:nvPr/>
          </p:nvSpPr>
          <p:spPr>
            <a:xfrm>
              <a:off x="4661941" y="5934396"/>
              <a:ext cx="5066675" cy="434789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1" name="Text Box 3">
              <a:extLst>
                <a:ext uri="{FF2B5EF4-FFF2-40B4-BE49-F238E27FC236}">
                  <a16:creationId xmlns:a16="http://schemas.microsoft.com/office/drawing/2014/main" id="{A0BD265B-56BC-C648-9DAB-18969CF60DF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67745" y="5620004"/>
              <a:ext cx="184731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endParaRPr>
            </a:p>
          </p:txBody>
        </p:sp>
        <p:sp>
          <p:nvSpPr>
            <p:cNvPr id="212" name="Text Box 3">
              <a:extLst>
                <a:ext uri="{FF2B5EF4-FFF2-40B4-BE49-F238E27FC236}">
                  <a16:creationId xmlns:a16="http://schemas.microsoft.com/office/drawing/2014/main" id="{E3E25232-20F1-B64B-98A3-BB2E6B5A60D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25273" y="5937296"/>
              <a:ext cx="5183535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</a:rPr>
                <a:t>D(w) = min ( D(w), D(v) + c</a:t>
              </a:r>
              <a:r>
                <a:rPr kumimoji="0" lang="en-US" sz="2000" b="0" i="1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</a:rPr>
                <a:t>v,w </a:t>
              </a:r>
              <a:r>
                <a:rPr kumimoji="0" lang="en-US" sz="20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</a:rPr>
                <a:t>) = min (3, 2+3) = 3 </a:t>
              </a:r>
            </a:p>
          </p:txBody>
        </p:sp>
      </p:grpSp>
      <p:sp>
        <p:nvSpPr>
          <p:cNvPr id="6" name="Title 5">
            <a:extLst>
              <a:ext uri="{FF2B5EF4-FFF2-40B4-BE49-F238E27FC236}">
                <a16:creationId xmlns:a16="http://schemas.microsoft.com/office/drawing/2014/main" id="{5B27BFF1-5DCE-D642-8EFE-FACB1C97EEE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199" y="354060"/>
            <a:ext cx="11179629" cy="894622"/>
          </a:xfrm>
        </p:spPr>
        <p:txBody>
          <a:bodyPr/>
          <a:lstStyle/>
          <a:p>
            <a:r>
              <a:rPr lang="en-US" b="0" dirty="0">
                <a:latin typeface="+mn-lt"/>
              </a:rPr>
              <a:t>Dijkstra’s algorithm: an example</a:t>
            </a:r>
          </a:p>
        </p:txBody>
      </p:sp>
      <p:sp>
        <p:nvSpPr>
          <p:cNvPr id="246" name="Text Box 3">
            <a:extLst>
              <a:ext uri="{FF2B5EF4-FFF2-40B4-BE49-F238E27FC236}">
                <a16:creationId xmlns:a16="http://schemas.microsoft.com/office/drawing/2014/main" id="{B903AE0C-4346-CF44-9481-037FB37A398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97181" y="1647825"/>
            <a:ext cx="706437" cy="2225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Step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0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1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2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3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4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5</a:t>
            </a:r>
          </a:p>
        </p:txBody>
      </p:sp>
      <p:sp>
        <p:nvSpPr>
          <p:cNvPr id="247" name="Text Box 4">
            <a:extLst>
              <a:ext uri="{FF2B5EF4-FFF2-40B4-BE49-F238E27FC236}">
                <a16:creationId xmlns:a16="http://schemas.microsoft.com/office/drawing/2014/main" id="{940B6AB4-2B9C-424D-9073-90B490CA145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07285" y="1657350"/>
            <a:ext cx="420308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N</a:t>
            </a: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rPr>
              <a:t>'</a:t>
            </a:r>
          </a:p>
        </p:txBody>
      </p:sp>
      <p:sp>
        <p:nvSpPr>
          <p:cNvPr id="248" name="Text Box 5">
            <a:extLst>
              <a:ext uri="{FF2B5EF4-FFF2-40B4-BE49-F238E27FC236}">
                <a16:creationId xmlns:a16="http://schemas.microsoft.com/office/drawing/2014/main" id="{BFC5A1B4-9A1A-8748-B5FA-043233C160A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32260" y="1626727"/>
            <a:ext cx="1180130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D(v),p(v)</a:t>
            </a:r>
          </a:p>
        </p:txBody>
      </p:sp>
      <p:sp>
        <p:nvSpPr>
          <p:cNvPr id="250" name="Text Box 7">
            <a:extLst>
              <a:ext uri="{FF2B5EF4-FFF2-40B4-BE49-F238E27FC236}">
                <a16:creationId xmlns:a16="http://schemas.microsoft.com/office/drawing/2014/main" id="{134AE2AD-F4F6-A646-BCC7-1F2E0A23EDC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34634" y="1626726"/>
            <a:ext cx="1180131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D(x),p(x)</a:t>
            </a:r>
          </a:p>
        </p:txBody>
      </p:sp>
      <p:sp>
        <p:nvSpPr>
          <p:cNvPr id="251" name="Text Box 8">
            <a:extLst>
              <a:ext uri="{FF2B5EF4-FFF2-40B4-BE49-F238E27FC236}">
                <a16:creationId xmlns:a16="http://schemas.microsoft.com/office/drawing/2014/main" id="{A27983AD-A090-0449-BF43-DC6600055B4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56559" y="1638300"/>
            <a:ext cx="1180131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D(y),p(y)</a:t>
            </a:r>
          </a:p>
        </p:txBody>
      </p:sp>
      <p:sp>
        <p:nvSpPr>
          <p:cNvPr id="252" name="Text Box 9">
            <a:extLst>
              <a:ext uri="{FF2B5EF4-FFF2-40B4-BE49-F238E27FC236}">
                <a16:creationId xmlns:a16="http://schemas.microsoft.com/office/drawing/2014/main" id="{297C2219-5295-1C4F-BC52-FD72360100D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63535" y="1638300"/>
            <a:ext cx="1180130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D(z),p(z)</a:t>
            </a:r>
          </a:p>
        </p:txBody>
      </p:sp>
      <p:sp>
        <p:nvSpPr>
          <p:cNvPr id="253" name="Line 10">
            <a:extLst>
              <a:ext uri="{FF2B5EF4-FFF2-40B4-BE49-F238E27FC236}">
                <a16:creationId xmlns:a16="http://schemas.microsoft.com/office/drawing/2014/main" id="{D9A0E014-3E4B-AA48-86C7-6D4E4AE592F4}"/>
              </a:ext>
            </a:extLst>
          </p:cNvPr>
          <p:cNvSpPr>
            <a:spLocks noChangeShapeType="1"/>
          </p:cNvSpPr>
          <p:nvPr/>
        </p:nvSpPr>
        <p:spPr bwMode="auto">
          <a:xfrm>
            <a:off x="1519418" y="1998662"/>
            <a:ext cx="8505825" cy="9525"/>
          </a:xfrm>
          <a:prstGeom prst="line">
            <a:avLst/>
          </a:prstGeom>
          <a:noFill/>
          <a:ln w="28575">
            <a:solidFill>
              <a:srgbClr val="3333CC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495" name="Text Box 6">
            <a:extLst>
              <a:ext uri="{FF2B5EF4-FFF2-40B4-BE49-F238E27FC236}">
                <a16:creationId xmlns:a16="http://schemas.microsoft.com/office/drawing/2014/main" id="{A24F37E4-4175-D247-9C29-BC40A27B53F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69951" y="1633417"/>
            <a:ext cx="1295547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D(w),p(w)</a:t>
            </a:r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83A2ED86-B66C-0F49-818B-087416791E66}"/>
              </a:ext>
            </a:extLst>
          </p:cNvPr>
          <p:cNvGrpSpPr/>
          <p:nvPr/>
        </p:nvGrpSpPr>
        <p:grpSpPr>
          <a:xfrm>
            <a:off x="4263633" y="1951300"/>
            <a:ext cx="5679281" cy="401555"/>
            <a:chOff x="4263633" y="1951300"/>
            <a:chExt cx="5679281" cy="401555"/>
          </a:xfrm>
        </p:grpSpPr>
        <p:sp>
          <p:nvSpPr>
            <p:cNvPr id="249" name="Text Box 6">
              <a:extLst>
                <a:ext uri="{FF2B5EF4-FFF2-40B4-BE49-F238E27FC236}">
                  <a16:creationId xmlns:a16="http://schemas.microsoft.com/office/drawing/2014/main" id="{CD4FA9CE-7149-A440-83C1-21E98C3A6B6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70608" y="1951300"/>
              <a:ext cx="54053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5,u</a:t>
              </a:r>
            </a:p>
          </p:txBody>
        </p:sp>
        <p:sp>
          <p:nvSpPr>
            <p:cNvPr id="483" name="Text Box 9">
              <a:extLst>
                <a:ext uri="{FF2B5EF4-FFF2-40B4-BE49-F238E27FC236}">
                  <a16:creationId xmlns:a16="http://schemas.microsoft.com/office/drawing/2014/main" id="{451C47E2-E094-7147-A23C-5212BC8FB56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564285" y="1975894"/>
              <a:ext cx="378629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charset="0"/>
                  <a:ea typeface="ＭＳ Ｐゴシック" charset="0"/>
                </a:rPr>
                <a:t>∞</a:t>
              </a: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93" name="Text Box 9">
              <a:extLst>
                <a:ext uri="{FF2B5EF4-FFF2-40B4-BE49-F238E27FC236}">
                  <a16:creationId xmlns:a16="http://schemas.microsoft.com/office/drawing/2014/main" id="{77161A6C-F59E-E646-A81F-7F211BDD004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68885" y="1974450"/>
              <a:ext cx="378629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charset="0"/>
                  <a:ea typeface="ＭＳ Ｐゴシック" charset="0"/>
                </a:rPr>
                <a:t>∞</a:t>
              </a: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94" name="Text Box 7">
              <a:extLst>
                <a:ext uri="{FF2B5EF4-FFF2-40B4-BE49-F238E27FC236}">
                  <a16:creationId xmlns:a16="http://schemas.microsoft.com/office/drawing/2014/main" id="{052BF5DE-999E-0047-B15A-B0A0D539AFA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866008" y="1951300"/>
              <a:ext cx="54053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1,u</a:t>
              </a:r>
            </a:p>
          </p:txBody>
        </p:sp>
        <p:sp>
          <p:nvSpPr>
            <p:cNvPr id="500" name="Text Box 5">
              <a:extLst>
                <a:ext uri="{FF2B5EF4-FFF2-40B4-BE49-F238E27FC236}">
                  <a16:creationId xmlns:a16="http://schemas.microsoft.com/office/drawing/2014/main" id="{39318546-EB10-7141-A532-7477C3F9247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63633" y="1952745"/>
              <a:ext cx="54053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2,u</a:t>
              </a:r>
            </a:p>
          </p:txBody>
        </p:sp>
      </p:grpSp>
      <p:sp>
        <p:nvSpPr>
          <p:cNvPr id="508" name="Text Box 4">
            <a:extLst>
              <a:ext uri="{FF2B5EF4-FFF2-40B4-BE49-F238E27FC236}">
                <a16:creationId xmlns:a16="http://schemas.microsoft.com/office/drawing/2014/main" id="{46A6DAE9-5634-E343-888C-DBD504BE17B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82181" y="1941646"/>
            <a:ext cx="32733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</a:t>
            </a:r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155C6A08-435F-074A-8CB5-94B5718AAF55}"/>
              </a:ext>
            </a:extLst>
          </p:cNvPr>
          <p:cNvCxnSpPr/>
          <p:nvPr/>
        </p:nvCxnSpPr>
        <p:spPr>
          <a:xfrm>
            <a:off x="1706097" y="2303362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09" name="Straight Connector 508">
            <a:extLst>
              <a:ext uri="{FF2B5EF4-FFF2-40B4-BE49-F238E27FC236}">
                <a16:creationId xmlns:a16="http://schemas.microsoft.com/office/drawing/2014/main" id="{A3B06771-707C-C549-B117-3063EC3738D7}"/>
              </a:ext>
            </a:extLst>
          </p:cNvPr>
          <p:cNvCxnSpPr/>
          <p:nvPr/>
        </p:nvCxnSpPr>
        <p:spPr>
          <a:xfrm>
            <a:off x="1714983" y="2606233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0" name="Straight Connector 509">
            <a:extLst>
              <a:ext uri="{FF2B5EF4-FFF2-40B4-BE49-F238E27FC236}">
                <a16:creationId xmlns:a16="http://schemas.microsoft.com/office/drawing/2014/main" id="{1D62FDB7-4F58-C84F-A936-529AACBF81D5}"/>
              </a:ext>
            </a:extLst>
          </p:cNvPr>
          <p:cNvCxnSpPr/>
          <p:nvPr/>
        </p:nvCxnSpPr>
        <p:spPr>
          <a:xfrm>
            <a:off x="1719251" y="2913722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1" name="Straight Connector 510">
            <a:extLst>
              <a:ext uri="{FF2B5EF4-FFF2-40B4-BE49-F238E27FC236}">
                <a16:creationId xmlns:a16="http://schemas.microsoft.com/office/drawing/2014/main" id="{F671747E-F7E7-174E-B66B-4158AC0C73AC}"/>
              </a:ext>
            </a:extLst>
          </p:cNvPr>
          <p:cNvCxnSpPr/>
          <p:nvPr/>
        </p:nvCxnSpPr>
        <p:spPr>
          <a:xfrm>
            <a:off x="1718901" y="3225829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4" name="Straight Connector 513">
            <a:extLst>
              <a:ext uri="{FF2B5EF4-FFF2-40B4-BE49-F238E27FC236}">
                <a16:creationId xmlns:a16="http://schemas.microsoft.com/office/drawing/2014/main" id="{A48E9275-8476-9244-A5FE-18548D30A1B6}"/>
              </a:ext>
            </a:extLst>
          </p:cNvPr>
          <p:cNvCxnSpPr/>
          <p:nvPr/>
        </p:nvCxnSpPr>
        <p:spPr>
          <a:xfrm>
            <a:off x="1727787" y="3565644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3" name="Text Box 3">
            <a:extLst>
              <a:ext uri="{FF2B5EF4-FFF2-40B4-BE49-F238E27FC236}">
                <a16:creationId xmlns:a16="http://schemas.microsoft.com/office/drawing/2014/main" id="{7F7C65A8-3A93-574D-9312-3FDE1275879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17465" y="3427169"/>
            <a:ext cx="1221809" cy="230832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charset="0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8  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Loop </a:t>
            </a: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srgbClr val="0000A8"/>
              </a:solidFill>
              <a:effectLst/>
              <a:uLnTx/>
              <a:uFillTx/>
              <a:latin typeface="Calibri" panose="020F0502020204030204"/>
              <a:ea typeface="ＭＳ Ｐゴシック" charset="0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9    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10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11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   </a:t>
            </a:r>
          </a:p>
        </p:txBody>
      </p:sp>
      <p:sp>
        <p:nvSpPr>
          <p:cNvPr id="164" name="Text Box 3">
            <a:extLst>
              <a:ext uri="{FF2B5EF4-FFF2-40B4-BE49-F238E27FC236}">
                <a16:creationId xmlns:a16="http://schemas.microsoft.com/office/drawing/2014/main" id="{9AD40842-B350-BF42-BC3C-5285750E157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76265" y="3750132"/>
            <a:ext cx="5864426" cy="12003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charset="0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find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a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not in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N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Arial" charset="0"/>
              </a:rPr>
              <a:t>'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such that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D(a)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is a minimum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add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a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to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N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Arial" charset="0"/>
              </a:rPr>
              <a:t>'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</a:t>
            </a:r>
          </a:p>
        </p:txBody>
      </p:sp>
      <p:sp>
        <p:nvSpPr>
          <p:cNvPr id="167" name="Oval 114">
            <a:extLst>
              <a:ext uri="{FF2B5EF4-FFF2-40B4-BE49-F238E27FC236}">
                <a16:creationId xmlns:a16="http://schemas.microsoft.com/office/drawing/2014/main" id="{D5350C1B-A977-CC45-ADDA-7ABEE3B22E6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43529" y="2025568"/>
            <a:ext cx="602852" cy="301972"/>
          </a:xfrm>
          <a:prstGeom prst="ellips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charset="0"/>
              <a:ea typeface="ＭＳ Ｐゴシック" charset="0"/>
              <a:cs typeface="+mn-cs"/>
            </a:endParaRPr>
          </a:p>
        </p:txBody>
      </p:sp>
      <p:sp>
        <p:nvSpPr>
          <p:cNvPr id="172" name="Text Box 4">
            <a:extLst>
              <a:ext uri="{FF2B5EF4-FFF2-40B4-BE49-F238E27FC236}">
                <a16:creationId xmlns:a16="http://schemas.microsoft.com/office/drawing/2014/main" id="{1B8BDA83-ED76-9C43-B640-E44C3E517FE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58516" y="2241520"/>
            <a:ext cx="45557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ux</a:t>
            </a:r>
          </a:p>
        </p:txBody>
      </p:sp>
      <p:sp>
        <p:nvSpPr>
          <p:cNvPr id="112" name="TextBox 111">
            <a:extLst>
              <a:ext uri="{FF2B5EF4-FFF2-40B4-BE49-F238E27FC236}">
                <a16:creationId xmlns:a16="http://schemas.microsoft.com/office/drawing/2014/main" id="{315CB903-C0C3-C744-B8C9-92A6680CB584}"/>
              </a:ext>
            </a:extLst>
          </p:cNvPr>
          <p:cNvSpPr txBox="1"/>
          <p:nvPr/>
        </p:nvSpPr>
        <p:spPr>
          <a:xfrm>
            <a:off x="4322868" y="1212035"/>
            <a:ext cx="346570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v</a:t>
            </a:r>
          </a:p>
        </p:txBody>
      </p:sp>
      <p:sp>
        <p:nvSpPr>
          <p:cNvPr id="113" name="TextBox 112">
            <a:extLst>
              <a:ext uri="{FF2B5EF4-FFF2-40B4-BE49-F238E27FC236}">
                <a16:creationId xmlns:a16="http://schemas.microsoft.com/office/drawing/2014/main" id="{5AD4F740-0EF9-2044-827E-A54C55587203}"/>
              </a:ext>
            </a:extLst>
          </p:cNvPr>
          <p:cNvSpPr txBox="1"/>
          <p:nvPr/>
        </p:nvSpPr>
        <p:spPr>
          <a:xfrm>
            <a:off x="5598013" y="1206430"/>
            <a:ext cx="441146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w</a:t>
            </a:r>
          </a:p>
        </p:txBody>
      </p:sp>
      <p:sp>
        <p:nvSpPr>
          <p:cNvPr id="114" name="TextBox 113">
            <a:extLst>
              <a:ext uri="{FF2B5EF4-FFF2-40B4-BE49-F238E27FC236}">
                <a16:creationId xmlns:a16="http://schemas.microsoft.com/office/drawing/2014/main" id="{AE0A5B28-C8D3-E14E-B1D4-EDE4C4101E6C}"/>
              </a:ext>
            </a:extLst>
          </p:cNvPr>
          <p:cNvSpPr txBox="1"/>
          <p:nvPr/>
        </p:nvSpPr>
        <p:spPr>
          <a:xfrm>
            <a:off x="6907883" y="1200825"/>
            <a:ext cx="340158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x</a:t>
            </a:r>
          </a:p>
        </p:txBody>
      </p:sp>
      <p:sp>
        <p:nvSpPr>
          <p:cNvPr id="115" name="TextBox 114">
            <a:extLst>
              <a:ext uri="{FF2B5EF4-FFF2-40B4-BE49-F238E27FC236}">
                <a16:creationId xmlns:a16="http://schemas.microsoft.com/office/drawing/2014/main" id="{E7BFB733-E937-014A-B7CC-EE11641F15CC}"/>
              </a:ext>
            </a:extLst>
          </p:cNvPr>
          <p:cNvSpPr txBox="1"/>
          <p:nvPr/>
        </p:nvSpPr>
        <p:spPr>
          <a:xfrm>
            <a:off x="8240903" y="1206795"/>
            <a:ext cx="346570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y</a:t>
            </a:r>
          </a:p>
        </p:txBody>
      </p:sp>
      <p:sp>
        <p:nvSpPr>
          <p:cNvPr id="116" name="TextBox 115">
            <a:extLst>
              <a:ext uri="{FF2B5EF4-FFF2-40B4-BE49-F238E27FC236}">
                <a16:creationId xmlns:a16="http://schemas.microsoft.com/office/drawing/2014/main" id="{08D54A84-29AE-E948-B36B-A3E997D943D5}"/>
              </a:ext>
            </a:extLst>
          </p:cNvPr>
          <p:cNvSpPr txBox="1"/>
          <p:nvPr/>
        </p:nvSpPr>
        <p:spPr>
          <a:xfrm>
            <a:off x="9504473" y="1224340"/>
            <a:ext cx="325730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z</a:t>
            </a:r>
          </a:p>
        </p:txBody>
      </p:sp>
      <p:grpSp>
        <p:nvGrpSpPr>
          <p:cNvPr id="120" name="Group 16">
            <a:extLst>
              <a:ext uri="{FF2B5EF4-FFF2-40B4-BE49-F238E27FC236}">
                <a16:creationId xmlns:a16="http://schemas.microsoft.com/office/drawing/2014/main" id="{758A3B01-F3F9-A74E-B632-177660FF1736}"/>
              </a:ext>
            </a:extLst>
          </p:cNvPr>
          <p:cNvGrpSpPr>
            <a:grpSpLocks/>
          </p:cNvGrpSpPr>
          <p:nvPr/>
        </p:nvGrpSpPr>
        <p:grpSpPr bwMode="auto">
          <a:xfrm>
            <a:off x="644342" y="4117376"/>
            <a:ext cx="3571875" cy="2236788"/>
            <a:chOff x="3162" y="1071"/>
            <a:chExt cx="2250" cy="1409"/>
          </a:xfrm>
        </p:grpSpPr>
        <p:sp>
          <p:nvSpPr>
            <p:cNvPr id="121" name="Freeform 17">
              <a:extLst>
                <a:ext uri="{FF2B5EF4-FFF2-40B4-BE49-F238E27FC236}">
                  <a16:creationId xmlns:a16="http://schemas.microsoft.com/office/drawing/2014/main" id="{3D738A20-E61D-3347-97FA-CFBB4A2027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2" y="1071"/>
              <a:ext cx="2250" cy="1409"/>
            </a:xfrm>
            <a:custGeom>
              <a:avLst/>
              <a:gdLst>
                <a:gd name="T0" fmla="*/ 0 w 2250"/>
                <a:gd name="T1" fmla="*/ 624 h 1409"/>
                <a:gd name="T2" fmla="*/ 219 w 2250"/>
                <a:gd name="T3" fmla="*/ 321 h 1409"/>
                <a:gd name="T4" fmla="*/ 529 w 2250"/>
                <a:gd name="T5" fmla="*/ 35 h 1409"/>
                <a:gd name="T6" fmla="*/ 1551 w 2250"/>
                <a:gd name="T7" fmla="*/ 111 h 1409"/>
                <a:gd name="T8" fmla="*/ 1968 w 2250"/>
                <a:gd name="T9" fmla="*/ 483 h 1409"/>
                <a:gd name="T10" fmla="*/ 2199 w 2250"/>
                <a:gd name="T11" fmla="*/ 906 h 1409"/>
                <a:gd name="T12" fmla="*/ 1659 w 2250"/>
                <a:gd name="T13" fmla="*/ 1314 h 1409"/>
                <a:gd name="T14" fmla="*/ 993 w 2250"/>
                <a:gd name="T15" fmla="*/ 1386 h 1409"/>
                <a:gd name="T16" fmla="*/ 465 w 2250"/>
                <a:gd name="T17" fmla="*/ 1356 h 1409"/>
                <a:gd name="T18" fmla="*/ 102 w 2250"/>
                <a:gd name="T19" fmla="*/ 1068 h 1409"/>
                <a:gd name="T20" fmla="*/ 0 w 2250"/>
                <a:gd name="T21" fmla="*/ 624 h 140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2250"/>
                <a:gd name="T34" fmla="*/ 0 h 1409"/>
                <a:gd name="T35" fmla="*/ 2250 w 2250"/>
                <a:gd name="T36" fmla="*/ 1409 h 1409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2250" h="1409">
                  <a:moveTo>
                    <a:pt x="0" y="624"/>
                  </a:moveTo>
                  <a:cubicBezTo>
                    <a:pt x="5" y="506"/>
                    <a:pt x="131" y="419"/>
                    <a:pt x="219" y="321"/>
                  </a:cubicBezTo>
                  <a:cubicBezTo>
                    <a:pt x="307" y="223"/>
                    <a:pt x="307" y="70"/>
                    <a:pt x="529" y="35"/>
                  </a:cubicBezTo>
                  <a:cubicBezTo>
                    <a:pt x="751" y="0"/>
                    <a:pt x="1311" y="36"/>
                    <a:pt x="1551" y="111"/>
                  </a:cubicBezTo>
                  <a:cubicBezTo>
                    <a:pt x="1791" y="186"/>
                    <a:pt x="1860" y="351"/>
                    <a:pt x="1968" y="483"/>
                  </a:cubicBezTo>
                  <a:cubicBezTo>
                    <a:pt x="2076" y="615"/>
                    <a:pt x="2250" y="767"/>
                    <a:pt x="2199" y="906"/>
                  </a:cubicBezTo>
                  <a:cubicBezTo>
                    <a:pt x="2148" y="1045"/>
                    <a:pt x="1860" y="1234"/>
                    <a:pt x="1659" y="1314"/>
                  </a:cubicBezTo>
                  <a:cubicBezTo>
                    <a:pt x="1458" y="1394"/>
                    <a:pt x="1192" y="1379"/>
                    <a:pt x="993" y="1386"/>
                  </a:cubicBezTo>
                  <a:cubicBezTo>
                    <a:pt x="794" y="1393"/>
                    <a:pt x="613" y="1409"/>
                    <a:pt x="465" y="1356"/>
                  </a:cubicBezTo>
                  <a:cubicBezTo>
                    <a:pt x="317" y="1303"/>
                    <a:pt x="180" y="1190"/>
                    <a:pt x="102" y="1068"/>
                  </a:cubicBezTo>
                  <a:cubicBezTo>
                    <a:pt x="24" y="946"/>
                    <a:pt x="21" y="716"/>
                    <a:pt x="0" y="624"/>
                  </a:cubicBezTo>
                  <a:close/>
                </a:path>
              </a:pathLst>
            </a:custGeom>
            <a:solidFill>
              <a:srgbClr val="9CE0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2" name="Freeform 18">
              <a:extLst>
                <a:ext uri="{FF2B5EF4-FFF2-40B4-BE49-F238E27FC236}">
                  <a16:creationId xmlns:a16="http://schemas.microsoft.com/office/drawing/2014/main" id="{9A67F7D9-6F26-A244-97DD-F400FD21CA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8" y="1620"/>
              <a:ext cx="342" cy="186"/>
            </a:xfrm>
            <a:custGeom>
              <a:avLst/>
              <a:gdLst>
                <a:gd name="T0" fmla="*/ 0 w 342"/>
                <a:gd name="T1" fmla="*/ 186 h 186"/>
                <a:gd name="T2" fmla="*/ 342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3" name="Oval 19">
              <a:extLst>
                <a:ext uri="{FF2B5EF4-FFF2-40B4-BE49-F238E27FC236}">
                  <a16:creationId xmlns:a16="http://schemas.microsoft.com/office/drawing/2014/main" id="{8061EE07-A1C2-284D-B696-ED41FFB288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8" y="1862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4" name="Line 20">
              <a:extLst>
                <a:ext uri="{FF2B5EF4-FFF2-40B4-BE49-F238E27FC236}">
                  <a16:creationId xmlns:a16="http://schemas.microsoft.com/office/drawing/2014/main" id="{CA83B116-D557-D348-AC0B-78E2F5C0452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38" y="1855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5" name="Line 21">
              <a:extLst>
                <a:ext uri="{FF2B5EF4-FFF2-40B4-BE49-F238E27FC236}">
                  <a16:creationId xmlns:a16="http://schemas.microsoft.com/office/drawing/2014/main" id="{1DA79AD7-1C00-F347-B948-32DC2DF1EC2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51" y="1855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6" name="Rectangle 22">
              <a:extLst>
                <a:ext uri="{FF2B5EF4-FFF2-40B4-BE49-F238E27FC236}">
                  <a16:creationId xmlns:a16="http://schemas.microsoft.com/office/drawing/2014/main" id="{984E29E6-D5D1-6442-A8AB-508570DE4A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8" y="1855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7" name="Oval 23">
              <a:extLst>
                <a:ext uri="{FF2B5EF4-FFF2-40B4-BE49-F238E27FC236}">
                  <a16:creationId xmlns:a16="http://schemas.microsoft.com/office/drawing/2014/main" id="{AD024E49-35E0-C446-9678-D92AC1E7A2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5" y="1796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8" name="Oval 24">
              <a:extLst>
                <a:ext uri="{FF2B5EF4-FFF2-40B4-BE49-F238E27FC236}">
                  <a16:creationId xmlns:a16="http://schemas.microsoft.com/office/drawing/2014/main" id="{706D2E3C-10FA-3947-9AD1-A08759A868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2" y="2249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9" name="Line 25">
              <a:extLst>
                <a:ext uri="{FF2B5EF4-FFF2-40B4-BE49-F238E27FC236}">
                  <a16:creationId xmlns:a16="http://schemas.microsoft.com/office/drawing/2014/main" id="{C94CE491-9734-FE44-A0CB-7E0F832D0E6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12" y="224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0" name="Line 26">
              <a:extLst>
                <a:ext uri="{FF2B5EF4-FFF2-40B4-BE49-F238E27FC236}">
                  <a16:creationId xmlns:a16="http://schemas.microsoft.com/office/drawing/2014/main" id="{EB0C7DDA-EBC9-794C-B89D-D4B4BE886CB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25" y="224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1" name="Rectangle 27">
              <a:extLst>
                <a:ext uri="{FF2B5EF4-FFF2-40B4-BE49-F238E27FC236}">
                  <a16:creationId xmlns:a16="http://schemas.microsoft.com/office/drawing/2014/main" id="{D8E5A5C9-FA6E-3D4C-AE3D-AED068D60B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2" y="2242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2" name="Oval 28">
              <a:extLst>
                <a:ext uri="{FF2B5EF4-FFF2-40B4-BE49-F238E27FC236}">
                  <a16:creationId xmlns:a16="http://schemas.microsoft.com/office/drawing/2014/main" id="{0CB55AD6-4358-5341-98E7-B20E616CAE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9" y="2183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3" name="Oval 29">
              <a:extLst>
                <a:ext uri="{FF2B5EF4-FFF2-40B4-BE49-F238E27FC236}">
                  <a16:creationId xmlns:a16="http://schemas.microsoft.com/office/drawing/2014/main" id="{50051819-8732-6E40-952F-4C0540C10A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8" y="1559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4" name="Line 30">
              <a:extLst>
                <a:ext uri="{FF2B5EF4-FFF2-40B4-BE49-F238E27FC236}">
                  <a16:creationId xmlns:a16="http://schemas.microsoft.com/office/drawing/2014/main" id="{DB5E3452-2593-284B-95E8-DB63177BA96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08" y="155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5" name="Line 31">
              <a:extLst>
                <a:ext uri="{FF2B5EF4-FFF2-40B4-BE49-F238E27FC236}">
                  <a16:creationId xmlns:a16="http://schemas.microsoft.com/office/drawing/2014/main" id="{4C9DFB1A-A46F-7C42-AEC0-5BA9C684262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21" y="155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6" name="Rectangle 32">
              <a:extLst>
                <a:ext uri="{FF2B5EF4-FFF2-40B4-BE49-F238E27FC236}">
                  <a16:creationId xmlns:a16="http://schemas.microsoft.com/office/drawing/2014/main" id="{A1C00E39-48AA-274A-B956-CD2E2C45BC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8" y="1552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7" name="Oval 33">
              <a:extLst>
                <a:ext uri="{FF2B5EF4-FFF2-40B4-BE49-F238E27FC236}">
                  <a16:creationId xmlns:a16="http://schemas.microsoft.com/office/drawing/2014/main" id="{BBFA32B2-49E2-574B-9099-DED6B3832C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5" y="1493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8" name="Oval 34">
              <a:extLst>
                <a:ext uri="{FF2B5EF4-FFF2-40B4-BE49-F238E27FC236}">
                  <a16:creationId xmlns:a16="http://schemas.microsoft.com/office/drawing/2014/main" id="{0D58D8D4-B9BC-2541-A17F-D88330A4FA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1" y="1555"/>
              <a:ext cx="312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9" name="Line 35">
              <a:extLst>
                <a:ext uri="{FF2B5EF4-FFF2-40B4-BE49-F238E27FC236}">
                  <a16:creationId xmlns:a16="http://schemas.microsoft.com/office/drawing/2014/main" id="{7504C589-E1E9-2E44-980C-93C5BE9EB7C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91" y="154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0" name="Line 36">
              <a:extLst>
                <a:ext uri="{FF2B5EF4-FFF2-40B4-BE49-F238E27FC236}">
                  <a16:creationId xmlns:a16="http://schemas.microsoft.com/office/drawing/2014/main" id="{7F02875A-5A8E-E14F-A9D7-C2BAE191131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03" y="154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1" name="Rectangle 37">
              <a:extLst>
                <a:ext uri="{FF2B5EF4-FFF2-40B4-BE49-F238E27FC236}">
                  <a16:creationId xmlns:a16="http://schemas.microsoft.com/office/drawing/2014/main" id="{D9139ADE-ED5B-5C40-9669-A638D5EFC9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1" y="1548"/>
              <a:ext cx="309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2" name="Oval 38">
              <a:extLst>
                <a:ext uri="{FF2B5EF4-FFF2-40B4-BE49-F238E27FC236}">
                  <a16:creationId xmlns:a16="http://schemas.microsoft.com/office/drawing/2014/main" id="{51116AC5-23B1-3F4B-972A-683B27105D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4" y="1492"/>
              <a:ext cx="312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3" name="Oval 39">
              <a:extLst>
                <a:ext uri="{FF2B5EF4-FFF2-40B4-BE49-F238E27FC236}">
                  <a16:creationId xmlns:a16="http://schemas.microsoft.com/office/drawing/2014/main" id="{7CF92621-E46C-E745-8108-ADF0C63540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1" y="2246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4" name="Line 40">
              <a:extLst>
                <a:ext uri="{FF2B5EF4-FFF2-40B4-BE49-F238E27FC236}">
                  <a16:creationId xmlns:a16="http://schemas.microsoft.com/office/drawing/2014/main" id="{C97ABDF7-502E-1E45-A7E6-F2C97AF991E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01" y="2239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5" name="Line 41">
              <a:extLst>
                <a:ext uri="{FF2B5EF4-FFF2-40B4-BE49-F238E27FC236}">
                  <a16:creationId xmlns:a16="http://schemas.microsoft.com/office/drawing/2014/main" id="{6F5F6C02-240D-B545-9D40-386AB9F1990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14" y="2239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6" name="Rectangle 42">
              <a:extLst>
                <a:ext uri="{FF2B5EF4-FFF2-40B4-BE49-F238E27FC236}">
                  <a16:creationId xmlns:a16="http://schemas.microsoft.com/office/drawing/2014/main" id="{F971ECC0-824C-FC4B-8D09-7FF856CD87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1" y="2239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7" name="Oval 43">
              <a:extLst>
                <a:ext uri="{FF2B5EF4-FFF2-40B4-BE49-F238E27FC236}">
                  <a16:creationId xmlns:a16="http://schemas.microsoft.com/office/drawing/2014/main" id="{000B82D5-5D57-8D41-894D-7FA7042570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8" y="2180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8" name="Oval 44">
              <a:extLst>
                <a:ext uri="{FF2B5EF4-FFF2-40B4-BE49-F238E27FC236}">
                  <a16:creationId xmlns:a16="http://schemas.microsoft.com/office/drawing/2014/main" id="{4B3102BD-88D0-D041-8342-28B44A4213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6" y="1905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9" name="Line 45">
              <a:extLst>
                <a:ext uri="{FF2B5EF4-FFF2-40B4-BE49-F238E27FC236}">
                  <a16:creationId xmlns:a16="http://schemas.microsoft.com/office/drawing/2014/main" id="{55D2E64D-9448-364E-BBCE-B8F1E46C9B4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66" y="189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0" name="Line 46">
              <a:extLst>
                <a:ext uri="{FF2B5EF4-FFF2-40B4-BE49-F238E27FC236}">
                  <a16:creationId xmlns:a16="http://schemas.microsoft.com/office/drawing/2014/main" id="{A1D926A4-0713-0448-B8BC-4526CF5A6FF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279" y="189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1" name="Rectangle 47">
              <a:extLst>
                <a:ext uri="{FF2B5EF4-FFF2-40B4-BE49-F238E27FC236}">
                  <a16:creationId xmlns:a16="http://schemas.microsoft.com/office/drawing/2014/main" id="{D44F6537-9CFC-A34F-A528-3BA9FB8DEA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6" y="1898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2" name="Oval 48">
              <a:extLst>
                <a:ext uri="{FF2B5EF4-FFF2-40B4-BE49-F238E27FC236}">
                  <a16:creationId xmlns:a16="http://schemas.microsoft.com/office/drawing/2014/main" id="{CE6823F9-AC23-9143-B45C-3AE00728E6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3" y="1839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3" name="Freeform 49">
              <a:extLst>
                <a:ext uri="{FF2B5EF4-FFF2-40B4-BE49-F238E27FC236}">
                  <a16:creationId xmlns:a16="http://schemas.microsoft.com/office/drawing/2014/main" id="{52D2B20D-E3DC-0F48-BD10-DF782164C94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7" y="1647"/>
              <a:ext cx="1" cy="522"/>
            </a:xfrm>
            <a:custGeom>
              <a:avLst/>
              <a:gdLst>
                <a:gd name="T0" fmla="*/ 0 w 1"/>
                <a:gd name="T1" fmla="*/ 0 h 522"/>
                <a:gd name="T2" fmla="*/ 0 w 1"/>
                <a:gd name="T3" fmla="*/ 522 h 522"/>
                <a:gd name="T4" fmla="*/ 0 60000 65536"/>
                <a:gd name="T5" fmla="*/ 0 60000 65536"/>
                <a:gd name="T6" fmla="*/ 0 w 1"/>
                <a:gd name="T7" fmla="*/ 0 h 522"/>
                <a:gd name="T8" fmla="*/ 1 w 1"/>
                <a:gd name="T9" fmla="*/ 522 h 52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522">
                  <a:moveTo>
                    <a:pt x="0" y="0"/>
                  </a:moveTo>
                  <a:lnTo>
                    <a:pt x="0" y="522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4" name="Freeform 50">
              <a:extLst>
                <a:ext uri="{FF2B5EF4-FFF2-40B4-BE49-F238E27FC236}">
                  <a16:creationId xmlns:a16="http://schemas.microsoft.com/office/drawing/2014/main" id="{2E4F74A6-7593-0541-B4E9-5C88A82D49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4" y="1653"/>
              <a:ext cx="1" cy="537"/>
            </a:xfrm>
            <a:custGeom>
              <a:avLst/>
              <a:gdLst>
                <a:gd name="T0" fmla="*/ 0 w 1"/>
                <a:gd name="T1" fmla="*/ 0 h 537"/>
                <a:gd name="T2" fmla="*/ 0 w 1"/>
                <a:gd name="T3" fmla="*/ 537 h 537"/>
                <a:gd name="T4" fmla="*/ 0 60000 65536"/>
                <a:gd name="T5" fmla="*/ 0 60000 65536"/>
                <a:gd name="T6" fmla="*/ 0 w 1"/>
                <a:gd name="T7" fmla="*/ 0 h 537"/>
                <a:gd name="T8" fmla="*/ 1 w 1"/>
                <a:gd name="T9" fmla="*/ 537 h 53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537">
                  <a:moveTo>
                    <a:pt x="0" y="0"/>
                  </a:moveTo>
                  <a:lnTo>
                    <a:pt x="0" y="537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5" name="Freeform 51">
              <a:extLst>
                <a:ext uri="{FF2B5EF4-FFF2-40B4-BE49-F238E27FC236}">
                  <a16:creationId xmlns:a16="http://schemas.microsoft.com/office/drawing/2014/main" id="{282B2A5D-90FF-A84D-A61D-5962C06F74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9" y="1638"/>
              <a:ext cx="504" cy="600"/>
            </a:xfrm>
            <a:custGeom>
              <a:avLst/>
              <a:gdLst>
                <a:gd name="T0" fmla="*/ 0 w 378"/>
                <a:gd name="T1" fmla="*/ 11993521 h 174"/>
                <a:gd name="T2" fmla="*/ 5035 w 378"/>
                <a:gd name="T3" fmla="*/ 0 h 174"/>
                <a:gd name="T4" fmla="*/ 0 60000 65536"/>
                <a:gd name="T5" fmla="*/ 0 60000 65536"/>
                <a:gd name="T6" fmla="*/ 0 w 378"/>
                <a:gd name="T7" fmla="*/ 0 h 174"/>
                <a:gd name="T8" fmla="*/ 378 w 378"/>
                <a:gd name="T9" fmla="*/ 174 h 17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78" h="174">
                  <a:moveTo>
                    <a:pt x="0" y="174"/>
                  </a:moveTo>
                  <a:lnTo>
                    <a:pt x="378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6" name="Freeform 52">
              <a:extLst>
                <a:ext uri="{FF2B5EF4-FFF2-40B4-BE49-F238E27FC236}">
                  <a16:creationId xmlns:a16="http://schemas.microsoft.com/office/drawing/2014/main" id="{15532AD3-A5D4-154A-9DA4-62586FD328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6" y="1986"/>
              <a:ext cx="366" cy="270"/>
            </a:xfrm>
            <a:custGeom>
              <a:avLst/>
              <a:gdLst>
                <a:gd name="T0" fmla="*/ 0 w 366"/>
                <a:gd name="T1" fmla="*/ 270 h 270"/>
                <a:gd name="T2" fmla="*/ 366 w 366"/>
                <a:gd name="T3" fmla="*/ 0 h 270"/>
                <a:gd name="T4" fmla="*/ 0 60000 65536"/>
                <a:gd name="T5" fmla="*/ 0 60000 65536"/>
                <a:gd name="T6" fmla="*/ 0 w 366"/>
                <a:gd name="T7" fmla="*/ 0 h 270"/>
                <a:gd name="T8" fmla="*/ 366 w 366"/>
                <a:gd name="T9" fmla="*/ 270 h 270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270">
                  <a:moveTo>
                    <a:pt x="0" y="270"/>
                  </a:moveTo>
                  <a:lnTo>
                    <a:pt x="366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7" name="Freeform 53">
              <a:extLst>
                <a:ext uri="{FF2B5EF4-FFF2-40B4-BE49-F238E27FC236}">
                  <a16:creationId xmlns:a16="http://schemas.microsoft.com/office/drawing/2014/main" id="{EDDE0C3D-6D8D-A14C-B3D6-F3D0693E31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5" y="2268"/>
              <a:ext cx="366" cy="1"/>
            </a:xfrm>
            <a:custGeom>
              <a:avLst/>
              <a:gdLst>
                <a:gd name="T0" fmla="*/ 366 w 366"/>
                <a:gd name="T1" fmla="*/ 0 h 1"/>
                <a:gd name="T2" fmla="*/ 0 w 366"/>
                <a:gd name="T3" fmla="*/ 0 h 1"/>
                <a:gd name="T4" fmla="*/ 0 60000 65536"/>
                <a:gd name="T5" fmla="*/ 0 60000 65536"/>
                <a:gd name="T6" fmla="*/ 0 w 366"/>
                <a:gd name="T7" fmla="*/ 0 h 1"/>
                <a:gd name="T8" fmla="*/ 366 w 366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1">
                  <a:moveTo>
                    <a:pt x="366" y="0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8" name="Freeform 54">
              <a:extLst>
                <a:ext uri="{FF2B5EF4-FFF2-40B4-BE49-F238E27FC236}">
                  <a16:creationId xmlns:a16="http://schemas.microsoft.com/office/drawing/2014/main" id="{1F593C73-0AE5-7540-A0A1-AB4B203D89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4" y="1944"/>
              <a:ext cx="276" cy="264"/>
            </a:xfrm>
            <a:custGeom>
              <a:avLst/>
              <a:gdLst>
                <a:gd name="T0" fmla="*/ 276 w 276"/>
                <a:gd name="T1" fmla="*/ 264 h 264"/>
                <a:gd name="T2" fmla="*/ 0 w 276"/>
                <a:gd name="T3" fmla="*/ 0 h 264"/>
                <a:gd name="T4" fmla="*/ 0 60000 65536"/>
                <a:gd name="T5" fmla="*/ 0 60000 65536"/>
                <a:gd name="T6" fmla="*/ 0 w 276"/>
                <a:gd name="T7" fmla="*/ 0 h 264"/>
                <a:gd name="T8" fmla="*/ 276 w 276"/>
                <a:gd name="T9" fmla="*/ 264 h 26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76" h="264">
                  <a:moveTo>
                    <a:pt x="276" y="264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9" name="Freeform 55">
              <a:extLst>
                <a:ext uri="{FF2B5EF4-FFF2-40B4-BE49-F238E27FC236}">
                  <a16:creationId xmlns:a16="http://schemas.microsoft.com/office/drawing/2014/main" id="{F8D3E17A-95CC-6745-B825-B9790B2746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9" y="1578"/>
              <a:ext cx="366" cy="1"/>
            </a:xfrm>
            <a:custGeom>
              <a:avLst/>
              <a:gdLst>
                <a:gd name="T0" fmla="*/ 366 w 366"/>
                <a:gd name="T1" fmla="*/ 0 h 1"/>
                <a:gd name="T2" fmla="*/ 0 w 366"/>
                <a:gd name="T3" fmla="*/ 0 h 1"/>
                <a:gd name="T4" fmla="*/ 0 60000 65536"/>
                <a:gd name="T5" fmla="*/ 0 60000 65536"/>
                <a:gd name="T6" fmla="*/ 0 w 366"/>
                <a:gd name="T7" fmla="*/ 0 h 1"/>
                <a:gd name="T8" fmla="*/ 366 w 366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1">
                  <a:moveTo>
                    <a:pt x="366" y="0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60" name="Freeform 56">
              <a:extLst>
                <a:ext uri="{FF2B5EF4-FFF2-40B4-BE49-F238E27FC236}">
                  <a16:creationId xmlns:a16="http://schemas.microsoft.com/office/drawing/2014/main" id="{64FB055C-D8AE-9E4A-9FE1-2F23D2976FE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4" y="1575"/>
              <a:ext cx="396" cy="267"/>
            </a:xfrm>
            <a:custGeom>
              <a:avLst/>
              <a:gdLst>
                <a:gd name="T0" fmla="*/ 396 w 396"/>
                <a:gd name="T1" fmla="*/ 267 h 267"/>
                <a:gd name="T2" fmla="*/ 0 w 396"/>
                <a:gd name="T3" fmla="*/ 0 h 267"/>
                <a:gd name="T4" fmla="*/ 0 60000 65536"/>
                <a:gd name="T5" fmla="*/ 0 60000 65536"/>
                <a:gd name="T6" fmla="*/ 0 w 396"/>
                <a:gd name="T7" fmla="*/ 0 h 267"/>
                <a:gd name="T8" fmla="*/ 396 w 396"/>
                <a:gd name="T9" fmla="*/ 267 h 26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96" h="267">
                  <a:moveTo>
                    <a:pt x="396" y="267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61" name="Freeform 57">
              <a:extLst>
                <a:ext uri="{FF2B5EF4-FFF2-40B4-BE49-F238E27FC236}">
                  <a16:creationId xmlns:a16="http://schemas.microsoft.com/office/drawing/2014/main" id="{F0C743D6-8B32-AB43-89EE-68493533AB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7" y="1146"/>
              <a:ext cx="1110" cy="645"/>
            </a:xfrm>
            <a:custGeom>
              <a:avLst/>
              <a:gdLst>
                <a:gd name="T0" fmla="*/ 1110 w 1110"/>
                <a:gd name="T1" fmla="*/ 342 h 645"/>
                <a:gd name="T2" fmla="*/ 0 w 1110"/>
                <a:gd name="T3" fmla="*/ 645 h 645"/>
                <a:gd name="T4" fmla="*/ 0 60000 65536"/>
                <a:gd name="T5" fmla="*/ 0 60000 65536"/>
                <a:gd name="T6" fmla="*/ 0 w 1110"/>
                <a:gd name="T7" fmla="*/ 0 h 645"/>
                <a:gd name="T8" fmla="*/ 1110 w 1110"/>
                <a:gd name="T9" fmla="*/ 645 h 645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110" h="645">
                  <a:moveTo>
                    <a:pt x="1110" y="342"/>
                  </a:moveTo>
                  <a:cubicBezTo>
                    <a:pt x="1104" y="0"/>
                    <a:pt x="21" y="63"/>
                    <a:pt x="0" y="645"/>
                  </a:cubicBez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grpSp>
          <p:nvGrpSpPr>
            <p:cNvPr id="162" name="Group 58">
              <a:extLst>
                <a:ext uri="{FF2B5EF4-FFF2-40B4-BE49-F238E27FC236}">
                  <a16:creationId xmlns:a16="http://schemas.microsoft.com/office/drawing/2014/main" id="{1494C31E-1843-3C4C-B448-0EE4B2D48D2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287" y="1744"/>
              <a:ext cx="205" cy="250"/>
              <a:chOff x="2954" y="2425"/>
              <a:chExt cx="208" cy="250"/>
            </a:xfrm>
          </p:grpSpPr>
          <p:sp>
            <p:nvSpPr>
              <p:cNvPr id="198" name="Rectangle 59">
                <a:extLst>
                  <a:ext uri="{FF2B5EF4-FFF2-40B4-BE49-F238E27FC236}">
                    <a16:creationId xmlns:a16="http://schemas.microsoft.com/office/drawing/2014/main" id="{0C8D8FC3-8C0A-E94F-83DB-FC9755166B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99" name="Text Box 60">
                <a:extLst>
                  <a:ext uri="{FF2B5EF4-FFF2-40B4-BE49-F238E27FC236}">
                    <a16:creationId xmlns:a16="http://schemas.microsoft.com/office/drawing/2014/main" id="{C48049A0-1569-9141-9231-3DE54FE038B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4" y="2425"/>
                <a:ext cx="208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u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173" name="Group 61">
              <a:extLst>
                <a:ext uri="{FF2B5EF4-FFF2-40B4-BE49-F238E27FC236}">
                  <a16:creationId xmlns:a16="http://schemas.microsoft.com/office/drawing/2014/main" id="{B00F025D-2C95-A044-AFF5-397F6CA81FA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461" y="2128"/>
              <a:ext cx="196" cy="250"/>
              <a:chOff x="2958" y="2425"/>
              <a:chExt cx="199" cy="250"/>
            </a:xfrm>
          </p:grpSpPr>
          <p:sp>
            <p:nvSpPr>
              <p:cNvPr id="196" name="Rectangle 62">
                <a:extLst>
                  <a:ext uri="{FF2B5EF4-FFF2-40B4-BE49-F238E27FC236}">
                    <a16:creationId xmlns:a16="http://schemas.microsoft.com/office/drawing/2014/main" id="{DBBD13A0-0A7C-8049-879E-1B92947643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97" name="Text Box 63">
                <a:extLst>
                  <a:ext uri="{FF2B5EF4-FFF2-40B4-BE49-F238E27FC236}">
                    <a16:creationId xmlns:a16="http://schemas.microsoft.com/office/drawing/2014/main" id="{7AB2974E-D97D-A248-BCD8-AF4D1F0FDCA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8" y="2425"/>
                <a:ext cx="199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y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174" name="Group 64">
              <a:extLst>
                <a:ext uri="{FF2B5EF4-FFF2-40B4-BE49-F238E27FC236}">
                  <a16:creationId xmlns:a16="http://schemas.microsoft.com/office/drawing/2014/main" id="{33C09162-022E-2E4B-B1DD-AA461D35FDB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72" y="2095"/>
              <a:ext cx="212" cy="288"/>
              <a:chOff x="2951" y="2395"/>
              <a:chExt cx="213" cy="288"/>
            </a:xfrm>
          </p:grpSpPr>
          <p:sp>
            <p:nvSpPr>
              <p:cNvPr id="194" name="Rectangle 65">
                <a:extLst>
                  <a:ext uri="{FF2B5EF4-FFF2-40B4-BE49-F238E27FC236}">
                    <a16:creationId xmlns:a16="http://schemas.microsoft.com/office/drawing/2014/main" id="{CCEE4832-7AF3-4A40-BCBA-0E78A1D44B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95" name="Text Box 66">
                <a:extLst>
                  <a:ext uri="{FF2B5EF4-FFF2-40B4-BE49-F238E27FC236}">
                    <a16:creationId xmlns:a16="http://schemas.microsoft.com/office/drawing/2014/main" id="{A18AA9CD-8C8C-C64E-8BB2-ABFB82B7752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1" y="2395"/>
                <a:ext cx="213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x</a:t>
                </a:r>
              </a:p>
            </p:txBody>
          </p:sp>
        </p:grpSp>
        <p:grpSp>
          <p:nvGrpSpPr>
            <p:cNvPr id="175" name="Group 67">
              <a:extLst>
                <a:ext uri="{FF2B5EF4-FFF2-40B4-BE49-F238E27FC236}">
                  <a16:creationId xmlns:a16="http://schemas.microsoft.com/office/drawing/2014/main" id="{7E4A4CB5-5240-5047-A355-D558A3E12E2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437" y="1438"/>
              <a:ext cx="233" cy="252"/>
              <a:chOff x="2940" y="2425"/>
              <a:chExt cx="236" cy="252"/>
            </a:xfrm>
          </p:grpSpPr>
          <p:sp>
            <p:nvSpPr>
              <p:cNvPr id="192" name="Rectangle 68">
                <a:extLst>
                  <a:ext uri="{FF2B5EF4-FFF2-40B4-BE49-F238E27FC236}">
                    <a16:creationId xmlns:a16="http://schemas.microsoft.com/office/drawing/2014/main" id="{A96BB7D8-5E3B-F54A-ACAA-E0677DC078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6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93" name="Text Box 69">
                <a:extLst>
                  <a:ext uri="{FF2B5EF4-FFF2-40B4-BE49-F238E27FC236}">
                    <a16:creationId xmlns:a16="http://schemas.microsoft.com/office/drawing/2014/main" id="{410DA41D-9F14-6F44-84CA-D9A959BDF5D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40" y="2425"/>
                <a:ext cx="236" cy="25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w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176" name="Group 70">
              <a:extLst>
                <a:ext uri="{FF2B5EF4-FFF2-40B4-BE49-F238E27FC236}">
                  <a16:creationId xmlns:a16="http://schemas.microsoft.com/office/drawing/2014/main" id="{E0B1048B-D084-C846-A55C-AC744DBE9F3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71" y="1438"/>
              <a:ext cx="196" cy="250"/>
              <a:chOff x="2958" y="2425"/>
              <a:chExt cx="199" cy="250"/>
            </a:xfrm>
          </p:grpSpPr>
          <p:sp>
            <p:nvSpPr>
              <p:cNvPr id="190" name="Rectangle 71">
                <a:extLst>
                  <a:ext uri="{FF2B5EF4-FFF2-40B4-BE49-F238E27FC236}">
                    <a16:creationId xmlns:a16="http://schemas.microsoft.com/office/drawing/2014/main" id="{7CD3D1BE-34F4-094F-BA32-8D49284AB6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91" name="Text Box 72">
                <a:extLst>
                  <a:ext uri="{FF2B5EF4-FFF2-40B4-BE49-F238E27FC236}">
                    <a16:creationId xmlns:a16="http://schemas.microsoft.com/office/drawing/2014/main" id="{3D5C06AA-C47B-6A4D-8A27-AA4C7D76D28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8" y="2425"/>
                <a:ext cx="199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v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177" name="Group 73">
              <a:extLst>
                <a:ext uri="{FF2B5EF4-FFF2-40B4-BE49-F238E27FC236}">
                  <a16:creationId xmlns:a16="http://schemas.microsoft.com/office/drawing/2014/main" id="{39C6C191-6A4D-D145-9B17-2F0B670B8A9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025" y="1756"/>
              <a:ext cx="212" cy="288"/>
              <a:chOff x="2949" y="2395"/>
              <a:chExt cx="214" cy="288"/>
            </a:xfrm>
          </p:grpSpPr>
          <p:sp>
            <p:nvSpPr>
              <p:cNvPr id="188" name="Rectangle 74">
                <a:extLst>
                  <a:ext uri="{FF2B5EF4-FFF2-40B4-BE49-F238E27FC236}">
                    <a16:creationId xmlns:a16="http://schemas.microsoft.com/office/drawing/2014/main" id="{878788BF-9BAB-6B4B-BCC1-7F88FC57D4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89" name="Text Box 75">
                <a:extLst>
                  <a:ext uri="{FF2B5EF4-FFF2-40B4-BE49-F238E27FC236}">
                    <a16:creationId xmlns:a16="http://schemas.microsoft.com/office/drawing/2014/main" id="{29553818-901F-A74B-A973-8B1ACA61A2E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49" y="2395"/>
                <a:ext cx="214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z</a:t>
                </a:r>
              </a:p>
            </p:txBody>
          </p:sp>
        </p:grpSp>
        <p:sp>
          <p:nvSpPr>
            <p:cNvPr id="178" name="Text Box 76">
              <a:extLst>
                <a:ext uri="{FF2B5EF4-FFF2-40B4-BE49-F238E27FC236}">
                  <a16:creationId xmlns:a16="http://schemas.microsoft.com/office/drawing/2014/main" id="{346FE683-DA02-964E-912E-9008265FA1E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93" y="1568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79" name="Text Box 77">
              <a:extLst>
                <a:ext uri="{FF2B5EF4-FFF2-40B4-BE49-F238E27FC236}">
                  <a16:creationId xmlns:a16="http://schemas.microsoft.com/office/drawing/2014/main" id="{83CAABB4-6EF8-DD4F-86E0-A7C8DC5F3BE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41" y="1787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0" name="Text Box 78">
              <a:extLst>
                <a:ext uri="{FF2B5EF4-FFF2-40B4-BE49-F238E27FC236}">
                  <a16:creationId xmlns:a16="http://schemas.microsoft.com/office/drawing/2014/main" id="{60B8E963-90D2-C24E-B1C3-92826407D03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06" y="2000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1" name="Text Box 79">
              <a:extLst>
                <a:ext uri="{FF2B5EF4-FFF2-40B4-BE49-F238E27FC236}">
                  <a16:creationId xmlns:a16="http://schemas.microsoft.com/office/drawing/2014/main" id="{DCA75031-4CAF-FB4B-B5B5-33DB92D51C0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25" y="1880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2" name="Text Box 80">
              <a:extLst>
                <a:ext uri="{FF2B5EF4-FFF2-40B4-BE49-F238E27FC236}">
                  <a16:creationId xmlns:a16="http://schemas.microsoft.com/office/drawing/2014/main" id="{C519B319-7316-9041-86CC-85BF1228899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62" y="2234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3" name="Text Box 81">
              <a:extLst>
                <a:ext uri="{FF2B5EF4-FFF2-40B4-BE49-F238E27FC236}">
                  <a16:creationId xmlns:a16="http://schemas.microsoft.com/office/drawing/2014/main" id="{5B6C4D06-FD20-5C4C-9AE3-6086B101980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22" y="1805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4" name="Text Box 82">
              <a:extLst>
                <a:ext uri="{FF2B5EF4-FFF2-40B4-BE49-F238E27FC236}">
                  <a16:creationId xmlns:a16="http://schemas.microsoft.com/office/drawing/2014/main" id="{D7076B21-53BA-B14B-954F-D3582ED801D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82" y="2069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5" name="Text Box 83">
              <a:extLst>
                <a:ext uri="{FF2B5EF4-FFF2-40B4-BE49-F238E27FC236}">
                  <a16:creationId xmlns:a16="http://schemas.microsoft.com/office/drawing/2014/main" id="{35EAA28F-B2FC-B840-B933-852F6B10C52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55" y="1532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6" name="Text Box 84">
              <a:extLst>
                <a:ext uri="{FF2B5EF4-FFF2-40B4-BE49-F238E27FC236}">
                  <a16:creationId xmlns:a16="http://schemas.microsoft.com/office/drawing/2014/main" id="{1DF8C370-9E82-204B-BC41-540B267E1D2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20" y="1382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7" name="Text Box 85">
              <a:extLst>
                <a:ext uri="{FF2B5EF4-FFF2-40B4-BE49-F238E27FC236}">
                  <a16:creationId xmlns:a16="http://schemas.microsoft.com/office/drawing/2014/main" id="{70F01FE7-388D-494B-9568-B741BD3A18C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69" y="1115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cxnSp>
        <p:nvCxnSpPr>
          <p:cNvPr id="200" name="Straight Arrow Connector 199">
            <a:extLst>
              <a:ext uri="{FF2B5EF4-FFF2-40B4-BE49-F238E27FC236}">
                <a16:creationId xmlns:a16="http://schemas.microsoft.com/office/drawing/2014/main" id="{D0EB6011-5A98-FD41-B923-923C37A2C8EB}"/>
              </a:ext>
            </a:extLst>
          </p:cNvPr>
          <p:cNvCxnSpPr>
            <a:cxnSpLocks/>
          </p:cNvCxnSpPr>
          <p:nvPr/>
        </p:nvCxnSpPr>
        <p:spPr>
          <a:xfrm>
            <a:off x="1118203" y="5514294"/>
            <a:ext cx="439472" cy="428799"/>
          </a:xfrm>
          <a:prstGeom prst="straightConnector1">
            <a:avLst/>
          </a:prstGeom>
          <a:ln w="317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09" name="Group 108">
            <a:extLst>
              <a:ext uri="{FF2B5EF4-FFF2-40B4-BE49-F238E27FC236}">
                <a16:creationId xmlns:a16="http://schemas.microsoft.com/office/drawing/2014/main" id="{F788D50F-B789-D144-9C6D-4EB2777C45F6}"/>
              </a:ext>
            </a:extLst>
          </p:cNvPr>
          <p:cNvGrpSpPr/>
          <p:nvPr/>
        </p:nvGrpSpPr>
        <p:grpSpPr>
          <a:xfrm>
            <a:off x="4263633" y="2255616"/>
            <a:ext cx="5679281" cy="416447"/>
            <a:chOff x="4263633" y="2255616"/>
            <a:chExt cx="5679281" cy="416447"/>
          </a:xfrm>
        </p:grpSpPr>
        <p:sp>
          <p:nvSpPr>
            <p:cNvPr id="110" name="Text Box 9">
              <a:extLst>
                <a:ext uri="{FF2B5EF4-FFF2-40B4-BE49-F238E27FC236}">
                  <a16:creationId xmlns:a16="http://schemas.microsoft.com/office/drawing/2014/main" id="{65B395D1-ACAF-AB4A-A53B-728973E1FE6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564285" y="2301914"/>
              <a:ext cx="378629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charset="0"/>
                  <a:ea typeface="ＭＳ Ｐゴシック" charset="0"/>
                </a:rPr>
                <a:t>∞</a:t>
              </a: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11" name="Text Box 8">
              <a:extLst>
                <a:ext uri="{FF2B5EF4-FFF2-40B4-BE49-F238E27FC236}">
                  <a16:creationId xmlns:a16="http://schemas.microsoft.com/office/drawing/2014/main" id="{C4F3D1DE-8C63-AD4B-B1C0-FE339DA1FD0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06722" y="2260378"/>
              <a:ext cx="526106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2,x</a:t>
              </a:r>
            </a:p>
          </p:txBody>
        </p:sp>
        <p:sp>
          <p:nvSpPr>
            <p:cNvPr id="117" name="Text Box 6">
              <a:extLst>
                <a:ext uri="{FF2B5EF4-FFF2-40B4-BE49-F238E27FC236}">
                  <a16:creationId xmlns:a16="http://schemas.microsoft.com/office/drawing/2014/main" id="{C9401439-4F9A-5245-B5D8-98F93D2D33D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66247" y="2271953"/>
              <a:ext cx="526105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4,x</a:t>
              </a:r>
            </a:p>
          </p:txBody>
        </p:sp>
        <p:sp>
          <p:nvSpPr>
            <p:cNvPr id="118" name="Text Box 5">
              <a:extLst>
                <a:ext uri="{FF2B5EF4-FFF2-40B4-BE49-F238E27FC236}">
                  <a16:creationId xmlns:a16="http://schemas.microsoft.com/office/drawing/2014/main" id="{05199638-1656-3440-8601-484D6E8D2EB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63633" y="2255616"/>
              <a:ext cx="54053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2,u</a:t>
              </a:r>
            </a:p>
          </p:txBody>
        </p:sp>
      </p:grpSp>
      <p:sp>
        <p:nvSpPr>
          <p:cNvPr id="171" name="Oval 114">
            <a:extLst>
              <a:ext uri="{FF2B5EF4-FFF2-40B4-BE49-F238E27FC236}">
                <a16:creationId xmlns:a16="http://schemas.microsoft.com/office/drawing/2014/main" id="{E65BD954-0CEF-0549-AB54-7CAE01A2E242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95837" y="2316864"/>
            <a:ext cx="602852" cy="301972"/>
          </a:xfrm>
          <a:prstGeom prst="ellips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charset="0"/>
              <a:ea typeface="ＭＳ Ｐゴシック" charset="0"/>
              <a:cs typeface="+mn-cs"/>
            </a:endParaRPr>
          </a:p>
        </p:txBody>
      </p:sp>
      <p:sp>
        <p:nvSpPr>
          <p:cNvPr id="209" name="Text Box 4">
            <a:extLst>
              <a:ext uri="{FF2B5EF4-FFF2-40B4-BE49-F238E27FC236}">
                <a16:creationId xmlns:a16="http://schemas.microsoft.com/office/drawing/2014/main" id="{0287B239-D17F-164E-887D-3DDF8EB7F20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16771" y="2546463"/>
            <a:ext cx="58381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uxy</a:t>
            </a:r>
          </a:p>
        </p:txBody>
      </p:sp>
      <p:grpSp>
        <p:nvGrpSpPr>
          <p:cNvPr id="166" name="Group 165">
            <a:extLst>
              <a:ext uri="{FF2B5EF4-FFF2-40B4-BE49-F238E27FC236}">
                <a16:creationId xmlns:a16="http://schemas.microsoft.com/office/drawing/2014/main" id="{9B6EC370-4690-3E46-AB1F-67BC3824C362}"/>
              </a:ext>
            </a:extLst>
          </p:cNvPr>
          <p:cNvGrpSpPr/>
          <p:nvPr/>
        </p:nvGrpSpPr>
        <p:grpSpPr>
          <a:xfrm>
            <a:off x="4263633" y="2546912"/>
            <a:ext cx="5753019" cy="428022"/>
            <a:chOff x="4263633" y="2546912"/>
            <a:chExt cx="5753019" cy="428022"/>
          </a:xfrm>
        </p:grpSpPr>
        <p:sp>
          <p:nvSpPr>
            <p:cNvPr id="168" name="Text Box 9">
              <a:extLst>
                <a:ext uri="{FF2B5EF4-FFF2-40B4-BE49-F238E27FC236}">
                  <a16:creationId xmlns:a16="http://schemas.microsoft.com/office/drawing/2014/main" id="{8EFA72A1-3DB5-DF4E-B71C-36925819E09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490547" y="2546912"/>
              <a:ext cx="526105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4,y</a:t>
              </a:r>
            </a:p>
          </p:txBody>
        </p:sp>
        <p:sp>
          <p:nvSpPr>
            <p:cNvPr id="201" name="Text Box 6">
              <a:extLst>
                <a:ext uri="{FF2B5EF4-FFF2-40B4-BE49-F238E27FC236}">
                  <a16:creationId xmlns:a16="http://schemas.microsoft.com/office/drawing/2014/main" id="{698EB84B-B9AC-1E4F-9ED3-7D9285536BF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66247" y="2574824"/>
              <a:ext cx="526106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3,y</a:t>
              </a:r>
            </a:p>
          </p:txBody>
        </p:sp>
        <p:sp>
          <p:nvSpPr>
            <p:cNvPr id="202" name="Text Box 5">
              <a:extLst>
                <a:ext uri="{FF2B5EF4-FFF2-40B4-BE49-F238E27FC236}">
                  <a16:creationId xmlns:a16="http://schemas.microsoft.com/office/drawing/2014/main" id="{1C67B278-22E0-CE4D-A434-92237BAE990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63633" y="2558487"/>
              <a:ext cx="54053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2,u</a:t>
              </a:r>
            </a:p>
          </p:txBody>
        </p:sp>
      </p:grpSp>
      <p:sp>
        <p:nvSpPr>
          <p:cNvPr id="170" name="Oval 114">
            <a:extLst>
              <a:ext uri="{FF2B5EF4-FFF2-40B4-BE49-F238E27FC236}">
                <a16:creationId xmlns:a16="http://schemas.microsoft.com/office/drawing/2014/main" id="{297F9B67-0084-F24B-8B98-FA793D568FE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52576" y="2608159"/>
            <a:ext cx="602852" cy="301972"/>
          </a:xfrm>
          <a:prstGeom prst="ellips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charset="0"/>
              <a:ea typeface="ＭＳ Ｐゴシック" charset="0"/>
              <a:cs typeface="+mn-cs"/>
            </a:endParaRPr>
          </a:p>
        </p:txBody>
      </p:sp>
      <p:sp>
        <p:nvSpPr>
          <p:cNvPr id="220" name="Text Box 4">
            <a:extLst>
              <a:ext uri="{FF2B5EF4-FFF2-40B4-BE49-F238E27FC236}">
                <a16:creationId xmlns:a16="http://schemas.microsoft.com/office/drawing/2014/main" id="{7648EBF3-81A0-F345-9981-8D8AF954E5F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698178" y="2856764"/>
            <a:ext cx="71205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uxyv</a:t>
            </a:r>
          </a:p>
        </p:txBody>
      </p:sp>
      <p:cxnSp>
        <p:nvCxnSpPr>
          <p:cNvPr id="221" name="Straight Arrow Connector 220">
            <a:extLst>
              <a:ext uri="{FF2B5EF4-FFF2-40B4-BE49-F238E27FC236}">
                <a16:creationId xmlns:a16="http://schemas.microsoft.com/office/drawing/2014/main" id="{0BD1F41D-EB0C-7647-9C8B-BD9891B74EAC}"/>
              </a:ext>
            </a:extLst>
          </p:cNvPr>
          <p:cNvCxnSpPr>
            <a:cxnSpLocks/>
          </p:cNvCxnSpPr>
          <p:nvPr/>
        </p:nvCxnSpPr>
        <p:spPr>
          <a:xfrm>
            <a:off x="2017455" y="6020765"/>
            <a:ext cx="586969" cy="6484"/>
          </a:xfrm>
          <a:prstGeom prst="straightConnector1">
            <a:avLst/>
          </a:prstGeom>
          <a:ln w="317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17" name="Group 216">
            <a:extLst>
              <a:ext uri="{FF2B5EF4-FFF2-40B4-BE49-F238E27FC236}">
                <a16:creationId xmlns:a16="http://schemas.microsoft.com/office/drawing/2014/main" id="{F404110F-EE86-7D41-82F9-09316E4C0ED0}"/>
              </a:ext>
            </a:extLst>
          </p:cNvPr>
          <p:cNvGrpSpPr/>
          <p:nvPr/>
        </p:nvGrpSpPr>
        <p:grpSpPr>
          <a:xfrm>
            <a:off x="5554672" y="2866120"/>
            <a:ext cx="4461980" cy="406922"/>
            <a:chOff x="5554672" y="2866120"/>
            <a:chExt cx="4461980" cy="406922"/>
          </a:xfrm>
        </p:grpSpPr>
        <p:sp>
          <p:nvSpPr>
            <p:cNvPr id="218" name="Text Box 9">
              <a:extLst>
                <a:ext uri="{FF2B5EF4-FFF2-40B4-BE49-F238E27FC236}">
                  <a16:creationId xmlns:a16="http://schemas.microsoft.com/office/drawing/2014/main" id="{7E921F87-9D3D-C049-B044-F9AE7064825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490547" y="2872932"/>
              <a:ext cx="526105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4,y</a:t>
              </a:r>
            </a:p>
          </p:txBody>
        </p:sp>
        <p:sp>
          <p:nvSpPr>
            <p:cNvPr id="222" name="Text Box 6">
              <a:extLst>
                <a:ext uri="{FF2B5EF4-FFF2-40B4-BE49-F238E27FC236}">
                  <a16:creationId xmlns:a16="http://schemas.microsoft.com/office/drawing/2014/main" id="{003FBBAD-CA0C-E04B-A301-22E94EE62CA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54672" y="2866120"/>
              <a:ext cx="526106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3,y</a:t>
              </a:r>
            </a:p>
          </p:txBody>
        </p:sp>
      </p:grpSp>
      <p:cxnSp>
        <p:nvCxnSpPr>
          <p:cNvPr id="223" name="Straight Arrow Connector 222">
            <a:extLst>
              <a:ext uri="{FF2B5EF4-FFF2-40B4-BE49-F238E27FC236}">
                <a16:creationId xmlns:a16="http://schemas.microsoft.com/office/drawing/2014/main" id="{CB03B215-D4F4-B240-9C4C-7FD543D4FF60}"/>
              </a:ext>
            </a:extLst>
          </p:cNvPr>
          <p:cNvCxnSpPr>
            <a:cxnSpLocks/>
          </p:cNvCxnSpPr>
          <p:nvPr/>
        </p:nvCxnSpPr>
        <p:spPr>
          <a:xfrm flipV="1">
            <a:off x="1170996" y="5023414"/>
            <a:ext cx="502342" cy="281976"/>
          </a:xfrm>
          <a:prstGeom prst="straightConnector1">
            <a:avLst/>
          </a:prstGeom>
          <a:ln w="317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27278406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1000"/>
                                        <p:tgtEl>
                                          <p:spTgt spid="2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1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5B27BFF1-5DCE-D642-8EFE-FACB1C97EEE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199" y="354060"/>
            <a:ext cx="11179629" cy="894622"/>
          </a:xfrm>
        </p:spPr>
        <p:txBody>
          <a:bodyPr/>
          <a:lstStyle/>
          <a:p>
            <a:r>
              <a:rPr lang="en-US" b="0" dirty="0">
                <a:latin typeface="+mn-lt"/>
              </a:rPr>
              <a:t>Dijkstra’s algorithm: an example</a:t>
            </a:r>
          </a:p>
        </p:txBody>
      </p:sp>
      <p:sp>
        <p:nvSpPr>
          <p:cNvPr id="246" name="Text Box 3">
            <a:extLst>
              <a:ext uri="{FF2B5EF4-FFF2-40B4-BE49-F238E27FC236}">
                <a16:creationId xmlns:a16="http://schemas.microsoft.com/office/drawing/2014/main" id="{B903AE0C-4346-CF44-9481-037FB37A398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97181" y="1647825"/>
            <a:ext cx="706437" cy="2225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Step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0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1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2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3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4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5</a:t>
            </a:r>
          </a:p>
        </p:txBody>
      </p:sp>
      <p:sp>
        <p:nvSpPr>
          <p:cNvPr id="247" name="Text Box 4">
            <a:extLst>
              <a:ext uri="{FF2B5EF4-FFF2-40B4-BE49-F238E27FC236}">
                <a16:creationId xmlns:a16="http://schemas.microsoft.com/office/drawing/2014/main" id="{940B6AB4-2B9C-424D-9073-90B490CA145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07285" y="1657350"/>
            <a:ext cx="420308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N</a:t>
            </a: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rPr>
              <a:t>'</a:t>
            </a:r>
          </a:p>
        </p:txBody>
      </p:sp>
      <p:sp>
        <p:nvSpPr>
          <p:cNvPr id="248" name="Text Box 5">
            <a:extLst>
              <a:ext uri="{FF2B5EF4-FFF2-40B4-BE49-F238E27FC236}">
                <a16:creationId xmlns:a16="http://schemas.microsoft.com/office/drawing/2014/main" id="{BFC5A1B4-9A1A-8748-B5FA-043233C160A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32260" y="1626727"/>
            <a:ext cx="1180130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D(v),p(v)</a:t>
            </a:r>
          </a:p>
        </p:txBody>
      </p:sp>
      <p:sp>
        <p:nvSpPr>
          <p:cNvPr id="250" name="Text Box 7">
            <a:extLst>
              <a:ext uri="{FF2B5EF4-FFF2-40B4-BE49-F238E27FC236}">
                <a16:creationId xmlns:a16="http://schemas.microsoft.com/office/drawing/2014/main" id="{134AE2AD-F4F6-A646-BCC7-1F2E0A23EDC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34634" y="1626726"/>
            <a:ext cx="1180131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D(x),p(x)</a:t>
            </a:r>
          </a:p>
        </p:txBody>
      </p:sp>
      <p:sp>
        <p:nvSpPr>
          <p:cNvPr id="251" name="Text Box 8">
            <a:extLst>
              <a:ext uri="{FF2B5EF4-FFF2-40B4-BE49-F238E27FC236}">
                <a16:creationId xmlns:a16="http://schemas.microsoft.com/office/drawing/2014/main" id="{A27983AD-A090-0449-BF43-DC6600055B4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56559" y="1638300"/>
            <a:ext cx="1180131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D(y),p(y)</a:t>
            </a:r>
          </a:p>
        </p:txBody>
      </p:sp>
      <p:sp>
        <p:nvSpPr>
          <p:cNvPr id="252" name="Text Box 9">
            <a:extLst>
              <a:ext uri="{FF2B5EF4-FFF2-40B4-BE49-F238E27FC236}">
                <a16:creationId xmlns:a16="http://schemas.microsoft.com/office/drawing/2014/main" id="{297C2219-5295-1C4F-BC52-FD72360100D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63535" y="1638300"/>
            <a:ext cx="1180130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D(z),p(z)</a:t>
            </a:r>
          </a:p>
        </p:txBody>
      </p:sp>
      <p:sp>
        <p:nvSpPr>
          <p:cNvPr id="253" name="Line 10">
            <a:extLst>
              <a:ext uri="{FF2B5EF4-FFF2-40B4-BE49-F238E27FC236}">
                <a16:creationId xmlns:a16="http://schemas.microsoft.com/office/drawing/2014/main" id="{D9A0E014-3E4B-AA48-86C7-6D4E4AE592F4}"/>
              </a:ext>
            </a:extLst>
          </p:cNvPr>
          <p:cNvSpPr>
            <a:spLocks noChangeShapeType="1"/>
          </p:cNvSpPr>
          <p:nvPr/>
        </p:nvSpPr>
        <p:spPr bwMode="auto">
          <a:xfrm>
            <a:off x="1519418" y="1998662"/>
            <a:ext cx="8505825" cy="9525"/>
          </a:xfrm>
          <a:prstGeom prst="line">
            <a:avLst/>
          </a:prstGeom>
          <a:noFill/>
          <a:ln w="28575">
            <a:solidFill>
              <a:srgbClr val="3333CC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495" name="Text Box 6">
            <a:extLst>
              <a:ext uri="{FF2B5EF4-FFF2-40B4-BE49-F238E27FC236}">
                <a16:creationId xmlns:a16="http://schemas.microsoft.com/office/drawing/2014/main" id="{A24F37E4-4175-D247-9C29-BC40A27B53F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69951" y="1633417"/>
            <a:ext cx="1295547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</a:t>
            </a:r>
            <a:r>
              <a:rPr lang="en-US" sz="2000" kern="0" dirty="0">
                <a:solidFill>
                  <a:srgbClr val="000000"/>
                </a:solidFill>
              </a:rPr>
              <a:t>w</a:t>
            </a: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),p(w)</a:t>
            </a:r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83A2ED86-B66C-0F49-818B-087416791E66}"/>
              </a:ext>
            </a:extLst>
          </p:cNvPr>
          <p:cNvGrpSpPr/>
          <p:nvPr/>
        </p:nvGrpSpPr>
        <p:grpSpPr>
          <a:xfrm>
            <a:off x="4263633" y="1951300"/>
            <a:ext cx="5679281" cy="401555"/>
            <a:chOff x="4263633" y="1951300"/>
            <a:chExt cx="5679281" cy="401555"/>
          </a:xfrm>
        </p:grpSpPr>
        <p:sp>
          <p:nvSpPr>
            <p:cNvPr id="249" name="Text Box 6">
              <a:extLst>
                <a:ext uri="{FF2B5EF4-FFF2-40B4-BE49-F238E27FC236}">
                  <a16:creationId xmlns:a16="http://schemas.microsoft.com/office/drawing/2014/main" id="{CD4FA9CE-7149-A440-83C1-21E98C3A6B6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70608" y="1951300"/>
              <a:ext cx="54053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5,u</a:t>
              </a:r>
            </a:p>
          </p:txBody>
        </p:sp>
        <p:sp>
          <p:nvSpPr>
            <p:cNvPr id="483" name="Text Box 9">
              <a:extLst>
                <a:ext uri="{FF2B5EF4-FFF2-40B4-BE49-F238E27FC236}">
                  <a16:creationId xmlns:a16="http://schemas.microsoft.com/office/drawing/2014/main" id="{451C47E2-E094-7147-A23C-5212BC8FB56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564285" y="1975894"/>
              <a:ext cx="378629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charset="0"/>
                  <a:ea typeface="ＭＳ Ｐゴシック" charset="0"/>
                </a:rPr>
                <a:t>∞</a:t>
              </a: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93" name="Text Box 9">
              <a:extLst>
                <a:ext uri="{FF2B5EF4-FFF2-40B4-BE49-F238E27FC236}">
                  <a16:creationId xmlns:a16="http://schemas.microsoft.com/office/drawing/2014/main" id="{77161A6C-F59E-E646-A81F-7F211BDD004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68885" y="1974450"/>
              <a:ext cx="378629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charset="0"/>
                  <a:ea typeface="ＭＳ Ｐゴシック" charset="0"/>
                </a:rPr>
                <a:t>∞</a:t>
              </a: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94" name="Text Box 7">
              <a:extLst>
                <a:ext uri="{FF2B5EF4-FFF2-40B4-BE49-F238E27FC236}">
                  <a16:creationId xmlns:a16="http://schemas.microsoft.com/office/drawing/2014/main" id="{052BF5DE-999E-0047-B15A-B0A0D539AFA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866008" y="1951300"/>
              <a:ext cx="54053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1,u</a:t>
              </a:r>
            </a:p>
          </p:txBody>
        </p:sp>
        <p:sp>
          <p:nvSpPr>
            <p:cNvPr id="500" name="Text Box 5">
              <a:extLst>
                <a:ext uri="{FF2B5EF4-FFF2-40B4-BE49-F238E27FC236}">
                  <a16:creationId xmlns:a16="http://schemas.microsoft.com/office/drawing/2014/main" id="{39318546-EB10-7141-A532-7477C3F9247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63633" y="1952745"/>
              <a:ext cx="54053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2,u</a:t>
              </a:r>
            </a:p>
          </p:txBody>
        </p:sp>
      </p:grpSp>
      <p:sp>
        <p:nvSpPr>
          <p:cNvPr id="508" name="Text Box 4">
            <a:extLst>
              <a:ext uri="{FF2B5EF4-FFF2-40B4-BE49-F238E27FC236}">
                <a16:creationId xmlns:a16="http://schemas.microsoft.com/office/drawing/2014/main" id="{46A6DAE9-5634-E343-888C-DBD504BE17B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82181" y="1941646"/>
            <a:ext cx="32733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</a:t>
            </a:r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155C6A08-435F-074A-8CB5-94B5718AAF55}"/>
              </a:ext>
            </a:extLst>
          </p:cNvPr>
          <p:cNvCxnSpPr/>
          <p:nvPr/>
        </p:nvCxnSpPr>
        <p:spPr>
          <a:xfrm>
            <a:off x="1706097" y="2303362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09" name="Straight Connector 508">
            <a:extLst>
              <a:ext uri="{FF2B5EF4-FFF2-40B4-BE49-F238E27FC236}">
                <a16:creationId xmlns:a16="http://schemas.microsoft.com/office/drawing/2014/main" id="{A3B06771-707C-C549-B117-3063EC3738D7}"/>
              </a:ext>
            </a:extLst>
          </p:cNvPr>
          <p:cNvCxnSpPr/>
          <p:nvPr/>
        </p:nvCxnSpPr>
        <p:spPr>
          <a:xfrm>
            <a:off x="1714983" y="2606233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0" name="Straight Connector 509">
            <a:extLst>
              <a:ext uri="{FF2B5EF4-FFF2-40B4-BE49-F238E27FC236}">
                <a16:creationId xmlns:a16="http://schemas.microsoft.com/office/drawing/2014/main" id="{1D62FDB7-4F58-C84F-A936-529AACBF81D5}"/>
              </a:ext>
            </a:extLst>
          </p:cNvPr>
          <p:cNvCxnSpPr/>
          <p:nvPr/>
        </p:nvCxnSpPr>
        <p:spPr>
          <a:xfrm>
            <a:off x="1719251" y="2913722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1" name="Straight Connector 510">
            <a:extLst>
              <a:ext uri="{FF2B5EF4-FFF2-40B4-BE49-F238E27FC236}">
                <a16:creationId xmlns:a16="http://schemas.microsoft.com/office/drawing/2014/main" id="{F671747E-F7E7-174E-B66B-4158AC0C73AC}"/>
              </a:ext>
            </a:extLst>
          </p:cNvPr>
          <p:cNvCxnSpPr/>
          <p:nvPr/>
        </p:nvCxnSpPr>
        <p:spPr>
          <a:xfrm>
            <a:off x="1718901" y="3225829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4" name="Straight Connector 513">
            <a:extLst>
              <a:ext uri="{FF2B5EF4-FFF2-40B4-BE49-F238E27FC236}">
                <a16:creationId xmlns:a16="http://schemas.microsoft.com/office/drawing/2014/main" id="{A48E9275-8476-9244-A5FE-18548D30A1B6}"/>
              </a:ext>
            </a:extLst>
          </p:cNvPr>
          <p:cNvCxnSpPr/>
          <p:nvPr/>
        </p:nvCxnSpPr>
        <p:spPr>
          <a:xfrm>
            <a:off x="1727787" y="3565644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3" name="Text Box 3">
            <a:extLst>
              <a:ext uri="{FF2B5EF4-FFF2-40B4-BE49-F238E27FC236}">
                <a16:creationId xmlns:a16="http://schemas.microsoft.com/office/drawing/2014/main" id="{7F7C65A8-3A93-574D-9312-3FDE1275879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17465" y="3427169"/>
            <a:ext cx="1221809" cy="193899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charset="0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8  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Loop </a:t>
            </a: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srgbClr val="0000A8"/>
              </a:solidFill>
              <a:effectLst/>
              <a:uLnTx/>
              <a:uFillTx/>
              <a:latin typeface="Calibri" panose="020F0502020204030204"/>
              <a:ea typeface="ＭＳ Ｐゴシック" charset="0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9    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10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   </a:t>
            </a:r>
          </a:p>
        </p:txBody>
      </p:sp>
      <p:sp>
        <p:nvSpPr>
          <p:cNvPr id="164" name="Text Box 3">
            <a:extLst>
              <a:ext uri="{FF2B5EF4-FFF2-40B4-BE49-F238E27FC236}">
                <a16:creationId xmlns:a16="http://schemas.microsoft.com/office/drawing/2014/main" id="{9AD40842-B350-BF42-BC3C-5285750E157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76265" y="3750132"/>
            <a:ext cx="5864426" cy="12003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charset="0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find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a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not in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N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Arial" charset="0"/>
              </a:rPr>
              <a:t>'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such that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D(a)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is a minimum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add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a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to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N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Arial" charset="0"/>
              </a:rPr>
              <a:t>'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</a:t>
            </a:r>
          </a:p>
        </p:txBody>
      </p:sp>
      <p:sp>
        <p:nvSpPr>
          <p:cNvPr id="167" name="Oval 114">
            <a:extLst>
              <a:ext uri="{FF2B5EF4-FFF2-40B4-BE49-F238E27FC236}">
                <a16:creationId xmlns:a16="http://schemas.microsoft.com/office/drawing/2014/main" id="{D5350C1B-A977-CC45-ADDA-7ABEE3B22E6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43529" y="2025568"/>
            <a:ext cx="602852" cy="301972"/>
          </a:xfrm>
          <a:prstGeom prst="ellips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charset="0"/>
              <a:ea typeface="ＭＳ Ｐゴシック" charset="0"/>
              <a:cs typeface="+mn-cs"/>
            </a:endParaRPr>
          </a:p>
        </p:txBody>
      </p:sp>
      <p:sp>
        <p:nvSpPr>
          <p:cNvPr id="172" name="Text Box 4">
            <a:extLst>
              <a:ext uri="{FF2B5EF4-FFF2-40B4-BE49-F238E27FC236}">
                <a16:creationId xmlns:a16="http://schemas.microsoft.com/office/drawing/2014/main" id="{1B8BDA83-ED76-9C43-B640-E44C3E517FE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58516" y="2241520"/>
            <a:ext cx="45557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ux</a:t>
            </a:r>
          </a:p>
        </p:txBody>
      </p:sp>
      <p:sp>
        <p:nvSpPr>
          <p:cNvPr id="112" name="TextBox 111">
            <a:extLst>
              <a:ext uri="{FF2B5EF4-FFF2-40B4-BE49-F238E27FC236}">
                <a16:creationId xmlns:a16="http://schemas.microsoft.com/office/drawing/2014/main" id="{315CB903-C0C3-C744-B8C9-92A6680CB584}"/>
              </a:ext>
            </a:extLst>
          </p:cNvPr>
          <p:cNvSpPr txBox="1"/>
          <p:nvPr/>
        </p:nvSpPr>
        <p:spPr>
          <a:xfrm>
            <a:off x="4322868" y="1212035"/>
            <a:ext cx="346570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v</a:t>
            </a:r>
          </a:p>
        </p:txBody>
      </p:sp>
      <p:sp>
        <p:nvSpPr>
          <p:cNvPr id="113" name="TextBox 112">
            <a:extLst>
              <a:ext uri="{FF2B5EF4-FFF2-40B4-BE49-F238E27FC236}">
                <a16:creationId xmlns:a16="http://schemas.microsoft.com/office/drawing/2014/main" id="{5AD4F740-0EF9-2044-827E-A54C55587203}"/>
              </a:ext>
            </a:extLst>
          </p:cNvPr>
          <p:cNvSpPr txBox="1"/>
          <p:nvPr/>
        </p:nvSpPr>
        <p:spPr>
          <a:xfrm>
            <a:off x="5598013" y="1206430"/>
            <a:ext cx="441146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w</a:t>
            </a:r>
          </a:p>
        </p:txBody>
      </p:sp>
      <p:sp>
        <p:nvSpPr>
          <p:cNvPr id="114" name="TextBox 113">
            <a:extLst>
              <a:ext uri="{FF2B5EF4-FFF2-40B4-BE49-F238E27FC236}">
                <a16:creationId xmlns:a16="http://schemas.microsoft.com/office/drawing/2014/main" id="{AE0A5B28-C8D3-E14E-B1D4-EDE4C4101E6C}"/>
              </a:ext>
            </a:extLst>
          </p:cNvPr>
          <p:cNvSpPr txBox="1"/>
          <p:nvPr/>
        </p:nvSpPr>
        <p:spPr>
          <a:xfrm>
            <a:off x="6907883" y="1200825"/>
            <a:ext cx="340158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x</a:t>
            </a:r>
          </a:p>
        </p:txBody>
      </p:sp>
      <p:sp>
        <p:nvSpPr>
          <p:cNvPr id="115" name="TextBox 114">
            <a:extLst>
              <a:ext uri="{FF2B5EF4-FFF2-40B4-BE49-F238E27FC236}">
                <a16:creationId xmlns:a16="http://schemas.microsoft.com/office/drawing/2014/main" id="{E7BFB733-E937-014A-B7CC-EE11641F15CC}"/>
              </a:ext>
            </a:extLst>
          </p:cNvPr>
          <p:cNvSpPr txBox="1"/>
          <p:nvPr/>
        </p:nvSpPr>
        <p:spPr>
          <a:xfrm>
            <a:off x="8240903" y="1206795"/>
            <a:ext cx="346570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y</a:t>
            </a:r>
          </a:p>
        </p:txBody>
      </p:sp>
      <p:sp>
        <p:nvSpPr>
          <p:cNvPr id="116" name="TextBox 115">
            <a:extLst>
              <a:ext uri="{FF2B5EF4-FFF2-40B4-BE49-F238E27FC236}">
                <a16:creationId xmlns:a16="http://schemas.microsoft.com/office/drawing/2014/main" id="{08D54A84-29AE-E948-B36B-A3E997D943D5}"/>
              </a:ext>
            </a:extLst>
          </p:cNvPr>
          <p:cNvSpPr txBox="1"/>
          <p:nvPr/>
        </p:nvSpPr>
        <p:spPr>
          <a:xfrm>
            <a:off x="9504473" y="1224340"/>
            <a:ext cx="325730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z</a:t>
            </a:r>
          </a:p>
        </p:txBody>
      </p:sp>
      <p:grpSp>
        <p:nvGrpSpPr>
          <p:cNvPr id="120" name="Group 16">
            <a:extLst>
              <a:ext uri="{FF2B5EF4-FFF2-40B4-BE49-F238E27FC236}">
                <a16:creationId xmlns:a16="http://schemas.microsoft.com/office/drawing/2014/main" id="{758A3B01-F3F9-A74E-B632-177660FF1736}"/>
              </a:ext>
            </a:extLst>
          </p:cNvPr>
          <p:cNvGrpSpPr>
            <a:grpSpLocks/>
          </p:cNvGrpSpPr>
          <p:nvPr/>
        </p:nvGrpSpPr>
        <p:grpSpPr bwMode="auto">
          <a:xfrm>
            <a:off x="644342" y="4117376"/>
            <a:ext cx="3571875" cy="2236788"/>
            <a:chOff x="3162" y="1071"/>
            <a:chExt cx="2250" cy="1409"/>
          </a:xfrm>
        </p:grpSpPr>
        <p:sp>
          <p:nvSpPr>
            <p:cNvPr id="121" name="Freeform 17">
              <a:extLst>
                <a:ext uri="{FF2B5EF4-FFF2-40B4-BE49-F238E27FC236}">
                  <a16:creationId xmlns:a16="http://schemas.microsoft.com/office/drawing/2014/main" id="{3D738A20-E61D-3347-97FA-CFBB4A2027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2" y="1071"/>
              <a:ext cx="2250" cy="1409"/>
            </a:xfrm>
            <a:custGeom>
              <a:avLst/>
              <a:gdLst>
                <a:gd name="T0" fmla="*/ 0 w 2250"/>
                <a:gd name="T1" fmla="*/ 624 h 1409"/>
                <a:gd name="T2" fmla="*/ 219 w 2250"/>
                <a:gd name="T3" fmla="*/ 321 h 1409"/>
                <a:gd name="T4" fmla="*/ 529 w 2250"/>
                <a:gd name="T5" fmla="*/ 35 h 1409"/>
                <a:gd name="T6" fmla="*/ 1551 w 2250"/>
                <a:gd name="T7" fmla="*/ 111 h 1409"/>
                <a:gd name="T8" fmla="*/ 1968 w 2250"/>
                <a:gd name="T9" fmla="*/ 483 h 1409"/>
                <a:gd name="T10" fmla="*/ 2199 w 2250"/>
                <a:gd name="T11" fmla="*/ 906 h 1409"/>
                <a:gd name="T12" fmla="*/ 1659 w 2250"/>
                <a:gd name="T13" fmla="*/ 1314 h 1409"/>
                <a:gd name="T14" fmla="*/ 993 w 2250"/>
                <a:gd name="T15" fmla="*/ 1386 h 1409"/>
                <a:gd name="T16" fmla="*/ 465 w 2250"/>
                <a:gd name="T17" fmla="*/ 1356 h 1409"/>
                <a:gd name="T18" fmla="*/ 102 w 2250"/>
                <a:gd name="T19" fmla="*/ 1068 h 1409"/>
                <a:gd name="T20" fmla="*/ 0 w 2250"/>
                <a:gd name="T21" fmla="*/ 624 h 140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2250"/>
                <a:gd name="T34" fmla="*/ 0 h 1409"/>
                <a:gd name="T35" fmla="*/ 2250 w 2250"/>
                <a:gd name="T36" fmla="*/ 1409 h 1409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2250" h="1409">
                  <a:moveTo>
                    <a:pt x="0" y="624"/>
                  </a:moveTo>
                  <a:cubicBezTo>
                    <a:pt x="5" y="506"/>
                    <a:pt x="131" y="419"/>
                    <a:pt x="219" y="321"/>
                  </a:cubicBezTo>
                  <a:cubicBezTo>
                    <a:pt x="307" y="223"/>
                    <a:pt x="307" y="70"/>
                    <a:pt x="529" y="35"/>
                  </a:cubicBezTo>
                  <a:cubicBezTo>
                    <a:pt x="751" y="0"/>
                    <a:pt x="1311" y="36"/>
                    <a:pt x="1551" y="111"/>
                  </a:cubicBezTo>
                  <a:cubicBezTo>
                    <a:pt x="1791" y="186"/>
                    <a:pt x="1860" y="351"/>
                    <a:pt x="1968" y="483"/>
                  </a:cubicBezTo>
                  <a:cubicBezTo>
                    <a:pt x="2076" y="615"/>
                    <a:pt x="2250" y="767"/>
                    <a:pt x="2199" y="906"/>
                  </a:cubicBezTo>
                  <a:cubicBezTo>
                    <a:pt x="2148" y="1045"/>
                    <a:pt x="1860" y="1234"/>
                    <a:pt x="1659" y="1314"/>
                  </a:cubicBezTo>
                  <a:cubicBezTo>
                    <a:pt x="1458" y="1394"/>
                    <a:pt x="1192" y="1379"/>
                    <a:pt x="993" y="1386"/>
                  </a:cubicBezTo>
                  <a:cubicBezTo>
                    <a:pt x="794" y="1393"/>
                    <a:pt x="613" y="1409"/>
                    <a:pt x="465" y="1356"/>
                  </a:cubicBezTo>
                  <a:cubicBezTo>
                    <a:pt x="317" y="1303"/>
                    <a:pt x="180" y="1190"/>
                    <a:pt x="102" y="1068"/>
                  </a:cubicBezTo>
                  <a:cubicBezTo>
                    <a:pt x="24" y="946"/>
                    <a:pt x="21" y="716"/>
                    <a:pt x="0" y="624"/>
                  </a:cubicBezTo>
                  <a:close/>
                </a:path>
              </a:pathLst>
            </a:custGeom>
            <a:solidFill>
              <a:srgbClr val="9CE0FA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2" name="Freeform 18">
              <a:extLst>
                <a:ext uri="{FF2B5EF4-FFF2-40B4-BE49-F238E27FC236}">
                  <a16:creationId xmlns:a16="http://schemas.microsoft.com/office/drawing/2014/main" id="{9A67F7D9-6F26-A244-97DD-F400FD21CA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8" y="1620"/>
              <a:ext cx="342" cy="186"/>
            </a:xfrm>
            <a:custGeom>
              <a:avLst/>
              <a:gdLst>
                <a:gd name="T0" fmla="*/ 0 w 342"/>
                <a:gd name="T1" fmla="*/ 186 h 186"/>
                <a:gd name="T2" fmla="*/ 342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3" name="Oval 19">
              <a:extLst>
                <a:ext uri="{FF2B5EF4-FFF2-40B4-BE49-F238E27FC236}">
                  <a16:creationId xmlns:a16="http://schemas.microsoft.com/office/drawing/2014/main" id="{8061EE07-A1C2-284D-B696-ED41FFB288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8" y="1862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4" name="Line 20">
              <a:extLst>
                <a:ext uri="{FF2B5EF4-FFF2-40B4-BE49-F238E27FC236}">
                  <a16:creationId xmlns:a16="http://schemas.microsoft.com/office/drawing/2014/main" id="{CA83B116-D557-D348-AC0B-78E2F5C0452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38" y="1855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5" name="Line 21">
              <a:extLst>
                <a:ext uri="{FF2B5EF4-FFF2-40B4-BE49-F238E27FC236}">
                  <a16:creationId xmlns:a16="http://schemas.microsoft.com/office/drawing/2014/main" id="{1DA79AD7-1C00-F347-B948-32DC2DF1EC2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51" y="1855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6" name="Rectangle 22">
              <a:extLst>
                <a:ext uri="{FF2B5EF4-FFF2-40B4-BE49-F238E27FC236}">
                  <a16:creationId xmlns:a16="http://schemas.microsoft.com/office/drawing/2014/main" id="{984E29E6-D5D1-6442-A8AB-508570DE4A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8" y="1855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7" name="Oval 23">
              <a:extLst>
                <a:ext uri="{FF2B5EF4-FFF2-40B4-BE49-F238E27FC236}">
                  <a16:creationId xmlns:a16="http://schemas.microsoft.com/office/drawing/2014/main" id="{AD024E49-35E0-C446-9678-D92AC1E7A2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5" y="1796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8" name="Oval 24">
              <a:extLst>
                <a:ext uri="{FF2B5EF4-FFF2-40B4-BE49-F238E27FC236}">
                  <a16:creationId xmlns:a16="http://schemas.microsoft.com/office/drawing/2014/main" id="{706D2E3C-10FA-3947-9AD1-A08759A868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2" y="2249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9" name="Line 25">
              <a:extLst>
                <a:ext uri="{FF2B5EF4-FFF2-40B4-BE49-F238E27FC236}">
                  <a16:creationId xmlns:a16="http://schemas.microsoft.com/office/drawing/2014/main" id="{C94CE491-9734-FE44-A0CB-7E0F832D0E6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12" y="224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0" name="Line 26">
              <a:extLst>
                <a:ext uri="{FF2B5EF4-FFF2-40B4-BE49-F238E27FC236}">
                  <a16:creationId xmlns:a16="http://schemas.microsoft.com/office/drawing/2014/main" id="{EB0C7DDA-EBC9-794C-B89D-D4B4BE886CB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25" y="224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1" name="Rectangle 27">
              <a:extLst>
                <a:ext uri="{FF2B5EF4-FFF2-40B4-BE49-F238E27FC236}">
                  <a16:creationId xmlns:a16="http://schemas.microsoft.com/office/drawing/2014/main" id="{D8E5A5C9-FA6E-3D4C-AE3D-AED068D60B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2" y="2242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2" name="Oval 28">
              <a:extLst>
                <a:ext uri="{FF2B5EF4-FFF2-40B4-BE49-F238E27FC236}">
                  <a16:creationId xmlns:a16="http://schemas.microsoft.com/office/drawing/2014/main" id="{0CB55AD6-4358-5341-98E7-B20E616CAE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9" y="2183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3" name="Oval 29">
              <a:extLst>
                <a:ext uri="{FF2B5EF4-FFF2-40B4-BE49-F238E27FC236}">
                  <a16:creationId xmlns:a16="http://schemas.microsoft.com/office/drawing/2014/main" id="{50051819-8732-6E40-952F-4C0540C10A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8" y="1559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4" name="Line 30">
              <a:extLst>
                <a:ext uri="{FF2B5EF4-FFF2-40B4-BE49-F238E27FC236}">
                  <a16:creationId xmlns:a16="http://schemas.microsoft.com/office/drawing/2014/main" id="{DB5E3452-2593-284B-95E8-DB63177BA96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08" y="155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5" name="Line 31">
              <a:extLst>
                <a:ext uri="{FF2B5EF4-FFF2-40B4-BE49-F238E27FC236}">
                  <a16:creationId xmlns:a16="http://schemas.microsoft.com/office/drawing/2014/main" id="{4C9DFB1A-A46F-7C42-AEC0-5BA9C684262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21" y="155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6" name="Rectangle 32">
              <a:extLst>
                <a:ext uri="{FF2B5EF4-FFF2-40B4-BE49-F238E27FC236}">
                  <a16:creationId xmlns:a16="http://schemas.microsoft.com/office/drawing/2014/main" id="{A1C00E39-48AA-274A-B956-CD2E2C45BC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8" y="1552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7" name="Oval 33">
              <a:extLst>
                <a:ext uri="{FF2B5EF4-FFF2-40B4-BE49-F238E27FC236}">
                  <a16:creationId xmlns:a16="http://schemas.microsoft.com/office/drawing/2014/main" id="{BBFA32B2-49E2-574B-9099-DED6B3832C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5" y="1493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8" name="Oval 34">
              <a:extLst>
                <a:ext uri="{FF2B5EF4-FFF2-40B4-BE49-F238E27FC236}">
                  <a16:creationId xmlns:a16="http://schemas.microsoft.com/office/drawing/2014/main" id="{0D58D8D4-B9BC-2541-A17F-D88330A4FA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1" y="1555"/>
              <a:ext cx="312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9" name="Line 35">
              <a:extLst>
                <a:ext uri="{FF2B5EF4-FFF2-40B4-BE49-F238E27FC236}">
                  <a16:creationId xmlns:a16="http://schemas.microsoft.com/office/drawing/2014/main" id="{7504C589-E1E9-2E44-980C-93C5BE9EB7C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91" y="154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0" name="Line 36">
              <a:extLst>
                <a:ext uri="{FF2B5EF4-FFF2-40B4-BE49-F238E27FC236}">
                  <a16:creationId xmlns:a16="http://schemas.microsoft.com/office/drawing/2014/main" id="{7F02875A-5A8E-E14F-A9D7-C2BAE191131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03" y="154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1" name="Rectangle 37">
              <a:extLst>
                <a:ext uri="{FF2B5EF4-FFF2-40B4-BE49-F238E27FC236}">
                  <a16:creationId xmlns:a16="http://schemas.microsoft.com/office/drawing/2014/main" id="{D9139ADE-ED5B-5C40-9669-A638D5EFC9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1" y="1548"/>
              <a:ext cx="309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2" name="Oval 38">
              <a:extLst>
                <a:ext uri="{FF2B5EF4-FFF2-40B4-BE49-F238E27FC236}">
                  <a16:creationId xmlns:a16="http://schemas.microsoft.com/office/drawing/2014/main" id="{51116AC5-23B1-3F4B-972A-683B27105D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4" y="1492"/>
              <a:ext cx="312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3" name="Oval 39">
              <a:extLst>
                <a:ext uri="{FF2B5EF4-FFF2-40B4-BE49-F238E27FC236}">
                  <a16:creationId xmlns:a16="http://schemas.microsoft.com/office/drawing/2014/main" id="{7CF92621-E46C-E745-8108-ADF0C63540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1" y="2246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4" name="Line 40">
              <a:extLst>
                <a:ext uri="{FF2B5EF4-FFF2-40B4-BE49-F238E27FC236}">
                  <a16:creationId xmlns:a16="http://schemas.microsoft.com/office/drawing/2014/main" id="{C97ABDF7-502E-1E45-A7E6-F2C97AF991E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01" y="2239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5" name="Line 41">
              <a:extLst>
                <a:ext uri="{FF2B5EF4-FFF2-40B4-BE49-F238E27FC236}">
                  <a16:creationId xmlns:a16="http://schemas.microsoft.com/office/drawing/2014/main" id="{6F5F6C02-240D-B545-9D40-386AB9F1990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14" y="2239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6" name="Rectangle 42">
              <a:extLst>
                <a:ext uri="{FF2B5EF4-FFF2-40B4-BE49-F238E27FC236}">
                  <a16:creationId xmlns:a16="http://schemas.microsoft.com/office/drawing/2014/main" id="{F971ECC0-824C-FC4B-8D09-7FF856CD87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1" y="2239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7" name="Oval 43">
              <a:extLst>
                <a:ext uri="{FF2B5EF4-FFF2-40B4-BE49-F238E27FC236}">
                  <a16:creationId xmlns:a16="http://schemas.microsoft.com/office/drawing/2014/main" id="{000B82D5-5D57-8D41-894D-7FA7042570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8" y="2180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8" name="Oval 44">
              <a:extLst>
                <a:ext uri="{FF2B5EF4-FFF2-40B4-BE49-F238E27FC236}">
                  <a16:creationId xmlns:a16="http://schemas.microsoft.com/office/drawing/2014/main" id="{4B3102BD-88D0-D041-8342-28B44A4213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6" y="1905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9" name="Line 45">
              <a:extLst>
                <a:ext uri="{FF2B5EF4-FFF2-40B4-BE49-F238E27FC236}">
                  <a16:creationId xmlns:a16="http://schemas.microsoft.com/office/drawing/2014/main" id="{55D2E64D-9448-364E-BBCE-B8F1E46C9B4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66" y="189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0" name="Line 46">
              <a:extLst>
                <a:ext uri="{FF2B5EF4-FFF2-40B4-BE49-F238E27FC236}">
                  <a16:creationId xmlns:a16="http://schemas.microsoft.com/office/drawing/2014/main" id="{A1D926A4-0713-0448-B8BC-4526CF5A6FF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279" y="189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1" name="Rectangle 47">
              <a:extLst>
                <a:ext uri="{FF2B5EF4-FFF2-40B4-BE49-F238E27FC236}">
                  <a16:creationId xmlns:a16="http://schemas.microsoft.com/office/drawing/2014/main" id="{D44F6537-9CFC-A34F-A528-3BA9FB8DEA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6" y="1898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2" name="Oval 48">
              <a:extLst>
                <a:ext uri="{FF2B5EF4-FFF2-40B4-BE49-F238E27FC236}">
                  <a16:creationId xmlns:a16="http://schemas.microsoft.com/office/drawing/2014/main" id="{CE6823F9-AC23-9143-B45C-3AE00728E6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3" y="1839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3" name="Freeform 49">
              <a:extLst>
                <a:ext uri="{FF2B5EF4-FFF2-40B4-BE49-F238E27FC236}">
                  <a16:creationId xmlns:a16="http://schemas.microsoft.com/office/drawing/2014/main" id="{52D2B20D-E3DC-0F48-BD10-DF782164C94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7" y="1647"/>
              <a:ext cx="1" cy="522"/>
            </a:xfrm>
            <a:custGeom>
              <a:avLst/>
              <a:gdLst>
                <a:gd name="T0" fmla="*/ 0 w 1"/>
                <a:gd name="T1" fmla="*/ 0 h 522"/>
                <a:gd name="T2" fmla="*/ 0 w 1"/>
                <a:gd name="T3" fmla="*/ 522 h 522"/>
                <a:gd name="T4" fmla="*/ 0 60000 65536"/>
                <a:gd name="T5" fmla="*/ 0 60000 65536"/>
                <a:gd name="T6" fmla="*/ 0 w 1"/>
                <a:gd name="T7" fmla="*/ 0 h 522"/>
                <a:gd name="T8" fmla="*/ 1 w 1"/>
                <a:gd name="T9" fmla="*/ 522 h 52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522">
                  <a:moveTo>
                    <a:pt x="0" y="0"/>
                  </a:moveTo>
                  <a:lnTo>
                    <a:pt x="0" y="522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4" name="Freeform 50">
              <a:extLst>
                <a:ext uri="{FF2B5EF4-FFF2-40B4-BE49-F238E27FC236}">
                  <a16:creationId xmlns:a16="http://schemas.microsoft.com/office/drawing/2014/main" id="{2E4F74A6-7593-0541-B4E9-5C88A82D49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4" y="1653"/>
              <a:ext cx="1" cy="537"/>
            </a:xfrm>
            <a:custGeom>
              <a:avLst/>
              <a:gdLst>
                <a:gd name="T0" fmla="*/ 0 w 1"/>
                <a:gd name="T1" fmla="*/ 0 h 537"/>
                <a:gd name="T2" fmla="*/ 0 w 1"/>
                <a:gd name="T3" fmla="*/ 537 h 537"/>
                <a:gd name="T4" fmla="*/ 0 60000 65536"/>
                <a:gd name="T5" fmla="*/ 0 60000 65536"/>
                <a:gd name="T6" fmla="*/ 0 w 1"/>
                <a:gd name="T7" fmla="*/ 0 h 537"/>
                <a:gd name="T8" fmla="*/ 1 w 1"/>
                <a:gd name="T9" fmla="*/ 537 h 53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537">
                  <a:moveTo>
                    <a:pt x="0" y="0"/>
                  </a:moveTo>
                  <a:lnTo>
                    <a:pt x="0" y="537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5" name="Freeform 51">
              <a:extLst>
                <a:ext uri="{FF2B5EF4-FFF2-40B4-BE49-F238E27FC236}">
                  <a16:creationId xmlns:a16="http://schemas.microsoft.com/office/drawing/2014/main" id="{282B2A5D-90FF-A84D-A61D-5962C06F74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9" y="1638"/>
              <a:ext cx="504" cy="600"/>
            </a:xfrm>
            <a:custGeom>
              <a:avLst/>
              <a:gdLst>
                <a:gd name="T0" fmla="*/ 0 w 378"/>
                <a:gd name="T1" fmla="*/ 11993521 h 174"/>
                <a:gd name="T2" fmla="*/ 5035 w 378"/>
                <a:gd name="T3" fmla="*/ 0 h 174"/>
                <a:gd name="T4" fmla="*/ 0 60000 65536"/>
                <a:gd name="T5" fmla="*/ 0 60000 65536"/>
                <a:gd name="T6" fmla="*/ 0 w 378"/>
                <a:gd name="T7" fmla="*/ 0 h 174"/>
                <a:gd name="T8" fmla="*/ 378 w 378"/>
                <a:gd name="T9" fmla="*/ 174 h 17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78" h="174">
                  <a:moveTo>
                    <a:pt x="0" y="174"/>
                  </a:moveTo>
                  <a:lnTo>
                    <a:pt x="378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6" name="Freeform 52">
              <a:extLst>
                <a:ext uri="{FF2B5EF4-FFF2-40B4-BE49-F238E27FC236}">
                  <a16:creationId xmlns:a16="http://schemas.microsoft.com/office/drawing/2014/main" id="{15532AD3-A5D4-154A-9DA4-62586FD328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6" y="1986"/>
              <a:ext cx="366" cy="270"/>
            </a:xfrm>
            <a:custGeom>
              <a:avLst/>
              <a:gdLst>
                <a:gd name="T0" fmla="*/ 0 w 366"/>
                <a:gd name="T1" fmla="*/ 270 h 270"/>
                <a:gd name="T2" fmla="*/ 366 w 366"/>
                <a:gd name="T3" fmla="*/ 0 h 270"/>
                <a:gd name="T4" fmla="*/ 0 60000 65536"/>
                <a:gd name="T5" fmla="*/ 0 60000 65536"/>
                <a:gd name="T6" fmla="*/ 0 w 366"/>
                <a:gd name="T7" fmla="*/ 0 h 270"/>
                <a:gd name="T8" fmla="*/ 366 w 366"/>
                <a:gd name="T9" fmla="*/ 270 h 270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270">
                  <a:moveTo>
                    <a:pt x="0" y="270"/>
                  </a:moveTo>
                  <a:lnTo>
                    <a:pt x="366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7" name="Freeform 53">
              <a:extLst>
                <a:ext uri="{FF2B5EF4-FFF2-40B4-BE49-F238E27FC236}">
                  <a16:creationId xmlns:a16="http://schemas.microsoft.com/office/drawing/2014/main" id="{EDDE0C3D-6D8D-A14C-B3D6-F3D0693E31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5" y="2268"/>
              <a:ext cx="366" cy="1"/>
            </a:xfrm>
            <a:custGeom>
              <a:avLst/>
              <a:gdLst>
                <a:gd name="T0" fmla="*/ 366 w 366"/>
                <a:gd name="T1" fmla="*/ 0 h 1"/>
                <a:gd name="T2" fmla="*/ 0 w 366"/>
                <a:gd name="T3" fmla="*/ 0 h 1"/>
                <a:gd name="T4" fmla="*/ 0 60000 65536"/>
                <a:gd name="T5" fmla="*/ 0 60000 65536"/>
                <a:gd name="T6" fmla="*/ 0 w 366"/>
                <a:gd name="T7" fmla="*/ 0 h 1"/>
                <a:gd name="T8" fmla="*/ 366 w 366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1">
                  <a:moveTo>
                    <a:pt x="366" y="0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8" name="Freeform 54">
              <a:extLst>
                <a:ext uri="{FF2B5EF4-FFF2-40B4-BE49-F238E27FC236}">
                  <a16:creationId xmlns:a16="http://schemas.microsoft.com/office/drawing/2014/main" id="{1F593C73-0AE5-7540-A0A1-AB4B203D89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4" y="1944"/>
              <a:ext cx="276" cy="264"/>
            </a:xfrm>
            <a:custGeom>
              <a:avLst/>
              <a:gdLst>
                <a:gd name="T0" fmla="*/ 276 w 276"/>
                <a:gd name="T1" fmla="*/ 264 h 264"/>
                <a:gd name="T2" fmla="*/ 0 w 276"/>
                <a:gd name="T3" fmla="*/ 0 h 264"/>
                <a:gd name="T4" fmla="*/ 0 60000 65536"/>
                <a:gd name="T5" fmla="*/ 0 60000 65536"/>
                <a:gd name="T6" fmla="*/ 0 w 276"/>
                <a:gd name="T7" fmla="*/ 0 h 264"/>
                <a:gd name="T8" fmla="*/ 276 w 276"/>
                <a:gd name="T9" fmla="*/ 264 h 26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76" h="264">
                  <a:moveTo>
                    <a:pt x="276" y="264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9" name="Freeform 55">
              <a:extLst>
                <a:ext uri="{FF2B5EF4-FFF2-40B4-BE49-F238E27FC236}">
                  <a16:creationId xmlns:a16="http://schemas.microsoft.com/office/drawing/2014/main" id="{F8D3E17A-95CC-6745-B825-B9790B2746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9" y="1578"/>
              <a:ext cx="366" cy="1"/>
            </a:xfrm>
            <a:custGeom>
              <a:avLst/>
              <a:gdLst>
                <a:gd name="T0" fmla="*/ 366 w 366"/>
                <a:gd name="T1" fmla="*/ 0 h 1"/>
                <a:gd name="T2" fmla="*/ 0 w 366"/>
                <a:gd name="T3" fmla="*/ 0 h 1"/>
                <a:gd name="T4" fmla="*/ 0 60000 65536"/>
                <a:gd name="T5" fmla="*/ 0 60000 65536"/>
                <a:gd name="T6" fmla="*/ 0 w 366"/>
                <a:gd name="T7" fmla="*/ 0 h 1"/>
                <a:gd name="T8" fmla="*/ 366 w 366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1">
                  <a:moveTo>
                    <a:pt x="366" y="0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60" name="Freeform 56">
              <a:extLst>
                <a:ext uri="{FF2B5EF4-FFF2-40B4-BE49-F238E27FC236}">
                  <a16:creationId xmlns:a16="http://schemas.microsoft.com/office/drawing/2014/main" id="{64FB055C-D8AE-9E4A-9FE1-2F23D2976FE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4" y="1575"/>
              <a:ext cx="396" cy="267"/>
            </a:xfrm>
            <a:custGeom>
              <a:avLst/>
              <a:gdLst>
                <a:gd name="T0" fmla="*/ 396 w 396"/>
                <a:gd name="T1" fmla="*/ 267 h 267"/>
                <a:gd name="T2" fmla="*/ 0 w 396"/>
                <a:gd name="T3" fmla="*/ 0 h 267"/>
                <a:gd name="T4" fmla="*/ 0 60000 65536"/>
                <a:gd name="T5" fmla="*/ 0 60000 65536"/>
                <a:gd name="T6" fmla="*/ 0 w 396"/>
                <a:gd name="T7" fmla="*/ 0 h 267"/>
                <a:gd name="T8" fmla="*/ 396 w 396"/>
                <a:gd name="T9" fmla="*/ 267 h 26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96" h="267">
                  <a:moveTo>
                    <a:pt x="396" y="267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61" name="Freeform 57">
              <a:extLst>
                <a:ext uri="{FF2B5EF4-FFF2-40B4-BE49-F238E27FC236}">
                  <a16:creationId xmlns:a16="http://schemas.microsoft.com/office/drawing/2014/main" id="{F0C743D6-8B32-AB43-89EE-68493533AB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7" y="1146"/>
              <a:ext cx="1110" cy="645"/>
            </a:xfrm>
            <a:custGeom>
              <a:avLst/>
              <a:gdLst>
                <a:gd name="T0" fmla="*/ 1110 w 1110"/>
                <a:gd name="T1" fmla="*/ 342 h 645"/>
                <a:gd name="T2" fmla="*/ 0 w 1110"/>
                <a:gd name="T3" fmla="*/ 645 h 645"/>
                <a:gd name="T4" fmla="*/ 0 60000 65536"/>
                <a:gd name="T5" fmla="*/ 0 60000 65536"/>
                <a:gd name="T6" fmla="*/ 0 w 1110"/>
                <a:gd name="T7" fmla="*/ 0 h 645"/>
                <a:gd name="T8" fmla="*/ 1110 w 1110"/>
                <a:gd name="T9" fmla="*/ 645 h 645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110" h="645">
                  <a:moveTo>
                    <a:pt x="1110" y="342"/>
                  </a:moveTo>
                  <a:cubicBezTo>
                    <a:pt x="1104" y="0"/>
                    <a:pt x="21" y="63"/>
                    <a:pt x="0" y="645"/>
                  </a:cubicBez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grpSp>
          <p:nvGrpSpPr>
            <p:cNvPr id="162" name="Group 58">
              <a:extLst>
                <a:ext uri="{FF2B5EF4-FFF2-40B4-BE49-F238E27FC236}">
                  <a16:creationId xmlns:a16="http://schemas.microsoft.com/office/drawing/2014/main" id="{1494C31E-1843-3C4C-B448-0EE4B2D48D2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287" y="1744"/>
              <a:ext cx="205" cy="250"/>
              <a:chOff x="2954" y="2425"/>
              <a:chExt cx="208" cy="250"/>
            </a:xfrm>
          </p:grpSpPr>
          <p:sp>
            <p:nvSpPr>
              <p:cNvPr id="198" name="Rectangle 59">
                <a:extLst>
                  <a:ext uri="{FF2B5EF4-FFF2-40B4-BE49-F238E27FC236}">
                    <a16:creationId xmlns:a16="http://schemas.microsoft.com/office/drawing/2014/main" id="{0C8D8FC3-8C0A-E94F-83DB-FC9755166B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99" name="Text Box 60">
                <a:extLst>
                  <a:ext uri="{FF2B5EF4-FFF2-40B4-BE49-F238E27FC236}">
                    <a16:creationId xmlns:a16="http://schemas.microsoft.com/office/drawing/2014/main" id="{C48049A0-1569-9141-9231-3DE54FE038B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4" y="2425"/>
                <a:ext cx="208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u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173" name="Group 61">
              <a:extLst>
                <a:ext uri="{FF2B5EF4-FFF2-40B4-BE49-F238E27FC236}">
                  <a16:creationId xmlns:a16="http://schemas.microsoft.com/office/drawing/2014/main" id="{B00F025D-2C95-A044-AFF5-397F6CA81FA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461" y="2128"/>
              <a:ext cx="196" cy="250"/>
              <a:chOff x="2958" y="2425"/>
              <a:chExt cx="199" cy="250"/>
            </a:xfrm>
          </p:grpSpPr>
          <p:sp>
            <p:nvSpPr>
              <p:cNvPr id="196" name="Rectangle 62">
                <a:extLst>
                  <a:ext uri="{FF2B5EF4-FFF2-40B4-BE49-F238E27FC236}">
                    <a16:creationId xmlns:a16="http://schemas.microsoft.com/office/drawing/2014/main" id="{DBBD13A0-0A7C-8049-879E-1B92947643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97" name="Text Box 63">
                <a:extLst>
                  <a:ext uri="{FF2B5EF4-FFF2-40B4-BE49-F238E27FC236}">
                    <a16:creationId xmlns:a16="http://schemas.microsoft.com/office/drawing/2014/main" id="{7AB2974E-D97D-A248-BCD8-AF4D1F0FDCA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8" y="2425"/>
                <a:ext cx="199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y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174" name="Group 64">
              <a:extLst>
                <a:ext uri="{FF2B5EF4-FFF2-40B4-BE49-F238E27FC236}">
                  <a16:creationId xmlns:a16="http://schemas.microsoft.com/office/drawing/2014/main" id="{33C09162-022E-2E4B-B1DD-AA461D35FDB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72" y="2095"/>
              <a:ext cx="212" cy="288"/>
              <a:chOff x="2951" y="2395"/>
              <a:chExt cx="213" cy="288"/>
            </a:xfrm>
          </p:grpSpPr>
          <p:sp>
            <p:nvSpPr>
              <p:cNvPr id="194" name="Rectangle 65">
                <a:extLst>
                  <a:ext uri="{FF2B5EF4-FFF2-40B4-BE49-F238E27FC236}">
                    <a16:creationId xmlns:a16="http://schemas.microsoft.com/office/drawing/2014/main" id="{CCEE4832-7AF3-4A40-BCBA-0E78A1D44B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95" name="Text Box 66">
                <a:extLst>
                  <a:ext uri="{FF2B5EF4-FFF2-40B4-BE49-F238E27FC236}">
                    <a16:creationId xmlns:a16="http://schemas.microsoft.com/office/drawing/2014/main" id="{A18AA9CD-8C8C-C64E-8BB2-ABFB82B7752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1" y="2395"/>
                <a:ext cx="213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x</a:t>
                </a:r>
              </a:p>
            </p:txBody>
          </p:sp>
        </p:grpSp>
        <p:grpSp>
          <p:nvGrpSpPr>
            <p:cNvPr id="175" name="Group 67">
              <a:extLst>
                <a:ext uri="{FF2B5EF4-FFF2-40B4-BE49-F238E27FC236}">
                  <a16:creationId xmlns:a16="http://schemas.microsoft.com/office/drawing/2014/main" id="{7E4A4CB5-5240-5047-A355-D558A3E12E2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437" y="1438"/>
              <a:ext cx="233" cy="252"/>
              <a:chOff x="2940" y="2425"/>
              <a:chExt cx="236" cy="252"/>
            </a:xfrm>
          </p:grpSpPr>
          <p:sp>
            <p:nvSpPr>
              <p:cNvPr id="192" name="Rectangle 68">
                <a:extLst>
                  <a:ext uri="{FF2B5EF4-FFF2-40B4-BE49-F238E27FC236}">
                    <a16:creationId xmlns:a16="http://schemas.microsoft.com/office/drawing/2014/main" id="{A96BB7D8-5E3B-F54A-ACAA-E0677DC078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6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93" name="Text Box 69">
                <a:extLst>
                  <a:ext uri="{FF2B5EF4-FFF2-40B4-BE49-F238E27FC236}">
                    <a16:creationId xmlns:a16="http://schemas.microsoft.com/office/drawing/2014/main" id="{410DA41D-9F14-6F44-84CA-D9A959BDF5D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40" y="2425"/>
                <a:ext cx="236" cy="25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w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176" name="Group 70">
              <a:extLst>
                <a:ext uri="{FF2B5EF4-FFF2-40B4-BE49-F238E27FC236}">
                  <a16:creationId xmlns:a16="http://schemas.microsoft.com/office/drawing/2014/main" id="{E0B1048B-D084-C846-A55C-AC744DBE9F3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71" y="1438"/>
              <a:ext cx="196" cy="250"/>
              <a:chOff x="2958" y="2425"/>
              <a:chExt cx="199" cy="250"/>
            </a:xfrm>
          </p:grpSpPr>
          <p:sp>
            <p:nvSpPr>
              <p:cNvPr id="190" name="Rectangle 71">
                <a:extLst>
                  <a:ext uri="{FF2B5EF4-FFF2-40B4-BE49-F238E27FC236}">
                    <a16:creationId xmlns:a16="http://schemas.microsoft.com/office/drawing/2014/main" id="{7CD3D1BE-34F4-094F-BA32-8D49284AB6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91" name="Text Box 72">
                <a:extLst>
                  <a:ext uri="{FF2B5EF4-FFF2-40B4-BE49-F238E27FC236}">
                    <a16:creationId xmlns:a16="http://schemas.microsoft.com/office/drawing/2014/main" id="{3D5C06AA-C47B-6A4D-8A27-AA4C7D76D28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8" y="2425"/>
                <a:ext cx="199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v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177" name="Group 73">
              <a:extLst>
                <a:ext uri="{FF2B5EF4-FFF2-40B4-BE49-F238E27FC236}">
                  <a16:creationId xmlns:a16="http://schemas.microsoft.com/office/drawing/2014/main" id="{39C6C191-6A4D-D145-9B17-2F0B670B8A9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025" y="1756"/>
              <a:ext cx="212" cy="288"/>
              <a:chOff x="2949" y="2395"/>
              <a:chExt cx="214" cy="288"/>
            </a:xfrm>
          </p:grpSpPr>
          <p:sp>
            <p:nvSpPr>
              <p:cNvPr id="188" name="Rectangle 74">
                <a:extLst>
                  <a:ext uri="{FF2B5EF4-FFF2-40B4-BE49-F238E27FC236}">
                    <a16:creationId xmlns:a16="http://schemas.microsoft.com/office/drawing/2014/main" id="{878788BF-9BAB-6B4B-BCC1-7F88FC57D4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89" name="Text Box 75">
                <a:extLst>
                  <a:ext uri="{FF2B5EF4-FFF2-40B4-BE49-F238E27FC236}">
                    <a16:creationId xmlns:a16="http://schemas.microsoft.com/office/drawing/2014/main" id="{29553818-901F-A74B-A973-8B1ACA61A2E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49" y="2395"/>
                <a:ext cx="214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z</a:t>
                </a:r>
              </a:p>
            </p:txBody>
          </p:sp>
        </p:grpSp>
        <p:sp>
          <p:nvSpPr>
            <p:cNvPr id="178" name="Text Box 76">
              <a:extLst>
                <a:ext uri="{FF2B5EF4-FFF2-40B4-BE49-F238E27FC236}">
                  <a16:creationId xmlns:a16="http://schemas.microsoft.com/office/drawing/2014/main" id="{346FE683-DA02-964E-912E-9008265FA1E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93" y="1568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79" name="Text Box 77">
              <a:extLst>
                <a:ext uri="{FF2B5EF4-FFF2-40B4-BE49-F238E27FC236}">
                  <a16:creationId xmlns:a16="http://schemas.microsoft.com/office/drawing/2014/main" id="{83CAABB4-6EF8-DD4F-86E0-A7C8DC5F3BE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41" y="1787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0" name="Text Box 78">
              <a:extLst>
                <a:ext uri="{FF2B5EF4-FFF2-40B4-BE49-F238E27FC236}">
                  <a16:creationId xmlns:a16="http://schemas.microsoft.com/office/drawing/2014/main" id="{60B8E963-90D2-C24E-B1C3-92826407D03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06" y="2000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1" name="Text Box 79">
              <a:extLst>
                <a:ext uri="{FF2B5EF4-FFF2-40B4-BE49-F238E27FC236}">
                  <a16:creationId xmlns:a16="http://schemas.microsoft.com/office/drawing/2014/main" id="{DCA75031-4CAF-FB4B-B5B5-33DB92D51C0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25" y="1880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2" name="Text Box 80">
              <a:extLst>
                <a:ext uri="{FF2B5EF4-FFF2-40B4-BE49-F238E27FC236}">
                  <a16:creationId xmlns:a16="http://schemas.microsoft.com/office/drawing/2014/main" id="{C519B319-7316-9041-86CC-85BF1228899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62" y="2234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3" name="Text Box 81">
              <a:extLst>
                <a:ext uri="{FF2B5EF4-FFF2-40B4-BE49-F238E27FC236}">
                  <a16:creationId xmlns:a16="http://schemas.microsoft.com/office/drawing/2014/main" id="{5B6C4D06-FD20-5C4C-9AE3-6086B101980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22" y="1805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4" name="Text Box 82">
              <a:extLst>
                <a:ext uri="{FF2B5EF4-FFF2-40B4-BE49-F238E27FC236}">
                  <a16:creationId xmlns:a16="http://schemas.microsoft.com/office/drawing/2014/main" id="{D7076B21-53BA-B14B-954F-D3582ED801D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82" y="2069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5" name="Text Box 83">
              <a:extLst>
                <a:ext uri="{FF2B5EF4-FFF2-40B4-BE49-F238E27FC236}">
                  <a16:creationId xmlns:a16="http://schemas.microsoft.com/office/drawing/2014/main" id="{35EAA28F-B2FC-B840-B933-852F6B10C52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55" y="1532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6" name="Text Box 84">
              <a:extLst>
                <a:ext uri="{FF2B5EF4-FFF2-40B4-BE49-F238E27FC236}">
                  <a16:creationId xmlns:a16="http://schemas.microsoft.com/office/drawing/2014/main" id="{1DF8C370-9E82-204B-BC41-540B267E1D2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20" y="1382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7" name="Text Box 85">
              <a:extLst>
                <a:ext uri="{FF2B5EF4-FFF2-40B4-BE49-F238E27FC236}">
                  <a16:creationId xmlns:a16="http://schemas.microsoft.com/office/drawing/2014/main" id="{70F01FE7-388D-494B-9568-B741BD3A18C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69" y="1115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cxnSp>
        <p:nvCxnSpPr>
          <p:cNvPr id="200" name="Straight Arrow Connector 199">
            <a:extLst>
              <a:ext uri="{FF2B5EF4-FFF2-40B4-BE49-F238E27FC236}">
                <a16:creationId xmlns:a16="http://schemas.microsoft.com/office/drawing/2014/main" id="{D0EB6011-5A98-FD41-B923-923C37A2C8EB}"/>
              </a:ext>
            </a:extLst>
          </p:cNvPr>
          <p:cNvCxnSpPr>
            <a:cxnSpLocks/>
          </p:cNvCxnSpPr>
          <p:nvPr/>
        </p:nvCxnSpPr>
        <p:spPr>
          <a:xfrm>
            <a:off x="1118203" y="5514294"/>
            <a:ext cx="439472" cy="428799"/>
          </a:xfrm>
          <a:prstGeom prst="straightConnector1">
            <a:avLst/>
          </a:prstGeom>
          <a:ln w="317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09" name="Group 108">
            <a:extLst>
              <a:ext uri="{FF2B5EF4-FFF2-40B4-BE49-F238E27FC236}">
                <a16:creationId xmlns:a16="http://schemas.microsoft.com/office/drawing/2014/main" id="{F788D50F-B789-D144-9C6D-4EB2777C45F6}"/>
              </a:ext>
            </a:extLst>
          </p:cNvPr>
          <p:cNvGrpSpPr/>
          <p:nvPr/>
        </p:nvGrpSpPr>
        <p:grpSpPr>
          <a:xfrm>
            <a:off x="4263633" y="2255616"/>
            <a:ext cx="5679281" cy="416447"/>
            <a:chOff x="4263633" y="2255616"/>
            <a:chExt cx="5679281" cy="416447"/>
          </a:xfrm>
        </p:grpSpPr>
        <p:sp>
          <p:nvSpPr>
            <p:cNvPr id="110" name="Text Box 9">
              <a:extLst>
                <a:ext uri="{FF2B5EF4-FFF2-40B4-BE49-F238E27FC236}">
                  <a16:creationId xmlns:a16="http://schemas.microsoft.com/office/drawing/2014/main" id="{65B395D1-ACAF-AB4A-A53B-728973E1FE6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564285" y="2301914"/>
              <a:ext cx="378629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charset="0"/>
                  <a:ea typeface="ＭＳ Ｐゴシック" charset="0"/>
                </a:rPr>
                <a:t>∞</a:t>
              </a: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11" name="Text Box 8">
              <a:extLst>
                <a:ext uri="{FF2B5EF4-FFF2-40B4-BE49-F238E27FC236}">
                  <a16:creationId xmlns:a16="http://schemas.microsoft.com/office/drawing/2014/main" id="{C4F3D1DE-8C63-AD4B-B1C0-FE339DA1FD0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06722" y="2260378"/>
              <a:ext cx="526106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2,x</a:t>
              </a:r>
            </a:p>
          </p:txBody>
        </p:sp>
        <p:sp>
          <p:nvSpPr>
            <p:cNvPr id="117" name="Text Box 6">
              <a:extLst>
                <a:ext uri="{FF2B5EF4-FFF2-40B4-BE49-F238E27FC236}">
                  <a16:creationId xmlns:a16="http://schemas.microsoft.com/office/drawing/2014/main" id="{C9401439-4F9A-5245-B5D8-98F93D2D33D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66247" y="2271953"/>
              <a:ext cx="526105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4,x</a:t>
              </a:r>
            </a:p>
          </p:txBody>
        </p:sp>
        <p:sp>
          <p:nvSpPr>
            <p:cNvPr id="118" name="Text Box 5">
              <a:extLst>
                <a:ext uri="{FF2B5EF4-FFF2-40B4-BE49-F238E27FC236}">
                  <a16:creationId xmlns:a16="http://schemas.microsoft.com/office/drawing/2014/main" id="{05199638-1656-3440-8601-484D6E8D2EB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63633" y="2255616"/>
              <a:ext cx="54053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2,u</a:t>
              </a:r>
            </a:p>
          </p:txBody>
        </p:sp>
      </p:grpSp>
      <p:sp>
        <p:nvSpPr>
          <p:cNvPr id="171" name="Oval 114">
            <a:extLst>
              <a:ext uri="{FF2B5EF4-FFF2-40B4-BE49-F238E27FC236}">
                <a16:creationId xmlns:a16="http://schemas.microsoft.com/office/drawing/2014/main" id="{E65BD954-0CEF-0549-AB54-7CAE01A2E242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95837" y="2316864"/>
            <a:ext cx="602852" cy="301972"/>
          </a:xfrm>
          <a:prstGeom prst="ellips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charset="0"/>
              <a:ea typeface="ＭＳ Ｐゴシック" charset="0"/>
              <a:cs typeface="+mn-cs"/>
            </a:endParaRPr>
          </a:p>
        </p:txBody>
      </p:sp>
      <p:sp>
        <p:nvSpPr>
          <p:cNvPr id="209" name="Text Box 4">
            <a:extLst>
              <a:ext uri="{FF2B5EF4-FFF2-40B4-BE49-F238E27FC236}">
                <a16:creationId xmlns:a16="http://schemas.microsoft.com/office/drawing/2014/main" id="{0287B239-D17F-164E-887D-3DDF8EB7F20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16771" y="2546463"/>
            <a:ext cx="58381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uxy</a:t>
            </a:r>
          </a:p>
        </p:txBody>
      </p:sp>
      <p:grpSp>
        <p:nvGrpSpPr>
          <p:cNvPr id="166" name="Group 165">
            <a:extLst>
              <a:ext uri="{FF2B5EF4-FFF2-40B4-BE49-F238E27FC236}">
                <a16:creationId xmlns:a16="http://schemas.microsoft.com/office/drawing/2014/main" id="{9B6EC370-4690-3E46-AB1F-67BC3824C362}"/>
              </a:ext>
            </a:extLst>
          </p:cNvPr>
          <p:cNvGrpSpPr/>
          <p:nvPr/>
        </p:nvGrpSpPr>
        <p:grpSpPr>
          <a:xfrm>
            <a:off x="4263633" y="2546912"/>
            <a:ext cx="5753019" cy="428022"/>
            <a:chOff x="4263633" y="2546912"/>
            <a:chExt cx="5753019" cy="428022"/>
          </a:xfrm>
        </p:grpSpPr>
        <p:sp>
          <p:nvSpPr>
            <p:cNvPr id="168" name="Text Box 9">
              <a:extLst>
                <a:ext uri="{FF2B5EF4-FFF2-40B4-BE49-F238E27FC236}">
                  <a16:creationId xmlns:a16="http://schemas.microsoft.com/office/drawing/2014/main" id="{8EFA72A1-3DB5-DF4E-B71C-36925819E09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490547" y="2546912"/>
              <a:ext cx="526105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4,y</a:t>
              </a:r>
            </a:p>
          </p:txBody>
        </p:sp>
        <p:sp>
          <p:nvSpPr>
            <p:cNvPr id="201" name="Text Box 6">
              <a:extLst>
                <a:ext uri="{FF2B5EF4-FFF2-40B4-BE49-F238E27FC236}">
                  <a16:creationId xmlns:a16="http://schemas.microsoft.com/office/drawing/2014/main" id="{698EB84B-B9AC-1E4F-9ED3-7D9285536BF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66247" y="2574824"/>
              <a:ext cx="526106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3,y</a:t>
              </a:r>
            </a:p>
          </p:txBody>
        </p:sp>
        <p:sp>
          <p:nvSpPr>
            <p:cNvPr id="202" name="Text Box 5">
              <a:extLst>
                <a:ext uri="{FF2B5EF4-FFF2-40B4-BE49-F238E27FC236}">
                  <a16:creationId xmlns:a16="http://schemas.microsoft.com/office/drawing/2014/main" id="{1C67B278-22E0-CE4D-A434-92237BAE990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63633" y="2558487"/>
              <a:ext cx="54053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2,u</a:t>
              </a:r>
            </a:p>
          </p:txBody>
        </p:sp>
      </p:grpSp>
      <p:sp>
        <p:nvSpPr>
          <p:cNvPr id="170" name="Oval 114">
            <a:extLst>
              <a:ext uri="{FF2B5EF4-FFF2-40B4-BE49-F238E27FC236}">
                <a16:creationId xmlns:a16="http://schemas.microsoft.com/office/drawing/2014/main" id="{297F9B67-0084-F24B-8B98-FA793D568FE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52576" y="2608159"/>
            <a:ext cx="602852" cy="301972"/>
          </a:xfrm>
          <a:prstGeom prst="ellips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charset="0"/>
              <a:ea typeface="ＭＳ Ｐゴシック" charset="0"/>
              <a:cs typeface="+mn-cs"/>
            </a:endParaRPr>
          </a:p>
        </p:txBody>
      </p:sp>
      <p:sp>
        <p:nvSpPr>
          <p:cNvPr id="220" name="Text Box 4">
            <a:extLst>
              <a:ext uri="{FF2B5EF4-FFF2-40B4-BE49-F238E27FC236}">
                <a16:creationId xmlns:a16="http://schemas.microsoft.com/office/drawing/2014/main" id="{7648EBF3-81A0-F345-9981-8D8AF954E5F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698178" y="2856764"/>
            <a:ext cx="71205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uxyv</a:t>
            </a:r>
          </a:p>
        </p:txBody>
      </p:sp>
      <p:cxnSp>
        <p:nvCxnSpPr>
          <p:cNvPr id="221" name="Straight Arrow Connector 220">
            <a:extLst>
              <a:ext uri="{FF2B5EF4-FFF2-40B4-BE49-F238E27FC236}">
                <a16:creationId xmlns:a16="http://schemas.microsoft.com/office/drawing/2014/main" id="{0BD1F41D-EB0C-7647-9C8B-BD9891B74EAC}"/>
              </a:ext>
            </a:extLst>
          </p:cNvPr>
          <p:cNvCxnSpPr>
            <a:cxnSpLocks/>
          </p:cNvCxnSpPr>
          <p:nvPr/>
        </p:nvCxnSpPr>
        <p:spPr>
          <a:xfrm>
            <a:off x="2017455" y="6020765"/>
            <a:ext cx="586969" cy="6484"/>
          </a:xfrm>
          <a:prstGeom prst="straightConnector1">
            <a:avLst/>
          </a:prstGeom>
          <a:ln w="317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17" name="Group 216">
            <a:extLst>
              <a:ext uri="{FF2B5EF4-FFF2-40B4-BE49-F238E27FC236}">
                <a16:creationId xmlns:a16="http://schemas.microsoft.com/office/drawing/2014/main" id="{F404110F-EE86-7D41-82F9-09316E4C0ED0}"/>
              </a:ext>
            </a:extLst>
          </p:cNvPr>
          <p:cNvGrpSpPr/>
          <p:nvPr/>
        </p:nvGrpSpPr>
        <p:grpSpPr>
          <a:xfrm>
            <a:off x="5554672" y="2866120"/>
            <a:ext cx="4461980" cy="406922"/>
            <a:chOff x="5554672" y="2866120"/>
            <a:chExt cx="4461980" cy="406922"/>
          </a:xfrm>
        </p:grpSpPr>
        <p:sp>
          <p:nvSpPr>
            <p:cNvPr id="218" name="Text Box 9">
              <a:extLst>
                <a:ext uri="{FF2B5EF4-FFF2-40B4-BE49-F238E27FC236}">
                  <a16:creationId xmlns:a16="http://schemas.microsoft.com/office/drawing/2014/main" id="{7E921F87-9D3D-C049-B044-F9AE7064825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490547" y="2872932"/>
              <a:ext cx="526105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4,y</a:t>
              </a:r>
            </a:p>
          </p:txBody>
        </p:sp>
        <p:sp>
          <p:nvSpPr>
            <p:cNvPr id="222" name="Text Box 6">
              <a:extLst>
                <a:ext uri="{FF2B5EF4-FFF2-40B4-BE49-F238E27FC236}">
                  <a16:creationId xmlns:a16="http://schemas.microsoft.com/office/drawing/2014/main" id="{003FBBAD-CA0C-E04B-A301-22E94EE62CA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54672" y="2866120"/>
              <a:ext cx="526106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3,y</a:t>
              </a:r>
            </a:p>
          </p:txBody>
        </p:sp>
      </p:grpSp>
      <p:cxnSp>
        <p:nvCxnSpPr>
          <p:cNvPr id="207" name="Straight Arrow Connector 206">
            <a:extLst>
              <a:ext uri="{FF2B5EF4-FFF2-40B4-BE49-F238E27FC236}">
                <a16:creationId xmlns:a16="http://schemas.microsoft.com/office/drawing/2014/main" id="{787AAA88-1A4D-4F42-AED5-1A8D64761CA5}"/>
              </a:ext>
            </a:extLst>
          </p:cNvPr>
          <p:cNvCxnSpPr>
            <a:cxnSpLocks/>
          </p:cNvCxnSpPr>
          <p:nvPr/>
        </p:nvCxnSpPr>
        <p:spPr>
          <a:xfrm flipV="1">
            <a:off x="1170996" y="5023414"/>
            <a:ext cx="502342" cy="281976"/>
          </a:xfrm>
          <a:prstGeom prst="straightConnector1">
            <a:avLst/>
          </a:prstGeom>
          <a:ln w="317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13" name="Group 212">
            <a:extLst>
              <a:ext uri="{FF2B5EF4-FFF2-40B4-BE49-F238E27FC236}">
                <a16:creationId xmlns:a16="http://schemas.microsoft.com/office/drawing/2014/main" id="{601EBFD0-D4AD-9247-9D77-B94D622E1FAA}"/>
              </a:ext>
            </a:extLst>
          </p:cNvPr>
          <p:cNvGrpSpPr/>
          <p:nvPr/>
        </p:nvGrpSpPr>
        <p:grpSpPr>
          <a:xfrm>
            <a:off x="3082834" y="1345224"/>
            <a:ext cx="2890824" cy="2192195"/>
            <a:chOff x="1559224" y="-432243"/>
            <a:chExt cx="2890824" cy="2192195"/>
          </a:xfrm>
        </p:grpSpPr>
        <p:sp>
          <p:nvSpPr>
            <p:cNvPr id="216" name="Oval 215">
              <a:extLst>
                <a:ext uri="{FF2B5EF4-FFF2-40B4-BE49-F238E27FC236}">
                  <a16:creationId xmlns:a16="http://schemas.microsoft.com/office/drawing/2014/main" id="{746423EF-63DD-3343-9662-5B2931DA7273}"/>
                </a:ext>
              </a:extLst>
            </p:cNvPr>
            <p:cNvSpPr/>
            <p:nvPr/>
          </p:nvSpPr>
          <p:spPr>
            <a:xfrm>
              <a:off x="4134952" y="-432243"/>
              <a:ext cx="315096" cy="295532"/>
            </a:xfrm>
            <a:prstGeom prst="ellipse">
              <a:avLst/>
            </a:prstGeom>
            <a:noFill/>
            <a:ln w="1905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219" name="Straight Arrow Connector 218">
              <a:extLst>
                <a:ext uri="{FF2B5EF4-FFF2-40B4-BE49-F238E27FC236}">
                  <a16:creationId xmlns:a16="http://schemas.microsoft.com/office/drawing/2014/main" id="{85760C0E-983E-B441-806E-22BCF64E7382}"/>
                </a:ext>
              </a:extLst>
            </p:cNvPr>
            <p:cNvCxnSpPr>
              <a:cxnSpLocks/>
              <a:stCxn id="216" idx="2"/>
              <a:endCxn id="223" idx="6"/>
            </p:cNvCxnSpPr>
            <p:nvPr/>
          </p:nvCxnSpPr>
          <p:spPr>
            <a:xfrm flipH="1">
              <a:off x="1861441" y="-284477"/>
              <a:ext cx="2273511" cy="1896663"/>
            </a:xfrm>
            <a:prstGeom prst="straightConnector1">
              <a:avLst/>
            </a:prstGeom>
            <a:ln w="15875">
              <a:solidFill>
                <a:srgbClr val="FF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23" name="Oval 222">
              <a:extLst>
                <a:ext uri="{FF2B5EF4-FFF2-40B4-BE49-F238E27FC236}">
                  <a16:creationId xmlns:a16="http://schemas.microsoft.com/office/drawing/2014/main" id="{5D5E27BC-D759-D946-87D8-DD12082603F9}"/>
                </a:ext>
              </a:extLst>
            </p:cNvPr>
            <p:cNvSpPr/>
            <p:nvPr/>
          </p:nvSpPr>
          <p:spPr>
            <a:xfrm>
              <a:off x="1559224" y="1464420"/>
              <a:ext cx="302217" cy="295532"/>
            </a:xfrm>
            <a:prstGeom prst="ellipse">
              <a:avLst/>
            </a:prstGeom>
            <a:noFill/>
            <a:ln w="1905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214" name="Oval 114">
            <a:extLst>
              <a:ext uri="{FF2B5EF4-FFF2-40B4-BE49-F238E27FC236}">
                <a16:creationId xmlns:a16="http://schemas.microsoft.com/office/drawing/2014/main" id="{E38717AD-8034-D440-9ED5-72264494C28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45236" y="2930322"/>
            <a:ext cx="602852" cy="301972"/>
          </a:xfrm>
          <a:prstGeom prst="ellips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charset="0"/>
              <a:ea typeface="ＭＳ Ｐゴシック" charset="0"/>
              <a:cs typeface="+mn-cs"/>
            </a:endParaRPr>
          </a:p>
        </p:txBody>
      </p:sp>
      <p:sp>
        <p:nvSpPr>
          <p:cNvPr id="224" name="Text Box 4">
            <a:extLst>
              <a:ext uri="{FF2B5EF4-FFF2-40B4-BE49-F238E27FC236}">
                <a16:creationId xmlns:a16="http://schemas.microsoft.com/office/drawing/2014/main" id="{9B6F5E29-137E-6D4A-97FE-A1CB75C44EE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21874" y="3178926"/>
            <a:ext cx="898003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uxyvw</a:t>
            </a:r>
          </a:p>
        </p:txBody>
      </p:sp>
      <p:cxnSp>
        <p:nvCxnSpPr>
          <p:cNvPr id="225" name="Straight Arrow Connector 224">
            <a:extLst>
              <a:ext uri="{FF2B5EF4-FFF2-40B4-BE49-F238E27FC236}">
                <a16:creationId xmlns:a16="http://schemas.microsoft.com/office/drawing/2014/main" id="{4983EAC5-E137-B845-8167-8FF621B46BC3}"/>
              </a:ext>
            </a:extLst>
          </p:cNvPr>
          <p:cNvCxnSpPr>
            <a:cxnSpLocks/>
          </p:cNvCxnSpPr>
          <p:nvPr/>
        </p:nvCxnSpPr>
        <p:spPr>
          <a:xfrm flipV="1">
            <a:off x="2879488" y="5005314"/>
            <a:ext cx="0" cy="883534"/>
          </a:xfrm>
          <a:prstGeom prst="straightConnector1">
            <a:avLst/>
          </a:prstGeom>
          <a:ln w="317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37175813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2" dur="500"/>
                                        <p:tgtEl>
                                          <p:spTgt spid="2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500"/>
                            </p:stCondLst>
                            <p:childTnLst>
                              <p:par>
                                <p:cTn id="14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2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2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14" grpId="0" animBg="1"/>
      <p:bldP spid="224" grpId="0"/>
    </p:bldLst>
  </p:timing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5" name="Group 164">
            <a:extLst>
              <a:ext uri="{FF2B5EF4-FFF2-40B4-BE49-F238E27FC236}">
                <a16:creationId xmlns:a16="http://schemas.microsoft.com/office/drawing/2014/main" id="{1D55AC0E-D2D6-F941-9AA6-9306F9726C0A}"/>
              </a:ext>
            </a:extLst>
          </p:cNvPr>
          <p:cNvGrpSpPr/>
          <p:nvPr/>
        </p:nvGrpSpPr>
        <p:grpSpPr>
          <a:xfrm>
            <a:off x="4454071" y="3833590"/>
            <a:ext cx="1669144" cy="2786743"/>
            <a:chOff x="391885" y="3599543"/>
            <a:chExt cx="1669144" cy="2786743"/>
          </a:xfrm>
        </p:grpSpPr>
        <p:sp>
          <p:nvSpPr>
            <p:cNvPr id="169" name="Oval 168">
              <a:extLst>
                <a:ext uri="{FF2B5EF4-FFF2-40B4-BE49-F238E27FC236}">
                  <a16:creationId xmlns:a16="http://schemas.microsoft.com/office/drawing/2014/main" id="{75F79124-CB88-0245-A13C-A9F8EF8B54A5}"/>
                </a:ext>
              </a:extLst>
            </p:cNvPr>
            <p:cNvSpPr/>
            <p:nvPr/>
          </p:nvSpPr>
          <p:spPr>
            <a:xfrm>
              <a:off x="391885" y="3599543"/>
              <a:ext cx="1480458" cy="2786743"/>
            </a:xfrm>
            <a:prstGeom prst="ellipse">
              <a:avLst/>
            </a:prstGeom>
            <a:noFill/>
            <a:ln w="38100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03" name="Rectangle 202">
              <a:extLst>
                <a:ext uri="{FF2B5EF4-FFF2-40B4-BE49-F238E27FC236}">
                  <a16:creationId xmlns:a16="http://schemas.microsoft.com/office/drawing/2014/main" id="{C662265B-7333-144C-975B-222F0D3A4281}"/>
                </a:ext>
              </a:extLst>
            </p:cNvPr>
            <p:cNvSpPr/>
            <p:nvPr/>
          </p:nvSpPr>
          <p:spPr>
            <a:xfrm>
              <a:off x="1161143" y="3715658"/>
              <a:ext cx="899886" cy="1511295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204" name="Straight Arrow Connector 203">
              <a:extLst>
                <a:ext uri="{FF2B5EF4-FFF2-40B4-BE49-F238E27FC236}">
                  <a16:creationId xmlns:a16="http://schemas.microsoft.com/office/drawing/2014/main" id="{A9ED63E9-B922-974A-A009-C20182AD3D17}"/>
                </a:ext>
              </a:extLst>
            </p:cNvPr>
            <p:cNvCxnSpPr>
              <a:cxnSpLocks/>
            </p:cNvCxnSpPr>
            <p:nvPr/>
          </p:nvCxnSpPr>
          <p:spPr>
            <a:xfrm>
              <a:off x="1377950" y="3679825"/>
              <a:ext cx="144237" cy="107497"/>
            </a:xfrm>
            <a:prstGeom prst="straightConnector1">
              <a:avLst/>
            </a:prstGeom>
            <a:ln w="38100">
              <a:solidFill>
                <a:srgbClr val="C0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05" name="Text Box 3">
            <a:extLst>
              <a:ext uri="{FF2B5EF4-FFF2-40B4-BE49-F238E27FC236}">
                <a16:creationId xmlns:a16="http://schemas.microsoft.com/office/drawing/2014/main" id="{6F3DAD70-4F0A-6440-969F-3CCEA1CAD0D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49273" y="4882988"/>
            <a:ext cx="5767028" cy="76944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update </a:t>
            </a:r>
            <a:r>
              <a:rPr kumimoji="0" lang="en-US" sz="22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D(b) </a:t>
            </a:r>
            <a:r>
              <a:rPr kumimoji="0" lang="en-US" sz="2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for all </a:t>
            </a:r>
            <a:r>
              <a:rPr kumimoji="0" lang="en-US" sz="22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b</a:t>
            </a:r>
            <a:r>
              <a:rPr kumimoji="0" lang="en-US" sz="2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adjacent to </a:t>
            </a:r>
            <a:r>
              <a:rPr kumimoji="0" lang="en-US" sz="22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a</a:t>
            </a:r>
            <a:r>
              <a:rPr kumimoji="0" lang="en-US" sz="2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and not in </a:t>
            </a:r>
            <a:r>
              <a:rPr kumimoji="0" lang="en-US" sz="22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N</a:t>
            </a:r>
            <a:r>
              <a:rPr kumimoji="0" lang="en-US" sz="22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Arial" charset="0"/>
              </a:rPr>
              <a:t>'</a:t>
            </a:r>
            <a:r>
              <a:rPr kumimoji="0" lang="en-US" sz="22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</a:t>
            </a:r>
            <a:r>
              <a:rPr kumimoji="0" lang="en-US" sz="2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: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200" b="1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    D(b) = </a:t>
            </a:r>
            <a:r>
              <a:rPr kumimoji="0" lang="en-US" sz="2200" b="1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min</a:t>
            </a:r>
            <a:r>
              <a:rPr kumimoji="0" lang="en-US" sz="2200" b="1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( D(b), D(a) + c</a:t>
            </a:r>
            <a:r>
              <a:rPr kumimoji="0" lang="en-US" sz="2200" b="1" i="1" u="none" strike="noStrike" kern="1200" cap="none" spc="0" normalizeH="0" baseline="-2500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a,b </a:t>
            </a:r>
            <a:r>
              <a:rPr kumimoji="0" lang="en-US" sz="2200" b="1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) </a:t>
            </a:r>
          </a:p>
        </p:txBody>
      </p:sp>
      <p:grpSp>
        <p:nvGrpSpPr>
          <p:cNvPr id="206" name="Group 205">
            <a:extLst>
              <a:ext uri="{FF2B5EF4-FFF2-40B4-BE49-F238E27FC236}">
                <a16:creationId xmlns:a16="http://schemas.microsoft.com/office/drawing/2014/main" id="{BAB668A7-AFC7-C746-8D74-2C3BEE2C0C90}"/>
              </a:ext>
            </a:extLst>
          </p:cNvPr>
          <p:cNvGrpSpPr/>
          <p:nvPr/>
        </p:nvGrpSpPr>
        <p:grpSpPr>
          <a:xfrm>
            <a:off x="6497409" y="5402237"/>
            <a:ext cx="5103343" cy="749181"/>
            <a:chOff x="4625273" y="5620004"/>
            <a:chExt cx="5103343" cy="749181"/>
          </a:xfrm>
        </p:grpSpPr>
        <p:sp>
          <p:nvSpPr>
            <p:cNvPr id="208" name="Rectangle 207">
              <a:extLst>
                <a:ext uri="{FF2B5EF4-FFF2-40B4-BE49-F238E27FC236}">
                  <a16:creationId xmlns:a16="http://schemas.microsoft.com/office/drawing/2014/main" id="{75C3332E-25DC-5548-B18A-0DFEE9ABA6BC}"/>
                </a:ext>
              </a:extLst>
            </p:cNvPr>
            <p:cNvSpPr/>
            <p:nvPr/>
          </p:nvSpPr>
          <p:spPr>
            <a:xfrm>
              <a:off x="4661941" y="5934396"/>
              <a:ext cx="5066675" cy="434789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0" name="Text Box 3">
              <a:extLst>
                <a:ext uri="{FF2B5EF4-FFF2-40B4-BE49-F238E27FC236}">
                  <a16:creationId xmlns:a16="http://schemas.microsoft.com/office/drawing/2014/main" id="{66CA504C-894E-9D46-958C-24EC91FC696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67745" y="5620004"/>
              <a:ext cx="184731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endParaRPr>
            </a:p>
          </p:txBody>
        </p:sp>
        <p:sp>
          <p:nvSpPr>
            <p:cNvPr id="211" name="Text Box 3">
              <a:extLst>
                <a:ext uri="{FF2B5EF4-FFF2-40B4-BE49-F238E27FC236}">
                  <a16:creationId xmlns:a16="http://schemas.microsoft.com/office/drawing/2014/main" id="{818E7B6F-01C5-BD4D-81E3-08541D8843B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25273" y="5937296"/>
              <a:ext cx="5088957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</a:rPr>
                <a:t>D(z) = min ( D(z), D(w) + c</a:t>
              </a:r>
              <a:r>
                <a:rPr kumimoji="0" lang="en-US" sz="2000" b="0" i="1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</a:rPr>
                <a:t>w,z </a:t>
              </a:r>
              <a:r>
                <a:rPr kumimoji="0" lang="en-US" sz="20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</a:rPr>
                <a:t>) = min (4, 3+5) = 4 </a:t>
              </a:r>
            </a:p>
          </p:txBody>
        </p:sp>
      </p:grpSp>
      <p:sp>
        <p:nvSpPr>
          <p:cNvPr id="6" name="Title 5">
            <a:extLst>
              <a:ext uri="{FF2B5EF4-FFF2-40B4-BE49-F238E27FC236}">
                <a16:creationId xmlns:a16="http://schemas.microsoft.com/office/drawing/2014/main" id="{5B27BFF1-5DCE-D642-8EFE-FACB1C97EEE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199" y="354060"/>
            <a:ext cx="11179629" cy="894622"/>
          </a:xfrm>
        </p:spPr>
        <p:txBody>
          <a:bodyPr/>
          <a:lstStyle/>
          <a:p>
            <a:r>
              <a:rPr lang="en-US" b="0" dirty="0">
                <a:latin typeface="+mn-lt"/>
              </a:rPr>
              <a:t>Dijkstra’s algorithm: an example</a:t>
            </a:r>
          </a:p>
        </p:txBody>
      </p:sp>
      <p:sp>
        <p:nvSpPr>
          <p:cNvPr id="246" name="Text Box 3">
            <a:extLst>
              <a:ext uri="{FF2B5EF4-FFF2-40B4-BE49-F238E27FC236}">
                <a16:creationId xmlns:a16="http://schemas.microsoft.com/office/drawing/2014/main" id="{B903AE0C-4346-CF44-9481-037FB37A398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97181" y="1647825"/>
            <a:ext cx="706437" cy="2225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Step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0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1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2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3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4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5</a:t>
            </a:r>
          </a:p>
        </p:txBody>
      </p:sp>
      <p:sp>
        <p:nvSpPr>
          <p:cNvPr id="247" name="Text Box 4">
            <a:extLst>
              <a:ext uri="{FF2B5EF4-FFF2-40B4-BE49-F238E27FC236}">
                <a16:creationId xmlns:a16="http://schemas.microsoft.com/office/drawing/2014/main" id="{940B6AB4-2B9C-424D-9073-90B490CA145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07285" y="1657350"/>
            <a:ext cx="420308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N</a:t>
            </a: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rPr>
              <a:t>'</a:t>
            </a:r>
          </a:p>
        </p:txBody>
      </p:sp>
      <p:sp>
        <p:nvSpPr>
          <p:cNvPr id="248" name="Text Box 5">
            <a:extLst>
              <a:ext uri="{FF2B5EF4-FFF2-40B4-BE49-F238E27FC236}">
                <a16:creationId xmlns:a16="http://schemas.microsoft.com/office/drawing/2014/main" id="{BFC5A1B4-9A1A-8748-B5FA-043233C160A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32260" y="1626727"/>
            <a:ext cx="1180130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D(v),p(v)</a:t>
            </a:r>
          </a:p>
        </p:txBody>
      </p:sp>
      <p:sp>
        <p:nvSpPr>
          <p:cNvPr id="250" name="Text Box 7">
            <a:extLst>
              <a:ext uri="{FF2B5EF4-FFF2-40B4-BE49-F238E27FC236}">
                <a16:creationId xmlns:a16="http://schemas.microsoft.com/office/drawing/2014/main" id="{134AE2AD-F4F6-A646-BCC7-1F2E0A23EDC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34634" y="1626726"/>
            <a:ext cx="1180131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D(x),p(x)</a:t>
            </a:r>
          </a:p>
        </p:txBody>
      </p:sp>
      <p:sp>
        <p:nvSpPr>
          <p:cNvPr id="251" name="Text Box 8">
            <a:extLst>
              <a:ext uri="{FF2B5EF4-FFF2-40B4-BE49-F238E27FC236}">
                <a16:creationId xmlns:a16="http://schemas.microsoft.com/office/drawing/2014/main" id="{A27983AD-A090-0449-BF43-DC6600055B4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56559" y="1638300"/>
            <a:ext cx="1180131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D(y),p(y)</a:t>
            </a:r>
          </a:p>
        </p:txBody>
      </p:sp>
      <p:sp>
        <p:nvSpPr>
          <p:cNvPr id="252" name="Text Box 9">
            <a:extLst>
              <a:ext uri="{FF2B5EF4-FFF2-40B4-BE49-F238E27FC236}">
                <a16:creationId xmlns:a16="http://schemas.microsoft.com/office/drawing/2014/main" id="{297C2219-5295-1C4F-BC52-FD72360100D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63535" y="1638300"/>
            <a:ext cx="1180130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D(z),p(z)</a:t>
            </a:r>
          </a:p>
        </p:txBody>
      </p:sp>
      <p:sp>
        <p:nvSpPr>
          <p:cNvPr id="253" name="Line 10">
            <a:extLst>
              <a:ext uri="{FF2B5EF4-FFF2-40B4-BE49-F238E27FC236}">
                <a16:creationId xmlns:a16="http://schemas.microsoft.com/office/drawing/2014/main" id="{D9A0E014-3E4B-AA48-86C7-6D4E4AE592F4}"/>
              </a:ext>
            </a:extLst>
          </p:cNvPr>
          <p:cNvSpPr>
            <a:spLocks noChangeShapeType="1"/>
          </p:cNvSpPr>
          <p:nvPr/>
        </p:nvSpPr>
        <p:spPr bwMode="auto">
          <a:xfrm>
            <a:off x="1519418" y="1998662"/>
            <a:ext cx="8505825" cy="9525"/>
          </a:xfrm>
          <a:prstGeom prst="line">
            <a:avLst/>
          </a:prstGeom>
          <a:noFill/>
          <a:ln w="28575">
            <a:solidFill>
              <a:srgbClr val="3333CC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495" name="Text Box 6">
            <a:extLst>
              <a:ext uri="{FF2B5EF4-FFF2-40B4-BE49-F238E27FC236}">
                <a16:creationId xmlns:a16="http://schemas.microsoft.com/office/drawing/2014/main" id="{A24F37E4-4175-D247-9C29-BC40A27B53F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69951" y="1633417"/>
            <a:ext cx="1295547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D(w),p(w)</a:t>
            </a:r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83A2ED86-B66C-0F49-818B-087416791E66}"/>
              </a:ext>
            </a:extLst>
          </p:cNvPr>
          <p:cNvGrpSpPr/>
          <p:nvPr/>
        </p:nvGrpSpPr>
        <p:grpSpPr>
          <a:xfrm>
            <a:off x="4263633" y="1951300"/>
            <a:ext cx="5679281" cy="401555"/>
            <a:chOff x="4263633" y="1951300"/>
            <a:chExt cx="5679281" cy="401555"/>
          </a:xfrm>
        </p:grpSpPr>
        <p:sp>
          <p:nvSpPr>
            <p:cNvPr id="249" name="Text Box 6">
              <a:extLst>
                <a:ext uri="{FF2B5EF4-FFF2-40B4-BE49-F238E27FC236}">
                  <a16:creationId xmlns:a16="http://schemas.microsoft.com/office/drawing/2014/main" id="{CD4FA9CE-7149-A440-83C1-21E98C3A6B6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70608" y="1951300"/>
              <a:ext cx="54053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5,u</a:t>
              </a:r>
            </a:p>
          </p:txBody>
        </p:sp>
        <p:sp>
          <p:nvSpPr>
            <p:cNvPr id="483" name="Text Box 9">
              <a:extLst>
                <a:ext uri="{FF2B5EF4-FFF2-40B4-BE49-F238E27FC236}">
                  <a16:creationId xmlns:a16="http://schemas.microsoft.com/office/drawing/2014/main" id="{451C47E2-E094-7147-A23C-5212BC8FB56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564285" y="1975894"/>
              <a:ext cx="378629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charset="0"/>
                  <a:ea typeface="ＭＳ Ｐゴシック" charset="0"/>
                </a:rPr>
                <a:t>∞</a:t>
              </a: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93" name="Text Box 9">
              <a:extLst>
                <a:ext uri="{FF2B5EF4-FFF2-40B4-BE49-F238E27FC236}">
                  <a16:creationId xmlns:a16="http://schemas.microsoft.com/office/drawing/2014/main" id="{77161A6C-F59E-E646-A81F-7F211BDD004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68885" y="1974450"/>
              <a:ext cx="378629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charset="0"/>
                  <a:ea typeface="ＭＳ Ｐゴシック" charset="0"/>
                </a:rPr>
                <a:t>∞</a:t>
              </a: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94" name="Text Box 7">
              <a:extLst>
                <a:ext uri="{FF2B5EF4-FFF2-40B4-BE49-F238E27FC236}">
                  <a16:creationId xmlns:a16="http://schemas.microsoft.com/office/drawing/2014/main" id="{052BF5DE-999E-0047-B15A-B0A0D539AFA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866008" y="1951300"/>
              <a:ext cx="54053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1,u</a:t>
              </a:r>
            </a:p>
          </p:txBody>
        </p:sp>
        <p:sp>
          <p:nvSpPr>
            <p:cNvPr id="500" name="Text Box 5">
              <a:extLst>
                <a:ext uri="{FF2B5EF4-FFF2-40B4-BE49-F238E27FC236}">
                  <a16:creationId xmlns:a16="http://schemas.microsoft.com/office/drawing/2014/main" id="{39318546-EB10-7141-A532-7477C3F9247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63633" y="1952745"/>
              <a:ext cx="54053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2,u</a:t>
              </a:r>
            </a:p>
          </p:txBody>
        </p:sp>
      </p:grpSp>
      <p:sp>
        <p:nvSpPr>
          <p:cNvPr id="508" name="Text Box 4">
            <a:extLst>
              <a:ext uri="{FF2B5EF4-FFF2-40B4-BE49-F238E27FC236}">
                <a16:creationId xmlns:a16="http://schemas.microsoft.com/office/drawing/2014/main" id="{46A6DAE9-5634-E343-888C-DBD504BE17B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82181" y="1941646"/>
            <a:ext cx="32733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</a:t>
            </a:r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155C6A08-435F-074A-8CB5-94B5718AAF55}"/>
              </a:ext>
            </a:extLst>
          </p:cNvPr>
          <p:cNvCxnSpPr/>
          <p:nvPr/>
        </p:nvCxnSpPr>
        <p:spPr>
          <a:xfrm>
            <a:off x="1706097" y="2303362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09" name="Straight Connector 508">
            <a:extLst>
              <a:ext uri="{FF2B5EF4-FFF2-40B4-BE49-F238E27FC236}">
                <a16:creationId xmlns:a16="http://schemas.microsoft.com/office/drawing/2014/main" id="{A3B06771-707C-C549-B117-3063EC3738D7}"/>
              </a:ext>
            </a:extLst>
          </p:cNvPr>
          <p:cNvCxnSpPr/>
          <p:nvPr/>
        </p:nvCxnSpPr>
        <p:spPr>
          <a:xfrm>
            <a:off x="1714983" y="2606233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0" name="Straight Connector 509">
            <a:extLst>
              <a:ext uri="{FF2B5EF4-FFF2-40B4-BE49-F238E27FC236}">
                <a16:creationId xmlns:a16="http://schemas.microsoft.com/office/drawing/2014/main" id="{1D62FDB7-4F58-C84F-A936-529AACBF81D5}"/>
              </a:ext>
            </a:extLst>
          </p:cNvPr>
          <p:cNvCxnSpPr/>
          <p:nvPr/>
        </p:nvCxnSpPr>
        <p:spPr>
          <a:xfrm>
            <a:off x="1719251" y="2913722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1" name="Straight Connector 510">
            <a:extLst>
              <a:ext uri="{FF2B5EF4-FFF2-40B4-BE49-F238E27FC236}">
                <a16:creationId xmlns:a16="http://schemas.microsoft.com/office/drawing/2014/main" id="{F671747E-F7E7-174E-B66B-4158AC0C73AC}"/>
              </a:ext>
            </a:extLst>
          </p:cNvPr>
          <p:cNvCxnSpPr/>
          <p:nvPr/>
        </p:nvCxnSpPr>
        <p:spPr>
          <a:xfrm>
            <a:off x="1718901" y="3225829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4" name="Straight Connector 513">
            <a:extLst>
              <a:ext uri="{FF2B5EF4-FFF2-40B4-BE49-F238E27FC236}">
                <a16:creationId xmlns:a16="http://schemas.microsoft.com/office/drawing/2014/main" id="{A48E9275-8476-9244-A5FE-18548D30A1B6}"/>
              </a:ext>
            </a:extLst>
          </p:cNvPr>
          <p:cNvCxnSpPr/>
          <p:nvPr/>
        </p:nvCxnSpPr>
        <p:spPr>
          <a:xfrm>
            <a:off x="1727787" y="3565644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3" name="Text Box 3">
            <a:extLst>
              <a:ext uri="{FF2B5EF4-FFF2-40B4-BE49-F238E27FC236}">
                <a16:creationId xmlns:a16="http://schemas.microsoft.com/office/drawing/2014/main" id="{7F7C65A8-3A93-574D-9312-3FDE1275879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17465" y="3427169"/>
            <a:ext cx="1221809" cy="230832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charset="0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8  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Loop </a:t>
            </a: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srgbClr val="0000A8"/>
              </a:solidFill>
              <a:effectLst/>
              <a:uLnTx/>
              <a:uFillTx/>
              <a:latin typeface="Calibri" panose="020F0502020204030204"/>
              <a:ea typeface="ＭＳ Ｐゴシック" charset="0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9    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10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11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   </a:t>
            </a:r>
          </a:p>
        </p:txBody>
      </p:sp>
      <p:sp>
        <p:nvSpPr>
          <p:cNvPr id="164" name="Text Box 3">
            <a:extLst>
              <a:ext uri="{FF2B5EF4-FFF2-40B4-BE49-F238E27FC236}">
                <a16:creationId xmlns:a16="http://schemas.microsoft.com/office/drawing/2014/main" id="{9AD40842-B350-BF42-BC3C-5285750E157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76265" y="3750132"/>
            <a:ext cx="5864426" cy="12003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charset="0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find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a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not in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N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Arial" charset="0"/>
              </a:rPr>
              <a:t>'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such that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D(a)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is a minimum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add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a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to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N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Arial" charset="0"/>
              </a:rPr>
              <a:t>'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</a:t>
            </a:r>
          </a:p>
        </p:txBody>
      </p:sp>
      <p:sp>
        <p:nvSpPr>
          <p:cNvPr id="167" name="Oval 114">
            <a:extLst>
              <a:ext uri="{FF2B5EF4-FFF2-40B4-BE49-F238E27FC236}">
                <a16:creationId xmlns:a16="http://schemas.microsoft.com/office/drawing/2014/main" id="{D5350C1B-A977-CC45-ADDA-7ABEE3B22E6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43529" y="2025568"/>
            <a:ext cx="602852" cy="301972"/>
          </a:xfrm>
          <a:prstGeom prst="ellips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charset="0"/>
              <a:ea typeface="ＭＳ Ｐゴシック" charset="0"/>
              <a:cs typeface="+mn-cs"/>
            </a:endParaRPr>
          </a:p>
        </p:txBody>
      </p:sp>
      <p:sp>
        <p:nvSpPr>
          <p:cNvPr id="172" name="Text Box 4">
            <a:extLst>
              <a:ext uri="{FF2B5EF4-FFF2-40B4-BE49-F238E27FC236}">
                <a16:creationId xmlns:a16="http://schemas.microsoft.com/office/drawing/2014/main" id="{1B8BDA83-ED76-9C43-B640-E44C3E517FE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58516" y="2241520"/>
            <a:ext cx="45557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ux</a:t>
            </a:r>
          </a:p>
        </p:txBody>
      </p:sp>
      <p:sp>
        <p:nvSpPr>
          <p:cNvPr id="112" name="TextBox 111">
            <a:extLst>
              <a:ext uri="{FF2B5EF4-FFF2-40B4-BE49-F238E27FC236}">
                <a16:creationId xmlns:a16="http://schemas.microsoft.com/office/drawing/2014/main" id="{315CB903-C0C3-C744-B8C9-92A6680CB584}"/>
              </a:ext>
            </a:extLst>
          </p:cNvPr>
          <p:cNvSpPr txBox="1"/>
          <p:nvPr/>
        </p:nvSpPr>
        <p:spPr>
          <a:xfrm>
            <a:off x="4322868" y="1212035"/>
            <a:ext cx="346570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v</a:t>
            </a:r>
          </a:p>
        </p:txBody>
      </p:sp>
      <p:sp>
        <p:nvSpPr>
          <p:cNvPr id="113" name="TextBox 112">
            <a:extLst>
              <a:ext uri="{FF2B5EF4-FFF2-40B4-BE49-F238E27FC236}">
                <a16:creationId xmlns:a16="http://schemas.microsoft.com/office/drawing/2014/main" id="{5AD4F740-0EF9-2044-827E-A54C55587203}"/>
              </a:ext>
            </a:extLst>
          </p:cNvPr>
          <p:cNvSpPr txBox="1"/>
          <p:nvPr/>
        </p:nvSpPr>
        <p:spPr>
          <a:xfrm>
            <a:off x="5598013" y="1206430"/>
            <a:ext cx="441146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w</a:t>
            </a:r>
          </a:p>
        </p:txBody>
      </p:sp>
      <p:sp>
        <p:nvSpPr>
          <p:cNvPr id="114" name="TextBox 113">
            <a:extLst>
              <a:ext uri="{FF2B5EF4-FFF2-40B4-BE49-F238E27FC236}">
                <a16:creationId xmlns:a16="http://schemas.microsoft.com/office/drawing/2014/main" id="{AE0A5B28-C8D3-E14E-B1D4-EDE4C4101E6C}"/>
              </a:ext>
            </a:extLst>
          </p:cNvPr>
          <p:cNvSpPr txBox="1"/>
          <p:nvPr/>
        </p:nvSpPr>
        <p:spPr>
          <a:xfrm>
            <a:off x="6907883" y="1200825"/>
            <a:ext cx="340158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x</a:t>
            </a:r>
          </a:p>
        </p:txBody>
      </p:sp>
      <p:sp>
        <p:nvSpPr>
          <p:cNvPr id="115" name="TextBox 114">
            <a:extLst>
              <a:ext uri="{FF2B5EF4-FFF2-40B4-BE49-F238E27FC236}">
                <a16:creationId xmlns:a16="http://schemas.microsoft.com/office/drawing/2014/main" id="{E7BFB733-E937-014A-B7CC-EE11641F15CC}"/>
              </a:ext>
            </a:extLst>
          </p:cNvPr>
          <p:cNvSpPr txBox="1"/>
          <p:nvPr/>
        </p:nvSpPr>
        <p:spPr>
          <a:xfrm>
            <a:off x="8240903" y="1206795"/>
            <a:ext cx="346570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y</a:t>
            </a:r>
          </a:p>
        </p:txBody>
      </p:sp>
      <p:sp>
        <p:nvSpPr>
          <p:cNvPr id="116" name="TextBox 115">
            <a:extLst>
              <a:ext uri="{FF2B5EF4-FFF2-40B4-BE49-F238E27FC236}">
                <a16:creationId xmlns:a16="http://schemas.microsoft.com/office/drawing/2014/main" id="{08D54A84-29AE-E948-B36B-A3E997D943D5}"/>
              </a:ext>
            </a:extLst>
          </p:cNvPr>
          <p:cNvSpPr txBox="1"/>
          <p:nvPr/>
        </p:nvSpPr>
        <p:spPr>
          <a:xfrm>
            <a:off x="9504473" y="1224340"/>
            <a:ext cx="325730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z</a:t>
            </a:r>
          </a:p>
        </p:txBody>
      </p:sp>
      <p:grpSp>
        <p:nvGrpSpPr>
          <p:cNvPr id="120" name="Group 16">
            <a:extLst>
              <a:ext uri="{FF2B5EF4-FFF2-40B4-BE49-F238E27FC236}">
                <a16:creationId xmlns:a16="http://schemas.microsoft.com/office/drawing/2014/main" id="{758A3B01-F3F9-A74E-B632-177660FF1736}"/>
              </a:ext>
            </a:extLst>
          </p:cNvPr>
          <p:cNvGrpSpPr>
            <a:grpSpLocks/>
          </p:cNvGrpSpPr>
          <p:nvPr/>
        </p:nvGrpSpPr>
        <p:grpSpPr bwMode="auto">
          <a:xfrm>
            <a:off x="644342" y="4117376"/>
            <a:ext cx="3571875" cy="2236788"/>
            <a:chOff x="3162" y="1071"/>
            <a:chExt cx="2250" cy="1409"/>
          </a:xfrm>
        </p:grpSpPr>
        <p:sp>
          <p:nvSpPr>
            <p:cNvPr id="121" name="Freeform 17">
              <a:extLst>
                <a:ext uri="{FF2B5EF4-FFF2-40B4-BE49-F238E27FC236}">
                  <a16:creationId xmlns:a16="http://schemas.microsoft.com/office/drawing/2014/main" id="{3D738A20-E61D-3347-97FA-CFBB4A2027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2" y="1071"/>
              <a:ext cx="2250" cy="1409"/>
            </a:xfrm>
            <a:custGeom>
              <a:avLst/>
              <a:gdLst>
                <a:gd name="T0" fmla="*/ 0 w 2250"/>
                <a:gd name="T1" fmla="*/ 624 h 1409"/>
                <a:gd name="T2" fmla="*/ 219 w 2250"/>
                <a:gd name="T3" fmla="*/ 321 h 1409"/>
                <a:gd name="T4" fmla="*/ 529 w 2250"/>
                <a:gd name="T5" fmla="*/ 35 h 1409"/>
                <a:gd name="T6" fmla="*/ 1551 w 2250"/>
                <a:gd name="T7" fmla="*/ 111 h 1409"/>
                <a:gd name="T8" fmla="*/ 1968 w 2250"/>
                <a:gd name="T9" fmla="*/ 483 h 1409"/>
                <a:gd name="T10" fmla="*/ 2199 w 2250"/>
                <a:gd name="T11" fmla="*/ 906 h 1409"/>
                <a:gd name="T12" fmla="*/ 1659 w 2250"/>
                <a:gd name="T13" fmla="*/ 1314 h 1409"/>
                <a:gd name="T14" fmla="*/ 993 w 2250"/>
                <a:gd name="T15" fmla="*/ 1386 h 1409"/>
                <a:gd name="T16" fmla="*/ 465 w 2250"/>
                <a:gd name="T17" fmla="*/ 1356 h 1409"/>
                <a:gd name="T18" fmla="*/ 102 w 2250"/>
                <a:gd name="T19" fmla="*/ 1068 h 1409"/>
                <a:gd name="T20" fmla="*/ 0 w 2250"/>
                <a:gd name="T21" fmla="*/ 624 h 140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2250"/>
                <a:gd name="T34" fmla="*/ 0 h 1409"/>
                <a:gd name="T35" fmla="*/ 2250 w 2250"/>
                <a:gd name="T36" fmla="*/ 1409 h 1409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2250" h="1409">
                  <a:moveTo>
                    <a:pt x="0" y="624"/>
                  </a:moveTo>
                  <a:cubicBezTo>
                    <a:pt x="5" y="506"/>
                    <a:pt x="131" y="419"/>
                    <a:pt x="219" y="321"/>
                  </a:cubicBezTo>
                  <a:cubicBezTo>
                    <a:pt x="307" y="223"/>
                    <a:pt x="307" y="70"/>
                    <a:pt x="529" y="35"/>
                  </a:cubicBezTo>
                  <a:cubicBezTo>
                    <a:pt x="751" y="0"/>
                    <a:pt x="1311" y="36"/>
                    <a:pt x="1551" y="111"/>
                  </a:cubicBezTo>
                  <a:cubicBezTo>
                    <a:pt x="1791" y="186"/>
                    <a:pt x="1860" y="351"/>
                    <a:pt x="1968" y="483"/>
                  </a:cubicBezTo>
                  <a:cubicBezTo>
                    <a:pt x="2076" y="615"/>
                    <a:pt x="2250" y="767"/>
                    <a:pt x="2199" y="906"/>
                  </a:cubicBezTo>
                  <a:cubicBezTo>
                    <a:pt x="2148" y="1045"/>
                    <a:pt x="1860" y="1234"/>
                    <a:pt x="1659" y="1314"/>
                  </a:cubicBezTo>
                  <a:cubicBezTo>
                    <a:pt x="1458" y="1394"/>
                    <a:pt x="1192" y="1379"/>
                    <a:pt x="993" y="1386"/>
                  </a:cubicBezTo>
                  <a:cubicBezTo>
                    <a:pt x="794" y="1393"/>
                    <a:pt x="613" y="1409"/>
                    <a:pt x="465" y="1356"/>
                  </a:cubicBezTo>
                  <a:cubicBezTo>
                    <a:pt x="317" y="1303"/>
                    <a:pt x="180" y="1190"/>
                    <a:pt x="102" y="1068"/>
                  </a:cubicBezTo>
                  <a:cubicBezTo>
                    <a:pt x="24" y="946"/>
                    <a:pt x="21" y="716"/>
                    <a:pt x="0" y="624"/>
                  </a:cubicBezTo>
                  <a:close/>
                </a:path>
              </a:pathLst>
            </a:custGeom>
            <a:solidFill>
              <a:srgbClr val="9CE0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2" name="Freeform 18">
              <a:extLst>
                <a:ext uri="{FF2B5EF4-FFF2-40B4-BE49-F238E27FC236}">
                  <a16:creationId xmlns:a16="http://schemas.microsoft.com/office/drawing/2014/main" id="{9A67F7D9-6F26-A244-97DD-F400FD21CA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8" y="1620"/>
              <a:ext cx="342" cy="186"/>
            </a:xfrm>
            <a:custGeom>
              <a:avLst/>
              <a:gdLst>
                <a:gd name="T0" fmla="*/ 0 w 342"/>
                <a:gd name="T1" fmla="*/ 186 h 186"/>
                <a:gd name="T2" fmla="*/ 342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3" name="Oval 19">
              <a:extLst>
                <a:ext uri="{FF2B5EF4-FFF2-40B4-BE49-F238E27FC236}">
                  <a16:creationId xmlns:a16="http://schemas.microsoft.com/office/drawing/2014/main" id="{8061EE07-A1C2-284D-B696-ED41FFB288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8" y="1862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4" name="Line 20">
              <a:extLst>
                <a:ext uri="{FF2B5EF4-FFF2-40B4-BE49-F238E27FC236}">
                  <a16:creationId xmlns:a16="http://schemas.microsoft.com/office/drawing/2014/main" id="{CA83B116-D557-D348-AC0B-78E2F5C0452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38" y="1855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5" name="Line 21">
              <a:extLst>
                <a:ext uri="{FF2B5EF4-FFF2-40B4-BE49-F238E27FC236}">
                  <a16:creationId xmlns:a16="http://schemas.microsoft.com/office/drawing/2014/main" id="{1DA79AD7-1C00-F347-B948-32DC2DF1EC2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51" y="1855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6" name="Rectangle 22">
              <a:extLst>
                <a:ext uri="{FF2B5EF4-FFF2-40B4-BE49-F238E27FC236}">
                  <a16:creationId xmlns:a16="http://schemas.microsoft.com/office/drawing/2014/main" id="{984E29E6-D5D1-6442-A8AB-508570DE4A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8" y="1855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7" name="Oval 23">
              <a:extLst>
                <a:ext uri="{FF2B5EF4-FFF2-40B4-BE49-F238E27FC236}">
                  <a16:creationId xmlns:a16="http://schemas.microsoft.com/office/drawing/2014/main" id="{AD024E49-35E0-C446-9678-D92AC1E7A2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5" y="1796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8" name="Oval 24">
              <a:extLst>
                <a:ext uri="{FF2B5EF4-FFF2-40B4-BE49-F238E27FC236}">
                  <a16:creationId xmlns:a16="http://schemas.microsoft.com/office/drawing/2014/main" id="{706D2E3C-10FA-3947-9AD1-A08759A868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2" y="2249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9" name="Line 25">
              <a:extLst>
                <a:ext uri="{FF2B5EF4-FFF2-40B4-BE49-F238E27FC236}">
                  <a16:creationId xmlns:a16="http://schemas.microsoft.com/office/drawing/2014/main" id="{C94CE491-9734-FE44-A0CB-7E0F832D0E6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12" y="224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0" name="Line 26">
              <a:extLst>
                <a:ext uri="{FF2B5EF4-FFF2-40B4-BE49-F238E27FC236}">
                  <a16:creationId xmlns:a16="http://schemas.microsoft.com/office/drawing/2014/main" id="{EB0C7DDA-EBC9-794C-B89D-D4B4BE886CB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25" y="224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1" name="Rectangle 27">
              <a:extLst>
                <a:ext uri="{FF2B5EF4-FFF2-40B4-BE49-F238E27FC236}">
                  <a16:creationId xmlns:a16="http://schemas.microsoft.com/office/drawing/2014/main" id="{D8E5A5C9-FA6E-3D4C-AE3D-AED068D60B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2" y="2242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2" name="Oval 28">
              <a:extLst>
                <a:ext uri="{FF2B5EF4-FFF2-40B4-BE49-F238E27FC236}">
                  <a16:creationId xmlns:a16="http://schemas.microsoft.com/office/drawing/2014/main" id="{0CB55AD6-4358-5341-98E7-B20E616CAE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9" y="2183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3" name="Oval 29">
              <a:extLst>
                <a:ext uri="{FF2B5EF4-FFF2-40B4-BE49-F238E27FC236}">
                  <a16:creationId xmlns:a16="http://schemas.microsoft.com/office/drawing/2014/main" id="{50051819-8732-6E40-952F-4C0540C10A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8" y="1559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4" name="Line 30">
              <a:extLst>
                <a:ext uri="{FF2B5EF4-FFF2-40B4-BE49-F238E27FC236}">
                  <a16:creationId xmlns:a16="http://schemas.microsoft.com/office/drawing/2014/main" id="{DB5E3452-2593-284B-95E8-DB63177BA96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08" y="155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5" name="Line 31">
              <a:extLst>
                <a:ext uri="{FF2B5EF4-FFF2-40B4-BE49-F238E27FC236}">
                  <a16:creationId xmlns:a16="http://schemas.microsoft.com/office/drawing/2014/main" id="{4C9DFB1A-A46F-7C42-AEC0-5BA9C684262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21" y="155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6" name="Rectangle 32">
              <a:extLst>
                <a:ext uri="{FF2B5EF4-FFF2-40B4-BE49-F238E27FC236}">
                  <a16:creationId xmlns:a16="http://schemas.microsoft.com/office/drawing/2014/main" id="{A1C00E39-48AA-274A-B956-CD2E2C45BC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8" y="1552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7" name="Oval 33">
              <a:extLst>
                <a:ext uri="{FF2B5EF4-FFF2-40B4-BE49-F238E27FC236}">
                  <a16:creationId xmlns:a16="http://schemas.microsoft.com/office/drawing/2014/main" id="{BBFA32B2-49E2-574B-9099-DED6B3832C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5" y="1493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8" name="Oval 34">
              <a:extLst>
                <a:ext uri="{FF2B5EF4-FFF2-40B4-BE49-F238E27FC236}">
                  <a16:creationId xmlns:a16="http://schemas.microsoft.com/office/drawing/2014/main" id="{0D58D8D4-B9BC-2541-A17F-D88330A4FA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1" y="1555"/>
              <a:ext cx="312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9" name="Line 35">
              <a:extLst>
                <a:ext uri="{FF2B5EF4-FFF2-40B4-BE49-F238E27FC236}">
                  <a16:creationId xmlns:a16="http://schemas.microsoft.com/office/drawing/2014/main" id="{7504C589-E1E9-2E44-980C-93C5BE9EB7C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91" y="154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0" name="Line 36">
              <a:extLst>
                <a:ext uri="{FF2B5EF4-FFF2-40B4-BE49-F238E27FC236}">
                  <a16:creationId xmlns:a16="http://schemas.microsoft.com/office/drawing/2014/main" id="{7F02875A-5A8E-E14F-A9D7-C2BAE191131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03" y="154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1" name="Rectangle 37">
              <a:extLst>
                <a:ext uri="{FF2B5EF4-FFF2-40B4-BE49-F238E27FC236}">
                  <a16:creationId xmlns:a16="http://schemas.microsoft.com/office/drawing/2014/main" id="{D9139ADE-ED5B-5C40-9669-A638D5EFC9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1" y="1548"/>
              <a:ext cx="309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2" name="Oval 38">
              <a:extLst>
                <a:ext uri="{FF2B5EF4-FFF2-40B4-BE49-F238E27FC236}">
                  <a16:creationId xmlns:a16="http://schemas.microsoft.com/office/drawing/2014/main" id="{51116AC5-23B1-3F4B-972A-683B27105D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4" y="1492"/>
              <a:ext cx="312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3" name="Oval 39">
              <a:extLst>
                <a:ext uri="{FF2B5EF4-FFF2-40B4-BE49-F238E27FC236}">
                  <a16:creationId xmlns:a16="http://schemas.microsoft.com/office/drawing/2014/main" id="{7CF92621-E46C-E745-8108-ADF0C63540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1" y="2246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4" name="Line 40">
              <a:extLst>
                <a:ext uri="{FF2B5EF4-FFF2-40B4-BE49-F238E27FC236}">
                  <a16:creationId xmlns:a16="http://schemas.microsoft.com/office/drawing/2014/main" id="{C97ABDF7-502E-1E45-A7E6-F2C97AF991E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01" y="2239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5" name="Line 41">
              <a:extLst>
                <a:ext uri="{FF2B5EF4-FFF2-40B4-BE49-F238E27FC236}">
                  <a16:creationId xmlns:a16="http://schemas.microsoft.com/office/drawing/2014/main" id="{6F5F6C02-240D-B545-9D40-386AB9F1990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14" y="2239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6" name="Rectangle 42">
              <a:extLst>
                <a:ext uri="{FF2B5EF4-FFF2-40B4-BE49-F238E27FC236}">
                  <a16:creationId xmlns:a16="http://schemas.microsoft.com/office/drawing/2014/main" id="{F971ECC0-824C-FC4B-8D09-7FF856CD87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1" y="2239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7" name="Oval 43">
              <a:extLst>
                <a:ext uri="{FF2B5EF4-FFF2-40B4-BE49-F238E27FC236}">
                  <a16:creationId xmlns:a16="http://schemas.microsoft.com/office/drawing/2014/main" id="{000B82D5-5D57-8D41-894D-7FA7042570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8" y="2180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8" name="Oval 44">
              <a:extLst>
                <a:ext uri="{FF2B5EF4-FFF2-40B4-BE49-F238E27FC236}">
                  <a16:creationId xmlns:a16="http://schemas.microsoft.com/office/drawing/2014/main" id="{4B3102BD-88D0-D041-8342-28B44A4213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6" y="1905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9" name="Line 45">
              <a:extLst>
                <a:ext uri="{FF2B5EF4-FFF2-40B4-BE49-F238E27FC236}">
                  <a16:creationId xmlns:a16="http://schemas.microsoft.com/office/drawing/2014/main" id="{55D2E64D-9448-364E-BBCE-B8F1E46C9B4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66" y="189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0" name="Line 46">
              <a:extLst>
                <a:ext uri="{FF2B5EF4-FFF2-40B4-BE49-F238E27FC236}">
                  <a16:creationId xmlns:a16="http://schemas.microsoft.com/office/drawing/2014/main" id="{A1D926A4-0713-0448-B8BC-4526CF5A6FF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279" y="189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1" name="Rectangle 47">
              <a:extLst>
                <a:ext uri="{FF2B5EF4-FFF2-40B4-BE49-F238E27FC236}">
                  <a16:creationId xmlns:a16="http://schemas.microsoft.com/office/drawing/2014/main" id="{D44F6537-9CFC-A34F-A528-3BA9FB8DEA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6" y="1898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2" name="Oval 48">
              <a:extLst>
                <a:ext uri="{FF2B5EF4-FFF2-40B4-BE49-F238E27FC236}">
                  <a16:creationId xmlns:a16="http://schemas.microsoft.com/office/drawing/2014/main" id="{CE6823F9-AC23-9143-B45C-3AE00728E6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3" y="1839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3" name="Freeform 49">
              <a:extLst>
                <a:ext uri="{FF2B5EF4-FFF2-40B4-BE49-F238E27FC236}">
                  <a16:creationId xmlns:a16="http://schemas.microsoft.com/office/drawing/2014/main" id="{52D2B20D-E3DC-0F48-BD10-DF782164C94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7" y="1647"/>
              <a:ext cx="1" cy="522"/>
            </a:xfrm>
            <a:custGeom>
              <a:avLst/>
              <a:gdLst>
                <a:gd name="T0" fmla="*/ 0 w 1"/>
                <a:gd name="T1" fmla="*/ 0 h 522"/>
                <a:gd name="T2" fmla="*/ 0 w 1"/>
                <a:gd name="T3" fmla="*/ 522 h 522"/>
                <a:gd name="T4" fmla="*/ 0 60000 65536"/>
                <a:gd name="T5" fmla="*/ 0 60000 65536"/>
                <a:gd name="T6" fmla="*/ 0 w 1"/>
                <a:gd name="T7" fmla="*/ 0 h 522"/>
                <a:gd name="T8" fmla="*/ 1 w 1"/>
                <a:gd name="T9" fmla="*/ 522 h 52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522">
                  <a:moveTo>
                    <a:pt x="0" y="0"/>
                  </a:moveTo>
                  <a:lnTo>
                    <a:pt x="0" y="522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4" name="Freeform 50">
              <a:extLst>
                <a:ext uri="{FF2B5EF4-FFF2-40B4-BE49-F238E27FC236}">
                  <a16:creationId xmlns:a16="http://schemas.microsoft.com/office/drawing/2014/main" id="{2E4F74A6-7593-0541-B4E9-5C88A82D49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4" y="1653"/>
              <a:ext cx="1" cy="537"/>
            </a:xfrm>
            <a:custGeom>
              <a:avLst/>
              <a:gdLst>
                <a:gd name="T0" fmla="*/ 0 w 1"/>
                <a:gd name="T1" fmla="*/ 0 h 537"/>
                <a:gd name="T2" fmla="*/ 0 w 1"/>
                <a:gd name="T3" fmla="*/ 537 h 537"/>
                <a:gd name="T4" fmla="*/ 0 60000 65536"/>
                <a:gd name="T5" fmla="*/ 0 60000 65536"/>
                <a:gd name="T6" fmla="*/ 0 w 1"/>
                <a:gd name="T7" fmla="*/ 0 h 537"/>
                <a:gd name="T8" fmla="*/ 1 w 1"/>
                <a:gd name="T9" fmla="*/ 537 h 53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537">
                  <a:moveTo>
                    <a:pt x="0" y="0"/>
                  </a:moveTo>
                  <a:lnTo>
                    <a:pt x="0" y="537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5" name="Freeform 51">
              <a:extLst>
                <a:ext uri="{FF2B5EF4-FFF2-40B4-BE49-F238E27FC236}">
                  <a16:creationId xmlns:a16="http://schemas.microsoft.com/office/drawing/2014/main" id="{282B2A5D-90FF-A84D-A61D-5962C06F74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9" y="1638"/>
              <a:ext cx="504" cy="600"/>
            </a:xfrm>
            <a:custGeom>
              <a:avLst/>
              <a:gdLst>
                <a:gd name="T0" fmla="*/ 0 w 378"/>
                <a:gd name="T1" fmla="*/ 11993521 h 174"/>
                <a:gd name="T2" fmla="*/ 5035 w 378"/>
                <a:gd name="T3" fmla="*/ 0 h 174"/>
                <a:gd name="T4" fmla="*/ 0 60000 65536"/>
                <a:gd name="T5" fmla="*/ 0 60000 65536"/>
                <a:gd name="T6" fmla="*/ 0 w 378"/>
                <a:gd name="T7" fmla="*/ 0 h 174"/>
                <a:gd name="T8" fmla="*/ 378 w 378"/>
                <a:gd name="T9" fmla="*/ 174 h 17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78" h="174">
                  <a:moveTo>
                    <a:pt x="0" y="174"/>
                  </a:moveTo>
                  <a:lnTo>
                    <a:pt x="378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6" name="Freeform 52">
              <a:extLst>
                <a:ext uri="{FF2B5EF4-FFF2-40B4-BE49-F238E27FC236}">
                  <a16:creationId xmlns:a16="http://schemas.microsoft.com/office/drawing/2014/main" id="{15532AD3-A5D4-154A-9DA4-62586FD328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6" y="1986"/>
              <a:ext cx="366" cy="270"/>
            </a:xfrm>
            <a:custGeom>
              <a:avLst/>
              <a:gdLst>
                <a:gd name="T0" fmla="*/ 0 w 366"/>
                <a:gd name="T1" fmla="*/ 270 h 270"/>
                <a:gd name="T2" fmla="*/ 366 w 366"/>
                <a:gd name="T3" fmla="*/ 0 h 270"/>
                <a:gd name="T4" fmla="*/ 0 60000 65536"/>
                <a:gd name="T5" fmla="*/ 0 60000 65536"/>
                <a:gd name="T6" fmla="*/ 0 w 366"/>
                <a:gd name="T7" fmla="*/ 0 h 270"/>
                <a:gd name="T8" fmla="*/ 366 w 366"/>
                <a:gd name="T9" fmla="*/ 270 h 270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270">
                  <a:moveTo>
                    <a:pt x="0" y="270"/>
                  </a:moveTo>
                  <a:lnTo>
                    <a:pt x="366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7" name="Freeform 53">
              <a:extLst>
                <a:ext uri="{FF2B5EF4-FFF2-40B4-BE49-F238E27FC236}">
                  <a16:creationId xmlns:a16="http://schemas.microsoft.com/office/drawing/2014/main" id="{EDDE0C3D-6D8D-A14C-B3D6-F3D0693E31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5" y="2268"/>
              <a:ext cx="366" cy="1"/>
            </a:xfrm>
            <a:custGeom>
              <a:avLst/>
              <a:gdLst>
                <a:gd name="T0" fmla="*/ 366 w 366"/>
                <a:gd name="T1" fmla="*/ 0 h 1"/>
                <a:gd name="T2" fmla="*/ 0 w 366"/>
                <a:gd name="T3" fmla="*/ 0 h 1"/>
                <a:gd name="T4" fmla="*/ 0 60000 65536"/>
                <a:gd name="T5" fmla="*/ 0 60000 65536"/>
                <a:gd name="T6" fmla="*/ 0 w 366"/>
                <a:gd name="T7" fmla="*/ 0 h 1"/>
                <a:gd name="T8" fmla="*/ 366 w 366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1">
                  <a:moveTo>
                    <a:pt x="366" y="0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8" name="Freeform 54">
              <a:extLst>
                <a:ext uri="{FF2B5EF4-FFF2-40B4-BE49-F238E27FC236}">
                  <a16:creationId xmlns:a16="http://schemas.microsoft.com/office/drawing/2014/main" id="{1F593C73-0AE5-7540-A0A1-AB4B203D89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4" y="1944"/>
              <a:ext cx="276" cy="264"/>
            </a:xfrm>
            <a:custGeom>
              <a:avLst/>
              <a:gdLst>
                <a:gd name="T0" fmla="*/ 276 w 276"/>
                <a:gd name="T1" fmla="*/ 264 h 264"/>
                <a:gd name="T2" fmla="*/ 0 w 276"/>
                <a:gd name="T3" fmla="*/ 0 h 264"/>
                <a:gd name="T4" fmla="*/ 0 60000 65536"/>
                <a:gd name="T5" fmla="*/ 0 60000 65536"/>
                <a:gd name="T6" fmla="*/ 0 w 276"/>
                <a:gd name="T7" fmla="*/ 0 h 264"/>
                <a:gd name="T8" fmla="*/ 276 w 276"/>
                <a:gd name="T9" fmla="*/ 264 h 26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76" h="264">
                  <a:moveTo>
                    <a:pt x="276" y="264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9" name="Freeform 55">
              <a:extLst>
                <a:ext uri="{FF2B5EF4-FFF2-40B4-BE49-F238E27FC236}">
                  <a16:creationId xmlns:a16="http://schemas.microsoft.com/office/drawing/2014/main" id="{F8D3E17A-95CC-6745-B825-B9790B2746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9" y="1578"/>
              <a:ext cx="366" cy="1"/>
            </a:xfrm>
            <a:custGeom>
              <a:avLst/>
              <a:gdLst>
                <a:gd name="T0" fmla="*/ 366 w 366"/>
                <a:gd name="T1" fmla="*/ 0 h 1"/>
                <a:gd name="T2" fmla="*/ 0 w 366"/>
                <a:gd name="T3" fmla="*/ 0 h 1"/>
                <a:gd name="T4" fmla="*/ 0 60000 65536"/>
                <a:gd name="T5" fmla="*/ 0 60000 65536"/>
                <a:gd name="T6" fmla="*/ 0 w 366"/>
                <a:gd name="T7" fmla="*/ 0 h 1"/>
                <a:gd name="T8" fmla="*/ 366 w 366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1">
                  <a:moveTo>
                    <a:pt x="366" y="0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60" name="Freeform 56">
              <a:extLst>
                <a:ext uri="{FF2B5EF4-FFF2-40B4-BE49-F238E27FC236}">
                  <a16:creationId xmlns:a16="http://schemas.microsoft.com/office/drawing/2014/main" id="{64FB055C-D8AE-9E4A-9FE1-2F23D2976FE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4" y="1575"/>
              <a:ext cx="396" cy="267"/>
            </a:xfrm>
            <a:custGeom>
              <a:avLst/>
              <a:gdLst>
                <a:gd name="T0" fmla="*/ 396 w 396"/>
                <a:gd name="T1" fmla="*/ 267 h 267"/>
                <a:gd name="T2" fmla="*/ 0 w 396"/>
                <a:gd name="T3" fmla="*/ 0 h 267"/>
                <a:gd name="T4" fmla="*/ 0 60000 65536"/>
                <a:gd name="T5" fmla="*/ 0 60000 65536"/>
                <a:gd name="T6" fmla="*/ 0 w 396"/>
                <a:gd name="T7" fmla="*/ 0 h 267"/>
                <a:gd name="T8" fmla="*/ 396 w 396"/>
                <a:gd name="T9" fmla="*/ 267 h 26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96" h="267">
                  <a:moveTo>
                    <a:pt x="396" y="267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61" name="Freeform 57">
              <a:extLst>
                <a:ext uri="{FF2B5EF4-FFF2-40B4-BE49-F238E27FC236}">
                  <a16:creationId xmlns:a16="http://schemas.microsoft.com/office/drawing/2014/main" id="{F0C743D6-8B32-AB43-89EE-68493533AB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7" y="1146"/>
              <a:ext cx="1110" cy="645"/>
            </a:xfrm>
            <a:custGeom>
              <a:avLst/>
              <a:gdLst>
                <a:gd name="T0" fmla="*/ 1110 w 1110"/>
                <a:gd name="T1" fmla="*/ 342 h 645"/>
                <a:gd name="T2" fmla="*/ 0 w 1110"/>
                <a:gd name="T3" fmla="*/ 645 h 645"/>
                <a:gd name="T4" fmla="*/ 0 60000 65536"/>
                <a:gd name="T5" fmla="*/ 0 60000 65536"/>
                <a:gd name="T6" fmla="*/ 0 w 1110"/>
                <a:gd name="T7" fmla="*/ 0 h 645"/>
                <a:gd name="T8" fmla="*/ 1110 w 1110"/>
                <a:gd name="T9" fmla="*/ 645 h 645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110" h="645">
                  <a:moveTo>
                    <a:pt x="1110" y="342"/>
                  </a:moveTo>
                  <a:cubicBezTo>
                    <a:pt x="1104" y="0"/>
                    <a:pt x="21" y="63"/>
                    <a:pt x="0" y="645"/>
                  </a:cubicBez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grpSp>
          <p:nvGrpSpPr>
            <p:cNvPr id="162" name="Group 58">
              <a:extLst>
                <a:ext uri="{FF2B5EF4-FFF2-40B4-BE49-F238E27FC236}">
                  <a16:creationId xmlns:a16="http://schemas.microsoft.com/office/drawing/2014/main" id="{1494C31E-1843-3C4C-B448-0EE4B2D48D2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287" y="1744"/>
              <a:ext cx="205" cy="250"/>
              <a:chOff x="2954" y="2425"/>
              <a:chExt cx="208" cy="250"/>
            </a:xfrm>
          </p:grpSpPr>
          <p:sp>
            <p:nvSpPr>
              <p:cNvPr id="198" name="Rectangle 59">
                <a:extLst>
                  <a:ext uri="{FF2B5EF4-FFF2-40B4-BE49-F238E27FC236}">
                    <a16:creationId xmlns:a16="http://schemas.microsoft.com/office/drawing/2014/main" id="{0C8D8FC3-8C0A-E94F-83DB-FC9755166B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99" name="Text Box 60">
                <a:extLst>
                  <a:ext uri="{FF2B5EF4-FFF2-40B4-BE49-F238E27FC236}">
                    <a16:creationId xmlns:a16="http://schemas.microsoft.com/office/drawing/2014/main" id="{C48049A0-1569-9141-9231-3DE54FE038B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4" y="2425"/>
                <a:ext cx="208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u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173" name="Group 61">
              <a:extLst>
                <a:ext uri="{FF2B5EF4-FFF2-40B4-BE49-F238E27FC236}">
                  <a16:creationId xmlns:a16="http://schemas.microsoft.com/office/drawing/2014/main" id="{B00F025D-2C95-A044-AFF5-397F6CA81FA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461" y="2128"/>
              <a:ext cx="196" cy="250"/>
              <a:chOff x="2958" y="2425"/>
              <a:chExt cx="199" cy="250"/>
            </a:xfrm>
          </p:grpSpPr>
          <p:sp>
            <p:nvSpPr>
              <p:cNvPr id="196" name="Rectangle 62">
                <a:extLst>
                  <a:ext uri="{FF2B5EF4-FFF2-40B4-BE49-F238E27FC236}">
                    <a16:creationId xmlns:a16="http://schemas.microsoft.com/office/drawing/2014/main" id="{DBBD13A0-0A7C-8049-879E-1B92947643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97" name="Text Box 63">
                <a:extLst>
                  <a:ext uri="{FF2B5EF4-FFF2-40B4-BE49-F238E27FC236}">
                    <a16:creationId xmlns:a16="http://schemas.microsoft.com/office/drawing/2014/main" id="{7AB2974E-D97D-A248-BCD8-AF4D1F0FDCA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8" y="2425"/>
                <a:ext cx="199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y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174" name="Group 64">
              <a:extLst>
                <a:ext uri="{FF2B5EF4-FFF2-40B4-BE49-F238E27FC236}">
                  <a16:creationId xmlns:a16="http://schemas.microsoft.com/office/drawing/2014/main" id="{33C09162-022E-2E4B-B1DD-AA461D35FDB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72" y="2095"/>
              <a:ext cx="212" cy="288"/>
              <a:chOff x="2951" y="2395"/>
              <a:chExt cx="213" cy="288"/>
            </a:xfrm>
          </p:grpSpPr>
          <p:sp>
            <p:nvSpPr>
              <p:cNvPr id="194" name="Rectangle 65">
                <a:extLst>
                  <a:ext uri="{FF2B5EF4-FFF2-40B4-BE49-F238E27FC236}">
                    <a16:creationId xmlns:a16="http://schemas.microsoft.com/office/drawing/2014/main" id="{CCEE4832-7AF3-4A40-BCBA-0E78A1D44B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95" name="Text Box 66">
                <a:extLst>
                  <a:ext uri="{FF2B5EF4-FFF2-40B4-BE49-F238E27FC236}">
                    <a16:creationId xmlns:a16="http://schemas.microsoft.com/office/drawing/2014/main" id="{A18AA9CD-8C8C-C64E-8BB2-ABFB82B7752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1" y="2395"/>
                <a:ext cx="213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x</a:t>
                </a:r>
              </a:p>
            </p:txBody>
          </p:sp>
        </p:grpSp>
        <p:grpSp>
          <p:nvGrpSpPr>
            <p:cNvPr id="175" name="Group 67">
              <a:extLst>
                <a:ext uri="{FF2B5EF4-FFF2-40B4-BE49-F238E27FC236}">
                  <a16:creationId xmlns:a16="http://schemas.microsoft.com/office/drawing/2014/main" id="{7E4A4CB5-5240-5047-A355-D558A3E12E2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437" y="1438"/>
              <a:ext cx="233" cy="252"/>
              <a:chOff x="2940" y="2425"/>
              <a:chExt cx="236" cy="252"/>
            </a:xfrm>
          </p:grpSpPr>
          <p:sp>
            <p:nvSpPr>
              <p:cNvPr id="192" name="Rectangle 68">
                <a:extLst>
                  <a:ext uri="{FF2B5EF4-FFF2-40B4-BE49-F238E27FC236}">
                    <a16:creationId xmlns:a16="http://schemas.microsoft.com/office/drawing/2014/main" id="{A96BB7D8-5E3B-F54A-ACAA-E0677DC078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6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93" name="Text Box 69">
                <a:extLst>
                  <a:ext uri="{FF2B5EF4-FFF2-40B4-BE49-F238E27FC236}">
                    <a16:creationId xmlns:a16="http://schemas.microsoft.com/office/drawing/2014/main" id="{410DA41D-9F14-6F44-84CA-D9A959BDF5D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40" y="2425"/>
                <a:ext cx="236" cy="25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w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176" name="Group 70">
              <a:extLst>
                <a:ext uri="{FF2B5EF4-FFF2-40B4-BE49-F238E27FC236}">
                  <a16:creationId xmlns:a16="http://schemas.microsoft.com/office/drawing/2014/main" id="{E0B1048B-D084-C846-A55C-AC744DBE9F3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71" y="1438"/>
              <a:ext cx="196" cy="250"/>
              <a:chOff x="2958" y="2425"/>
              <a:chExt cx="199" cy="250"/>
            </a:xfrm>
          </p:grpSpPr>
          <p:sp>
            <p:nvSpPr>
              <p:cNvPr id="190" name="Rectangle 71">
                <a:extLst>
                  <a:ext uri="{FF2B5EF4-FFF2-40B4-BE49-F238E27FC236}">
                    <a16:creationId xmlns:a16="http://schemas.microsoft.com/office/drawing/2014/main" id="{7CD3D1BE-34F4-094F-BA32-8D49284AB6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91" name="Text Box 72">
                <a:extLst>
                  <a:ext uri="{FF2B5EF4-FFF2-40B4-BE49-F238E27FC236}">
                    <a16:creationId xmlns:a16="http://schemas.microsoft.com/office/drawing/2014/main" id="{3D5C06AA-C47B-6A4D-8A27-AA4C7D76D28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8" y="2425"/>
                <a:ext cx="199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v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177" name="Group 73">
              <a:extLst>
                <a:ext uri="{FF2B5EF4-FFF2-40B4-BE49-F238E27FC236}">
                  <a16:creationId xmlns:a16="http://schemas.microsoft.com/office/drawing/2014/main" id="{39C6C191-6A4D-D145-9B17-2F0B670B8A9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025" y="1756"/>
              <a:ext cx="212" cy="288"/>
              <a:chOff x="2949" y="2395"/>
              <a:chExt cx="214" cy="288"/>
            </a:xfrm>
          </p:grpSpPr>
          <p:sp>
            <p:nvSpPr>
              <p:cNvPr id="188" name="Rectangle 74">
                <a:extLst>
                  <a:ext uri="{FF2B5EF4-FFF2-40B4-BE49-F238E27FC236}">
                    <a16:creationId xmlns:a16="http://schemas.microsoft.com/office/drawing/2014/main" id="{878788BF-9BAB-6B4B-BCC1-7F88FC57D4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89" name="Text Box 75">
                <a:extLst>
                  <a:ext uri="{FF2B5EF4-FFF2-40B4-BE49-F238E27FC236}">
                    <a16:creationId xmlns:a16="http://schemas.microsoft.com/office/drawing/2014/main" id="{29553818-901F-A74B-A973-8B1ACA61A2E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49" y="2395"/>
                <a:ext cx="214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z</a:t>
                </a:r>
              </a:p>
            </p:txBody>
          </p:sp>
        </p:grpSp>
        <p:sp>
          <p:nvSpPr>
            <p:cNvPr id="178" name="Text Box 76">
              <a:extLst>
                <a:ext uri="{FF2B5EF4-FFF2-40B4-BE49-F238E27FC236}">
                  <a16:creationId xmlns:a16="http://schemas.microsoft.com/office/drawing/2014/main" id="{346FE683-DA02-964E-912E-9008265FA1E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93" y="1568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79" name="Text Box 77">
              <a:extLst>
                <a:ext uri="{FF2B5EF4-FFF2-40B4-BE49-F238E27FC236}">
                  <a16:creationId xmlns:a16="http://schemas.microsoft.com/office/drawing/2014/main" id="{83CAABB4-6EF8-DD4F-86E0-A7C8DC5F3BE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41" y="1787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0" name="Text Box 78">
              <a:extLst>
                <a:ext uri="{FF2B5EF4-FFF2-40B4-BE49-F238E27FC236}">
                  <a16:creationId xmlns:a16="http://schemas.microsoft.com/office/drawing/2014/main" id="{60B8E963-90D2-C24E-B1C3-92826407D03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06" y="2000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1" name="Text Box 79">
              <a:extLst>
                <a:ext uri="{FF2B5EF4-FFF2-40B4-BE49-F238E27FC236}">
                  <a16:creationId xmlns:a16="http://schemas.microsoft.com/office/drawing/2014/main" id="{DCA75031-4CAF-FB4B-B5B5-33DB92D51C0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25" y="1880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2" name="Text Box 80">
              <a:extLst>
                <a:ext uri="{FF2B5EF4-FFF2-40B4-BE49-F238E27FC236}">
                  <a16:creationId xmlns:a16="http://schemas.microsoft.com/office/drawing/2014/main" id="{C519B319-7316-9041-86CC-85BF1228899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62" y="2234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3" name="Text Box 81">
              <a:extLst>
                <a:ext uri="{FF2B5EF4-FFF2-40B4-BE49-F238E27FC236}">
                  <a16:creationId xmlns:a16="http://schemas.microsoft.com/office/drawing/2014/main" id="{5B6C4D06-FD20-5C4C-9AE3-6086B101980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22" y="1805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4" name="Text Box 82">
              <a:extLst>
                <a:ext uri="{FF2B5EF4-FFF2-40B4-BE49-F238E27FC236}">
                  <a16:creationId xmlns:a16="http://schemas.microsoft.com/office/drawing/2014/main" id="{D7076B21-53BA-B14B-954F-D3582ED801D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82" y="2069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5" name="Text Box 83">
              <a:extLst>
                <a:ext uri="{FF2B5EF4-FFF2-40B4-BE49-F238E27FC236}">
                  <a16:creationId xmlns:a16="http://schemas.microsoft.com/office/drawing/2014/main" id="{35EAA28F-B2FC-B840-B933-852F6B10C52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55" y="1532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6" name="Text Box 84">
              <a:extLst>
                <a:ext uri="{FF2B5EF4-FFF2-40B4-BE49-F238E27FC236}">
                  <a16:creationId xmlns:a16="http://schemas.microsoft.com/office/drawing/2014/main" id="{1DF8C370-9E82-204B-BC41-540B267E1D2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20" y="1382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7" name="Text Box 85">
              <a:extLst>
                <a:ext uri="{FF2B5EF4-FFF2-40B4-BE49-F238E27FC236}">
                  <a16:creationId xmlns:a16="http://schemas.microsoft.com/office/drawing/2014/main" id="{70F01FE7-388D-494B-9568-B741BD3A18C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69" y="1115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cxnSp>
        <p:nvCxnSpPr>
          <p:cNvPr id="200" name="Straight Arrow Connector 199">
            <a:extLst>
              <a:ext uri="{FF2B5EF4-FFF2-40B4-BE49-F238E27FC236}">
                <a16:creationId xmlns:a16="http://schemas.microsoft.com/office/drawing/2014/main" id="{D0EB6011-5A98-FD41-B923-923C37A2C8EB}"/>
              </a:ext>
            </a:extLst>
          </p:cNvPr>
          <p:cNvCxnSpPr>
            <a:cxnSpLocks/>
          </p:cNvCxnSpPr>
          <p:nvPr/>
        </p:nvCxnSpPr>
        <p:spPr>
          <a:xfrm>
            <a:off x="1118203" y="5514294"/>
            <a:ext cx="439472" cy="428799"/>
          </a:xfrm>
          <a:prstGeom prst="straightConnector1">
            <a:avLst/>
          </a:prstGeom>
          <a:ln w="317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09" name="Group 108">
            <a:extLst>
              <a:ext uri="{FF2B5EF4-FFF2-40B4-BE49-F238E27FC236}">
                <a16:creationId xmlns:a16="http://schemas.microsoft.com/office/drawing/2014/main" id="{F788D50F-B789-D144-9C6D-4EB2777C45F6}"/>
              </a:ext>
            </a:extLst>
          </p:cNvPr>
          <p:cNvGrpSpPr/>
          <p:nvPr/>
        </p:nvGrpSpPr>
        <p:grpSpPr>
          <a:xfrm>
            <a:off x="4263633" y="2255616"/>
            <a:ext cx="5679281" cy="416447"/>
            <a:chOff x="4263633" y="2255616"/>
            <a:chExt cx="5679281" cy="416447"/>
          </a:xfrm>
        </p:grpSpPr>
        <p:sp>
          <p:nvSpPr>
            <p:cNvPr id="110" name="Text Box 9">
              <a:extLst>
                <a:ext uri="{FF2B5EF4-FFF2-40B4-BE49-F238E27FC236}">
                  <a16:creationId xmlns:a16="http://schemas.microsoft.com/office/drawing/2014/main" id="{65B395D1-ACAF-AB4A-A53B-728973E1FE6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564285" y="2301914"/>
              <a:ext cx="378629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charset="0"/>
                  <a:ea typeface="ＭＳ Ｐゴシック" charset="0"/>
                </a:rPr>
                <a:t>∞</a:t>
              </a: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11" name="Text Box 8">
              <a:extLst>
                <a:ext uri="{FF2B5EF4-FFF2-40B4-BE49-F238E27FC236}">
                  <a16:creationId xmlns:a16="http://schemas.microsoft.com/office/drawing/2014/main" id="{C4F3D1DE-8C63-AD4B-B1C0-FE339DA1FD0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06722" y="2260378"/>
              <a:ext cx="526106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2,x</a:t>
              </a:r>
            </a:p>
          </p:txBody>
        </p:sp>
        <p:sp>
          <p:nvSpPr>
            <p:cNvPr id="117" name="Text Box 6">
              <a:extLst>
                <a:ext uri="{FF2B5EF4-FFF2-40B4-BE49-F238E27FC236}">
                  <a16:creationId xmlns:a16="http://schemas.microsoft.com/office/drawing/2014/main" id="{C9401439-4F9A-5245-B5D8-98F93D2D33D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66247" y="2271953"/>
              <a:ext cx="526105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4,x</a:t>
              </a:r>
            </a:p>
          </p:txBody>
        </p:sp>
        <p:sp>
          <p:nvSpPr>
            <p:cNvPr id="118" name="Text Box 5">
              <a:extLst>
                <a:ext uri="{FF2B5EF4-FFF2-40B4-BE49-F238E27FC236}">
                  <a16:creationId xmlns:a16="http://schemas.microsoft.com/office/drawing/2014/main" id="{05199638-1656-3440-8601-484D6E8D2EB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63633" y="2255616"/>
              <a:ext cx="54053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2,u</a:t>
              </a:r>
            </a:p>
          </p:txBody>
        </p:sp>
      </p:grpSp>
      <p:sp>
        <p:nvSpPr>
          <p:cNvPr id="171" name="Oval 114">
            <a:extLst>
              <a:ext uri="{FF2B5EF4-FFF2-40B4-BE49-F238E27FC236}">
                <a16:creationId xmlns:a16="http://schemas.microsoft.com/office/drawing/2014/main" id="{E65BD954-0CEF-0549-AB54-7CAE01A2E242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95837" y="2316864"/>
            <a:ext cx="602852" cy="301972"/>
          </a:xfrm>
          <a:prstGeom prst="ellips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charset="0"/>
              <a:ea typeface="ＭＳ Ｐゴシック" charset="0"/>
              <a:cs typeface="+mn-cs"/>
            </a:endParaRPr>
          </a:p>
        </p:txBody>
      </p:sp>
      <p:sp>
        <p:nvSpPr>
          <p:cNvPr id="209" name="Text Box 4">
            <a:extLst>
              <a:ext uri="{FF2B5EF4-FFF2-40B4-BE49-F238E27FC236}">
                <a16:creationId xmlns:a16="http://schemas.microsoft.com/office/drawing/2014/main" id="{0287B239-D17F-164E-887D-3DDF8EB7F20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16771" y="2546463"/>
            <a:ext cx="58381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uxy</a:t>
            </a:r>
          </a:p>
        </p:txBody>
      </p:sp>
      <p:grpSp>
        <p:nvGrpSpPr>
          <p:cNvPr id="166" name="Group 165">
            <a:extLst>
              <a:ext uri="{FF2B5EF4-FFF2-40B4-BE49-F238E27FC236}">
                <a16:creationId xmlns:a16="http://schemas.microsoft.com/office/drawing/2014/main" id="{9B6EC370-4690-3E46-AB1F-67BC3824C362}"/>
              </a:ext>
            </a:extLst>
          </p:cNvPr>
          <p:cNvGrpSpPr/>
          <p:nvPr/>
        </p:nvGrpSpPr>
        <p:grpSpPr>
          <a:xfrm>
            <a:off x="4263633" y="2546912"/>
            <a:ext cx="5753019" cy="428022"/>
            <a:chOff x="4263633" y="2546912"/>
            <a:chExt cx="5753019" cy="428022"/>
          </a:xfrm>
        </p:grpSpPr>
        <p:sp>
          <p:nvSpPr>
            <p:cNvPr id="168" name="Text Box 9">
              <a:extLst>
                <a:ext uri="{FF2B5EF4-FFF2-40B4-BE49-F238E27FC236}">
                  <a16:creationId xmlns:a16="http://schemas.microsoft.com/office/drawing/2014/main" id="{8EFA72A1-3DB5-DF4E-B71C-36925819E09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490547" y="2546912"/>
              <a:ext cx="526105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4,y</a:t>
              </a:r>
            </a:p>
          </p:txBody>
        </p:sp>
        <p:sp>
          <p:nvSpPr>
            <p:cNvPr id="201" name="Text Box 6">
              <a:extLst>
                <a:ext uri="{FF2B5EF4-FFF2-40B4-BE49-F238E27FC236}">
                  <a16:creationId xmlns:a16="http://schemas.microsoft.com/office/drawing/2014/main" id="{698EB84B-B9AC-1E4F-9ED3-7D9285536BF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66247" y="2574824"/>
              <a:ext cx="526106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3,y</a:t>
              </a:r>
            </a:p>
          </p:txBody>
        </p:sp>
        <p:sp>
          <p:nvSpPr>
            <p:cNvPr id="202" name="Text Box 5">
              <a:extLst>
                <a:ext uri="{FF2B5EF4-FFF2-40B4-BE49-F238E27FC236}">
                  <a16:creationId xmlns:a16="http://schemas.microsoft.com/office/drawing/2014/main" id="{1C67B278-22E0-CE4D-A434-92237BAE990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63633" y="2558487"/>
              <a:ext cx="54053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2,u</a:t>
              </a:r>
            </a:p>
          </p:txBody>
        </p:sp>
      </p:grpSp>
      <p:sp>
        <p:nvSpPr>
          <p:cNvPr id="170" name="Oval 114">
            <a:extLst>
              <a:ext uri="{FF2B5EF4-FFF2-40B4-BE49-F238E27FC236}">
                <a16:creationId xmlns:a16="http://schemas.microsoft.com/office/drawing/2014/main" id="{297F9B67-0084-F24B-8B98-FA793D568FE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52576" y="2608159"/>
            <a:ext cx="602852" cy="301972"/>
          </a:xfrm>
          <a:prstGeom prst="ellips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charset="0"/>
              <a:ea typeface="ＭＳ Ｐゴシック" charset="0"/>
              <a:cs typeface="+mn-cs"/>
            </a:endParaRPr>
          </a:p>
        </p:txBody>
      </p:sp>
      <p:sp>
        <p:nvSpPr>
          <p:cNvPr id="220" name="Text Box 4">
            <a:extLst>
              <a:ext uri="{FF2B5EF4-FFF2-40B4-BE49-F238E27FC236}">
                <a16:creationId xmlns:a16="http://schemas.microsoft.com/office/drawing/2014/main" id="{7648EBF3-81A0-F345-9981-8D8AF954E5F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698178" y="2856764"/>
            <a:ext cx="71205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uxyv</a:t>
            </a:r>
          </a:p>
        </p:txBody>
      </p:sp>
      <p:cxnSp>
        <p:nvCxnSpPr>
          <p:cNvPr id="221" name="Straight Arrow Connector 220">
            <a:extLst>
              <a:ext uri="{FF2B5EF4-FFF2-40B4-BE49-F238E27FC236}">
                <a16:creationId xmlns:a16="http://schemas.microsoft.com/office/drawing/2014/main" id="{0BD1F41D-EB0C-7647-9C8B-BD9891B74EAC}"/>
              </a:ext>
            </a:extLst>
          </p:cNvPr>
          <p:cNvCxnSpPr>
            <a:cxnSpLocks/>
          </p:cNvCxnSpPr>
          <p:nvPr/>
        </p:nvCxnSpPr>
        <p:spPr>
          <a:xfrm>
            <a:off x="2017455" y="6020765"/>
            <a:ext cx="586969" cy="6484"/>
          </a:xfrm>
          <a:prstGeom prst="straightConnector1">
            <a:avLst/>
          </a:prstGeom>
          <a:ln w="317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17" name="Group 216">
            <a:extLst>
              <a:ext uri="{FF2B5EF4-FFF2-40B4-BE49-F238E27FC236}">
                <a16:creationId xmlns:a16="http://schemas.microsoft.com/office/drawing/2014/main" id="{F404110F-EE86-7D41-82F9-09316E4C0ED0}"/>
              </a:ext>
            </a:extLst>
          </p:cNvPr>
          <p:cNvGrpSpPr/>
          <p:nvPr/>
        </p:nvGrpSpPr>
        <p:grpSpPr>
          <a:xfrm>
            <a:off x="5554672" y="2866120"/>
            <a:ext cx="4461980" cy="406922"/>
            <a:chOff x="5554672" y="2866120"/>
            <a:chExt cx="4461980" cy="406922"/>
          </a:xfrm>
        </p:grpSpPr>
        <p:sp>
          <p:nvSpPr>
            <p:cNvPr id="218" name="Text Box 9">
              <a:extLst>
                <a:ext uri="{FF2B5EF4-FFF2-40B4-BE49-F238E27FC236}">
                  <a16:creationId xmlns:a16="http://schemas.microsoft.com/office/drawing/2014/main" id="{7E921F87-9D3D-C049-B044-F9AE7064825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490547" y="2872932"/>
              <a:ext cx="526105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4,y</a:t>
              </a:r>
            </a:p>
          </p:txBody>
        </p:sp>
        <p:sp>
          <p:nvSpPr>
            <p:cNvPr id="222" name="Text Box 6">
              <a:extLst>
                <a:ext uri="{FF2B5EF4-FFF2-40B4-BE49-F238E27FC236}">
                  <a16:creationId xmlns:a16="http://schemas.microsoft.com/office/drawing/2014/main" id="{003FBBAD-CA0C-E04B-A301-22E94EE62CA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54672" y="2866120"/>
              <a:ext cx="526106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3,y</a:t>
              </a:r>
            </a:p>
          </p:txBody>
        </p:sp>
      </p:grpSp>
      <p:cxnSp>
        <p:nvCxnSpPr>
          <p:cNvPr id="207" name="Straight Arrow Connector 206">
            <a:extLst>
              <a:ext uri="{FF2B5EF4-FFF2-40B4-BE49-F238E27FC236}">
                <a16:creationId xmlns:a16="http://schemas.microsoft.com/office/drawing/2014/main" id="{787AAA88-1A4D-4F42-AED5-1A8D64761CA5}"/>
              </a:ext>
            </a:extLst>
          </p:cNvPr>
          <p:cNvCxnSpPr>
            <a:cxnSpLocks/>
          </p:cNvCxnSpPr>
          <p:nvPr/>
        </p:nvCxnSpPr>
        <p:spPr>
          <a:xfrm flipV="1">
            <a:off x="1170996" y="5023414"/>
            <a:ext cx="502342" cy="281976"/>
          </a:xfrm>
          <a:prstGeom prst="straightConnector1">
            <a:avLst/>
          </a:prstGeom>
          <a:ln w="317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4" name="Oval 114">
            <a:extLst>
              <a:ext uri="{FF2B5EF4-FFF2-40B4-BE49-F238E27FC236}">
                <a16:creationId xmlns:a16="http://schemas.microsoft.com/office/drawing/2014/main" id="{E38717AD-8034-D440-9ED5-72264494C28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45236" y="2930322"/>
            <a:ext cx="602852" cy="301972"/>
          </a:xfrm>
          <a:prstGeom prst="ellips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charset="0"/>
              <a:ea typeface="ＭＳ Ｐゴシック" charset="0"/>
              <a:cs typeface="+mn-cs"/>
            </a:endParaRPr>
          </a:p>
        </p:txBody>
      </p:sp>
      <p:sp>
        <p:nvSpPr>
          <p:cNvPr id="224" name="Text Box 4">
            <a:extLst>
              <a:ext uri="{FF2B5EF4-FFF2-40B4-BE49-F238E27FC236}">
                <a16:creationId xmlns:a16="http://schemas.microsoft.com/office/drawing/2014/main" id="{9B6F5E29-137E-6D4A-97FE-A1CB75C44EE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21874" y="3178926"/>
            <a:ext cx="898003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uxyvw</a:t>
            </a:r>
          </a:p>
        </p:txBody>
      </p:sp>
      <p:sp>
        <p:nvSpPr>
          <p:cNvPr id="215" name="Text Box 9">
            <a:extLst>
              <a:ext uri="{FF2B5EF4-FFF2-40B4-BE49-F238E27FC236}">
                <a16:creationId xmlns:a16="http://schemas.microsoft.com/office/drawing/2014/main" id="{62E3D023-F895-6745-B73B-5301E3C4443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497173" y="3197610"/>
            <a:ext cx="526105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4,y</a:t>
            </a:r>
          </a:p>
        </p:txBody>
      </p:sp>
      <p:cxnSp>
        <p:nvCxnSpPr>
          <p:cNvPr id="212" name="Straight Arrow Connector 211">
            <a:extLst>
              <a:ext uri="{FF2B5EF4-FFF2-40B4-BE49-F238E27FC236}">
                <a16:creationId xmlns:a16="http://schemas.microsoft.com/office/drawing/2014/main" id="{41F1CF94-F7B7-9947-B9CB-42D5664FC48B}"/>
              </a:ext>
            </a:extLst>
          </p:cNvPr>
          <p:cNvCxnSpPr>
            <a:cxnSpLocks/>
          </p:cNvCxnSpPr>
          <p:nvPr/>
        </p:nvCxnSpPr>
        <p:spPr>
          <a:xfrm flipV="1">
            <a:off x="2879488" y="5005314"/>
            <a:ext cx="0" cy="883534"/>
          </a:xfrm>
          <a:prstGeom prst="straightConnector1">
            <a:avLst/>
          </a:prstGeom>
          <a:ln w="317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53522599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2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1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15" grpId="0"/>
    </p:bld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5B27BFF1-5DCE-D642-8EFE-FACB1C97EEE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199" y="354060"/>
            <a:ext cx="11179629" cy="894622"/>
          </a:xfrm>
        </p:spPr>
        <p:txBody>
          <a:bodyPr/>
          <a:lstStyle/>
          <a:p>
            <a:r>
              <a:rPr lang="en-US" b="0" dirty="0">
                <a:latin typeface="+mn-lt"/>
              </a:rPr>
              <a:t>Dijkstra’s algorithm: an example</a:t>
            </a:r>
          </a:p>
        </p:txBody>
      </p:sp>
      <p:sp>
        <p:nvSpPr>
          <p:cNvPr id="246" name="Text Box 3">
            <a:extLst>
              <a:ext uri="{FF2B5EF4-FFF2-40B4-BE49-F238E27FC236}">
                <a16:creationId xmlns:a16="http://schemas.microsoft.com/office/drawing/2014/main" id="{B903AE0C-4346-CF44-9481-037FB37A398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97181" y="1647825"/>
            <a:ext cx="706437" cy="2225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Step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0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1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2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3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4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5</a:t>
            </a:r>
          </a:p>
        </p:txBody>
      </p:sp>
      <p:sp>
        <p:nvSpPr>
          <p:cNvPr id="247" name="Text Box 4">
            <a:extLst>
              <a:ext uri="{FF2B5EF4-FFF2-40B4-BE49-F238E27FC236}">
                <a16:creationId xmlns:a16="http://schemas.microsoft.com/office/drawing/2014/main" id="{940B6AB4-2B9C-424D-9073-90B490CA145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07285" y="1657350"/>
            <a:ext cx="420308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N</a:t>
            </a: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rPr>
              <a:t>'</a:t>
            </a:r>
          </a:p>
        </p:txBody>
      </p:sp>
      <p:sp>
        <p:nvSpPr>
          <p:cNvPr id="248" name="Text Box 5">
            <a:extLst>
              <a:ext uri="{FF2B5EF4-FFF2-40B4-BE49-F238E27FC236}">
                <a16:creationId xmlns:a16="http://schemas.microsoft.com/office/drawing/2014/main" id="{BFC5A1B4-9A1A-8748-B5FA-043233C160A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32260" y="1626727"/>
            <a:ext cx="1180130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D(v),p(v)</a:t>
            </a:r>
          </a:p>
        </p:txBody>
      </p:sp>
      <p:sp>
        <p:nvSpPr>
          <p:cNvPr id="250" name="Text Box 7">
            <a:extLst>
              <a:ext uri="{FF2B5EF4-FFF2-40B4-BE49-F238E27FC236}">
                <a16:creationId xmlns:a16="http://schemas.microsoft.com/office/drawing/2014/main" id="{134AE2AD-F4F6-A646-BCC7-1F2E0A23EDC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34634" y="1626726"/>
            <a:ext cx="1180131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D(x),p(x)</a:t>
            </a:r>
          </a:p>
        </p:txBody>
      </p:sp>
      <p:sp>
        <p:nvSpPr>
          <p:cNvPr id="251" name="Text Box 8">
            <a:extLst>
              <a:ext uri="{FF2B5EF4-FFF2-40B4-BE49-F238E27FC236}">
                <a16:creationId xmlns:a16="http://schemas.microsoft.com/office/drawing/2014/main" id="{A27983AD-A090-0449-BF43-DC6600055B4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56559" y="1638300"/>
            <a:ext cx="1180131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D(y),p(y)</a:t>
            </a:r>
          </a:p>
        </p:txBody>
      </p:sp>
      <p:sp>
        <p:nvSpPr>
          <p:cNvPr id="252" name="Text Box 9">
            <a:extLst>
              <a:ext uri="{FF2B5EF4-FFF2-40B4-BE49-F238E27FC236}">
                <a16:creationId xmlns:a16="http://schemas.microsoft.com/office/drawing/2014/main" id="{297C2219-5295-1C4F-BC52-FD72360100D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63535" y="1638300"/>
            <a:ext cx="1180130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D(z),p(z)</a:t>
            </a:r>
          </a:p>
        </p:txBody>
      </p:sp>
      <p:sp>
        <p:nvSpPr>
          <p:cNvPr id="253" name="Line 10">
            <a:extLst>
              <a:ext uri="{FF2B5EF4-FFF2-40B4-BE49-F238E27FC236}">
                <a16:creationId xmlns:a16="http://schemas.microsoft.com/office/drawing/2014/main" id="{D9A0E014-3E4B-AA48-86C7-6D4E4AE592F4}"/>
              </a:ext>
            </a:extLst>
          </p:cNvPr>
          <p:cNvSpPr>
            <a:spLocks noChangeShapeType="1"/>
          </p:cNvSpPr>
          <p:nvPr/>
        </p:nvSpPr>
        <p:spPr bwMode="auto">
          <a:xfrm>
            <a:off x="1519418" y="1998662"/>
            <a:ext cx="8505825" cy="9525"/>
          </a:xfrm>
          <a:prstGeom prst="line">
            <a:avLst/>
          </a:prstGeom>
          <a:noFill/>
          <a:ln w="28575">
            <a:solidFill>
              <a:srgbClr val="3333CC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495" name="Text Box 6">
            <a:extLst>
              <a:ext uri="{FF2B5EF4-FFF2-40B4-BE49-F238E27FC236}">
                <a16:creationId xmlns:a16="http://schemas.microsoft.com/office/drawing/2014/main" id="{A24F37E4-4175-D247-9C29-BC40A27B53F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69951" y="1633417"/>
            <a:ext cx="1295547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D(w),p(w)</a:t>
            </a:r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83A2ED86-B66C-0F49-818B-087416791E66}"/>
              </a:ext>
            </a:extLst>
          </p:cNvPr>
          <p:cNvGrpSpPr/>
          <p:nvPr/>
        </p:nvGrpSpPr>
        <p:grpSpPr>
          <a:xfrm>
            <a:off x="4263633" y="1951300"/>
            <a:ext cx="5679281" cy="401555"/>
            <a:chOff x="4263633" y="1951300"/>
            <a:chExt cx="5679281" cy="401555"/>
          </a:xfrm>
        </p:grpSpPr>
        <p:sp>
          <p:nvSpPr>
            <p:cNvPr id="249" name="Text Box 6">
              <a:extLst>
                <a:ext uri="{FF2B5EF4-FFF2-40B4-BE49-F238E27FC236}">
                  <a16:creationId xmlns:a16="http://schemas.microsoft.com/office/drawing/2014/main" id="{CD4FA9CE-7149-A440-83C1-21E98C3A6B6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70608" y="1951300"/>
              <a:ext cx="54053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5,u</a:t>
              </a:r>
            </a:p>
          </p:txBody>
        </p:sp>
        <p:sp>
          <p:nvSpPr>
            <p:cNvPr id="483" name="Text Box 9">
              <a:extLst>
                <a:ext uri="{FF2B5EF4-FFF2-40B4-BE49-F238E27FC236}">
                  <a16:creationId xmlns:a16="http://schemas.microsoft.com/office/drawing/2014/main" id="{451C47E2-E094-7147-A23C-5212BC8FB56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564285" y="1975894"/>
              <a:ext cx="378629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charset="0"/>
                  <a:ea typeface="ＭＳ Ｐゴシック" charset="0"/>
                </a:rPr>
                <a:t>∞</a:t>
              </a: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93" name="Text Box 9">
              <a:extLst>
                <a:ext uri="{FF2B5EF4-FFF2-40B4-BE49-F238E27FC236}">
                  <a16:creationId xmlns:a16="http://schemas.microsoft.com/office/drawing/2014/main" id="{77161A6C-F59E-E646-A81F-7F211BDD004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68885" y="1974450"/>
              <a:ext cx="378629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charset="0"/>
                  <a:ea typeface="ＭＳ Ｐゴシック" charset="0"/>
                </a:rPr>
                <a:t>∞</a:t>
              </a: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94" name="Text Box 7">
              <a:extLst>
                <a:ext uri="{FF2B5EF4-FFF2-40B4-BE49-F238E27FC236}">
                  <a16:creationId xmlns:a16="http://schemas.microsoft.com/office/drawing/2014/main" id="{052BF5DE-999E-0047-B15A-B0A0D539AFA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866008" y="1951300"/>
              <a:ext cx="54053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1,u</a:t>
              </a:r>
            </a:p>
          </p:txBody>
        </p:sp>
        <p:sp>
          <p:nvSpPr>
            <p:cNvPr id="500" name="Text Box 5">
              <a:extLst>
                <a:ext uri="{FF2B5EF4-FFF2-40B4-BE49-F238E27FC236}">
                  <a16:creationId xmlns:a16="http://schemas.microsoft.com/office/drawing/2014/main" id="{39318546-EB10-7141-A532-7477C3F9247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63633" y="1952745"/>
              <a:ext cx="54053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2,u</a:t>
              </a:r>
            </a:p>
          </p:txBody>
        </p:sp>
      </p:grpSp>
      <p:sp>
        <p:nvSpPr>
          <p:cNvPr id="508" name="Text Box 4">
            <a:extLst>
              <a:ext uri="{FF2B5EF4-FFF2-40B4-BE49-F238E27FC236}">
                <a16:creationId xmlns:a16="http://schemas.microsoft.com/office/drawing/2014/main" id="{46A6DAE9-5634-E343-888C-DBD504BE17B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82181" y="1941646"/>
            <a:ext cx="32733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</a:t>
            </a:r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155C6A08-435F-074A-8CB5-94B5718AAF55}"/>
              </a:ext>
            </a:extLst>
          </p:cNvPr>
          <p:cNvCxnSpPr/>
          <p:nvPr/>
        </p:nvCxnSpPr>
        <p:spPr>
          <a:xfrm>
            <a:off x="1706097" y="2303362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09" name="Straight Connector 508">
            <a:extLst>
              <a:ext uri="{FF2B5EF4-FFF2-40B4-BE49-F238E27FC236}">
                <a16:creationId xmlns:a16="http://schemas.microsoft.com/office/drawing/2014/main" id="{A3B06771-707C-C549-B117-3063EC3738D7}"/>
              </a:ext>
            </a:extLst>
          </p:cNvPr>
          <p:cNvCxnSpPr/>
          <p:nvPr/>
        </p:nvCxnSpPr>
        <p:spPr>
          <a:xfrm>
            <a:off x="1714983" y="2606233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0" name="Straight Connector 509">
            <a:extLst>
              <a:ext uri="{FF2B5EF4-FFF2-40B4-BE49-F238E27FC236}">
                <a16:creationId xmlns:a16="http://schemas.microsoft.com/office/drawing/2014/main" id="{1D62FDB7-4F58-C84F-A936-529AACBF81D5}"/>
              </a:ext>
            </a:extLst>
          </p:cNvPr>
          <p:cNvCxnSpPr/>
          <p:nvPr/>
        </p:nvCxnSpPr>
        <p:spPr>
          <a:xfrm>
            <a:off x="1719251" y="2913722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1" name="Straight Connector 510">
            <a:extLst>
              <a:ext uri="{FF2B5EF4-FFF2-40B4-BE49-F238E27FC236}">
                <a16:creationId xmlns:a16="http://schemas.microsoft.com/office/drawing/2014/main" id="{F671747E-F7E7-174E-B66B-4158AC0C73AC}"/>
              </a:ext>
            </a:extLst>
          </p:cNvPr>
          <p:cNvCxnSpPr/>
          <p:nvPr/>
        </p:nvCxnSpPr>
        <p:spPr>
          <a:xfrm>
            <a:off x="1718901" y="3225829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4" name="Straight Connector 513">
            <a:extLst>
              <a:ext uri="{FF2B5EF4-FFF2-40B4-BE49-F238E27FC236}">
                <a16:creationId xmlns:a16="http://schemas.microsoft.com/office/drawing/2014/main" id="{A48E9275-8476-9244-A5FE-18548D30A1B6}"/>
              </a:ext>
            </a:extLst>
          </p:cNvPr>
          <p:cNvCxnSpPr/>
          <p:nvPr/>
        </p:nvCxnSpPr>
        <p:spPr>
          <a:xfrm>
            <a:off x="1727787" y="3565644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3" name="Text Box 3">
            <a:extLst>
              <a:ext uri="{FF2B5EF4-FFF2-40B4-BE49-F238E27FC236}">
                <a16:creationId xmlns:a16="http://schemas.microsoft.com/office/drawing/2014/main" id="{7F7C65A8-3A93-574D-9312-3FDE1275879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17465" y="3427169"/>
            <a:ext cx="1221809" cy="193899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charset="0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8  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Loop </a:t>
            </a: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srgbClr val="0000A8"/>
              </a:solidFill>
              <a:effectLst/>
              <a:uLnTx/>
              <a:uFillTx/>
              <a:latin typeface="Calibri" panose="020F0502020204030204"/>
              <a:ea typeface="ＭＳ Ｐゴシック" charset="0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9    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10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   </a:t>
            </a:r>
          </a:p>
        </p:txBody>
      </p:sp>
      <p:sp>
        <p:nvSpPr>
          <p:cNvPr id="164" name="Text Box 3">
            <a:extLst>
              <a:ext uri="{FF2B5EF4-FFF2-40B4-BE49-F238E27FC236}">
                <a16:creationId xmlns:a16="http://schemas.microsoft.com/office/drawing/2014/main" id="{9AD40842-B350-BF42-BC3C-5285750E157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76265" y="3750132"/>
            <a:ext cx="5864426" cy="12003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charset="0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find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a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not in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N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Arial" charset="0"/>
              </a:rPr>
              <a:t>'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such that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D(a)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is a minimum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add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a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to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N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Arial" charset="0"/>
              </a:rPr>
              <a:t>'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</a:t>
            </a:r>
          </a:p>
        </p:txBody>
      </p:sp>
      <p:sp>
        <p:nvSpPr>
          <p:cNvPr id="167" name="Oval 114">
            <a:extLst>
              <a:ext uri="{FF2B5EF4-FFF2-40B4-BE49-F238E27FC236}">
                <a16:creationId xmlns:a16="http://schemas.microsoft.com/office/drawing/2014/main" id="{D5350C1B-A977-CC45-ADDA-7ABEE3B22E6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43529" y="2025568"/>
            <a:ext cx="602852" cy="301972"/>
          </a:xfrm>
          <a:prstGeom prst="ellips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charset="0"/>
              <a:ea typeface="ＭＳ Ｐゴシック" charset="0"/>
              <a:cs typeface="+mn-cs"/>
            </a:endParaRPr>
          </a:p>
        </p:txBody>
      </p:sp>
      <p:sp>
        <p:nvSpPr>
          <p:cNvPr id="172" name="Text Box 4">
            <a:extLst>
              <a:ext uri="{FF2B5EF4-FFF2-40B4-BE49-F238E27FC236}">
                <a16:creationId xmlns:a16="http://schemas.microsoft.com/office/drawing/2014/main" id="{1B8BDA83-ED76-9C43-B640-E44C3E517FE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58516" y="2241520"/>
            <a:ext cx="45557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ux</a:t>
            </a:r>
          </a:p>
        </p:txBody>
      </p:sp>
      <p:sp>
        <p:nvSpPr>
          <p:cNvPr id="112" name="TextBox 111">
            <a:extLst>
              <a:ext uri="{FF2B5EF4-FFF2-40B4-BE49-F238E27FC236}">
                <a16:creationId xmlns:a16="http://schemas.microsoft.com/office/drawing/2014/main" id="{315CB903-C0C3-C744-B8C9-92A6680CB584}"/>
              </a:ext>
            </a:extLst>
          </p:cNvPr>
          <p:cNvSpPr txBox="1"/>
          <p:nvPr/>
        </p:nvSpPr>
        <p:spPr>
          <a:xfrm>
            <a:off x="4322868" y="1212035"/>
            <a:ext cx="346570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v</a:t>
            </a:r>
          </a:p>
        </p:txBody>
      </p:sp>
      <p:sp>
        <p:nvSpPr>
          <p:cNvPr id="113" name="TextBox 112">
            <a:extLst>
              <a:ext uri="{FF2B5EF4-FFF2-40B4-BE49-F238E27FC236}">
                <a16:creationId xmlns:a16="http://schemas.microsoft.com/office/drawing/2014/main" id="{5AD4F740-0EF9-2044-827E-A54C55587203}"/>
              </a:ext>
            </a:extLst>
          </p:cNvPr>
          <p:cNvSpPr txBox="1"/>
          <p:nvPr/>
        </p:nvSpPr>
        <p:spPr>
          <a:xfrm>
            <a:off x="5598013" y="1206430"/>
            <a:ext cx="441146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w</a:t>
            </a:r>
          </a:p>
        </p:txBody>
      </p:sp>
      <p:sp>
        <p:nvSpPr>
          <p:cNvPr id="114" name="TextBox 113">
            <a:extLst>
              <a:ext uri="{FF2B5EF4-FFF2-40B4-BE49-F238E27FC236}">
                <a16:creationId xmlns:a16="http://schemas.microsoft.com/office/drawing/2014/main" id="{AE0A5B28-C8D3-E14E-B1D4-EDE4C4101E6C}"/>
              </a:ext>
            </a:extLst>
          </p:cNvPr>
          <p:cNvSpPr txBox="1"/>
          <p:nvPr/>
        </p:nvSpPr>
        <p:spPr>
          <a:xfrm>
            <a:off x="6907883" y="1200825"/>
            <a:ext cx="340158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x</a:t>
            </a:r>
          </a:p>
        </p:txBody>
      </p:sp>
      <p:sp>
        <p:nvSpPr>
          <p:cNvPr id="115" name="TextBox 114">
            <a:extLst>
              <a:ext uri="{FF2B5EF4-FFF2-40B4-BE49-F238E27FC236}">
                <a16:creationId xmlns:a16="http://schemas.microsoft.com/office/drawing/2014/main" id="{E7BFB733-E937-014A-B7CC-EE11641F15CC}"/>
              </a:ext>
            </a:extLst>
          </p:cNvPr>
          <p:cNvSpPr txBox="1"/>
          <p:nvPr/>
        </p:nvSpPr>
        <p:spPr>
          <a:xfrm>
            <a:off x="8240903" y="1206795"/>
            <a:ext cx="346570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y</a:t>
            </a:r>
          </a:p>
        </p:txBody>
      </p:sp>
      <p:sp>
        <p:nvSpPr>
          <p:cNvPr id="116" name="TextBox 115">
            <a:extLst>
              <a:ext uri="{FF2B5EF4-FFF2-40B4-BE49-F238E27FC236}">
                <a16:creationId xmlns:a16="http://schemas.microsoft.com/office/drawing/2014/main" id="{08D54A84-29AE-E948-B36B-A3E997D943D5}"/>
              </a:ext>
            </a:extLst>
          </p:cNvPr>
          <p:cNvSpPr txBox="1"/>
          <p:nvPr/>
        </p:nvSpPr>
        <p:spPr>
          <a:xfrm>
            <a:off x="9504473" y="1224340"/>
            <a:ext cx="325730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z</a:t>
            </a:r>
          </a:p>
        </p:txBody>
      </p:sp>
      <p:grpSp>
        <p:nvGrpSpPr>
          <p:cNvPr id="120" name="Group 16">
            <a:extLst>
              <a:ext uri="{FF2B5EF4-FFF2-40B4-BE49-F238E27FC236}">
                <a16:creationId xmlns:a16="http://schemas.microsoft.com/office/drawing/2014/main" id="{758A3B01-F3F9-A74E-B632-177660FF1736}"/>
              </a:ext>
            </a:extLst>
          </p:cNvPr>
          <p:cNvGrpSpPr>
            <a:grpSpLocks/>
          </p:cNvGrpSpPr>
          <p:nvPr/>
        </p:nvGrpSpPr>
        <p:grpSpPr bwMode="auto">
          <a:xfrm>
            <a:off x="644342" y="4117376"/>
            <a:ext cx="3571875" cy="2236788"/>
            <a:chOff x="3162" y="1071"/>
            <a:chExt cx="2250" cy="1409"/>
          </a:xfrm>
        </p:grpSpPr>
        <p:sp>
          <p:nvSpPr>
            <p:cNvPr id="121" name="Freeform 17">
              <a:extLst>
                <a:ext uri="{FF2B5EF4-FFF2-40B4-BE49-F238E27FC236}">
                  <a16:creationId xmlns:a16="http://schemas.microsoft.com/office/drawing/2014/main" id="{3D738A20-E61D-3347-97FA-CFBB4A2027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2" y="1071"/>
              <a:ext cx="2250" cy="1409"/>
            </a:xfrm>
            <a:custGeom>
              <a:avLst/>
              <a:gdLst>
                <a:gd name="T0" fmla="*/ 0 w 2250"/>
                <a:gd name="T1" fmla="*/ 624 h 1409"/>
                <a:gd name="T2" fmla="*/ 219 w 2250"/>
                <a:gd name="T3" fmla="*/ 321 h 1409"/>
                <a:gd name="T4" fmla="*/ 529 w 2250"/>
                <a:gd name="T5" fmla="*/ 35 h 1409"/>
                <a:gd name="T6" fmla="*/ 1551 w 2250"/>
                <a:gd name="T7" fmla="*/ 111 h 1409"/>
                <a:gd name="T8" fmla="*/ 1968 w 2250"/>
                <a:gd name="T9" fmla="*/ 483 h 1409"/>
                <a:gd name="T10" fmla="*/ 2199 w 2250"/>
                <a:gd name="T11" fmla="*/ 906 h 1409"/>
                <a:gd name="T12" fmla="*/ 1659 w 2250"/>
                <a:gd name="T13" fmla="*/ 1314 h 1409"/>
                <a:gd name="T14" fmla="*/ 993 w 2250"/>
                <a:gd name="T15" fmla="*/ 1386 h 1409"/>
                <a:gd name="T16" fmla="*/ 465 w 2250"/>
                <a:gd name="T17" fmla="*/ 1356 h 1409"/>
                <a:gd name="T18" fmla="*/ 102 w 2250"/>
                <a:gd name="T19" fmla="*/ 1068 h 1409"/>
                <a:gd name="T20" fmla="*/ 0 w 2250"/>
                <a:gd name="T21" fmla="*/ 624 h 140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2250"/>
                <a:gd name="T34" fmla="*/ 0 h 1409"/>
                <a:gd name="T35" fmla="*/ 2250 w 2250"/>
                <a:gd name="T36" fmla="*/ 1409 h 1409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2250" h="1409">
                  <a:moveTo>
                    <a:pt x="0" y="624"/>
                  </a:moveTo>
                  <a:cubicBezTo>
                    <a:pt x="5" y="506"/>
                    <a:pt x="131" y="419"/>
                    <a:pt x="219" y="321"/>
                  </a:cubicBezTo>
                  <a:cubicBezTo>
                    <a:pt x="307" y="223"/>
                    <a:pt x="307" y="70"/>
                    <a:pt x="529" y="35"/>
                  </a:cubicBezTo>
                  <a:cubicBezTo>
                    <a:pt x="751" y="0"/>
                    <a:pt x="1311" y="36"/>
                    <a:pt x="1551" y="111"/>
                  </a:cubicBezTo>
                  <a:cubicBezTo>
                    <a:pt x="1791" y="186"/>
                    <a:pt x="1860" y="351"/>
                    <a:pt x="1968" y="483"/>
                  </a:cubicBezTo>
                  <a:cubicBezTo>
                    <a:pt x="2076" y="615"/>
                    <a:pt x="2250" y="767"/>
                    <a:pt x="2199" y="906"/>
                  </a:cubicBezTo>
                  <a:cubicBezTo>
                    <a:pt x="2148" y="1045"/>
                    <a:pt x="1860" y="1234"/>
                    <a:pt x="1659" y="1314"/>
                  </a:cubicBezTo>
                  <a:cubicBezTo>
                    <a:pt x="1458" y="1394"/>
                    <a:pt x="1192" y="1379"/>
                    <a:pt x="993" y="1386"/>
                  </a:cubicBezTo>
                  <a:cubicBezTo>
                    <a:pt x="794" y="1393"/>
                    <a:pt x="613" y="1409"/>
                    <a:pt x="465" y="1356"/>
                  </a:cubicBezTo>
                  <a:cubicBezTo>
                    <a:pt x="317" y="1303"/>
                    <a:pt x="180" y="1190"/>
                    <a:pt x="102" y="1068"/>
                  </a:cubicBezTo>
                  <a:cubicBezTo>
                    <a:pt x="24" y="946"/>
                    <a:pt x="21" y="716"/>
                    <a:pt x="0" y="624"/>
                  </a:cubicBezTo>
                  <a:close/>
                </a:path>
              </a:pathLst>
            </a:custGeom>
            <a:solidFill>
              <a:srgbClr val="9CE0FA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2" name="Freeform 18">
              <a:extLst>
                <a:ext uri="{FF2B5EF4-FFF2-40B4-BE49-F238E27FC236}">
                  <a16:creationId xmlns:a16="http://schemas.microsoft.com/office/drawing/2014/main" id="{9A67F7D9-6F26-A244-97DD-F400FD21CA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8" y="1620"/>
              <a:ext cx="342" cy="186"/>
            </a:xfrm>
            <a:custGeom>
              <a:avLst/>
              <a:gdLst>
                <a:gd name="T0" fmla="*/ 0 w 342"/>
                <a:gd name="T1" fmla="*/ 186 h 186"/>
                <a:gd name="T2" fmla="*/ 342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3" name="Oval 19">
              <a:extLst>
                <a:ext uri="{FF2B5EF4-FFF2-40B4-BE49-F238E27FC236}">
                  <a16:creationId xmlns:a16="http://schemas.microsoft.com/office/drawing/2014/main" id="{8061EE07-A1C2-284D-B696-ED41FFB288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8" y="1862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4" name="Line 20">
              <a:extLst>
                <a:ext uri="{FF2B5EF4-FFF2-40B4-BE49-F238E27FC236}">
                  <a16:creationId xmlns:a16="http://schemas.microsoft.com/office/drawing/2014/main" id="{CA83B116-D557-D348-AC0B-78E2F5C0452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38" y="1855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5" name="Line 21">
              <a:extLst>
                <a:ext uri="{FF2B5EF4-FFF2-40B4-BE49-F238E27FC236}">
                  <a16:creationId xmlns:a16="http://schemas.microsoft.com/office/drawing/2014/main" id="{1DA79AD7-1C00-F347-B948-32DC2DF1EC2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51" y="1855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6" name="Rectangle 22">
              <a:extLst>
                <a:ext uri="{FF2B5EF4-FFF2-40B4-BE49-F238E27FC236}">
                  <a16:creationId xmlns:a16="http://schemas.microsoft.com/office/drawing/2014/main" id="{984E29E6-D5D1-6442-A8AB-508570DE4A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8" y="1855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7" name="Oval 23">
              <a:extLst>
                <a:ext uri="{FF2B5EF4-FFF2-40B4-BE49-F238E27FC236}">
                  <a16:creationId xmlns:a16="http://schemas.microsoft.com/office/drawing/2014/main" id="{AD024E49-35E0-C446-9678-D92AC1E7A2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5" y="1796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8" name="Oval 24">
              <a:extLst>
                <a:ext uri="{FF2B5EF4-FFF2-40B4-BE49-F238E27FC236}">
                  <a16:creationId xmlns:a16="http://schemas.microsoft.com/office/drawing/2014/main" id="{706D2E3C-10FA-3947-9AD1-A08759A868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2" y="2249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9" name="Line 25">
              <a:extLst>
                <a:ext uri="{FF2B5EF4-FFF2-40B4-BE49-F238E27FC236}">
                  <a16:creationId xmlns:a16="http://schemas.microsoft.com/office/drawing/2014/main" id="{C94CE491-9734-FE44-A0CB-7E0F832D0E6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12" y="224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0" name="Line 26">
              <a:extLst>
                <a:ext uri="{FF2B5EF4-FFF2-40B4-BE49-F238E27FC236}">
                  <a16:creationId xmlns:a16="http://schemas.microsoft.com/office/drawing/2014/main" id="{EB0C7DDA-EBC9-794C-B89D-D4B4BE886CB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25" y="224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1" name="Rectangle 27">
              <a:extLst>
                <a:ext uri="{FF2B5EF4-FFF2-40B4-BE49-F238E27FC236}">
                  <a16:creationId xmlns:a16="http://schemas.microsoft.com/office/drawing/2014/main" id="{D8E5A5C9-FA6E-3D4C-AE3D-AED068D60B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2" y="2242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2" name="Oval 28">
              <a:extLst>
                <a:ext uri="{FF2B5EF4-FFF2-40B4-BE49-F238E27FC236}">
                  <a16:creationId xmlns:a16="http://schemas.microsoft.com/office/drawing/2014/main" id="{0CB55AD6-4358-5341-98E7-B20E616CAE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9" y="2183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3" name="Oval 29">
              <a:extLst>
                <a:ext uri="{FF2B5EF4-FFF2-40B4-BE49-F238E27FC236}">
                  <a16:creationId xmlns:a16="http://schemas.microsoft.com/office/drawing/2014/main" id="{50051819-8732-6E40-952F-4C0540C10A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8" y="1559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4" name="Line 30">
              <a:extLst>
                <a:ext uri="{FF2B5EF4-FFF2-40B4-BE49-F238E27FC236}">
                  <a16:creationId xmlns:a16="http://schemas.microsoft.com/office/drawing/2014/main" id="{DB5E3452-2593-284B-95E8-DB63177BA96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08" y="155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5" name="Line 31">
              <a:extLst>
                <a:ext uri="{FF2B5EF4-FFF2-40B4-BE49-F238E27FC236}">
                  <a16:creationId xmlns:a16="http://schemas.microsoft.com/office/drawing/2014/main" id="{4C9DFB1A-A46F-7C42-AEC0-5BA9C684262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21" y="155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6" name="Rectangle 32">
              <a:extLst>
                <a:ext uri="{FF2B5EF4-FFF2-40B4-BE49-F238E27FC236}">
                  <a16:creationId xmlns:a16="http://schemas.microsoft.com/office/drawing/2014/main" id="{A1C00E39-48AA-274A-B956-CD2E2C45BC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8" y="1552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7" name="Oval 33">
              <a:extLst>
                <a:ext uri="{FF2B5EF4-FFF2-40B4-BE49-F238E27FC236}">
                  <a16:creationId xmlns:a16="http://schemas.microsoft.com/office/drawing/2014/main" id="{BBFA32B2-49E2-574B-9099-DED6B3832C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5" y="1493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8" name="Oval 34">
              <a:extLst>
                <a:ext uri="{FF2B5EF4-FFF2-40B4-BE49-F238E27FC236}">
                  <a16:creationId xmlns:a16="http://schemas.microsoft.com/office/drawing/2014/main" id="{0D58D8D4-B9BC-2541-A17F-D88330A4FA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1" y="1555"/>
              <a:ext cx="312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9" name="Line 35">
              <a:extLst>
                <a:ext uri="{FF2B5EF4-FFF2-40B4-BE49-F238E27FC236}">
                  <a16:creationId xmlns:a16="http://schemas.microsoft.com/office/drawing/2014/main" id="{7504C589-E1E9-2E44-980C-93C5BE9EB7C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91" y="154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0" name="Line 36">
              <a:extLst>
                <a:ext uri="{FF2B5EF4-FFF2-40B4-BE49-F238E27FC236}">
                  <a16:creationId xmlns:a16="http://schemas.microsoft.com/office/drawing/2014/main" id="{7F02875A-5A8E-E14F-A9D7-C2BAE191131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03" y="154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1" name="Rectangle 37">
              <a:extLst>
                <a:ext uri="{FF2B5EF4-FFF2-40B4-BE49-F238E27FC236}">
                  <a16:creationId xmlns:a16="http://schemas.microsoft.com/office/drawing/2014/main" id="{D9139ADE-ED5B-5C40-9669-A638D5EFC9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1" y="1548"/>
              <a:ext cx="309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2" name="Oval 38">
              <a:extLst>
                <a:ext uri="{FF2B5EF4-FFF2-40B4-BE49-F238E27FC236}">
                  <a16:creationId xmlns:a16="http://schemas.microsoft.com/office/drawing/2014/main" id="{51116AC5-23B1-3F4B-972A-683B27105D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4" y="1492"/>
              <a:ext cx="312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3" name="Oval 39">
              <a:extLst>
                <a:ext uri="{FF2B5EF4-FFF2-40B4-BE49-F238E27FC236}">
                  <a16:creationId xmlns:a16="http://schemas.microsoft.com/office/drawing/2014/main" id="{7CF92621-E46C-E745-8108-ADF0C63540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1" y="2246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4" name="Line 40">
              <a:extLst>
                <a:ext uri="{FF2B5EF4-FFF2-40B4-BE49-F238E27FC236}">
                  <a16:creationId xmlns:a16="http://schemas.microsoft.com/office/drawing/2014/main" id="{C97ABDF7-502E-1E45-A7E6-F2C97AF991E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01" y="2239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5" name="Line 41">
              <a:extLst>
                <a:ext uri="{FF2B5EF4-FFF2-40B4-BE49-F238E27FC236}">
                  <a16:creationId xmlns:a16="http://schemas.microsoft.com/office/drawing/2014/main" id="{6F5F6C02-240D-B545-9D40-386AB9F1990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14" y="2239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6" name="Rectangle 42">
              <a:extLst>
                <a:ext uri="{FF2B5EF4-FFF2-40B4-BE49-F238E27FC236}">
                  <a16:creationId xmlns:a16="http://schemas.microsoft.com/office/drawing/2014/main" id="{F971ECC0-824C-FC4B-8D09-7FF856CD87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1" y="2239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7" name="Oval 43">
              <a:extLst>
                <a:ext uri="{FF2B5EF4-FFF2-40B4-BE49-F238E27FC236}">
                  <a16:creationId xmlns:a16="http://schemas.microsoft.com/office/drawing/2014/main" id="{000B82D5-5D57-8D41-894D-7FA7042570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8" y="2180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8" name="Oval 44">
              <a:extLst>
                <a:ext uri="{FF2B5EF4-FFF2-40B4-BE49-F238E27FC236}">
                  <a16:creationId xmlns:a16="http://schemas.microsoft.com/office/drawing/2014/main" id="{4B3102BD-88D0-D041-8342-28B44A4213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6" y="1905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9" name="Line 45">
              <a:extLst>
                <a:ext uri="{FF2B5EF4-FFF2-40B4-BE49-F238E27FC236}">
                  <a16:creationId xmlns:a16="http://schemas.microsoft.com/office/drawing/2014/main" id="{55D2E64D-9448-364E-BBCE-B8F1E46C9B4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66" y="189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0" name="Line 46">
              <a:extLst>
                <a:ext uri="{FF2B5EF4-FFF2-40B4-BE49-F238E27FC236}">
                  <a16:creationId xmlns:a16="http://schemas.microsoft.com/office/drawing/2014/main" id="{A1D926A4-0713-0448-B8BC-4526CF5A6FF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279" y="189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1" name="Rectangle 47">
              <a:extLst>
                <a:ext uri="{FF2B5EF4-FFF2-40B4-BE49-F238E27FC236}">
                  <a16:creationId xmlns:a16="http://schemas.microsoft.com/office/drawing/2014/main" id="{D44F6537-9CFC-A34F-A528-3BA9FB8DEA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6" y="1898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2" name="Oval 48">
              <a:extLst>
                <a:ext uri="{FF2B5EF4-FFF2-40B4-BE49-F238E27FC236}">
                  <a16:creationId xmlns:a16="http://schemas.microsoft.com/office/drawing/2014/main" id="{CE6823F9-AC23-9143-B45C-3AE00728E6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3" y="1839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3" name="Freeform 49">
              <a:extLst>
                <a:ext uri="{FF2B5EF4-FFF2-40B4-BE49-F238E27FC236}">
                  <a16:creationId xmlns:a16="http://schemas.microsoft.com/office/drawing/2014/main" id="{52D2B20D-E3DC-0F48-BD10-DF782164C94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7" y="1647"/>
              <a:ext cx="1" cy="522"/>
            </a:xfrm>
            <a:custGeom>
              <a:avLst/>
              <a:gdLst>
                <a:gd name="T0" fmla="*/ 0 w 1"/>
                <a:gd name="T1" fmla="*/ 0 h 522"/>
                <a:gd name="T2" fmla="*/ 0 w 1"/>
                <a:gd name="T3" fmla="*/ 522 h 522"/>
                <a:gd name="T4" fmla="*/ 0 60000 65536"/>
                <a:gd name="T5" fmla="*/ 0 60000 65536"/>
                <a:gd name="T6" fmla="*/ 0 w 1"/>
                <a:gd name="T7" fmla="*/ 0 h 522"/>
                <a:gd name="T8" fmla="*/ 1 w 1"/>
                <a:gd name="T9" fmla="*/ 522 h 52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522">
                  <a:moveTo>
                    <a:pt x="0" y="0"/>
                  </a:moveTo>
                  <a:lnTo>
                    <a:pt x="0" y="522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4" name="Freeform 50">
              <a:extLst>
                <a:ext uri="{FF2B5EF4-FFF2-40B4-BE49-F238E27FC236}">
                  <a16:creationId xmlns:a16="http://schemas.microsoft.com/office/drawing/2014/main" id="{2E4F74A6-7593-0541-B4E9-5C88A82D49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4" y="1653"/>
              <a:ext cx="1" cy="537"/>
            </a:xfrm>
            <a:custGeom>
              <a:avLst/>
              <a:gdLst>
                <a:gd name="T0" fmla="*/ 0 w 1"/>
                <a:gd name="T1" fmla="*/ 0 h 537"/>
                <a:gd name="T2" fmla="*/ 0 w 1"/>
                <a:gd name="T3" fmla="*/ 537 h 537"/>
                <a:gd name="T4" fmla="*/ 0 60000 65536"/>
                <a:gd name="T5" fmla="*/ 0 60000 65536"/>
                <a:gd name="T6" fmla="*/ 0 w 1"/>
                <a:gd name="T7" fmla="*/ 0 h 537"/>
                <a:gd name="T8" fmla="*/ 1 w 1"/>
                <a:gd name="T9" fmla="*/ 537 h 53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537">
                  <a:moveTo>
                    <a:pt x="0" y="0"/>
                  </a:moveTo>
                  <a:lnTo>
                    <a:pt x="0" y="537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5" name="Freeform 51">
              <a:extLst>
                <a:ext uri="{FF2B5EF4-FFF2-40B4-BE49-F238E27FC236}">
                  <a16:creationId xmlns:a16="http://schemas.microsoft.com/office/drawing/2014/main" id="{282B2A5D-90FF-A84D-A61D-5962C06F74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9" y="1638"/>
              <a:ext cx="504" cy="600"/>
            </a:xfrm>
            <a:custGeom>
              <a:avLst/>
              <a:gdLst>
                <a:gd name="T0" fmla="*/ 0 w 378"/>
                <a:gd name="T1" fmla="*/ 11993521 h 174"/>
                <a:gd name="T2" fmla="*/ 5035 w 378"/>
                <a:gd name="T3" fmla="*/ 0 h 174"/>
                <a:gd name="T4" fmla="*/ 0 60000 65536"/>
                <a:gd name="T5" fmla="*/ 0 60000 65536"/>
                <a:gd name="T6" fmla="*/ 0 w 378"/>
                <a:gd name="T7" fmla="*/ 0 h 174"/>
                <a:gd name="T8" fmla="*/ 378 w 378"/>
                <a:gd name="T9" fmla="*/ 174 h 17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78" h="174">
                  <a:moveTo>
                    <a:pt x="0" y="174"/>
                  </a:moveTo>
                  <a:lnTo>
                    <a:pt x="378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6" name="Freeform 52">
              <a:extLst>
                <a:ext uri="{FF2B5EF4-FFF2-40B4-BE49-F238E27FC236}">
                  <a16:creationId xmlns:a16="http://schemas.microsoft.com/office/drawing/2014/main" id="{15532AD3-A5D4-154A-9DA4-62586FD328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6" y="1986"/>
              <a:ext cx="366" cy="270"/>
            </a:xfrm>
            <a:custGeom>
              <a:avLst/>
              <a:gdLst>
                <a:gd name="T0" fmla="*/ 0 w 366"/>
                <a:gd name="T1" fmla="*/ 270 h 270"/>
                <a:gd name="T2" fmla="*/ 366 w 366"/>
                <a:gd name="T3" fmla="*/ 0 h 270"/>
                <a:gd name="T4" fmla="*/ 0 60000 65536"/>
                <a:gd name="T5" fmla="*/ 0 60000 65536"/>
                <a:gd name="T6" fmla="*/ 0 w 366"/>
                <a:gd name="T7" fmla="*/ 0 h 270"/>
                <a:gd name="T8" fmla="*/ 366 w 366"/>
                <a:gd name="T9" fmla="*/ 270 h 270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270">
                  <a:moveTo>
                    <a:pt x="0" y="270"/>
                  </a:moveTo>
                  <a:lnTo>
                    <a:pt x="366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7" name="Freeform 53">
              <a:extLst>
                <a:ext uri="{FF2B5EF4-FFF2-40B4-BE49-F238E27FC236}">
                  <a16:creationId xmlns:a16="http://schemas.microsoft.com/office/drawing/2014/main" id="{EDDE0C3D-6D8D-A14C-B3D6-F3D0693E31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5" y="2268"/>
              <a:ext cx="366" cy="1"/>
            </a:xfrm>
            <a:custGeom>
              <a:avLst/>
              <a:gdLst>
                <a:gd name="T0" fmla="*/ 366 w 366"/>
                <a:gd name="T1" fmla="*/ 0 h 1"/>
                <a:gd name="T2" fmla="*/ 0 w 366"/>
                <a:gd name="T3" fmla="*/ 0 h 1"/>
                <a:gd name="T4" fmla="*/ 0 60000 65536"/>
                <a:gd name="T5" fmla="*/ 0 60000 65536"/>
                <a:gd name="T6" fmla="*/ 0 w 366"/>
                <a:gd name="T7" fmla="*/ 0 h 1"/>
                <a:gd name="T8" fmla="*/ 366 w 366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1">
                  <a:moveTo>
                    <a:pt x="366" y="0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8" name="Freeform 54">
              <a:extLst>
                <a:ext uri="{FF2B5EF4-FFF2-40B4-BE49-F238E27FC236}">
                  <a16:creationId xmlns:a16="http://schemas.microsoft.com/office/drawing/2014/main" id="{1F593C73-0AE5-7540-A0A1-AB4B203D89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4" y="1944"/>
              <a:ext cx="276" cy="264"/>
            </a:xfrm>
            <a:custGeom>
              <a:avLst/>
              <a:gdLst>
                <a:gd name="T0" fmla="*/ 276 w 276"/>
                <a:gd name="T1" fmla="*/ 264 h 264"/>
                <a:gd name="T2" fmla="*/ 0 w 276"/>
                <a:gd name="T3" fmla="*/ 0 h 264"/>
                <a:gd name="T4" fmla="*/ 0 60000 65536"/>
                <a:gd name="T5" fmla="*/ 0 60000 65536"/>
                <a:gd name="T6" fmla="*/ 0 w 276"/>
                <a:gd name="T7" fmla="*/ 0 h 264"/>
                <a:gd name="T8" fmla="*/ 276 w 276"/>
                <a:gd name="T9" fmla="*/ 264 h 26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76" h="264">
                  <a:moveTo>
                    <a:pt x="276" y="264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9" name="Freeform 55">
              <a:extLst>
                <a:ext uri="{FF2B5EF4-FFF2-40B4-BE49-F238E27FC236}">
                  <a16:creationId xmlns:a16="http://schemas.microsoft.com/office/drawing/2014/main" id="{F8D3E17A-95CC-6745-B825-B9790B2746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9" y="1578"/>
              <a:ext cx="366" cy="1"/>
            </a:xfrm>
            <a:custGeom>
              <a:avLst/>
              <a:gdLst>
                <a:gd name="T0" fmla="*/ 366 w 366"/>
                <a:gd name="T1" fmla="*/ 0 h 1"/>
                <a:gd name="T2" fmla="*/ 0 w 366"/>
                <a:gd name="T3" fmla="*/ 0 h 1"/>
                <a:gd name="T4" fmla="*/ 0 60000 65536"/>
                <a:gd name="T5" fmla="*/ 0 60000 65536"/>
                <a:gd name="T6" fmla="*/ 0 w 366"/>
                <a:gd name="T7" fmla="*/ 0 h 1"/>
                <a:gd name="T8" fmla="*/ 366 w 366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1">
                  <a:moveTo>
                    <a:pt x="366" y="0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60" name="Freeform 56">
              <a:extLst>
                <a:ext uri="{FF2B5EF4-FFF2-40B4-BE49-F238E27FC236}">
                  <a16:creationId xmlns:a16="http://schemas.microsoft.com/office/drawing/2014/main" id="{64FB055C-D8AE-9E4A-9FE1-2F23D2976FE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4" y="1575"/>
              <a:ext cx="396" cy="267"/>
            </a:xfrm>
            <a:custGeom>
              <a:avLst/>
              <a:gdLst>
                <a:gd name="T0" fmla="*/ 396 w 396"/>
                <a:gd name="T1" fmla="*/ 267 h 267"/>
                <a:gd name="T2" fmla="*/ 0 w 396"/>
                <a:gd name="T3" fmla="*/ 0 h 267"/>
                <a:gd name="T4" fmla="*/ 0 60000 65536"/>
                <a:gd name="T5" fmla="*/ 0 60000 65536"/>
                <a:gd name="T6" fmla="*/ 0 w 396"/>
                <a:gd name="T7" fmla="*/ 0 h 267"/>
                <a:gd name="T8" fmla="*/ 396 w 396"/>
                <a:gd name="T9" fmla="*/ 267 h 26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96" h="267">
                  <a:moveTo>
                    <a:pt x="396" y="267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61" name="Freeform 57">
              <a:extLst>
                <a:ext uri="{FF2B5EF4-FFF2-40B4-BE49-F238E27FC236}">
                  <a16:creationId xmlns:a16="http://schemas.microsoft.com/office/drawing/2014/main" id="{F0C743D6-8B32-AB43-89EE-68493533AB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7" y="1146"/>
              <a:ext cx="1110" cy="645"/>
            </a:xfrm>
            <a:custGeom>
              <a:avLst/>
              <a:gdLst>
                <a:gd name="T0" fmla="*/ 1110 w 1110"/>
                <a:gd name="T1" fmla="*/ 342 h 645"/>
                <a:gd name="T2" fmla="*/ 0 w 1110"/>
                <a:gd name="T3" fmla="*/ 645 h 645"/>
                <a:gd name="T4" fmla="*/ 0 60000 65536"/>
                <a:gd name="T5" fmla="*/ 0 60000 65536"/>
                <a:gd name="T6" fmla="*/ 0 w 1110"/>
                <a:gd name="T7" fmla="*/ 0 h 645"/>
                <a:gd name="T8" fmla="*/ 1110 w 1110"/>
                <a:gd name="T9" fmla="*/ 645 h 645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110" h="645">
                  <a:moveTo>
                    <a:pt x="1110" y="342"/>
                  </a:moveTo>
                  <a:cubicBezTo>
                    <a:pt x="1104" y="0"/>
                    <a:pt x="21" y="63"/>
                    <a:pt x="0" y="645"/>
                  </a:cubicBez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grpSp>
          <p:nvGrpSpPr>
            <p:cNvPr id="162" name="Group 58">
              <a:extLst>
                <a:ext uri="{FF2B5EF4-FFF2-40B4-BE49-F238E27FC236}">
                  <a16:creationId xmlns:a16="http://schemas.microsoft.com/office/drawing/2014/main" id="{1494C31E-1843-3C4C-B448-0EE4B2D48D2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287" y="1744"/>
              <a:ext cx="205" cy="250"/>
              <a:chOff x="2954" y="2425"/>
              <a:chExt cx="208" cy="250"/>
            </a:xfrm>
          </p:grpSpPr>
          <p:sp>
            <p:nvSpPr>
              <p:cNvPr id="198" name="Rectangle 59">
                <a:extLst>
                  <a:ext uri="{FF2B5EF4-FFF2-40B4-BE49-F238E27FC236}">
                    <a16:creationId xmlns:a16="http://schemas.microsoft.com/office/drawing/2014/main" id="{0C8D8FC3-8C0A-E94F-83DB-FC9755166B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99" name="Text Box 60">
                <a:extLst>
                  <a:ext uri="{FF2B5EF4-FFF2-40B4-BE49-F238E27FC236}">
                    <a16:creationId xmlns:a16="http://schemas.microsoft.com/office/drawing/2014/main" id="{C48049A0-1569-9141-9231-3DE54FE038B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4" y="2425"/>
                <a:ext cx="208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u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173" name="Group 61">
              <a:extLst>
                <a:ext uri="{FF2B5EF4-FFF2-40B4-BE49-F238E27FC236}">
                  <a16:creationId xmlns:a16="http://schemas.microsoft.com/office/drawing/2014/main" id="{B00F025D-2C95-A044-AFF5-397F6CA81FA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461" y="2128"/>
              <a:ext cx="196" cy="250"/>
              <a:chOff x="2958" y="2425"/>
              <a:chExt cx="199" cy="250"/>
            </a:xfrm>
          </p:grpSpPr>
          <p:sp>
            <p:nvSpPr>
              <p:cNvPr id="196" name="Rectangle 62">
                <a:extLst>
                  <a:ext uri="{FF2B5EF4-FFF2-40B4-BE49-F238E27FC236}">
                    <a16:creationId xmlns:a16="http://schemas.microsoft.com/office/drawing/2014/main" id="{DBBD13A0-0A7C-8049-879E-1B92947643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97" name="Text Box 63">
                <a:extLst>
                  <a:ext uri="{FF2B5EF4-FFF2-40B4-BE49-F238E27FC236}">
                    <a16:creationId xmlns:a16="http://schemas.microsoft.com/office/drawing/2014/main" id="{7AB2974E-D97D-A248-BCD8-AF4D1F0FDCA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8" y="2425"/>
                <a:ext cx="199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y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174" name="Group 64">
              <a:extLst>
                <a:ext uri="{FF2B5EF4-FFF2-40B4-BE49-F238E27FC236}">
                  <a16:creationId xmlns:a16="http://schemas.microsoft.com/office/drawing/2014/main" id="{33C09162-022E-2E4B-B1DD-AA461D35FDB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72" y="2095"/>
              <a:ext cx="212" cy="288"/>
              <a:chOff x="2951" y="2395"/>
              <a:chExt cx="213" cy="288"/>
            </a:xfrm>
          </p:grpSpPr>
          <p:sp>
            <p:nvSpPr>
              <p:cNvPr id="194" name="Rectangle 65">
                <a:extLst>
                  <a:ext uri="{FF2B5EF4-FFF2-40B4-BE49-F238E27FC236}">
                    <a16:creationId xmlns:a16="http://schemas.microsoft.com/office/drawing/2014/main" id="{CCEE4832-7AF3-4A40-BCBA-0E78A1D44B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95" name="Text Box 66">
                <a:extLst>
                  <a:ext uri="{FF2B5EF4-FFF2-40B4-BE49-F238E27FC236}">
                    <a16:creationId xmlns:a16="http://schemas.microsoft.com/office/drawing/2014/main" id="{A18AA9CD-8C8C-C64E-8BB2-ABFB82B7752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1" y="2395"/>
                <a:ext cx="213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x</a:t>
                </a:r>
              </a:p>
            </p:txBody>
          </p:sp>
        </p:grpSp>
        <p:grpSp>
          <p:nvGrpSpPr>
            <p:cNvPr id="175" name="Group 67">
              <a:extLst>
                <a:ext uri="{FF2B5EF4-FFF2-40B4-BE49-F238E27FC236}">
                  <a16:creationId xmlns:a16="http://schemas.microsoft.com/office/drawing/2014/main" id="{7E4A4CB5-5240-5047-A355-D558A3E12E2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437" y="1438"/>
              <a:ext cx="233" cy="252"/>
              <a:chOff x="2940" y="2425"/>
              <a:chExt cx="236" cy="252"/>
            </a:xfrm>
          </p:grpSpPr>
          <p:sp>
            <p:nvSpPr>
              <p:cNvPr id="192" name="Rectangle 68">
                <a:extLst>
                  <a:ext uri="{FF2B5EF4-FFF2-40B4-BE49-F238E27FC236}">
                    <a16:creationId xmlns:a16="http://schemas.microsoft.com/office/drawing/2014/main" id="{A96BB7D8-5E3B-F54A-ACAA-E0677DC078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6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93" name="Text Box 69">
                <a:extLst>
                  <a:ext uri="{FF2B5EF4-FFF2-40B4-BE49-F238E27FC236}">
                    <a16:creationId xmlns:a16="http://schemas.microsoft.com/office/drawing/2014/main" id="{410DA41D-9F14-6F44-84CA-D9A959BDF5D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40" y="2425"/>
                <a:ext cx="236" cy="25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w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176" name="Group 70">
              <a:extLst>
                <a:ext uri="{FF2B5EF4-FFF2-40B4-BE49-F238E27FC236}">
                  <a16:creationId xmlns:a16="http://schemas.microsoft.com/office/drawing/2014/main" id="{E0B1048B-D084-C846-A55C-AC744DBE9F3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71" y="1438"/>
              <a:ext cx="196" cy="250"/>
              <a:chOff x="2958" y="2425"/>
              <a:chExt cx="199" cy="250"/>
            </a:xfrm>
          </p:grpSpPr>
          <p:sp>
            <p:nvSpPr>
              <p:cNvPr id="190" name="Rectangle 71">
                <a:extLst>
                  <a:ext uri="{FF2B5EF4-FFF2-40B4-BE49-F238E27FC236}">
                    <a16:creationId xmlns:a16="http://schemas.microsoft.com/office/drawing/2014/main" id="{7CD3D1BE-34F4-094F-BA32-8D49284AB6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91" name="Text Box 72">
                <a:extLst>
                  <a:ext uri="{FF2B5EF4-FFF2-40B4-BE49-F238E27FC236}">
                    <a16:creationId xmlns:a16="http://schemas.microsoft.com/office/drawing/2014/main" id="{3D5C06AA-C47B-6A4D-8A27-AA4C7D76D28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8" y="2425"/>
                <a:ext cx="199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v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177" name="Group 73">
              <a:extLst>
                <a:ext uri="{FF2B5EF4-FFF2-40B4-BE49-F238E27FC236}">
                  <a16:creationId xmlns:a16="http://schemas.microsoft.com/office/drawing/2014/main" id="{39C6C191-6A4D-D145-9B17-2F0B670B8A9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025" y="1756"/>
              <a:ext cx="212" cy="288"/>
              <a:chOff x="2949" y="2395"/>
              <a:chExt cx="214" cy="288"/>
            </a:xfrm>
          </p:grpSpPr>
          <p:sp>
            <p:nvSpPr>
              <p:cNvPr id="188" name="Rectangle 74">
                <a:extLst>
                  <a:ext uri="{FF2B5EF4-FFF2-40B4-BE49-F238E27FC236}">
                    <a16:creationId xmlns:a16="http://schemas.microsoft.com/office/drawing/2014/main" id="{878788BF-9BAB-6B4B-BCC1-7F88FC57D4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89" name="Text Box 75">
                <a:extLst>
                  <a:ext uri="{FF2B5EF4-FFF2-40B4-BE49-F238E27FC236}">
                    <a16:creationId xmlns:a16="http://schemas.microsoft.com/office/drawing/2014/main" id="{29553818-901F-A74B-A973-8B1ACA61A2E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49" y="2395"/>
                <a:ext cx="214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z</a:t>
                </a:r>
              </a:p>
            </p:txBody>
          </p:sp>
        </p:grpSp>
        <p:sp>
          <p:nvSpPr>
            <p:cNvPr id="178" name="Text Box 76">
              <a:extLst>
                <a:ext uri="{FF2B5EF4-FFF2-40B4-BE49-F238E27FC236}">
                  <a16:creationId xmlns:a16="http://schemas.microsoft.com/office/drawing/2014/main" id="{346FE683-DA02-964E-912E-9008265FA1E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93" y="1568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79" name="Text Box 77">
              <a:extLst>
                <a:ext uri="{FF2B5EF4-FFF2-40B4-BE49-F238E27FC236}">
                  <a16:creationId xmlns:a16="http://schemas.microsoft.com/office/drawing/2014/main" id="{83CAABB4-6EF8-DD4F-86E0-A7C8DC5F3BE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41" y="1787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0" name="Text Box 78">
              <a:extLst>
                <a:ext uri="{FF2B5EF4-FFF2-40B4-BE49-F238E27FC236}">
                  <a16:creationId xmlns:a16="http://schemas.microsoft.com/office/drawing/2014/main" id="{60B8E963-90D2-C24E-B1C3-92826407D03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06" y="2000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1" name="Text Box 79">
              <a:extLst>
                <a:ext uri="{FF2B5EF4-FFF2-40B4-BE49-F238E27FC236}">
                  <a16:creationId xmlns:a16="http://schemas.microsoft.com/office/drawing/2014/main" id="{DCA75031-4CAF-FB4B-B5B5-33DB92D51C0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25" y="1880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2" name="Text Box 80">
              <a:extLst>
                <a:ext uri="{FF2B5EF4-FFF2-40B4-BE49-F238E27FC236}">
                  <a16:creationId xmlns:a16="http://schemas.microsoft.com/office/drawing/2014/main" id="{C519B319-7316-9041-86CC-85BF1228899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62" y="2234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3" name="Text Box 81">
              <a:extLst>
                <a:ext uri="{FF2B5EF4-FFF2-40B4-BE49-F238E27FC236}">
                  <a16:creationId xmlns:a16="http://schemas.microsoft.com/office/drawing/2014/main" id="{5B6C4D06-FD20-5C4C-9AE3-6086B101980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22" y="1805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4" name="Text Box 82">
              <a:extLst>
                <a:ext uri="{FF2B5EF4-FFF2-40B4-BE49-F238E27FC236}">
                  <a16:creationId xmlns:a16="http://schemas.microsoft.com/office/drawing/2014/main" id="{D7076B21-53BA-B14B-954F-D3582ED801D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82" y="2069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5" name="Text Box 83">
              <a:extLst>
                <a:ext uri="{FF2B5EF4-FFF2-40B4-BE49-F238E27FC236}">
                  <a16:creationId xmlns:a16="http://schemas.microsoft.com/office/drawing/2014/main" id="{35EAA28F-B2FC-B840-B933-852F6B10C52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55" y="1532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6" name="Text Box 84">
              <a:extLst>
                <a:ext uri="{FF2B5EF4-FFF2-40B4-BE49-F238E27FC236}">
                  <a16:creationId xmlns:a16="http://schemas.microsoft.com/office/drawing/2014/main" id="{1DF8C370-9E82-204B-BC41-540B267E1D2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20" y="1382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7" name="Text Box 85">
              <a:extLst>
                <a:ext uri="{FF2B5EF4-FFF2-40B4-BE49-F238E27FC236}">
                  <a16:creationId xmlns:a16="http://schemas.microsoft.com/office/drawing/2014/main" id="{70F01FE7-388D-494B-9568-B741BD3A18C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69" y="1115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cxnSp>
        <p:nvCxnSpPr>
          <p:cNvPr id="200" name="Straight Arrow Connector 199">
            <a:extLst>
              <a:ext uri="{FF2B5EF4-FFF2-40B4-BE49-F238E27FC236}">
                <a16:creationId xmlns:a16="http://schemas.microsoft.com/office/drawing/2014/main" id="{D0EB6011-5A98-FD41-B923-923C37A2C8EB}"/>
              </a:ext>
            </a:extLst>
          </p:cNvPr>
          <p:cNvCxnSpPr>
            <a:cxnSpLocks/>
          </p:cNvCxnSpPr>
          <p:nvPr/>
        </p:nvCxnSpPr>
        <p:spPr>
          <a:xfrm>
            <a:off x="1118203" y="5514294"/>
            <a:ext cx="439472" cy="428799"/>
          </a:xfrm>
          <a:prstGeom prst="straightConnector1">
            <a:avLst/>
          </a:prstGeom>
          <a:ln w="317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09" name="Group 108">
            <a:extLst>
              <a:ext uri="{FF2B5EF4-FFF2-40B4-BE49-F238E27FC236}">
                <a16:creationId xmlns:a16="http://schemas.microsoft.com/office/drawing/2014/main" id="{F788D50F-B789-D144-9C6D-4EB2777C45F6}"/>
              </a:ext>
            </a:extLst>
          </p:cNvPr>
          <p:cNvGrpSpPr/>
          <p:nvPr/>
        </p:nvGrpSpPr>
        <p:grpSpPr>
          <a:xfrm>
            <a:off x="4263633" y="2255616"/>
            <a:ext cx="5679281" cy="416447"/>
            <a:chOff x="4263633" y="2255616"/>
            <a:chExt cx="5679281" cy="416447"/>
          </a:xfrm>
        </p:grpSpPr>
        <p:sp>
          <p:nvSpPr>
            <p:cNvPr id="110" name="Text Box 9">
              <a:extLst>
                <a:ext uri="{FF2B5EF4-FFF2-40B4-BE49-F238E27FC236}">
                  <a16:creationId xmlns:a16="http://schemas.microsoft.com/office/drawing/2014/main" id="{65B395D1-ACAF-AB4A-A53B-728973E1FE6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564285" y="2301914"/>
              <a:ext cx="378629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charset="0"/>
                  <a:ea typeface="ＭＳ Ｐゴシック" charset="0"/>
                </a:rPr>
                <a:t>∞</a:t>
              </a: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11" name="Text Box 8">
              <a:extLst>
                <a:ext uri="{FF2B5EF4-FFF2-40B4-BE49-F238E27FC236}">
                  <a16:creationId xmlns:a16="http://schemas.microsoft.com/office/drawing/2014/main" id="{C4F3D1DE-8C63-AD4B-B1C0-FE339DA1FD0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06722" y="2260378"/>
              <a:ext cx="526106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2,x</a:t>
              </a:r>
            </a:p>
          </p:txBody>
        </p:sp>
        <p:sp>
          <p:nvSpPr>
            <p:cNvPr id="117" name="Text Box 6">
              <a:extLst>
                <a:ext uri="{FF2B5EF4-FFF2-40B4-BE49-F238E27FC236}">
                  <a16:creationId xmlns:a16="http://schemas.microsoft.com/office/drawing/2014/main" id="{C9401439-4F9A-5245-B5D8-98F93D2D33D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66247" y="2271953"/>
              <a:ext cx="526105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4,x</a:t>
              </a:r>
            </a:p>
          </p:txBody>
        </p:sp>
        <p:sp>
          <p:nvSpPr>
            <p:cNvPr id="118" name="Text Box 5">
              <a:extLst>
                <a:ext uri="{FF2B5EF4-FFF2-40B4-BE49-F238E27FC236}">
                  <a16:creationId xmlns:a16="http://schemas.microsoft.com/office/drawing/2014/main" id="{05199638-1656-3440-8601-484D6E8D2EB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63633" y="2255616"/>
              <a:ext cx="54053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2,u</a:t>
              </a:r>
            </a:p>
          </p:txBody>
        </p:sp>
      </p:grpSp>
      <p:sp>
        <p:nvSpPr>
          <p:cNvPr id="171" name="Oval 114">
            <a:extLst>
              <a:ext uri="{FF2B5EF4-FFF2-40B4-BE49-F238E27FC236}">
                <a16:creationId xmlns:a16="http://schemas.microsoft.com/office/drawing/2014/main" id="{E65BD954-0CEF-0549-AB54-7CAE01A2E242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95837" y="2316864"/>
            <a:ext cx="602852" cy="301972"/>
          </a:xfrm>
          <a:prstGeom prst="ellips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charset="0"/>
              <a:ea typeface="ＭＳ Ｐゴシック" charset="0"/>
              <a:cs typeface="+mn-cs"/>
            </a:endParaRPr>
          </a:p>
        </p:txBody>
      </p:sp>
      <p:sp>
        <p:nvSpPr>
          <p:cNvPr id="209" name="Text Box 4">
            <a:extLst>
              <a:ext uri="{FF2B5EF4-FFF2-40B4-BE49-F238E27FC236}">
                <a16:creationId xmlns:a16="http://schemas.microsoft.com/office/drawing/2014/main" id="{0287B239-D17F-164E-887D-3DDF8EB7F20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16771" y="2546463"/>
            <a:ext cx="58381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uxy</a:t>
            </a:r>
          </a:p>
        </p:txBody>
      </p:sp>
      <p:grpSp>
        <p:nvGrpSpPr>
          <p:cNvPr id="166" name="Group 165">
            <a:extLst>
              <a:ext uri="{FF2B5EF4-FFF2-40B4-BE49-F238E27FC236}">
                <a16:creationId xmlns:a16="http://schemas.microsoft.com/office/drawing/2014/main" id="{9B6EC370-4690-3E46-AB1F-67BC3824C362}"/>
              </a:ext>
            </a:extLst>
          </p:cNvPr>
          <p:cNvGrpSpPr/>
          <p:nvPr/>
        </p:nvGrpSpPr>
        <p:grpSpPr>
          <a:xfrm>
            <a:off x="4263633" y="2546912"/>
            <a:ext cx="5753019" cy="428022"/>
            <a:chOff x="4263633" y="2546912"/>
            <a:chExt cx="5753019" cy="428022"/>
          </a:xfrm>
        </p:grpSpPr>
        <p:sp>
          <p:nvSpPr>
            <p:cNvPr id="168" name="Text Box 9">
              <a:extLst>
                <a:ext uri="{FF2B5EF4-FFF2-40B4-BE49-F238E27FC236}">
                  <a16:creationId xmlns:a16="http://schemas.microsoft.com/office/drawing/2014/main" id="{8EFA72A1-3DB5-DF4E-B71C-36925819E09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490547" y="2546912"/>
              <a:ext cx="526105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4,y</a:t>
              </a:r>
            </a:p>
          </p:txBody>
        </p:sp>
        <p:sp>
          <p:nvSpPr>
            <p:cNvPr id="201" name="Text Box 6">
              <a:extLst>
                <a:ext uri="{FF2B5EF4-FFF2-40B4-BE49-F238E27FC236}">
                  <a16:creationId xmlns:a16="http://schemas.microsoft.com/office/drawing/2014/main" id="{698EB84B-B9AC-1E4F-9ED3-7D9285536BF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66247" y="2574824"/>
              <a:ext cx="526106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3,y</a:t>
              </a:r>
            </a:p>
          </p:txBody>
        </p:sp>
        <p:sp>
          <p:nvSpPr>
            <p:cNvPr id="202" name="Text Box 5">
              <a:extLst>
                <a:ext uri="{FF2B5EF4-FFF2-40B4-BE49-F238E27FC236}">
                  <a16:creationId xmlns:a16="http://schemas.microsoft.com/office/drawing/2014/main" id="{1C67B278-22E0-CE4D-A434-92237BAE990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63633" y="2558487"/>
              <a:ext cx="54053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2,u</a:t>
              </a:r>
            </a:p>
          </p:txBody>
        </p:sp>
      </p:grpSp>
      <p:sp>
        <p:nvSpPr>
          <p:cNvPr id="170" name="Oval 114">
            <a:extLst>
              <a:ext uri="{FF2B5EF4-FFF2-40B4-BE49-F238E27FC236}">
                <a16:creationId xmlns:a16="http://schemas.microsoft.com/office/drawing/2014/main" id="{297F9B67-0084-F24B-8B98-FA793D568FE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52576" y="2608159"/>
            <a:ext cx="602852" cy="301972"/>
          </a:xfrm>
          <a:prstGeom prst="ellips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charset="0"/>
              <a:ea typeface="ＭＳ Ｐゴシック" charset="0"/>
              <a:cs typeface="+mn-cs"/>
            </a:endParaRPr>
          </a:p>
        </p:txBody>
      </p:sp>
      <p:sp>
        <p:nvSpPr>
          <p:cNvPr id="220" name="Text Box 4">
            <a:extLst>
              <a:ext uri="{FF2B5EF4-FFF2-40B4-BE49-F238E27FC236}">
                <a16:creationId xmlns:a16="http://schemas.microsoft.com/office/drawing/2014/main" id="{7648EBF3-81A0-F345-9981-8D8AF954E5F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698178" y="2856764"/>
            <a:ext cx="71205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uxyv</a:t>
            </a:r>
          </a:p>
        </p:txBody>
      </p:sp>
      <p:cxnSp>
        <p:nvCxnSpPr>
          <p:cNvPr id="221" name="Straight Arrow Connector 220">
            <a:extLst>
              <a:ext uri="{FF2B5EF4-FFF2-40B4-BE49-F238E27FC236}">
                <a16:creationId xmlns:a16="http://schemas.microsoft.com/office/drawing/2014/main" id="{0BD1F41D-EB0C-7647-9C8B-BD9891B74EAC}"/>
              </a:ext>
            </a:extLst>
          </p:cNvPr>
          <p:cNvCxnSpPr>
            <a:cxnSpLocks/>
          </p:cNvCxnSpPr>
          <p:nvPr/>
        </p:nvCxnSpPr>
        <p:spPr>
          <a:xfrm>
            <a:off x="2017455" y="6020765"/>
            <a:ext cx="586969" cy="6484"/>
          </a:xfrm>
          <a:prstGeom prst="straightConnector1">
            <a:avLst/>
          </a:prstGeom>
          <a:ln w="317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17" name="Group 216">
            <a:extLst>
              <a:ext uri="{FF2B5EF4-FFF2-40B4-BE49-F238E27FC236}">
                <a16:creationId xmlns:a16="http://schemas.microsoft.com/office/drawing/2014/main" id="{F404110F-EE86-7D41-82F9-09316E4C0ED0}"/>
              </a:ext>
            </a:extLst>
          </p:cNvPr>
          <p:cNvGrpSpPr/>
          <p:nvPr/>
        </p:nvGrpSpPr>
        <p:grpSpPr>
          <a:xfrm>
            <a:off x="5554672" y="2866120"/>
            <a:ext cx="4461980" cy="406922"/>
            <a:chOff x="5554672" y="2866120"/>
            <a:chExt cx="4461980" cy="406922"/>
          </a:xfrm>
        </p:grpSpPr>
        <p:sp>
          <p:nvSpPr>
            <p:cNvPr id="218" name="Text Box 9">
              <a:extLst>
                <a:ext uri="{FF2B5EF4-FFF2-40B4-BE49-F238E27FC236}">
                  <a16:creationId xmlns:a16="http://schemas.microsoft.com/office/drawing/2014/main" id="{7E921F87-9D3D-C049-B044-F9AE7064825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490547" y="2872932"/>
              <a:ext cx="526105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4,y</a:t>
              </a:r>
            </a:p>
          </p:txBody>
        </p:sp>
        <p:sp>
          <p:nvSpPr>
            <p:cNvPr id="222" name="Text Box 6">
              <a:extLst>
                <a:ext uri="{FF2B5EF4-FFF2-40B4-BE49-F238E27FC236}">
                  <a16:creationId xmlns:a16="http://schemas.microsoft.com/office/drawing/2014/main" id="{003FBBAD-CA0C-E04B-A301-22E94EE62CA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54672" y="2866120"/>
              <a:ext cx="526106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3,y</a:t>
              </a:r>
            </a:p>
          </p:txBody>
        </p:sp>
      </p:grpSp>
      <p:cxnSp>
        <p:nvCxnSpPr>
          <p:cNvPr id="207" name="Straight Arrow Connector 206">
            <a:extLst>
              <a:ext uri="{FF2B5EF4-FFF2-40B4-BE49-F238E27FC236}">
                <a16:creationId xmlns:a16="http://schemas.microsoft.com/office/drawing/2014/main" id="{787AAA88-1A4D-4F42-AED5-1A8D64761CA5}"/>
              </a:ext>
            </a:extLst>
          </p:cNvPr>
          <p:cNvCxnSpPr>
            <a:cxnSpLocks/>
          </p:cNvCxnSpPr>
          <p:nvPr/>
        </p:nvCxnSpPr>
        <p:spPr>
          <a:xfrm flipV="1">
            <a:off x="1170996" y="5023414"/>
            <a:ext cx="502342" cy="281976"/>
          </a:xfrm>
          <a:prstGeom prst="straightConnector1">
            <a:avLst/>
          </a:prstGeom>
          <a:ln w="317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4" name="Oval 114">
            <a:extLst>
              <a:ext uri="{FF2B5EF4-FFF2-40B4-BE49-F238E27FC236}">
                <a16:creationId xmlns:a16="http://schemas.microsoft.com/office/drawing/2014/main" id="{E38717AD-8034-D440-9ED5-72264494C28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45236" y="2930322"/>
            <a:ext cx="602852" cy="301972"/>
          </a:xfrm>
          <a:prstGeom prst="ellips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charset="0"/>
              <a:ea typeface="ＭＳ Ｐゴシック" charset="0"/>
              <a:cs typeface="+mn-cs"/>
            </a:endParaRPr>
          </a:p>
        </p:txBody>
      </p:sp>
      <p:sp>
        <p:nvSpPr>
          <p:cNvPr id="224" name="Text Box 4">
            <a:extLst>
              <a:ext uri="{FF2B5EF4-FFF2-40B4-BE49-F238E27FC236}">
                <a16:creationId xmlns:a16="http://schemas.microsoft.com/office/drawing/2014/main" id="{9B6F5E29-137E-6D4A-97FE-A1CB75C44EE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21874" y="3178926"/>
            <a:ext cx="898003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uxyvw</a:t>
            </a:r>
          </a:p>
        </p:txBody>
      </p:sp>
      <p:sp>
        <p:nvSpPr>
          <p:cNvPr id="215" name="Text Box 9">
            <a:extLst>
              <a:ext uri="{FF2B5EF4-FFF2-40B4-BE49-F238E27FC236}">
                <a16:creationId xmlns:a16="http://schemas.microsoft.com/office/drawing/2014/main" id="{62E3D023-F895-6745-B73B-5301E3C4443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497173" y="3197610"/>
            <a:ext cx="526105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4,y</a:t>
            </a:r>
          </a:p>
        </p:txBody>
      </p:sp>
      <p:grpSp>
        <p:nvGrpSpPr>
          <p:cNvPr id="213" name="Group 212">
            <a:extLst>
              <a:ext uri="{FF2B5EF4-FFF2-40B4-BE49-F238E27FC236}">
                <a16:creationId xmlns:a16="http://schemas.microsoft.com/office/drawing/2014/main" id="{AA203BF5-54E3-A247-B525-DAD7C3FFFA30}"/>
              </a:ext>
            </a:extLst>
          </p:cNvPr>
          <p:cNvGrpSpPr/>
          <p:nvPr/>
        </p:nvGrpSpPr>
        <p:grpSpPr>
          <a:xfrm>
            <a:off x="3084763" y="1369564"/>
            <a:ext cx="6736985" cy="2493877"/>
            <a:chOff x="-2329870" y="-444558"/>
            <a:chExt cx="6736985" cy="2493877"/>
          </a:xfrm>
        </p:grpSpPr>
        <p:sp>
          <p:nvSpPr>
            <p:cNvPr id="223" name="Oval 222">
              <a:extLst>
                <a:ext uri="{FF2B5EF4-FFF2-40B4-BE49-F238E27FC236}">
                  <a16:creationId xmlns:a16="http://schemas.microsoft.com/office/drawing/2014/main" id="{EC7C9367-2990-6D43-A15C-2F5B4E8649C4}"/>
                </a:ext>
              </a:extLst>
            </p:cNvPr>
            <p:cNvSpPr/>
            <p:nvPr/>
          </p:nvSpPr>
          <p:spPr>
            <a:xfrm>
              <a:off x="4092019" y="-444558"/>
              <a:ext cx="315096" cy="295532"/>
            </a:xfrm>
            <a:prstGeom prst="ellipse">
              <a:avLst/>
            </a:prstGeom>
            <a:noFill/>
            <a:ln w="1905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225" name="Straight Arrow Connector 224">
              <a:extLst>
                <a:ext uri="{FF2B5EF4-FFF2-40B4-BE49-F238E27FC236}">
                  <a16:creationId xmlns:a16="http://schemas.microsoft.com/office/drawing/2014/main" id="{F11A43D7-7771-3E49-94AA-7FB8202B3A43}"/>
                </a:ext>
              </a:extLst>
            </p:cNvPr>
            <p:cNvCxnSpPr>
              <a:cxnSpLocks/>
              <a:stCxn id="223" idx="2"/>
              <a:endCxn id="226" idx="6"/>
            </p:cNvCxnSpPr>
            <p:nvPr/>
          </p:nvCxnSpPr>
          <p:spPr>
            <a:xfrm flipH="1">
              <a:off x="-2027653" y="-296792"/>
              <a:ext cx="6119672" cy="2198345"/>
            </a:xfrm>
            <a:prstGeom prst="straightConnector1">
              <a:avLst/>
            </a:prstGeom>
            <a:ln w="15875">
              <a:solidFill>
                <a:srgbClr val="FF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26" name="Oval 225">
              <a:extLst>
                <a:ext uri="{FF2B5EF4-FFF2-40B4-BE49-F238E27FC236}">
                  <a16:creationId xmlns:a16="http://schemas.microsoft.com/office/drawing/2014/main" id="{88F40879-FE48-7941-9529-6385E99DA5B8}"/>
                </a:ext>
              </a:extLst>
            </p:cNvPr>
            <p:cNvSpPr/>
            <p:nvPr/>
          </p:nvSpPr>
          <p:spPr>
            <a:xfrm>
              <a:off x="-2329870" y="1753787"/>
              <a:ext cx="302217" cy="295532"/>
            </a:xfrm>
            <a:prstGeom prst="ellipse">
              <a:avLst/>
            </a:prstGeom>
            <a:noFill/>
            <a:ln w="1905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216" name="Oval 114">
            <a:extLst>
              <a:ext uri="{FF2B5EF4-FFF2-40B4-BE49-F238E27FC236}">
                <a16:creationId xmlns:a16="http://schemas.microsoft.com/office/drawing/2014/main" id="{C308C696-C703-8F42-B968-5CF9C8EE645B}"/>
              </a:ext>
            </a:extLst>
          </p:cNvPr>
          <p:cNvSpPr>
            <a:spLocks noChangeArrowheads="1"/>
          </p:cNvSpPr>
          <p:nvPr/>
        </p:nvSpPr>
        <p:spPr bwMode="auto">
          <a:xfrm>
            <a:off x="9438034" y="3267919"/>
            <a:ext cx="602852" cy="301972"/>
          </a:xfrm>
          <a:prstGeom prst="ellips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charset="0"/>
              <a:ea typeface="ＭＳ Ｐゴシック" charset="0"/>
              <a:cs typeface="+mn-cs"/>
            </a:endParaRPr>
          </a:p>
        </p:txBody>
      </p:sp>
      <p:sp>
        <p:nvSpPr>
          <p:cNvPr id="227" name="Text Box 4">
            <a:extLst>
              <a:ext uri="{FF2B5EF4-FFF2-40B4-BE49-F238E27FC236}">
                <a16:creationId xmlns:a16="http://schemas.microsoft.com/office/drawing/2014/main" id="{7503A458-C386-184E-899F-151FF3881F3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80129" y="3488080"/>
            <a:ext cx="1026243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uxyvwz</a:t>
            </a:r>
          </a:p>
        </p:txBody>
      </p:sp>
      <p:cxnSp>
        <p:nvCxnSpPr>
          <p:cNvPr id="229" name="Straight Arrow Connector 228">
            <a:extLst>
              <a:ext uri="{FF2B5EF4-FFF2-40B4-BE49-F238E27FC236}">
                <a16:creationId xmlns:a16="http://schemas.microsoft.com/office/drawing/2014/main" id="{FF0B2969-0D91-644B-9FF5-3BB4F0D073E4}"/>
              </a:ext>
            </a:extLst>
          </p:cNvPr>
          <p:cNvCxnSpPr>
            <a:cxnSpLocks/>
          </p:cNvCxnSpPr>
          <p:nvPr/>
        </p:nvCxnSpPr>
        <p:spPr>
          <a:xfrm flipV="1">
            <a:off x="2879488" y="5005314"/>
            <a:ext cx="0" cy="883534"/>
          </a:xfrm>
          <a:prstGeom prst="straightConnector1">
            <a:avLst/>
          </a:prstGeom>
          <a:ln w="317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0" name="Straight Arrow Connector 229">
            <a:extLst>
              <a:ext uri="{FF2B5EF4-FFF2-40B4-BE49-F238E27FC236}">
                <a16:creationId xmlns:a16="http://schemas.microsoft.com/office/drawing/2014/main" id="{BABE8C73-6B5D-7F4B-AA15-26746F00DEF9}"/>
              </a:ext>
            </a:extLst>
          </p:cNvPr>
          <p:cNvCxnSpPr>
            <a:cxnSpLocks/>
          </p:cNvCxnSpPr>
          <p:nvPr/>
        </p:nvCxnSpPr>
        <p:spPr>
          <a:xfrm flipV="1">
            <a:off x="3059661" y="5610320"/>
            <a:ext cx="606730" cy="448060"/>
          </a:xfrm>
          <a:prstGeom prst="straightConnector1">
            <a:avLst/>
          </a:prstGeom>
          <a:ln w="317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45753550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" dur="500"/>
                                        <p:tgtEl>
                                          <p:spTgt spid="2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" dur="500"/>
                                        <p:tgtEl>
                                          <p:spTgt spid="2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2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27" grpId="0"/>
    </p:bldLst>
  </p:timing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5B27BFF1-5DCE-D642-8EFE-FACB1C97EEE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199" y="354060"/>
            <a:ext cx="11179629" cy="894622"/>
          </a:xfrm>
        </p:spPr>
        <p:txBody>
          <a:bodyPr/>
          <a:lstStyle/>
          <a:p>
            <a:r>
              <a:rPr lang="en-US" b="0" dirty="0">
                <a:latin typeface="+mn-lt"/>
              </a:rPr>
              <a:t>Dijkstra’s algorithm: an example</a:t>
            </a:r>
          </a:p>
        </p:txBody>
      </p:sp>
      <p:sp>
        <p:nvSpPr>
          <p:cNvPr id="246" name="Text Box 3">
            <a:extLst>
              <a:ext uri="{FF2B5EF4-FFF2-40B4-BE49-F238E27FC236}">
                <a16:creationId xmlns:a16="http://schemas.microsoft.com/office/drawing/2014/main" id="{B903AE0C-4346-CF44-9481-037FB37A398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97181" y="1647825"/>
            <a:ext cx="706437" cy="2225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Step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0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1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2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3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4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5</a:t>
            </a:r>
          </a:p>
        </p:txBody>
      </p:sp>
      <p:sp>
        <p:nvSpPr>
          <p:cNvPr id="247" name="Text Box 4">
            <a:extLst>
              <a:ext uri="{FF2B5EF4-FFF2-40B4-BE49-F238E27FC236}">
                <a16:creationId xmlns:a16="http://schemas.microsoft.com/office/drawing/2014/main" id="{940B6AB4-2B9C-424D-9073-90B490CA145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07285" y="1657350"/>
            <a:ext cx="420308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N</a:t>
            </a: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rPr>
              <a:t>'</a:t>
            </a:r>
          </a:p>
        </p:txBody>
      </p:sp>
      <p:sp>
        <p:nvSpPr>
          <p:cNvPr id="248" name="Text Box 5">
            <a:extLst>
              <a:ext uri="{FF2B5EF4-FFF2-40B4-BE49-F238E27FC236}">
                <a16:creationId xmlns:a16="http://schemas.microsoft.com/office/drawing/2014/main" id="{BFC5A1B4-9A1A-8748-B5FA-043233C160A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32260" y="1626727"/>
            <a:ext cx="1180130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D(v),p(v)</a:t>
            </a:r>
          </a:p>
        </p:txBody>
      </p:sp>
      <p:sp>
        <p:nvSpPr>
          <p:cNvPr id="250" name="Text Box 7">
            <a:extLst>
              <a:ext uri="{FF2B5EF4-FFF2-40B4-BE49-F238E27FC236}">
                <a16:creationId xmlns:a16="http://schemas.microsoft.com/office/drawing/2014/main" id="{134AE2AD-F4F6-A646-BCC7-1F2E0A23EDC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34634" y="1626726"/>
            <a:ext cx="1180131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D(x),p(x)</a:t>
            </a:r>
          </a:p>
        </p:txBody>
      </p:sp>
      <p:sp>
        <p:nvSpPr>
          <p:cNvPr id="251" name="Text Box 8">
            <a:extLst>
              <a:ext uri="{FF2B5EF4-FFF2-40B4-BE49-F238E27FC236}">
                <a16:creationId xmlns:a16="http://schemas.microsoft.com/office/drawing/2014/main" id="{A27983AD-A090-0449-BF43-DC6600055B4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56559" y="1638300"/>
            <a:ext cx="1180131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D(y),p(y)</a:t>
            </a:r>
          </a:p>
        </p:txBody>
      </p:sp>
      <p:sp>
        <p:nvSpPr>
          <p:cNvPr id="252" name="Text Box 9">
            <a:extLst>
              <a:ext uri="{FF2B5EF4-FFF2-40B4-BE49-F238E27FC236}">
                <a16:creationId xmlns:a16="http://schemas.microsoft.com/office/drawing/2014/main" id="{297C2219-5295-1C4F-BC52-FD72360100D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63535" y="1638300"/>
            <a:ext cx="1180130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D(z),p(z)</a:t>
            </a:r>
          </a:p>
        </p:txBody>
      </p:sp>
      <p:sp>
        <p:nvSpPr>
          <p:cNvPr id="253" name="Line 10">
            <a:extLst>
              <a:ext uri="{FF2B5EF4-FFF2-40B4-BE49-F238E27FC236}">
                <a16:creationId xmlns:a16="http://schemas.microsoft.com/office/drawing/2014/main" id="{D9A0E014-3E4B-AA48-86C7-6D4E4AE592F4}"/>
              </a:ext>
            </a:extLst>
          </p:cNvPr>
          <p:cNvSpPr>
            <a:spLocks noChangeShapeType="1"/>
          </p:cNvSpPr>
          <p:nvPr/>
        </p:nvSpPr>
        <p:spPr bwMode="auto">
          <a:xfrm>
            <a:off x="1519418" y="1998662"/>
            <a:ext cx="8505825" cy="9525"/>
          </a:xfrm>
          <a:prstGeom prst="line">
            <a:avLst/>
          </a:prstGeom>
          <a:noFill/>
          <a:ln w="28575">
            <a:solidFill>
              <a:srgbClr val="3333CC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495" name="Text Box 6">
            <a:extLst>
              <a:ext uri="{FF2B5EF4-FFF2-40B4-BE49-F238E27FC236}">
                <a16:creationId xmlns:a16="http://schemas.microsoft.com/office/drawing/2014/main" id="{A24F37E4-4175-D247-9C29-BC40A27B53F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69951" y="1633417"/>
            <a:ext cx="1295547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D(w),p(w)</a:t>
            </a:r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83A2ED86-B66C-0F49-818B-087416791E66}"/>
              </a:ext>
            </a:extLst>
          </p:cNvPr>
          <p:cNvGrpSpPr/>
          <p:nvPr/>
        </p:nvGrpSpPr>
        <p:grpSpPr>
          <a:xfrm>
            <a:off x="4263633" y="1951300"/>
            <a:ext cx="5679281" cy="401555"/>
            <a:chOff x="4263633" y="1951300"/>
            <a:chExt cx="5679281" cy="401555"/>
          </a:xfrm>
        </p:grpSpPr>
        <p:sp>
          <p:nvSpPr>
            <p:cNvPr id="249" name="Text Box 6">
              <a:extLst>
                <a:ext uri="{FF2B5EF4-FFF2-40B4-BE49-F238E27FC236}">
                  <a16:creationId xmlns:a16="http://schemas.microsoft.com/office/drawing/2014/main" id="{CD4FA9CE-7149-A440-83C1-21E98C3A6B6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70608" y="1951300"/>
              <a:ext cx="54053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5,u</a:t>
              </a:r>
            </a:p>
          </p:txBody>
        </p:sp>
        <p:sp>
          <p:nvSpPr>
            <p:cNvPr id="483" name="Text Box 9">
              <a:extLst>
                <a:ext uri="{FF2B5EF4-FFF2-40B4-BE49-F238E27FC236}">
                  <a16:creationId xmlns:a16="http://schemas.microsoft.com/office/drawing/2014/main" id="{451C47E2-E094-7147-A23C-5212BC8FB56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564285" y="1975894"/>
              <a:ext cx="378629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charset="0"/>
                  <a:ea typeface="ＭＳ Ｐゴシック" charset="0"/>
                </a:rPr>
                <a:t>∞</a:t>
              </a: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93" name="Text Box 9">
              <a:extLst>
                <a:ext uri="{FF2B5EF4-FFF2-40B4-BE49-F238E27FC236}">
                  <a16:creationId xmlns:a16="http://schemas.microsoft.com/office/drawing/2014/main" id="{77161A6C-F59E-E646-A81F-7F211BDD004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68885" y="1974450"/>
              <a:ext cx="378629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charset="0"/>
                  <a:ea typeface="ＭＳ Ｐゴシック" charset="0"/>
                </a:rPr>
                <a:t>∞</a:t>
              </a: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94" name="Text Box 7">
              <a:extLst>
                <a:ext uri="{FF2B5EF4-FFF2-40B4-BE49-F238E27FC236}">
                  <a16:creationId xmlns:a16="http://schemas.microsoft.com/office/drawing/2014/main" id="{052BF5DE-999E-0047-B15A-B0A0D539AFA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866008" y="1951300"/>
              <a:ext cx="54053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1,u</a:t>
              </a:r>
            </a:p>
          </p:txBody>
        </p:sp>
        <p:sp>
          <p:nvSpPr>
            <p:cNvPr id="500" name="Text Box 5">
              <a:extLst>
                <a:ext uri="{FF2B5EF4-FFF2-40B4-BE49-F238E27FC236}">
                  <a16:creationId xmlns:a16="http://schemas.microsoft.com/office/drawing/2014/main" id="{39318546-EB10-7141-A532-7477C3F9247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63633" y="1952745"/>
              <a:ext cx="54053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2,u</a:t>
              </a:r>
            </a:p>
          </p:txBody>
        </p:sp>
      </p:grpSp>
      <p:sp>
        <p:nvSpPr>
          <p:cNvPr id="508" name="Text Box 4">
            <a:extLst>
              <a:ext uri="{FF2B5EF4-FFF2-40B4-BE49-F238E27FC236}">
                <a16:creationId xmlns:a16="http://schemas.microsoft.com/office/drawing/2014/main" id="{46A6DAE9-5634-E343-888C-DBD504BE17B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82181" y="1941646"/>
            <a:ext cx="32733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</a:t>
            </a:r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155C6A08-435F-074A-8CB5-94B5718AAF55}"/>
              </a:ext>
            </a:extLst>
          </p:cNvPr>
          <p:cNvCxnSpPr/>
          <p:nvPr/>
        </p:nvCxnSpPr>
        <p:spPr>
          <a:xfrm>
            <a:off x="1706097" y="2303362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09" name="Straight Connector 508">
            <a:extLst>
              <a:ext uri="{FF2B5EF4-FFF2-40B4-BE49-F238E27FC236}">
                <a16:creationId xmlns:a16="http://schemas.microsoft.com/office/drawing/2014/main" id="{A3B06771-707C-C549-B117-3063EC3738D7}"/>
              </a:ext>
            </a:extLst>
          </p:cNvPr>
          <p:cNvCxnSpPr/>
          <p:nvPr/>
        </p:nvCxnSpPr>
        <p:spPr>
          <a:xfrm>
            <a:off x="1714983" y="2606233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0" name="Straight Connector 509">
            <a:extLst>
              <a:ext uri="{FF2B5EF4-FFF2-40B4-BE49-F238E27FC236}">
                <a16:creationId xmlns:a16="http://schemas.microsoft.com/office/drawing/2014/main" id="{1D62FDB7-4F58-C84F-A936-529AACBF81D5}"/>
              </a:ext>
            </a:extLst>
          </p:cNvPr>
          <p:cNvCxnSpPr/>
          <p:nvPr/>
        </p:nvCxnSpPr>
        <p:spPr>
          <a:xfrm>
            <a:off x="1719251" y="2913722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1" name="Straight Connector 510">
            <a:extLst>
              <a:ext uri="{FF2B5EF4-FFF2-40B4-BE49-F238E27FC236}">
                <a16:creationId xmlns:a16="http://schemas.microsoft.com/office/drawing/2014/main" id="{F671747E-F7E7-174E-B66B-4158AC0C73AC}"/>
              </a:ext>
            </a:extLst>
          </p:cNvPr>
          <p:cNvCxnSpPr/>
          <p:nvPr/>
        </p:nvCxnSpPr>
        <p:spPr>
          <a:xfrm>
            <a:off x="1718901" y="3225829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4" name="Straight Connector 513">
            <a:extLst>
              <a:ext uri="{FF2B5EF4-FFF2-40B4-BE49-F238E27FC236}">
                <a16:creationId xmlns:a16="http://schemas.microsoft.com/office/drawing/2014/main" id="{A48E9275-8476-9244-A5FE-18548D30A1B6}"/>
              </a:ext>
            </a:extLst>
          </p:cNvPr>
          <p:cNvCxnSpPr/>
          <p:nvPr/>
        </p:nvCxnSpPr>
        <p:spPr>
          <a:xfrm>
            <a:off x="1727787" y="3565644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3" name="Text Box 3">
            <a:extLst>
              <a:ext uri="{FF2B5EF4-FFF2-40B4-BE49-F238E27FC236}">
                <a16:creationId xmlns:a16="http://schemas.microsoft.com/office/drawing/2014/main" id="{7F7C65A8-3A93-574D-9312-3FDE1275879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17465" y="3427169"/>
            <a:ext cx="1221809" cy="230832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charset="0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8  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Loop </a:t>
            </a: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srgbClr val="0000A8"/>
              </a:solidFill>
              <a:effectLst/>
              <a:uLnTx/>
              <a:uFillTx/>
              <a:latin typeface="Calibri" panose="020F0502020204030204"/>
              <a:ea typeface="ＭＳ Ｐゴシック" charset="0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9    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10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11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   </a:t>
            </a:r>
          </a:p>
        </p:txBody>
      </p:sp>
      <p:sp>
        <p:nvSpPr>
          <p:cNvPr id="164" name="Text Box 3">
            <a:extLst>
              <a:ext uri="{FF2B5EF4-FFF2-40B4-BE49-F238E27FC236}">
                <a16:creationId xmlns:a16="http://schemas.microsoft.com/office/drawing/2014/main" id="{9AD40842-B350-BF42-BC3C-5285750E157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76265" y="3750132"/>
            <a:ext cx="5864426" cy="12003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charset="0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find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a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not in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N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Arial" charset="0"/>
              </a:rPr>
              <a:t>'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such that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D(a)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is a minimum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add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a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to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N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Arial" charset="0"/>
              </a:rPr>
              <a:t>'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</a:t>
            </a:r>
          </a:p>
        </p:txBody>
      </p:sp>
      <p:sp>
        <p:nvSpPr>
          <p:cNvPr id="167" name="Oval 114">
            <a:extLst>
              <a:ext uri="{FF2B5EF4-FFF2-40B4-BE49-F238E27FC236}">
                <a16:creationId xmlns:a16="http://schemas.microsoft.com/office/drawing/2014/main" id="{D5350C1B-A977-CC45-ADDA-7ABEE3B22E6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43529" y="2025568"/>
            <a:ext cx="602852" cy="301972"/>
          </a:xfrm>
          <a:prstGeom prst="ellips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charset="0"/>
              <a:ea typeface="ＭＳ Ｐゴシック" charset="0"/>
              <a:cs typeface="+mn-cs"/>
            </a:endParaRPr>
          </a:p>
        </p:txBody>
      </p:sp>
      <p:sp>
        <p:nvSpPr>
          <p:cNvPr id="172" name="Text Box 4">
            <a:extLst>
              <a:ext uri="{FF2B5EF4-FFF2-40B4-BE49-F238E27FC236}">
                <a16:creationId xmlns:a16="http://schemas.microsoft.com/office/drawing/2014/main" id="{1B8BDA83-ED76-9C43-B640-E44C3E517FE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58516" y="2241520"/>
            <a:ext cx="45557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ux</a:t>
            </a:r>
          </a:p>
        </p:txBody>
      </p:sp>
      <p:sp>
        <p:nvSpPr>
          <p:cNvPr id="112" name="TextBox 111">
            <a:extLst>
              <a:ext uri="{FF2B5EF4-FFF2-40B4-BE49-F238E27FC236}">
                <a16:creationId xmlns:a16="http://schemas.microsoft.com/office/drawing/2014/main" id="{315CB903-C0C3-C744-B8C9-92A6680CB584}"/>
              </a:ext>
            </a:extLst>
          </p:cNvPr>
          <p:cNvSpPr txBox="1"/>
          <p:nvPr/>
        </p:nvSpPr>
        <p:spPr>
          <a:xfrm>
            <a:off x="4322868" y="1212035"/>
            <a:ext cx="346570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v</a:t>
            </a:r>
          </a:p>
        </p:txBody>
      </p:sp>
      <p:sp>
        <p:nvSpPr>
          <p:cNvPr id="113" name="TextBox 112">
            <a:extLst>
              <a:ext uri="{FF2B5EF4-FFF2-40B4-BE49-F238E27FC236}">
                <a16:creationId xmlns:a16="http://schemas.microsoft.com/office/drawing/2014/main" id="{5AD4F740-0EF9-2044-827E-A54C55587203}"/>
              </a:ext>
            </a:extLst>
          </p:cNvPr>
          <p:cNvSpPr txBox="1"/>
          <p:nvPr/>
        </p:nvSpPr>
        <p:spPr>
          <a:xfrm>
            <a:off x="5598013" y="1206430"/>
            <a:ext cx="441146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w</a:t>
            </a:r>
          </a:p>
        </p:txBody>
      </p:sp>
      <p:sp>
        <p:nvSpPr>
          <p:cNvPr id="114" name="TextBox 113">
            <a:extLst>
              <a:ext uri="{FF2B5EF4-FFF2-40B4-BE49-F238E27FC236}">
                <a16:creationId xmlns:a16="http://schemas.microsoft.com/office/drawing/2014/main" id="{AE0A5B28-C8D3-E14E-B1D4-EDE4C4101E6C}"/>
              </a:ext>
            </a:extLst>
          </p:cNvPr>
          <p:cNvSpPr txBox="1"/>
          <p:nvPr/>
        </p:nvSpPr>
        <p:spPr>
          <a:xfrm>
            <a:off x="6907883" y="1200825"/>
            <a:ext cx="340158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x</a:t>
            </a:r>
          </a:p>
        </p:txBody>
      </p:sp>
      <p:sp>
        <p:nvSpPr>
          <p:cNvPr id="115" name="TextBox 114">
            <a:extLst>
              <a:ext uri="{FF2B5EF4-FFF2-40B4-BE49-F238E27FC236}">
                <a16:creationId xmlns:a16="http://schemas.microsoft.com/office/drawing/2014/main" id="{E7BFB733-E937-014A-B7CC-EE11641F15CC}"/>
              </a:ext>
            </a:extLst>
          </p:cNvPr>
          <p:cNvSpPr txBox="1"/>
          <p:nvPr/>
        </p:nvSpPr>
        <p:spPr>
          <a:xfrm>
            <a:off x="8240903" y="1206795"/>
            <a:ext cx="346570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y</a:t>
            </a:r>
          </a:p>
        </p:txBody>
      </p:sp>
      <p:sp>
        <p:nvSpPr>
          <p:cNvPr id="116" name="TextBox 115">
            <a:extLst>
              <a:ext uri="{FF2B5EF4-FFF2-40B4-BE49-F238E27FC236}">
                <a16:creationId xmlns:a16="http://schemas.microsoft.com/office/drawing/2014/main" id="{08D54A84-29AE-E948-B36B-A3E997D943D5}"/>
              </a:ext>
            </a:extLst>
          </p:cNvPr>
          <p:cNvSpPr txBox="1"/>
          <p:nvPr/>
        </p:nvSpPr>
        <p:spPr>
          <a:xfrm>
            <a:off x="9504473" y="1224340"/>
            <a:ext cx="325730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z</a:t>
            </a:r>
          </a:p>
        </p:txBody>
      </p:sp>
      <p:grpSp>
        <p:nvGrpSpPr>
          <p:cNvPr id="120" name="Group 16">
            <a:extLst>
              <a:ext uri="{FF2B5EF4-FFF2-40B4-BE49-F238E27FC236}">
                <a16:creationId xmlns:a16="http://schemas.microsoft.com/office/drawing/2014/main" id="{758A3B01-F3F9-A74E-B632-177660FF1736}"/>
              </a:ext>
            </a:extLst>
          </p:cNvPr>
          <p:cNvGrpSpPr>
            <a:grpSpLocks/>
          </p:cNvGrpSpPr>
          <p:nvPr/>
        </p:nvGrpSpPr>
        <p:grpSpPr bwMode="auto">
          <a:xfrm>
            <a:off x="644342" y="4117376"/>
            <a:ext cx="3571875" cy="2236788"/>
            <a:chOff x="3162" y="1071"/>
            <a:chExt cx="2250" cy="1409"/>
          </a:xfrm>
        </p:grpSpPr>
        <p:sp>
          <p:nvSpPr>
            <p:cNvPr id="121" name="Freeform 17">
              <a:extLst>
                <a:ext uri="{FF2B5EF4-FFF2-40B4-BE49-F238E27FC236}">
                  <a16:creationId xmlns:a16="http://schemas.microsoft.com/office/drawing/2014/main" id="{3D738A20-E61D-3347-97FA-CFBB4A2027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2" y="1071"/>
              <a:ext cx="2250" cy="1409"/>
            </a:xfrm>
            <a:custGeom>
              <a:avLst/>
              <a:gdLst>
                <a:gd name="T0" fmla="*/ 0 w 2250"/>
                <a:gd name="T1" fmla="*/ 624 h 1409"/>
                <a:gd name="T2" fmla="*/ 219 w 2250"/>
                <a:gd name="T3" fmla="*/ 321 h 1409"/>
                <a:gd name="T4" fmla="*/ 529 w 2250"/>
                <a:gd name="T5" fmla="*/ 35 h 1409"/>
                <a:gd name="T6" fmla="*/ 1551 w 2250"/>
                <a:gd name="T7" fmla="*/ 111 h 1409"/>
                <a:gd name="T8" fmla="*/ 1968 w 2250"/>
                <a:gd name="T9" fmla="*/ 483 h 1409"/>
                <a:gd name="T10" fmla="*/ 2199 w 2250"/>
                <a:gd name="T11" fmla="*/ 906 h 1409"/>
                <a:gd name="T12" fmla="*/ 1659 w 2250"/>
                <a:gd name="T13" fmla="*/ 1314 h 1409"/>
                <a:gd name="T14" fmla="*/ 993 w 2250"/>
                <a:gd name="T15" fmla="*/ 1386 h 1409"/>
                <a:gd name="T16" fmla="*/ 465 w 2250"/>
                <a:gd name="T17" fmla="*/ 1356 h 1409"/>
                <a:gd name="T18" fmla="*/ 102 w 2250"/>
                <a:gd name="T19" fmla="*/ 1068 h 1409"/>
                <a:gd name="T20" fmla="*/ 0 w 2250"/>
                <a:gd name="T21" fmla="*/ 624 h 140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2250"/>
                <a:gd name="T34" fmla="*/ 0 h 1409"/>
                <a:gd name="T35" fmla="*/ 2250 w 2250"/>
                <a:gd name="T36" fmla="*/ 1409 h 1409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2250" h="1409">
                  <a:moveTo>
                    <a:pt x="0" y="624"/>
                  </a:moveTo>
                  <a:cubicBezTo>
                    <a:pt x="5" y="506"/>
                    <a:pt x="131" y="419"/>
                    <a:pt x="219" y="321"/>
                  </a:cubicBezTo>
                  <a:cubicBezTo>
                    <a:pt x="307" y="223"/>
                    <a:pt x="307" y="70"/>
                    <a:pt x="529" y="35"/>
                  </a:cubicBezTo>
                  <a:cubicBezTo>
                    <a:pt x="751" y="0"/>
                    <a:pt x="1311" y="36"/>
                    <a:pt x="1551" y="111"/>
                  </a:cubicBezTo>
                  <a:cubicBezTo>
                    <a:pt x="1791" y="186"/>
                    <a:pt x="1860" y="351"/>
                    <a:pt x="1968" y="483"/>
                  </a:cubicBezTo>
                  <a:cubicBezTo>
                    <a:pt x="2076" y="615"/>
                    <a:pt x="2250" y="767"/>
                    <a:pt x="2199" y="906"/>
                  </a:cubicBezTo>
                  <a:cubicBezTo>
                    <a:pt x="2148" y="1045"/>
                    <a:pt x="1860" y="1234"/>
                    <a:pt x="1659" y="1314"/>
                  </a:cubicBezTo>
                  <a:cubicBezTo>
                    <a:pt x="1458" y="1394"/>
                    <a:pt x="1192" y="1379"/>
                    <a:pt x="993" y="1386"/>
                  </a:cubicBezTo>
                  <a:cubicBezTo>
                    <a:pt x="794" y="1393"/>
                    <a:pt x="613" y="1409"/>
                    <a:pt x="465" y="1356"/>
                  </a:cubicBezTo>
                  <a:cubicBezTo>
                    <a:pt x="317" y="1303"/>
                    <a:pt x="180" y="1190"/>
                    <a:pt x="102" y="1068"/>
                  </a:cubicBezTo>
                  <a:cubicBezTo>
                    <a:pt x="24" y="946"/>
                    <a:pt x="21" y="716"/>
                    <a:pt x="0" y="624"/>
                  </a:cubicBezTo>
                  <a:close/>
                </a:path>
              </a:pathLst>
            </a:custGeom>
            <a:solidFill>
              <a:srgbClr val="9CE0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2" name="Freeform 18">
              <a:extLst>
                <a:ext uri="{FF2B5EF4-FFF2-40B4-BE49-F238E27FC236}">
                  <a16:creationId xmlns:a16="http://schemas.microsoft.com/office/drawing/2014/main" id="{9A67F7D9-6F26-A244-97DD-F400FD21CA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8" y="1620"/>
              <a:ext cx="342" cy="186"/>
            </a:xfrm>
            <a:custGeom>
              <a:avLst/>
              <a:gdLst>
                <a:gd name="T0" fmla="*/ 0 w 342"/>
                <a:gd name="T1" fmla="*/ 186 h 186"/>
                <a:gd name="T2" fmla="*/ 342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3" name="Oval 19">
              <a:extLst>
                <a:ext uri="{FF2B5EF4-FFF2-40B4-BE49-F238E27FC236}">
                  <a16:creationId xmlns:a16="http://schemas.microsoft.com/office/drawing/2014/main" id="{8061EE07-A1C2-284D-B696-ED41FFB288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8" y="1862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4" name="Line 20">
              <a:extLst>
                <a:ext uri="{FF2B5EF4-FFF2-40B4-BE49-F238E27FC236}">
                  <a16:creationId xmlns:a16="http://schemas.microsoft.com/office/drawing/2014/main" id="{CA83B116-D557-D348-AC0B-78E2F5C0452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38" y="1855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5" name="Line 21">
              <a:extLst>
                <a:ext uri="{FF2B5EF4-FFF2-40B4-BE49-F238E27FC236}">
                  <a16:creationId xmlns:a16="http://schemas.microsoft.com/office/drawing/2014/main" id="{1DA79AD7-1C00-F347-B948-32DC2DF1EC2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51" y="1855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6" name="Rectangle 22">
              <a:extLst>
                <a:ext uri="{FF2B5EF4-FFF2-40B4-BE49-F238E27FC236}">
                  <a16:creationId xmlns:a16="http://schemas.microsoft.com/office/drawing/2014/main" id="{984E29E6-D5D1-6442-A8AB-508570DE4A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8" y="1855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7" name="Oval 23">
              <a:extLst>
                <a:ext uri="{FF2B5EF4-FFF2-40B4-BE49-F238E27FC236}">
                  <a16:creationId xmlns:a16="http://schemas.microsoft.com/office/drawing/2014/main" id="{AD024E49-35E0-C446-9678-D92AC1E7A2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5" y="1796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8" name="Oval 24">
              <a:extLst>
                <a:ext uri="{FF2B5EF4-FFF2-40B4-BE49-F238E27FC236}">
                  <a16:creationId xmlns:a16="http://schemas.microsoft.com/office/drawing/2014/main" id="{706D2E3C-10FA-3947-9AD1-A08759A868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2" y="2249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9" name="Line 25">
              <a:extLst>
                <a:ext uri="{FF2B5EF4-FFF2-40B4-BE49-F238E27FC236}">
                  <a16:creationId xmlns:a16="http://schemas.microsoft.com/office/drawing/2014/main" id="{C94CE491-9734-FE44-A0CB-7E0F832D0E6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12" y="224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0" name="Line 26">
              <a:extLst>
                <a:ext uri="{FF2B5EF4-FFF2-40B4-BE49-F238E27FC236}">
                  <a16:creationId xmlns:a16="http://schemas.microsoft.com/office/drawing/2014/main" id="{EB0C7DDA-EBC9-794C-B89D-D4B4BE886CB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25" y="224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1" name="Rectangle 27">
              <a:extLst>
                <a:ext uri="{FF2B5EF4-FFF2-40B4-BE49-F238E27FC236}">
                  <a16:creationId xmlns:a16="http://schemas.microsoft.com/office/drawing/2014/main" id="{D8E5A5C9-FA6E-3D4C-AE3D-AED068D60B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2" y="2242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2" name="Oval 28">
              <a:extLst>
                <a:ext uri="{FF2B5EF4-FFF2-40B4-BE49-F238E27FC236}">
                  <a16:creationId xmlns:a16="http://schemas.microsoft.com/office/drawing/2014/main" id="{0CB55AD6-4358-5341-98E7-B20E616CAE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9" y="2183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3" name="Oval 29">
              <a:extLst>
                <a:ext uri="{FF2B5EF4-FFF2-40B4-BE49-F238E27FC236}">
                  <a16:creationId xmlns:a16="http://schemas.microsoft.com/office/drawing/2014/main" id="{50051819-8732-6E40-952F-4C0540C10A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8" y="1559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4" name="Line 30">
              <a:extLst>
                <a:ext uri="{FF2B5EF4-FFF2-40B4-BE49-F238E27FC236}">
                  <a16:creationId xmlns:a16="http://schemas.microsoft.com/office/drawing/2014/main" id="{DB5E3452-2593-284B-95E8-DB63177BA96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08" y="155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5" name="Line 31">
              <a:extLst>
                <a:ext uri="{FF2B5EF4-FFF2-40B4-BE49-F238E27FC236}">
                  <a16:creationId xmlns:a16="http://schemas.microsoft.com/office/drawing/2014/main" id="{4C9DFB1A-A46F-7C42-AEC0-5BA9C684262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21" y="155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6" name="Rectangle 32">
              <a:extLst>
                <a:ext uri="{FF2B5EF4-FFF2-40B4-BE49-F238E27FC236}">
                  <a16:creationId xmlns:a16="http://schemas.microsoft.com/office/drawing/2014/main" id="{A1C00E39-48AA-274A-B956-CD2E2C45BC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8" y="1552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7" name="Oval 33">
              <a:extLst>
                <a:ext uri="{FF2B5EF4-FFF2-40B4-BE49-F238E27FC236}">
                  <a16:creationId xmlns:a16="http://schemas.microsoft.com/office/drawing/2014/main" id="{BBFA32B2-49E2-574B-9099-DED6B3832C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5" y="1493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8" name="Oval 34">
              <a:extLst>
                <a:ext uri="{FF2B5EF4-FFF2-40B4-BE49-F238E27FC236}">
                  <a16:creationId xmlns:a16="http://schemas.microsoft.com/office/drawing/2014/main" id="{0D58D8D4-B9BC-2541-A17F-D88330A4FA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1" y="1555"/>
              <a:ext cx="312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9" name="Line 35">
              <a:extLst>
                <a:ext uri="{FF2B5EF4-FFF2-40B4-BE49-F238E27FC236}">
                  <a16:creationId xmlns:a16="http://schemas.microsoft.com/office/drawing/2014/main" id="{7504C589-E1E9-2E44-980C-93C5BE9EB7C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91" y="154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0" name="Line 36">
              <a:extLst>
                <a:ext uri="{FF2B5EF4-FFF2-40B4-BE49-F238E27FC236}">
                  <a16:creationId xmlns:a16="http://schemas.microsoft.com/office/drawing/2014/main" id="{7F02875A-5A8E-E14F-A9D7-C2BAE191131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03" y="154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1" name="Rectangle 37">
              <a:extLst>
                <a:ext uri="{FF2B5EF4-FFF2-40B4-BE49-F238E27FC236}">
                  <a16:creationId xmlns:a16="http://schemas.microsoft.com/office/drawing/2014/main" id="{D9139ADE-ED5B-5C40-9669-A638D5EFC9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1" y="1548"/>
              <a:ext cx="309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2" name="Oval 38">
              <a:extLst>
                <a:ext uri="{FF2B5EF4-FFF2-40B4-BE49-F238E27FC236}">
                  <a16:creationId xmlns:a16="http://schemas.microsoft.com/office/drawing/2014/main" id="{51116AC5-23B1-3F4B-972A-683B27105D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4" y="1492"/>
              <a:ext cx="312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3" name="Oval 39">
              <a:extLst>
                <a:ext uri="{FF2B5EF4-FFF2-40B4-BE49-F238E27FC236}">
                  <a16:creationId xmlns:a16="http://schemas.microsoft.com/office/drawing/2014/main" id="{7CF92621-E46C-E745-8108-ADF0C63540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1" y="2246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4" name="Line 40">
              <a:extLst>
                <a:ext uri="{FF2B5EF4-FFF2-40B4-BE49-F238E27FC236}">
                  <a16:creationId xmlns:a16="http://schemas.microsoft.com/office/drawing/2014/main" id="{C97ABDF7-502E-1E45-A7E6-F2C97AF991E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01" y="2239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5" name="Line 41">
              <a:extLst>
                <a:ext uri="{FF2B5EF4-FFF2-40B4-BE49-F238E27FC236}">
                  <a16:creationId xmlns:a16="http://schemas.microsoft.com/office/drawing/2014/main" id="{6F5F6C02-240D-B545-9D40-386AB9F1990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14" y="2239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6" name="Rectangle 42">
              <a:extLst>
                <a:ext uri="{FF2B5EF4-FFF2-40B4-BE49-F238E27FC236}">
                  <a16:creationId xmlns:a16="http://schemas.microsoft.com/office/drawing/2014/main" id="{F971ECC0-824C-FC4B-8D09-7FF856CD87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1" y="2239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7" name="Oval 43">
              <a:extLst>
                <a:ext uri="{FF2B5EF4-FFF2-40B4-BE49-F238E27FC236}">
                  <a16:creationId xmlns:a16="http://schemas.microsoft.com/office/drawing/2014/main" id="{000B82D5-5D57-8D41-894D-7FA7042570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8" y="2180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8" name="Oval 44">
              <a:extLst>
                <a:ext uri="{FF2B5EF4-FFF2-40B4-BE49-F238E27FC236}">
                  <a16:creationId xmlns:a16="http://schemas.microsoft.com/office/drawing/2014/main" id="{4B3102BD-88D0-D041-8342-28B44A4213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6" y="1905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9" name="Line 45">
              <a:extLst>
                <a:ext uri="{FF2B5EF4-FFF2-40B4-BE49-F238E27FC236}">
                  <a16:creationId xmlns:a16="http://schemas.microsoft.com/office/drawing/2014/main" id="{55D2E64D-9448-364E-BBCE-B8F1E46C9B4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66" y="189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0" name="Line 46">
              <a:extLst>
                <a:ext uri="{FF2B5EF4-FFF2-40B4-BE49-F238E27FC236}">
                  <a16:creationId xmlns:a16="http://schemas.microsoft.com/office/drawing/2014/main" id="{A1D926A4-0713-0448-B8BC-4526CF5A6FF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279" y="189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1" name="Rectangle 47">
              <a:extLst>
                <a:ext uri="{FF2B5EF4-FFF2-40B4-BE49-F238E27FC236}">
                  <a16:creationId xmlns:a16="http://schemas.microsoft.com/office/drawing/2014/main" id="{D44F6537-9CFC-A34F-A528-3BA9FB8DEA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6" y="1898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2" name="Oval 48">
              <a:extLst>
                <a:ext uri="{FF2B5EF4-FFF2-40B4-BE49-F238E27FC236}">
                  <a16:creationId xmlns:a16="http://schemas.microsoft.com/office/drawing/2014/main" id="{CE6823F9-AC23-9143-B45C-3AE00728E6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3" y="1839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3" name="Freeform 49">
              <a:extLst>
                <a:ext uri="{FF2B5EF4-FFF2-40B4-BE49-F238E27FC236}">
                  <a16:creationId xmlns:a16="http://schemas.microsoft.com/office/drawing/2014/main" id="{52D2B20D-E3DC-0F48-BD10-DF782164C94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7" y="1647"/>
              <a:ext cx="1" cy="522"/>
            </a:xfrm>
            <a:custGeom>
              <a:avLst/>
              <a:gdLst>
                <a:gd name="T0" fmla="*/ 0 w 1"/>
                <a:gd name="T1" fmla="*/ 0 h 522"/>
                <a:gd name="T2" fmla="*/ 0 w 1"/>
                <a:gd name="T3" fmla="*/ 522 h 522"/>
                <a:gd name="T4" fmla="*/ 0 60000 65536"/>
                <a:gd name="T5" fmla="*/ 0 60000 65536"/>
                <a:gd name="T6" fmla="*/ 0 w 1"/>
                <a:gd name="T7" fmla="*/ 0 h 522"/>
                <a:gd name="T8" fmla="*/ 1 w 1"/>
                <a:gd name="T9" fmla="*/ 522 h 52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522">
                  <a:moveTo>
                    <a:pt x="0" y="0"/>
                  </a:moveTo>
                  <a:lnTo>
                    <a:pt x="0" y="522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4" name="Freeform 50">
              <a:extLst>
                <a:ext uri="{FF2B5EF4-FFF2-40B4-BE49-F238E27FC236}">
                  <a16:creationId xmlns:a16="http://schemas.microsoft.com/office/drawing/2014/main" id="{2E4F74A6-7593-0541-B4E9-5C88A82D49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4" y="1653"/>
              <a:ext cx="1" cy="537"/>
            </a:xfrm>
            <a:custGeom>
              <a:avLst/>
              <a:gdLst>
                <a:gd name="T0" fmla="*/ 0 w 1"/>
                <a:gd name="T1" fmla="*/ 0 h 537"/>
                <a:gd name="T2" fmla="*/ 0 w 1"/>
                <a:gd name="T3" fmla="*/ 537 h 537"/>
                <a:gd name="T4" fmla="*/ 0 60000 65536"/>
                <a:gd name="T5" fmla="*/ 0 60000 65536"/>
                <a:gd name="T6" fmla="*/ 0 w 1"/>
                <a:gd name="T7" fmla="*/ 0 h 537"/>
                <a:gd name="T8" fmla="*/ 1 w 1"/>
                <a:gd name="T9" fmla="*/ 537 h 53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537">
                  <a:moveTo>
                    <a:pt x="0" y="0"/>
                  </a:moveTo>
                  <a:lnTo>
                    <a:pt x="0" y="537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5" name="Freeform 51">
              <a:extLst>
                <a:ext uri="{FF2B5EF4-FFF2-40B4-BE49-F238E27FC236}">
                  <a16:creationId xmlns:a16="http://schemas.microsoft.com/office/drawing/2014/main" id="{282B2A5D-90FF-A84D-A61D-5962C06F74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9" y="1638"/>
              <a:ext cx="504" cy="600"/>
            </a:xfrm>
            <a:custGeom>
              <a:avLst/>
              <a:gdLst>
                <a:gd name="T0" fmla="*/ 0 w 378"/>
                <a:gd name="T1" fmla="*/ 11993521 h 174"/>
                <a:gd name="T2" fmla="*/ 5035 w 378"/>
                <a:gd name="T3" fmla="*/ 0 h 174"/>
                <a:gd name="T4" fmla="*/ 0 60000 65536"/>
                <a:gd name="T5" fmla="*/ 0 60000 65536"/>
                <a:gd name="T6" fmla="*/ 0 w 378"/>
                <a:gd name="T7" fmla="*/ 0 h 174"/>
                <a:gd name="T8" fmla="*/ 378 w 378"/>
                <a:gd name="T9" fmla="*/ 174 h 17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78" h="174">
                  <a:moveTo>
                    <a:pt x="0" y="174"/>
                  </a:moveTo>
                  <a:lnTo>
                    <a:pt x="378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6" name="Freeform 52">
              <a:extLst>
                <a:ext uri="{FF2B5EF4-FFF2-40B4-BE49-F238E27FC236}">
                  <a16:creationId xmlns:a16="http://schemas.microsoft.com/office/drawing/2014/main" id="{15532AD3-A5D4-154A-9DA4-62586FD328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6" y="1986"/>
              <a:ext cx="366" cy="270"/>
            </a:xfrm>
            <a:custGeom>
              <a:avLst/>
              <a:gdLst>
                <a:gd name="T0" fmla="*/ 0 w 366"/>
                <a:gd name="T1" fmla="*/ 270 h 270"/>
                <a:gd name="T2" fmla="*/ 366 w 366"/>
                <a:gd name="T3" fmla="*/ 0 h 270"/>
                <a:gd name="T4" fmla="*/ 0 60000 65536"/>
                <a:gd name="T5" fmla="*/ 0 60000 65536"/>
                <a:gd name="T6" fmla="*/ 0 w 366"/>
                <a:gd name="T7" fmla="*/ 0 h 270"/>
                <a:gd name="T8" fmla="*/ 366 w 366"/>
                <a:gd name="T9" fmla="*/ 270 h 270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270">
                  <a:moveTo>
                    <a:pt x="0" y="270"/>
                  </a:moveTo>
                  <a:lnTo>
                    <a:pt x="366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7" name="Freeform 53">
              <a:extLst>
                <a:ext uri="{FF2B5EF4-FFF2-40B4-BE49-F238E27FC236}">
                  <a16:creationId xmlns:a16="http://schemas.microsoft.com/office/drawing/2014/main" id="{EDDE0C3D-6D8D-A14C-B3D6-F3D0693E31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5" y="2268"/>
              <a:ext cx="366" cy="1"/>
            </a:xfrm>
            <a:custGeom>
              <a:avLst/>
              <a:gdLst>
                <a:gd name="T0" fmla="*/ 366 w 366"/>
                <a:gd name="T1" fmla="*/ 0 h 1"/>
                <a:gd name="T2" fmla="*/ 0 w 366"/>
                <a:gd name="T3" fmla="*/ 0 h 1"/>
                <a:gd name="T4" fmla="*/ 0 60000 65536"/>
                <a:gd name="T5" fmla="*/ 0 60000 65536"/>
                <a:gd name="T6" fmla="*/ 0 w 366"/>
                <a:gd name="T7" fmla="*/ 0 h 1"/>
                <a:gd name="T8" fmla="*/ 366 w 366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1">
                  <a:moveTo>
                    <a:pt x="366" y="0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8" name="Freeform 54">
              <a:extLst>
                <a:ext uri="{FF2B5EF4-FFF2-40B4-BE49-F238E27FC236}">
                  <a16:creationId xmlns:a16="http://schemas.microsoft.com/office/drawing/2014/main" id="{1F593C73-0AE5-7540-A0A1-AB4B203D89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4" y="1944"/>
              <a:ext cx="276" cy="264"/>
            </a:xfrm>
            <a:custGeom>
              <a:avLst/>
              <a:gdLst>
                <a:gd name="T0" fmla="*/ 276 w 276"/>
                <a:gd name="T1" fmla="*/ 264 h 264"/>
                <a:gd name="T2" fmla="*/ 0 w 276"/>
                <a:gd name="T3" fmla="*/ 0 h 264"/>
                <a:gd name="T4" fmla="*/ 0 60000 65536"/>
                <a:gd name="T5" fmla="*/ 0 60000 65536"/>
                <a:gd name="T6" fmla="*/ 0 w 276"/>
                <a:gd name="T7" fmla="*/ 0 h 264"/>
                <a:gd name="T8" fmla="*/ 276 w 276"/>
                <a:gd name="T9" fmla="*/ 264 h 26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76" h="264">
                  <a:moveTo>
                    <a:pt x="276" y="264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9" name="Freeform 55">
              <a:extLst>
                <a:ext uri="{FF2B5EF4-FFF2-40B4-BE49-F238E27FC236}">
                  <a16:creationId xmlns:a16="http://schemas.microsoft.com/office/drawing/2014/main" id="{F8D3E17A-95CC-6745-B825-B9790B2746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9" y="1578"/>
              <a:ext cx="366" cy="1"/>
            </a:xfrm>
            <a:custGeom>
              <a:avLst/>
              <a:gdLst>
                <a:gd name="T0" fmla="*/ 366 w 366"/>
                <a:gd name="T1" fmla="*/ 0 h 1"/>
                <a:gd name="T2" fmla="*/ 0 w 366"/>
                <a:gd name="T3" fmla="*/ 0 h 1"/>
                <a:gd name="T4" fmla="*/ 0 60000 65536"/>
                <a:gd name="T5" fmla="*/ 0 60000 65536"/>
                <a:gd name="T6" fmla="*/ 0 w 366"/>
                <a:gd name="T7" fmla="*/ 0 h 1"/>
                <a:gd name="T8" fmla="*/ 366 w 366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1">
                  <a:moveTo>
                    <a:pt x="366" y="0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60" name="Freeform 56">
              <a:extLst>
                <a:ext uri="{FF2B5EF4-FFF2-40B4-BE49-F238E27FC236}">
                  <a16:creationId xmlns:a16="http://schemas.microsoft.com/office/drawing/2014/main" id="{64FB055C-D8AE-9E4A-9FE1-2F23D2976FE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4" y="1575"/>
              <a:ext cx="396" cy="267"/>
            </a:xfrm>
            <a:custGeom>
              <a:avLst/>
              <a:gdLst>
                <a:gd name="T0" fmla="*/ 396 w 396"/>
                <a:gd name="T1" fmla="*/ 267 h 267"/>
                <a:gd name="T2" fmla="*/ 0 w 396"/>
                <a:gd name="T3" fmla="*/ 0 h 267"/>
                <a:gd name="T4" fmla="*/ 0 60000 65536"/>
                <a:gd name="T5" fmla="*/ 0 60000 65536"/>
                <a:gd name="T6" fmla="*/ 0 w 396"/>
                <a:gd name="T7" fmla="*/ 0 h 267"/>
                <a:gd name="T8" fmla="*/ 396 w 396"/>
                <a:gd name="T9" fmla="*/ 267 h 26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96" h="267">
                  <a:moveTo>
                    <a:pt x="396" y="267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61" name="Freeform 57">
              <a:extLst>
                <a:ext uri="{FF2B5EF4-FFF2-40B4-BE49-F238E27FC236}">
                  <a16:creationId xmlns:a16="http://schemas.microsoft.com/office/drawing/2014/main" id="{F0C743D6-8B32-AB43-89EE-68493533AB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7" y="1146"/>
              <a:ext cx="1110" cy="645"/>
            </a:xfrm>
            <a:custGeom>
              <a:avLst/>
              <a:gdLst>
                <a:gd name="T0" fmla="*/ 1110 w 1110"/>
                <a:gd name="T1" fmla="*/ 342 h 645"/>
                <a:gd name="T2" fmla="*/ 0 w 1110"/>
                <a:gd name="T3" fmla="*/ 645 h 645"/>
                <a:gd name="T4" fmla="*/ 0 60000 65536"/>
                <a:gd name="T5" fmla="*/ 0 60000 65536"/>
                <a:gd name="T6" fmla="*/ 0 w 1110"/>
                <a:gd name="T7" fmla="*/ 0 h 645"/>
                <a:gd name="T8" fmla="*/ 1110 w 1110"/>
                <a:gd name="T9" fmla="*/ 645 h 645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110" h="645">
                  <a:moveTo>
                    <a:pt x="1110" y="342"/>
                  </a:moveTo>
                  <a:cubicBezTo>
                    <a:pt x="1104" y="0"/>
                    <a:pt x="21" y="63"/>
                    <a:pt x="0" y="645"/>
                  </a:cubicBez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grpSp>
          <p:nvGrpSpPr>
            <p:cNvPr id="162" name="Group 58">
              <a:extLst>
                <a:ext uri="{FF2B5EF4-FFF2-40B4-BE49-F238E27FC236}">
                  <a16:creationId xmlns:a16="http://schemas.microsoft.com/office/drawing/2014/main" id="{1494C31E-1843-3C4C-B448-0EE4B2D48D2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287" y="1744"/>
              <a:ext cx="205" cy="250"/>
              <a:chOff x="2954" y="2425"/>
              <a:chExt cx="208" cy="250"/>
            </a:xfrm>
          </p:grpSpPr>
          <p:sp>
            <p:nvSpPr>
              <p:cNvPr id="198" name="Rectangle 59">
                <a:extLst>
                  <a:ext uri="{FF2B5EF4-FFF2-40B4-BE49-F238E27FC236}">
                    <a16:creationId xmlns:a16="http://schemas.microsoft.com/office/drawing/2014/main" id="{0C8D8FC3-8C0A-E94F-83DB-FC9755166B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99" name="Text Box 60">
                <a:extLst>
                  <a:ext uri="{FF2B5EF4-FFF2-40B4-BE49-F238E27FC236}">
                    <a16:creationId xmlns:a16="http://schemas.microsoft.com/office/drawing/2014/main" id="{C48049A0-1569-9141-9231-3DE54FE038B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4" y="2425"/>
                <a:ext cx="208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u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173" name="Group 61">
              <a:extLst>
                <a:ext uri="{FF2B5EF4-FFF2-40B4-BE49-F238E27FC236}">
                  <a16:creationId xmlns:a16="http://schemas.microsoft.com/office/drawing/2014/main" id="{B00F025D-2C95-A044-AFF5-397F6CA81FA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461" y="2128"/>
              <a:ext cx="196" cy="250"/>
              <a:chOff x="2958" y="2425"/>
              <a:chExt cx="199" cy="250"/>
            </a:xfrm>
          </p:grpSpPr>
          <p:sp>
            <p:nvSpPr>
              <p:cNvPr id="196" name="Rectangle 62">
                <a:extLst>
                  <a:ext uri="{FF2B5EF4-FFF2-40B4-BE49-F238E27FC236}">
                    <a16:creationId xmlns:a16="http://schemas.microsoft.com/office/drawing/2014/main" id="{DBBD13A0-0A7C-8049-879E-1B92947643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97" name="Text Box 63">
                <a:extLst>
                  <a:ext uri="{FF2B5EF4-FFF2-40B4-BE49-F238E27FC236}">
                    <a16:creationId xmlns:a16="http://schemas.microsoft.com/office/drawing/2014/main" id="{7AB2974E-D97D-A248-BCD8-AF4D1F0FDCA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8" y="2425"/>
                <a:ext cx="199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y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174" name="Group 64">
              <a:extLst>
                <a:ext uri="{FF2B5EF4-FFF2-40B4-BE49-F238E27FC236}">
                  <a16:creationId xmlns:a16="http://schemas.microsoft.com/office/drawing/2014/main" id="{33C09162-022E-2E4B-B1DD-AA461D35FDB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72" y="2095"/>
              <a:ext cx="212" cy="288"/>
              <a:chOff x="2951" y="2395"/>
              <a:chExt cx="213" cy="288"/>
            </a:xfrm>
          </p:grpSpPr>
          <p:sp>
            <p:nvSpPr>
              <p:cNvPr id="194" name="Rectangle 65">
                <a:extLst>
                  <a:ext uri="{FF2B5EF4-FFF2-40B4-BE49-F238E27FC236}">
                    <a16:creationId xmlns:a16="http://schemas.microsoft.com/office/drawing/2014/main" id="{CCEE4832-7AF3-4A40-BCBA-0E78A1D44B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95" name="Text Box 66">
                <a:extLst>
                  <a:ext uri="{FF2B5EF4-FFF2-40B4-BE49-F238E27FC236}">
                    <a16:creationId xmlns:a16="http://schemas.microsoft.com/office/drawing/2014/main" id="{A18AA9CD-8C8C-C64E-8BB2-ABFB82B7752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1" y="2395"/>
                <a:ext cx="213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x</a:t>
                </a:r>
              </a:p>
            </p:txBody>
          </p:sp>
        </p:grpSp>
        <p:grpSp>
          <p:nvGrpSpPr>
            <p:cNvPr id="175" name="Group 67">
              <a:extLst>
                <a:ext uri="{FF2B5EF4-FFF2-40B4-BE49-F238E27FC236}">
                  <a16:creationId xmlns:a16="http://schemas.microsoft.com/office/drawing/2014/main" id="{7E4A4CB5-5240-5047-A355-D558A3E12E2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437" y="1438"/>
              <a:ext cx="233" cy="252"/>
              <a:chOff x="2940" y="2425"/>
              <a:chExt cx="236" cy="252"/>
            </a:xfrm>
          </p:grpSpPr>
          <p:sp>
            <p:nvSpPr>
              <p:cNvPr id="192" name="Rectangle 68">
                <a:extLst>
                  <a:ext uri="{FF2B5EF4-FFF2-40B4-BE49-F238E27FC236}">
                    <a16:creationId xmlns:a16="http://schemas.microsoft.com/office/drawing/2014/main" id="{A96BB7D8-5E3B-F54A-ACAA-E0677DC078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6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93" name="Text Box 69">
                <a:extLst>
                  <a:ext uri="{FF2B5EF4-FFF2-40B4-BE49-F238E27FC236}">
                    <a16:creationId xmlns:a16="http://schemas.microsoft.com/office/drawing/2014/main" id="{410DA41D-9F14-6F44-84CA-D9A959BDF5D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40" y="2425"/>
                <a:ext cx="236" cy="25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w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176" name="Group 70">
              <a:extLst>
                <a:ext uri="{FF2B5EF4-FFF2-40B4-BE49-F238E27FC236}">
                  <a16:creationId xmlns:a16="http://schemas.microsoft.com/office/drawing/2014/main" id="{E0B1048B-D084-C846-A55C-AC744DBE9F3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71" y="1438"/>
              <a:ext cx="196" cy="250"/>
              <a:chOff x="2958" y="2425"/>
              <a:chExt cx="199" cy="250"/>
            </a:xfrm>
          </p:grpSpPr>
          <p:sp>
            <p:nvSpPr>
              <p:cNvPr id="190" name="Rectangle 71">
                <a:extLst>
                  <a:ext uri="{FF2B5EF4-FFF2-40B4-BE49-F238E27FC236}">
                    <a16:creationId xmlns:a16="http://schemas.microsoft.com/office/drawing/2014/main" id="{7CD3D1BE-34F4-094F-BA32-8D49284AB6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91" name="Text Box 72">
                <a:extLst>
                  <a:ext uri="{FF2B5EF4-FFF2-40B4-BE49-F238E27FC236}">
                    <a16:creationId xmlns:a16="http://schemas.microsoft.com/office/drawing/2014/main" id="{3D5C06AA-C47B-6A4D-8A27-AA4C7D76D28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8" y="2425"/>
                <a:ext cx="199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v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177" name="Group 73">
              <a:extLst>
                <a:ext uri="{FF2B5EF4-FFF2-40B4-BE49-F238E27FC236}">
                  <a16:creationId xmlns:a16="http://schemas.microsoft.com/office/drawing/2014/main" id="{39C6C191-6A4D-D145-9B17-2F0B670B8A9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025" y="1756"/>
              <a:ext cx="212" cy="288"/>
              <a:chOff x="2949" y="2395"/>
              <a:chExt cx="214" cy="288"/>
            </a:xfrm>
          </p:grpSpPr>
          <p:sp>
            <p:nvSpPr>
              <p:cNvPr id="188" name="Rectangle 74">
                <a:extLst>
                  <a:ext uri="{FF2B5EF4-FFF2-40B4-BE49-F238E27FC236}">
                    <a16:creationId xmlns:a16="http://schemas.microsoft.com/office/drawing/2014/main" id="{878788BF-9BAB-6B4B-BCC1-7F88FC57D4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89" name="Text Box 75">
                <a:extLst>
                  <a:ext uri="{FF2B5EF4-FFF2-40B4-BE49-F238E27FC236}">
                    <a16:creationId xmlns:a16="http://schemas.microsoft.com/office/drawing/2014/main" id="{29553818-901F-A74B-A973-8B1ACA61A2E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49" y="2395"/>
                <a:ext cx="214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z</a:t>
                </a:r>
              </a:p>
            </p:txBody>
          </p:sp>
        </p:grpSp>
        <p:sp>
          <p:nvSpPr>
            <p:cNvPr id="178" name="Text Box 76">
              <a:extLst>
                <a:ext uri="{FF2B5EF4-FFF2-40B4-BE49-F238E27FC236}">
                  <a16:creationId xmlns:a16="http://schemas.microsoft.com/office/drawing/2014/main" id="{346FE683-DA02-964E-912E-9008265FA1E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93" y="1568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79" name="Text Box 77">
              <a:extLst>
                <a:ext uri="{FF2B5EF4-FFF2-40B4-BE49-F238E27FC236}">
                  <a16:creationId xmlns:a16="http://schemas.microsoft.com/office/drawing/2014/main" id="{83CAABB4-6EF8-DD4F-86E0-A7C8DC5F3BE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41" y="1787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0" name="Text Box 78">
              <a:extLst>
                <a:ext uri="{FF2B5EF4-FFF2-40B4-BE49-F238E27FC236}">
                  <a16:creationId xmlns:a16="http://schemas.microsoft.com/office/drawing/2014/main" id="{60B8E963-90D2-C24E-B1C3-92826407D03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06" y="2000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1" name="Text Box 79">
              <a:extLst>
                <a:ext uri="{FF2B5EF4-FFF2-40B4-BE49-F238E27FC236}">
                  <a16:creationId xmlns:a16="http://schemas.microsoft.com/office/drawing/2014/main" id="{DCA75031-4CAF-FB4B-B5B5-33DB92D51C0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25" y="1880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2" name="Text Box 80">
              <a:extLst>
                <a:ext uri="{FF2B5EF4-FFF2-40B4-BE49-F238E27FC236}">
                  <a16:creationId xmlns:a16="http://schemas.microsoft.com/office/drawing/2014/main" id="{C519B319-7316-9041-86CC-85BF1228899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62" y="2234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3" name="Text Box 81">
              <a:extLst>
                <a:ext uri="{FF2B5EF4-FFF2-40B4-BE49-F238E27FC236}">
                  <a16:creationId xmlns:a16="http://schemas.microsoft.com/office/drawing/2014/main" id="{5B6C4D06-FD20-5C4C-9AE3-6086B101980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22" y="1805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4" name="Text Box 82">
              <a:extLst>
                <a:ext uri="{FF2B5EF4-FFF2-40B4-BE49-F238E27FC236}">
                  <a16:creationId xmlns:a16="http://schemas.microsoft.com/office/drawing/2014/main" id="{D7076B21-53BA-B14B-954F-D3582ED801D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82" y="2069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5" name="Text Box 83">
              <a:extLst>
                <a:ext uri="{FF2B5EF4-FFF2-40B4-BE49-F238E27FC236}">
                  <a16:creationId xmlns:a16="http://schemas.microsoft.com/office/drawing/2014/main" id="{35EAA28F-B2FC-B840-B933-852F6B10C52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55" y="1532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6" name="Text Box 84">
              <a:extLst>
                <a:ext uri="{FF2B5EF4-FFF2-40B4-BE49-F238E27FC236}">
                  <a16:creationId xmlns:a16="http://schemas.microsoft.com/office/drawing/2014/main" id="{1DF8C370-9E82-204B-BC41-540B267E1D2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20" y="1382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7" name="Text Box 85">
              <a:extLst>
                <a:ext uri="{FF2B5EF4-FFF2-40B4-BE49-F238E27FC236}">
                  <a16:creationId xmlns:a16="http://schemas.microsoft.com/office/drawing/2014/main" id="{70F01FE7-388D-494B-9568-B741BD3A18C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69" y="1115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cxnSp>
        <p:nvCxnSpPr>
          <p:cNvPr id="200" name="Straight Arrow Connector 199">
            <a:extLst>
              <a:ext uri="{FF2B5EF4-FFF2-40B4-BE49-F238E27FC236}">
                <a16:creationId xmlns:a16="http://schemas.microsoft.com/office/drawing/2014/main" id="{D0EB6011-5A98-FD41-B923-923C37A2C8EB}"/>
              </a:ext>
            </a:extLst>
          </p:cNvPr>
          <p:cNvCxnSpPr>
            <a:cxnSpLocks/>
          </p:cNvCxnSpPr>
          <p:nvPr/>
        </p:nvCxnSpPr>
        <p:spPr>
          <a:xfrm>
            <a:off x="1118203" y="5514294"/>
            <a:ext cx="439472" cy="428799"/>
          </a:xfrm>
          <a:prstGeom prst="straightConnector1">
            <a:avLst/>
          </a:prstGeom>
          <a:ln w="317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09" name="Group 108">
            <a:extLst>
              <a:ext uri="{FF2B5EF4-FFF2-40B4-BE49-F238E27FC236}">
                <a16:creationId xmlns:a16="http://schemas.microsoft.com/office/drawing/2014/main" id="{F788D50F-B789-D144-9C6D-4EB2777C45F6}"/>
              </a:ext>
            </a:extLst>
          </p:cNvPr>
          <p:cNvGrpSpPr/>
          <p:nvPr/>
        </p:nvGrpSpPr>
        <p:grpSpPr>
          <a:xfrm>
            <a:off x="4263633" y="2255616"/>
            <a:ext cx="5679281" cy="416447"/>
            <a:chOff x="4263633" y="2255616"/>
            <a:chExt cx="5679281" cy="416447"/>
          </a:xfrm>
        </p:grpSpPr>
        <p:sp>
          <p:nvSpPr>
            <p:cNvPr id="110" name="Text Box 9">
              <a:extLst>
                <a:ext uri="{FF2B5EF4-FFF2-40B4-BE49-F238E27FC236}">
                  <a16:creationId xmlns:a16="http://schemas.microsoft.com/office/drawing/2014/main" id="{65B395D1-ACAF-AB4A-A53B-728973E1FE6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564285" y="2301914"/>
              <a:ext cx="378629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charset="0"/>
                  <a:ea typeface="ＭＳ Ｐゴシック" charset="0"/>
                </a:rPr>
                <a:t>∞</a:t>
              </a: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11" name="Text Box 8">
              <a:extLst>
                <a:ext uri="{FF2B5EF4-FFF2-40B4-BE49-F238E27FC236}">
                  <a16:creationId xmlns:a16="http://schemas.microsoft.com/office/drawing/2014/main" id="{C4F3D1DE-8C63-AD4B-B1C0-FE339DA1FD0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06722" y="2260378"/>
              <a:ext cx="526106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2,x</a:t>
              </a:r>
            </a:p>
          </p:txBody>
        </p:sp>
        <p:sp>
          <p:nvSpPr>
            <p:cNvPr id="117" name="Text Box 6">
              <a:extLst>
                <a:ext uri="{FF2B5EF4-FFF2-40B4-BE49-F238E27FC236}">
                  <a16:creationId xmlns:a16="http://schemas.microsoft.com/office/drawing/2014/main" id="{C9401439-4F9A-5245-B5D8-98F93D2D33D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66247" y="2271953"/>
              <a:ext cx="526105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4,x</a:t>
              </a:r>
            </a:p>
          </p:txBody>
        </p:sp>
        <p:sp>
          <p:nvSpPr>
            <p:cNvPr id="118" name="Text Box 5">
              <a:extLst>
                <a:ext uri="{FF2B5EF4-FFF2-40B4-BE49-F238E27FC236}">
                  <a16:creationId xmlns:a16="http://schemas.microsoft.com/office/drawing/2014/main" id="{05199638-1656-3440-8601-484D6E8D2EB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63633" y="2255616"/>
              <a:ext cx="54053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2,u</a:t>
              </a:r>
            </a:p>
          </p:txBody>
        </p:sp>
      </p:grpSp>
      <p:sp>
        <p:nvSpPr>
          <p:cNvPr id="171" name="Oval 114">
            <a:extLst>
              <a:ext uri="{FF2B5EF4-FFF2-40B4-BE49-F238E27FC236}">
                <a16:creationId xmlns:a16="http://schemas.microsoft.com/office/drawing/2014/main" id="{E65BD954-0CEF-0549-AB54-7CAE01A2E242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95837" y="2316864"/>
            <a:ext cx="602852" cy="301972"/>
          </a:xfrm>
          <a:prstGeom prst="ellips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charset="0"/>
              <a:ea typeface="ＭＳ Ｐゴシック" charset="0"/>
              <a:cs typeface="+mn-cs"/>
            </a:endParaRPr>
          </a:p>
        </p:txBody>
      </p:sp>
      <p:sp>
        <p:nvSpPr>
          <p:cNvPr id="209" name="Text Box 4">
            <a:extLst>
              <a:ext uri="{FF2B5EF4-FFF2-40B4-BE49-F238E27FC236}">
                <a16:creationId xmlns:a16="http://schemas.microsoft.com/office/drawing/2014/main" id="{0287B239-D17F-164E-887D-3DDF8EB7F20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16771" y="2546463"/>
            <a:ext cx="58381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uxy</a:t>
            </a:r>
          </a:p>
        </p:txBody>
      </p:sp>
      <p:grpSp>
        <p:nvGrpSpPr>
          <p:cNvPr id="166" name="Group 165">
            <a:extLst>
              <a:ext uri="{FF2B5EF4-FFF2-40B4-BE49-F238E27FC236}">
                <a16:creationId xmlns:a16="http://schemas.microsoft.com/office/drawing/2014/main" id="{9B6EC370-4690-3E46-AB1F-67BC3824C362}"/>
              </a:ext>
            </a:extLst>
          </p:cNvPr>
          <p:cNvGrpSpPr/>
          <p:nvPr/>
        </p:nvGrpSpPr>
        <p:grpSpPr>
          <a:xfrm>
            <a:off x="4263633" y="2546912"/>
            <a:ext cx="5753019" cy="428022"/>
            <a:chOff x="4263633" y="2546912"/>
            <a:chExt cx="5753019" cy="428022"/>
          </a:xfrm>
        </p:grpSpPr>
        <p:sp>
          <p:nvSpPr>
            <p:cNvPr id="168" name="Text Box 9">
              <a:extLst>
                <a:ext uri="{FF2B5EF4-FFF2-40B4-BE49-F238E27FC236}">
                  <a16:creationId xmlns:a16="http://schemas.microsoft.com/office/drawing/2014/main" id="{8EFA72A1-3DB5-DF4E-B71C-36925819E09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490547" y="2546912"/>
              <a:ext cx="526105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4,y</a:t>
              </a:r>
            </a:p>
          </p:txBody>
        </p:sp>
        <p:sp>
          <p:nvSpPr>
            <p:cNvPr id="201" name="Text Box 6">
              <a:extLst>
                <a:ext uri="{FF2B5EF4-FFF2-40B4-BE49-F238E27FC236}">
                  <a16:creationId xmlns:a16="http://schemas.microsoft.com/office/drawing/2014/main" id="{698EB84B-B9AC-1E4F-9ED3-7D9285536BF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66247" y="2574824"/>
              <a:ext cx="526106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3,y</a:t>
              </a:r>
            </a:p>
          </p:txBody>
        </p:sp>
        <p:sp>
          <p:nvSpPr>
            <p:cNvPr id="202" name="Text Box 5">
              <a:extLst>
                <a:ext uri="{FF2B5EF4-FFF2-40B4-BE49-F238E27FC236}">
                  <a16:creationId xmlns:a16="http://schemas.microsoft.com/office/drawing/2014/main" id="{1C67B278-22E0-CE4D-A434-92237BAE990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63633" y="2558487"/>
              <a:ext cx="54053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2,u</a:t>
              </a:r>
            </a:p>
          </p:txBody>
        </p:sp>
      </p:grpSp>
      <p:sp>
        <p:nvSpPr>
          <p:cNvPr id="170" name="Oval 114">
            <a:extLst>
              <a:ext uri="{FF2B5EF4-FFF2-40B4-BE49-F238E27FC236}">
                <a16:creationId xmlns:a16="http://schemas.microsoft.com/office/drawing/2014/main" id="{297F9B67-0084-F24B-8B98-FA793D568FE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52576" y="2608159"/>
            <a:ext cx="602852" cy="301972"/>
          </a:xfrm>
          <a:prstGeom prst="ellips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charset="0"/>
              <a:ea typeface="ＭＳ Ｐゴシック" charset="0"/>
              <a:cs typeface="+mn-cs"/>
            </a:endParaRPr>
          </a:p>
        </p:txBody>
      </p:sp>
      <p:sp>
        <p:nvSpPr>
          <p:cNvPr id="220" name="Text Box 4">
            <a:extLst>
              <a:ext uri="{FF2B5EF4-FFF2-40B4-BE49-F238E27FC236}">
                <a16:creationId xmlns:a16="http://schemas.microsoft.com/office/drawing/2014/main" id="{7648EBF3-81A0-F345-9981-8D8AF954E5F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698178" y="2856764"/>
            <a:ext cx="71205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uxyv</a:t>
            </a:r>
          </a:p>
        </p:txBody>
      </p:sp>
      <p:cxnSp>
        <p:nvCxnSpPr>
          <p:cNvPr id="221" name="Straight Arrow Connector 220">
            <a:extLst>
              <a:ext uri="{FF2B5EF4-FFF2-40B4-BE49-F238E27FC236}">
                <a16:creationId xmlns:a16="http://schemas.microsoft.com/office/drawing/2014/main" id="{0BD1F41D-EB0C-7647-9C8B-BD9891B74EAC}"/>
              </a:ext>
            </a:extLst>
          </p:cNvPr>
          <p:cNvCxnSpPr>
            <a:cxnSpLocks/>
          </p:cNvCxnSpPr>
          <p:nvPr/>
        </p:nvCxnSpPr>
        <p:spPr>
          <a:xfrm>
            <a:off x="2017455" y="6020765"/>
            <a:ext cx="586969" cy="6484"/>
          </a:xfrm>
          <a:prstGeom prst="straightConnector1">
            <a:avLst/>
          </a:prstGeom>
          <a:ln w="317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17" name="Group 216">
            <a:extLst>
              <a:ext uri="{FF2B5EF4-FFF2-40B4-BE49-F238E27FC236}">
                <a16:creationId xmlns:a16="http://schemas.microsoft.com/office/drawing/2014/main" id="{F404110F-EE86-7D41-82F9-09316E4C0ED0}"/>
              </a:ext>
            </a:extLst>
          </p:cNvPr>
          <p:cNvGrpSpPr/>
          <p:nvPr/>
        </p:nvGrpSpPr>
        <p:grpSpPr>
          <a:xfrm>
            <a:off x="5554672" y="2866120"/>
            <a:ext cx="4461980" cy="406922"/>
            <a:chOff x="5554672" y="2866120"/>
            <a:chExt cx="4461980" cy="406922"/>
          </a:xfrm>
        </p:grpSpPr>
        <p:sp>
          <p:nvSpPr>
            <p:cNvPr id="218" name="Text Box 9">
              <a:extLst>
                <a:ext uri="{FF2B5EF4-FFF2-40B4-BE49-F238E27FC236}">
                  <a16:creationId xmlns:a16="http://schemas.microsoft.com/office/drawing/2014/main" id="{7E921F87-9D3D-C049-B044-F9AE7064825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490547" y="2872932"/>
              <a:ext cx="526105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4,y</a:t>
              </a:r>
            </a:p>
          </p:txBody>
        </p:sp>
        <p:sp>
          <p:nvSpPr>
            <p:cNvPr id="222" name="Text Box 6">
              <a:extLst>
                <a:ext uri="{FF2B5EF4-FFF2-40B4-BE49-F238E27FC236}">
                  <a16:creationId xmlns:a16="http://schemas.microsoft.com/office/drawing/2014/main" id="{003FBBAD-CA0C-E04B-A301-22E94EE62CA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54672" y="2866120"/>
              <a:ext cx="526106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3,y</a:t>
              </a:r>
            </a:p>
          </p:txBody>
        </p:sp>
      </p:grpSp>
      <p:cxnSp>
        <p:nvCxnSpPr>
          <p:cNvPr id="207" name="Straight Arrow Connector 206">
            <a:extLst>
              <a:ext uri="{FF2B5EF4-FFF2-40B4-BE49-F238E27FC236}">
                <a16:creationId xmlns:a16="http://schemas.microsoft.com/office/drawing/2014/main" id="{787AAA88-1A4D-4F42-AED5-1A8D64761CA5}"/>
              </a:ext>
            </a:extLst>
          </p:cNvPr>
          <p:cNvCxnSpPr>
            <a:cxnSpLocks/>
          </p:cNvCxnSpPr>
          <p:nvPr/>
        </p:nvCxnSpPr>
        <p:spPr>
          <a:xfrm flipV="1">
            <a:off x="1170996" y="5023414"/>
            <a:ext cx="502342" cy="281976"/>
          </a:xfrm>
          <a:prstGeom prst="straightConnector1">
            <a:avLst/>
          </a:prstGeom>
          <a:ln w="317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4" name="Oval 114">
            <a:extLst>
              <a:ext uri="{FF2B5EF4-FFF2-40B4-BE49-F238E27FC236}">
                <a16:creationId xmlns:a16="http://schemas.microsoft.com/office/drawing/2014/main" id="{E38717AD-8034-D440-9ED5-72264494C28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45236" y="2930322"/>
            <a:ext cx="602852" cy="301972"/>
          </a:xfrm>
          <a:prstGeom prst="ellips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charset="0"/>
              <a:ea typeface="ＭＳ Ｐゴシック" charset="0"/>
              <a:cs typeface="+mn-cs"/>
            </a:endParaRPr>
          </a:p>
        </p:txBody>
      </p:sp>
      <p:sp>
        <p:nvSpPr>
          <p:cNvPr id="224" name="Text Box 4">
            <a:extLst>
              <a:ext uri="{FF2B5EF4-FFF2-40B4-BE49-F238E27FC236}">
                <a16:creationId xmlns:a16="http://schemas.microsoft.com/office/drawing/2014/main" id="{9B6F5E29-137E-6D4A-97FE-A1CB75C44EE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21874" y="3178926"/>
            <a:ext cx="898003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uxyvw</a:t>
            </a:r>
          </a:p>
        </p:txBody>
      </p:sp>
      <p:sp>
        <p:nvSpPr>
          <p:cNvPr id="215" name="Text Box 9">
            <a:extLst>
              <a:ext uri="{FF2B5EF4-FFF2-40B4-BE49-F238E27FC236}">
                <a16:creationId xmlns:a16="http://schemas.microsoft.com/office/drawing/2014/main" id="{62E3D023-F895-6745-B73B-5301E3C4443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497173" y="3197610"/>
            <a:ext cx="526105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4,y</a:t>
            </a:r>
          </a:p>
        </p:txBody>
      </p:sp>
      <p:sp>
        <p:nvSpPr>
          <p:cNvPr id="216" name="Oval 114">
            <a:extLst>
              <a:ext uri="{FF2B5EF4-FFF2-40B4-BE49-F238E27FC236}">
                <a16:creationId xmlns:a16="http://schemas.microsoft.com/office/drawing/2014/main" id="{C308C696-C703-8F42-B968-5CF9C8EE645B}"/>
              </a:ext>
            </a:extLst>
          </p:cNvPr>
          <p:cNvSpPr>
            <a:spLocks noChangeArrowheads="1"/>
          </p:cNvSpPr>
          <p:nvPr/>
        </p:nvSpPr>
        <p:spPr bwMode="auto">
          <a:xfrm>
            <a:off x="9438034" y="3267919"/>
            <a:ext cx="602852" cy="301972"/>
          </a:xfrm>
          <a:prstGeom prst="ellips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charset="0"/>
              <a:ea typeface="ＭＳ Ｐゴシック" charset="0"/>
              <a:cs typeface="+mn-cs"/>
            </a:endParaRPr>
          </a:p>
        </p:txBody>
      </p:sp>
      <p:sp>
        <p:nvSpPr>
          <p:cNvPr id="227" name="Text Box 4">
            <a:extLst>
              <a:ext uri="{FF2B5EF4-FFF2-40B4-BE49-F238E27FC236}">
                <a16:creationId xmlns:a16="http://schemas.microsoft.com/office/drawing/2014/main" id="{7503A458-C386-184E-899F-151FF3881F3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80129" y="3488080"/>
            <a:ext cx="1026243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uxyvwz</a:t>
            </a:r>
          </a:p>
        </p:txBody>
      </p:sp>
      <p:sp>
        <p:nvSpPr>
          <p:cNvPr id="165" name="Text Box 3">
            <a:extLst>
              <a:ext uri="{FF2B5EF4-FFF2-40B4-BE49-F238E27FC236}">
                <a16:creationId xmlns:a16="http://schemas.microsoft.com/office/drawing/2014/main" id="{DDAD2418-A8D1-1A4C-9685-0ABBFA89988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49273" y="4882988"/>
            <a:ext cx="5767028" cy="76944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2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update </a:t>
            </a:r>
            <a:r>
              <a:rPr kumimoji="0" lang="en-US" sz="2200" b="0" i="1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D(b) </a:t>
            </a:r>
            <a:r>
              <a:rPr kumimoji="0" lang="en-US" sz="22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for all </a:t>
            </a:r>
            <a:r>
              <a:rPr kumimoji="0" lang="en-US" sz="2200" b="0" i="1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b</a:t>
            </a:r>
            <a:r>
              <a:rPr kumimoji="0" lang="en-US" sz="22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adjacent to </a:t>
            </a:r>
            <a:r>
              <a:rPr kumimoji="0" lang="en-US" sz="2200" b="0" i="1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a</a:t>
            </a:r>
            <a:r>
              <a:rPr kumimoji="0" lang="en-US" sz="22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and not in </a:t>
            </a:r>
            <a:r>
              <a:rPr kumimoji="0" lang="en-US" sz="2200" b="0" i="1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N</a:t>
            </a:r>
            <a:r>
              <a:rPr kumimoji="0" lang="en-US" sz="2200" b="0" i="1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Arial" charset="0"/>
              </a:rPr>
              <a:t>'</a:t>
            </a:r>
            <a:r>
              <a:rPr kumimoji="0" lang="en-US" sz="2200" b="0" i="1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</a:t>
            </a:r>
            <a:r>
              <a:rPr kumimoji="0" lang="en-US" sz="22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: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200" b="1" i="1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    D(b) = </a:t>
            </a:r>
            <a:r>
              <a:rPr kumimoji="0" lang="en-US" sz="2200" b="1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min</a:t>
            </a:r>
            <a:r>
              <a:rPr kumimoji="0" lang="en-US" sz="2200" b="1" i="1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( D(b), D(a) + c</a:t>
            </a:r>
            <a:r>
              <a:rPr kumimoji="0" lang="en-US" sz="2200" b="1" i="1" u="none" strike="noStrike" kern="1200" cap="none" spc="0" normalizeH="0" baseline="-25000" noProof="0" dirty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a,b </a:t>
            </a:r>
            <a:r>
              <a:rPr kumimoji="0" lang="en-US" sz="2200" b="1" i="1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) </a:t>
            </a:r>
          </a:p>
        </p:txBody>
      </p:sp>
      <p:cxnSp>
        <p:nvCxnSpPr>
          <p:cNvPr id="169" name="Straight Arrow Connector 168">
            <a:extLst>
              <a:ext uri="{FF2B5EF4-FFF2-40B4-BE49-F238E27FC236}">
                <a16:creationId xmlns:a16="http://schemas.microsoft.com/office/drawing/2014/main" id="{C502BE32-581E-614C-8C19-401954352B23}"/>
              </a:ext>
            </a:extLst>
          </p:cNvPr>
          <p:cNvCxnSpPr>
            <a:cxnSpLocks/>
          </p:cNvCxnSpPr>
          <p:nvPr/>
        </p:nvCxnSpPr>
        <p:spPr>
          <a:xfrm flipV="1">
            <a:off x="2879488" y="5005314"/>
            <a:ext cx="0" cy="883534"/>
          </a:xfrm>
          <a:prstGeom prst="straightConnector1">
            <a:avLst/>
          </a:prstGeom>
          <a:ln w="317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3" name="Straight Arrow Connector 202">
            <a:extLst>
              <a:ext uri="{FF2B5EF4-FFF2-40B4-BE49-F238E27FC236}">
                <a16:creationId xmlns:a16="http://schemas.microsoft.com/office/drawing/2014/main" id="{7BAAF5DE-5EBE-1D41-BC0E-9C07EB3F9FC5}"/>
              </a:ext>
            </a:extLst>
          </p:cNvPr>
          <p:cNvCxnSpPr>
            <a:cxnSpLocks/>
          </p:cNvCxnSpPr>
          <p:nvPr/>
        </p:nvCxnSpPr>
        <p:spPr>
          <a:xfrm flipV="1">
            <a:off x="3059661" y="5610320"/>
            <a:ext cx="606730" cy="448060"/>
          </a:xfrm>
          <a:prstGeom prst="straightConnector1">
            <a:avLst/>
          </a:prstGeom>
          <a:ln w="317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62100525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2" name="Group 51">
            <a:extLst>
              <a:ext uri="{FF2B5EF4-FFF2-40B4-BE49-F238E27FC236}">
                <a16:creationId xmlns:a16="http://schemas.microsoft.com/office/drawing/2014/main" id="{3DC340D0-8A95-8143-AD57-B872A9C6CD43}"/>
              </a:ext>
            </a:extLst>
          </p:cNvPr>
          <p:cNvGrpSpPr/>
          <p:nvPr/>
        </p:nvGrpSpPr>
        <p:grpSpPr>
          <a:xfrm>
            <a:off x="5701792" y="4279392"/>
            <a:ext cx="918006" cy="1764574"/>
            <a:chOff x="4618299" y="5972536"/>
            <a:chExt cx="2734563" cy="1944547"/>
          </a:xfrm>
        </p:grpSpPr>
        <p:sp>
          <p:nvSpPr>
            <p:cNvPr id="46" name="Rectangle 45">
              <a:extLst>
                <a:ext uri="{FF2B5EF4-FFF2-40B4-BE49-F238E27FC236}">
                  <a16:creationId xmlns:a16="http://schemas.microsoft.com/office/drawing/2014/main" id="{C27F7A7B-99F0-6C4B-B48D-B877DEAB2FD6}"/>
                </a:ext>
              </a:extLst>
            </p:cNvPr>
            <p:cNvSpPr/>
            <p:nvPr/>
          </p:nvSpPr>
          <p:spPr>
            <a:xfrm>
              <a:off x="4618299" y="5972536"/>
              <a:ext cx="2511706" cy="1944547"/>
            </a:xfrm>
            <a:prstGeom prst="rect">
              <a:avLst/>
            </a:prstGeom>
            <a:noFill/>
            <a:ln w="25400">
              <a:solidFill>
                <a:srgbClr val="0000A8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566" name="Rectangle 565">
              <a:extLst>
                <a:ext uri="{FF2B5EF4-FFF2-40B4-BE49-F238E27FC236}">
                  <a16:creationId xmlns:a16="http://schemas.microsoft.com/office/drawing/2014/main" id="{01376935-088F-E14B-99BC-C62CE0D1A8D3}"/>
                </a:ext>
              </a:extLst>
            </p:cNvPr>
            <p:cNvSpPr/>
            <p:nvPr/>
          </p:nvSpPr>
          <p:spPr>
            <a:xfrm>
              <a:off x="6852056" y="6129160"/>
              <a:ext cx="500806" cy="167457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cxnSp>
          <p:nvCxnSpPr>
            <p:cNvPr id="567" name="Straight Arrow Connector 566">
              <a:extLst>
                <a:ext uri="{FF2B5EF4-FFF2-40B4-BE49-F238E27FC236}">
                  <a16:creationId xmlns:a16="http://schemas.microsoft.com/office/drawing/2014/main" id="{EE536074-780C-B94B-BB7B-5519ED0B8ED5}"/>
                </a:ext>
              </a:extLst>
            </p:cNvPr>
            <p:cNvCxnSpPr>
              <a:cxnSpLocks/>
            </p:cNvCxnSpPr>
            <p:nvPr/>
          </p:nvCxnSpPr>
          <p:spPr>
            <a:xfrm>
              <a:off x="7131754" y="6015734"/>
              <a:ext cx="0" cy="235302"/>
            </a:xfrm>
            <a:prstGeom prst="straightConnector1">
              <a:avLst/>
            </a:prstGeom>
            <a:ln w="25400">
              <a:solidFill>
                <a:srgbClr val="0000A8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" name="Title 5">
            <a:extLst>
              <a:ext uri="{FF2B5EF4-FFF2-40B4-BE49-F238E27FC236}">
                <a16:creationId xmlns:a16="http://schemas.microsoft.com/office/drawing/2014/main" id="{5B27BFF1-5DCE-D642-8EFE-FACB1C97EEE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199" y="354060"/>
            <a:ext cx="11179629" cy="894622"/>
          </a:xfrm>
        </p:spPr>
        <p:txBody>
          <a:bodyPr/>
          <a:lstStyle/>
          <a:p>
            <a:r>
              <a:rPr lang="en-US" b="0" dirty="0">
                <a:latin typeface="+mn-lt"/>
              </a:rPr>
              <a:t>Dijkstra’s algorithm: an example</a:t>
            </a:r>
          </a:p>
        </p:txBody>
      </p:sp>
      <p:sp>
        <p:nvSpPr>
          <p:cNvPr id="546" name="Slide Number Placeholder 4">
            <a:extLst>
              <a:ext uri="{FF2B5EF4-FFF2-40B4-BE49-F238E27FC236}">
                <a16:creationId xmlns:a16="http://schemas.microsoft.com/office/drawing/2014/main" id="{5DC8F37A-7230-5148-88D9-265AE5AD394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Network Layer: 5-</a:t>
            </a:r>
            <a:fld id="{C4204591-24BD-A542-B9D5-F8D8A88D2FEE}" type="slidenum">
              <a:rPr kumimoji="0" lang="en-US" sz="1100" b="0" i="0" u="none" strike="noStrike" kern="1200" cap="none" spc="0" normalizeH="0" baseline="0" noProof="0" smtClean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26</a:t>
            </a:fld>
            <a:endParaRPr kumimoji="0" lang="en-US" sz="11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50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46" name="Text Box 3">
            <a:extLst>
              <a:ext uri="{FF2B5EF4-FFF2-40B4-BE49-F238E27FC236}">
                <a16:creationId xmlns:a16="http://schemas.microsoft.com/office/drawing/2014/main" id="{B903AE0C-4346-CF44-9481-037FB37A398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97181" y="1647825"/>
            <a:ext cx="706437" cy="2225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Step</a:t>
            </a:r>
          </a:p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0</a:t>
            </a:r>
          </a:p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1</a:t>
            </a:r>
          </a:p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2</a:t>
            </a:r>
          </a:p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3</a:t>
            </a:r>
          </a:p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4</a:t>
            </a:r>
          </a:p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5</a:t>
            </a:r>
          </a:p>
        </p:txBody>
      </p:sp>
      <p:sp>
        <p:nvSpPr>
          <p:cNvPr id="247" name="Text Box 4">
            <a:extLst>
              <a:ext uri="{FF2B5EF4-FFF2-40B4-BE49-F238E27FC236}">
                <a16:creationId xmlns:a16="http://schemas.microsoft.com/office/drawing/2014/main" id="{940B6AB4-2B9C-424D-9073-90B490CA145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07285" y="1657350"/>
            <a:ext cx="420308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N</a:t>
            </a: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rPr>
              <a:t>'</a:t>
            </a:r>
          </a:p>
        </p:txBody>
      </p:sp>
      <p:sp>
        <p:nvSpPr>
          <p:cNvPr id="248" name="Text Box 5">
            <a:extLst>
              <a:ext uri="{FF2B5EF4-FFF2-40B4-BE49-F238E27FC236}">
                <a16:creationId xmlns:a16="http://schemas.microsoft.com/office/drawing/2014/main" id="{BFC5A1B4-9A1A-8748-B5FA-043233C160A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32260" y="1626727"/>
            <a:ext cx="1180130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D(v),p(v)</a:t>
            </a:r>
          </a:p>
        </p:txBody>
      </p:sp>
      <p:sp>
        <p:nvSpPr>
          <p:cNvPr id="250" name="Text Box 7">
            <a:extLst>
              <a:ext uri="{FF2B5EF4-FFF2-40B4-BE49-F238E27FC236}">
                <a16:creationId xmlns:a16="http://schemas.microsoft.com/office/drawing/2014/main" id="{134AE2AD-F4F6-A646-BCC7-1F2E0A23EDC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34634" y="1626726"/>
            <a:ext cx="1180131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D(x),p(x)</a:t>
            </a:r>
          </a:p>
        </p:txBody>
      </p:sp>
      <p:sp>
        <p:nvSpPr>
          <p:cNvPr id="251" name="Text Box 8">
            <a:extLst>
              <a:ext uri="{FF2B5EF4-FFF2-40B4-BE49-F238E27FC236}">
                <a16:creationId xmlns:a16="http://schemas.microsoft.com/office/drawing/2014/main" id="{A27983AD-A090-0449-BF43-DC6600055B4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56559" y="1638300"/>
            <a:ext cx="1180131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D(y),p(y)</a:t>
            </a:r>
          </a:p>
        </p:txBody>
      </p:sp>
      <p:sp>
        <p:nvSpPr>
          <p:cNvPr id="252" name="Text Box 9">
            <a:extLst>
              <a:ext uri="{FF2B5EF4-FFF2-40B4-BE49-F238E27FC236}">
                <a16:creationId xmlns:a16="http://schemas.microsoft.com/office/drawing/2014/main" id="{297C2219-5295-1C4F-BC52-FD72360100D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63535" y="1638300"/>
            <a:ext cx="1180130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D(z),p(z)</a:t>
            </a:r>
          </a:p>
        </p:txBody>
      </p:sp>
      <p:sp>
        <p:nvSpPr>
          <p:cNvPr id="253" name="Line 10">
            <a:extLst>
              <a:ext uri="{FF2B5EF4-FFF2-40B4-BE49-F238E27FC236}">
                <a16:creationId xmlns:a16="http://schemas.microsoft.com/office/drawing/2014/main" id="{D9A0E014-3E4B-AA48-86C7-6D4E4AE592F4}"/>
              </a:ext>
            </a:extLst>
          </p:cNvPr>
          <p:cNvSpPr>
            <a:spLocks noChangeShapeType="1"/>
          </p:cNvSpPr>
          <p:nvPr/>
        </p:nvSpPr>
        <p:spPr bwMode="auto">
          <a:xfrm>
            <a:off x="1519418" y="1998662"/>
            <a:ext cx="8505825" cy="9525"/>
          </a:xfrm>
          <a:prstGeom prst="line">
            <a:avLst/>
          </a:prstGeom>
          <a:noFill/>
          <a:ln w="28575">
            <a:solidFill>
              <a:srgbClr val="3333CC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259" name="Group 16">
            <a:extLst>
              <a:ext uri="{FF2B5EF4-FFF2-40B4-BE49-F238E27FC236}">
                <a16:creationId xmlns:a16="http://schemas.microsoft.com/office/drawing/2014/main" id="{F6D427A6-9405-2D4E-BC72-78E69E64A628}"/>
              </a:ext>
            </a:extLst>
          </p:cNvPr>
          <p:cNvGrpSpPr>
            <a:grpSpLocks/>
          </p:cNvGrpSpPr>
          <p:nvPr/>
        </p:nvGrpSpPr>
        <p:grpSpPr bwMode="auto">
          <a:xfrm>
            <a:off x="1528762" y="4132366"/>
            <a:ext cx="3571875" cy="2236788"/>
            <a:chOff x="3162" y="1071"/>
            <a:chExt cx="2250" cy="1409"/>
          </a:xfrm>
        </p:grpSpPr>
        <p:sp>
          <p:nvSpPr>
            <p:cNvPr id="260" name="Freeform 17">
              <a:extLst>
                <a:ext uri="{FF2B5EF4-FFF2-40B4-BE49-F238E27FC236}">
                  <a16:creationId xmlns:a16="http://schemas.microsoft.com/office/drawing/2014/main" id="{B59803F6-669E-C147-9AA7-07A510F23C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2" y="1071"/>
              <a:ext cx="2250" cy="1409"/>
            </a:xfrm>
            <a:custGeom>
              <a:avLst/>
              <a:gdLst>
                <a:gd name="T0" fmla="*/ 0 w 2250"/>
                <a:gd name="T1" fmla="*/ 624 h 1409"/>
                <a:gd name="T2" fmla="*/ 219 w 2250"/>
                <a:gd name="T3" fmla="*/ 321 h 1409"/>
                <a:gd name="T4" fmla="*/ 529 w 2250"/>
                <a:gd name="T5" fmla="*/ 35 h 1409"/>
                <a:gd name="T6" fmla="*/ 1551 w 2250"/>
                <a:gd name="T7" fmla="*/ 111 h 1409"/>
                <a:gd name="T8" fmla="*/ 1968 w 2250"/>
                <a:gd name="T9" fmla="*/ 483 h 1409"/>
                <a:gd name="T10" fmla="*/ 2199 w 2250"/>
                <a:gd name="T11" fmla="*/ 906 h 1409"/>
                <a:gd name="T12" fmla="*/ 1659 w 2250"/>
                <a:gd name="T13" fmla="*/ 1314 h 1409"/>
                <a:gd name="T14" fmla="*/ 993 w 2250"/>
                <a:gd name="T15" fmla="*/ 1386 h 1409"/>
                <a:gd name="T16" fmla="*/ 465 w 2250"/>
                <a:gd name="T17" fmla="*/ 1356 h 1409"/>
                <a:gd name="T18" fmla="*/ 102 w 2250"/>
                <a:gd name="T19" fmla="*/ 1068 h 1409"/>
                <a:gd name="T20" fmla="*/ 0 w 2250"/>
                <a:gd name="T21" fmla="*/ 624 h 140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2250"/>
                <a:gd name="T34" fmla="*/ 0 h 1409"/>
                <a:gd name="T35" fmla="*/ 2250 w 2250"/>
                <a:gd name="T36" fmla="*/ 1409 h 1409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2250" h="1409">
                  <a:moveTo>
                    <a:pt x="0" y="624"/>
                  </a:moveTo>
                  <a:cubicBezTo>
                    <a:pt x="5" y="506"/>
                    <a:pt x="131" y="419"/>
                    <a:pt x="219" y="321"/>
                  </a:cubicBezTo>
                  <a:cubicBezTo>
                    <a:pt x="307" y="223"/>
                    <a:pt x="307" y="70"/>
                    <a:pt x="529" y="35"/>
                  </a:cubicBezTo>
                  <a:cubicBezTo>
                    <a:pt x="751" y="0"/>
                    <a:pt x="1311" y="36"/>
                    <a:pt x="1551" y="111"/>
                  </a:cubicBezTo>
                  <a:cubicBezTo>
                    <a:pt x="1791" y="186"/>
                    <a:pt x="1860" y="351"/>
                    <a:pt x="1968" y="483"/>
                  </a:cubicBezTo>
                  <a:cubicBezTo>
                    <a:pt x="2076" y="615"/>
                    <a:pt x="2250" y="767"/>
                    <a:pt x="2199" y="906"/>
                  </a:cubicBezTo>
                  <a:cubicBezTo>
                    <a:pt x="2148" y="1045"/>
                    <a:pt x="1860" y="1234"/>
                    <a:pt x="1659" y="1314"/>
                  </a:cubicBezTo>
                  <a:cubicBezTo>
                    <a:pt x="1458" y="1394"/>
                    <a:pt x="1192" y="1379"/>
                    <a:pt x="993" y="1386"/>
                  </a:cubicBezTo>
                  <a:cubicBezTo>
                    <a:pt x="794" y="1393"/>
                    <a:pt x="613" y="1409"/>
                    <a:pt x="465" y="1356"/>
                  </a:cubicBezTo>
                  <a:cubicBezTo>
                    <a:pt x="317" y="1303"/>
                    <a:pt x="180" y="1190"/>
                    <a:pt x="102" y="1068"/>
                  </a:cubicBezTo>
                  <a:cubicBezTo>
                    <a:pt x="24" y="946"/>
                    <a:pt x="21" y="716"/>
                    <a:pt x="0" y="624"/>
                  </a:cubicBezTo>
                  <a:close/>
                </a:path>
              </a:pathLst>
            </a:custGeom>
            <a:solidFill>
              <a:srgbClr val="9CE0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61" name="Freeform 18">
              <a:extLst>
                <a:ext uri="{FF2B5EF4-FFF2-40B4-BE49-F238E27FC236}">
                  <a16:creationId xmlns:a16="http://schemas.microsoft.com/office/drawing/2014/main" id="{4CE8143F-BB5D-1548-A2D1-0B3C05E2D1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8" y="1620"/>
              <a:ext cx="342" cy="186"/>
            </a:xfrm>
            <a:custGeom>
              <a:avLst/>
              <a:gdLst>
                <a:gd name="T0" fmla="*/ 0 w 342"/>
                <a:gd name="T1" fmla="*/ 186 h 186"/>
                <a:gd name="T2" fmla="*/ 342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62" name="Oval 19">
              <a:extLst>
                <a:ext uri="{FF2B5EF4-FFF2-40B4-BE49-F238E27FC236}">
                  <a16:creationId xmlns:a16="http://schemas.microsoft.com/office/drawing/2014/main" id="{CB2328B2-500E-0643-881F-169F140BD4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8" y="1862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63" name="Line 20">
              <a:extLst>
                <a:ext uri="{FF2B5EF4-FFF2-40B4-BE49-F238E27FC236}">
                  <a16:creationId xmlns:a16="http://schemas.microsoft.com/office/drawing/2014/main" id="{EC0FDC3E-2336-EF44-B445-144049FF3B4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38" y="1855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64" name="Line 21">
              <a:extLst>
                <a:ext uri="{FF2B5EF4-FFF2-40B4-BE49-F238E27FC236}">
                  <a16:creationId xmlns:a16="http://schemas.microsoft.com/office/drawing/2014/main" id="{07B5F04F-0C18-CE48-93A1-4B267BBE4FA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51" y="1855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65" name="Rectangle 22">
              <a:extLst>
                <a:ext uri="{FF2B5EF4-FFF2-40B4-BE49-F238E27FC236}">
                  <a16:creationId xmlns:a16="http://schemas.microsoft.com/office/drawing/2014/main" id="{0C43506A-1E78-F54A-910F-D37EBC1EF6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8" y="1855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66" name="Oval 23">
              <a:extLst>
                <a:ext uri="{FF2B5EF4-FFF2-40B4-BE49-F238E27FC236}">
                  <a16:creationId xmlns:a16="http://schemas.microsoft.com/office/drawing/2014/main" id="{27A71FF2-F42F-2844-AC5E-37F186F80F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5" y="1796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67" name="Oval 24">
              <a:extLst>
                <a:ext uri="{FF2B5EF4-FFF2-40B4-BE49-F238E27FC236}">
                  <a16:creationId xmlns:a16="http://schemas.microsoft.com/office/drawing/2014/main" id="{9C47D8B7-EC1D-C743-87B3-403B84D4AD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2" y="2249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68" name="Line 25">
              <a:extLst>
                <a:ext uri="{FF2B5EF4-FFF2-40B4-BE49-F238E27FC236}">
                  <a16:creationId xmlns:a16="http://schemas.microsoft.com/office/drawing/2014/main" id="{BEC31F1C-3B0C-3040-AD04-6FCA0D057A3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12" y="224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69" name="Line 26">
              <a:extLst>
                <a:ext uri="{FF2B5EF4-FFF2-40B4-BE49-F238E27FC236}">
                  <a16:creationId xmlns:a16="http://schemas.microsoft.com/office/drawing/2014/main" id="{56212EB3-C962-DA44-8730-7936B2191AB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25" y="224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70" name="Rectangle 27">
              <a:extLst>
                <a:ext uri="{FF2B5EF4-FFF2-40B4-BE49-F238E27FC236}">
                  <a16:creationId xmlns:a16="http://schemas.microsoft.com/office/drawing/2014/main" id="{70DA0FF6-1A2B-FA4D-8CF4-CF4512C722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2" y="2242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71" name="Oval 28">
              <a:extLst>
                <a:ext uri="{FF2B5EF4-FFF2-40B4-BE49-F238E27FC236}">
                  <a16:creationId xmlns:a16="http://schemas.microsoft.com/office/drawing/2014/main" id="{91BA553D-89DC-1440-84C3-F0FFE0B7EE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9" y="2183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72" name="Oval 29">
              <a:extLst>
                <a:ext uri="{FF2B5EF4-FFF2-40B4-BE49-F238E27FC236}">
                  <a16:creationId xmlns:a16="http://schemas.microsoft.com/office/drawing/2014/main" id="{5F155988-DD8E-7949-85F9-F8B730D855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8" y="1559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73" name="Line 30">
              <a:extLst>
                <a:ext uri="{FF2B5EF4-FFF2-40B4-BE49-F238E27FC236}">
                  <a16:creationId xmlns:a16="http://schemas.microsoft.com/office/drawing/2014/main" id="{007AA526-21E2-1449-A457-DC487F6259B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08" y="155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74" name="Line 31">
              <a:extLst>
                <a:ext uri="{FF2B5EF4-FFF2-40B4-BE49-F238E27FC236}">
                  <a16:creationId xmlns:a16="http://schemas.microsoft.com/office/drawing/2014/main" id="{A7D6DEE1-2254-2340-92B2-4425F8E4149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21" y="155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75" name="Rectangle 32">
              <a:extLst>
                <a:ext uri="{FF2B5EF4-FFF2-40B4-BE49-F238E27FC236}">
                  <a16:creationId xmlns:a16="http://schemas.microsoft.com/office/drawing/2014/main" id="{CD0F76A8-F2F6-A040-A641-8C6DD2B4D0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8" y="1552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59" name="Oval 33">
              <a:extLst>
                <a:ext uri="{FF2B5EF4-FFF2-40B4-BE49-F238E27FC236}">
                  <a16:creationId xmlns:a16="http://schemas.microsoft.com/office/drawing/2014/main" id="{021DFE64-FE6B-AF4B-A487-798FD40EE4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5" y="1493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05" name="Oval 34">
              <a:extLst>
                <a:ext uri="{FF2B5EF4-FFF2-40B4-BE49-F238E27FC236}">
                  <a16:creationId xmlns:a16="http://schemas.microsoft.com/office/drawing/2014/main" id="{D7221543-9DA7-9C4F-BF64-841725D580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1" y="1555"/>
              <a:ext cx="312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06" name="Line 35">
              <a:extLst>
                <a:ext uri="{FF2B5EF4-FFF2-40B4-BE49-F238E27FC236}">
                  <a16:creationId xmlns:a16="http://schemas.microsoft.com/office/drawing/2014/main" id="{3AA9DB23-022C-B843-ACB1-9CD5A8D4891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91" y="154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07" name="Line 36">
              <a:extLst>
                <a:ext uri="{FF2B5EF4-FFF2-40B4-BE49-F238E27FC236}">
                  <a16:creationId xmlns:a16="http://schemas.microsoft.com/office/drawing/2014/main" id="{AAE6AF87-B018-8A44-81E6-B8267ADC39E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03" y="154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08" name="Rectangle 37">
              <a:extLst>
                <a:ext uri="{FF2B5EF4-FFF2-40B4-BE49-F238E27FC236}">
                  <a16:creationId xmlns:a16="http://schemas.microsoft.com/office/drawing/2014/main" id="{E486C5EC-F3AE-514D-8BFC-C15DDC7BC4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1" y="1548"/>
              <a:ext cx="309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13" name="Oval 38">
              <a:extLst>
                <a:ext uri="{FF2B5EF4-FFF2-40B4-BE49-F238E27FC236}">
                  <a16:creationId xmlns:a16="http://schemas.microsoft.com/office/drawing/2014/main" id="{D570042E-655B-9244-B2DE-DD6B84D18E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4" y="1492"/>
              <a:ext cx="312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14" name="Oval 39">
              <a:extLst>
                <a:ext uri="{FF2B5EF4-FFF2-40B4-BE49-F238E27FC236}">
                  <a16:creationId xmlns:a16="http://schemas.microsoft.com/office/drawing/2014/main" id="{209FDC48-A133-7C43-A4F4-AEC33B2394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1" y="2246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15" name="Line 40">
              <a:extLst>
                <a:ext uri="{FF2B5EF4-FFF2-40B4-BE49-F238E27FC236}">
                  <a16:creationId xmlns:a16="http://schemas.microsoft.com/office/drawing/2014/main" id="{6C737D5E-249D-704B-8624-06BC6AF83FC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01" y="2239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16" name="Line 41">
              <a:extLst>
                <a:ext uri="{FF2B5EF4-FFF2-40B4-BE49-F238E27FC236}">
                  <a16:creationId xmlns:a16="http://schemas.microsoft.com/office/drawing/2014/main" id="{2BB65E91-5543-2A4A-83D1-AF4BD2A561B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14" y="2239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17" name="Rectangle 42">
              <a:extLst>
                <a:ext uri="{FF2B5EF4-FFF2-40B4-BE49-F238E27FC236}">
                  <a16:creationId xmlns:a16="http://schemas.microsoft.com/office/drawing/2014/main" id="{31754303-C1B0-564A-BC8B-D1994E2260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1" y="2239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18" name="Oval 43">
              <a:extLst>
                <a:ext uri="{FF2B5EF4-FFF2-40B4-BE49-F238E27FC236}">
                  <a16:creationId xmlns:a16="http://schemas.microsoft.com/office/drawing/2014/main" id="{5EBC6ED3-D791-D849-8DF4-6EEC31DF92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8" y="2180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19" name="Oval 44">
              <a:extLst>
                <a:ext uri="{FF2B5EF4-FFF2-40B4-BE49-F238E27FC236}">
                  <a16:creationId xmlns:a16="http://schemas.microsoft.com/office/drawing/2014/main" id="{69D4B18F-1B3D-AA47-B609-E5E0116A4B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6" y="1905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23" name="Line 45">
              <a:extLst>
                <a:ext uri="{FF2B5EF4-FFF2-40B4-BE49-F238E27FC236}">
                  <a16:creationId xmlns:a16="http://schemas.microsoft.com/office/drawing/2014/main" id="{6B623BCC-754E-AD43-A91B-5BE9046197D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66" y="189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25" name="Line 46">
              <a:extLst>
                <a:ext uri="{FF2B5EF4-FFF2-40B4-BE49-F238E27FC236}">
                  <a16:creationId xmlns:a16="http://schemas.microsoft.com/office/drawing/2014/main" id="{70C54C4E-9E9A-CB4F-9BAD-759F10AB73D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279" y="189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27" name="Rectangle 47">
              <a:extLst>
                <a:ext uri="{FF2B5EF4-FFF2-40B4-BE49-F238E27FC236}">
                  <a16:creationId xmlns:a16="http://schemas.microsoft.com/office/drawing/2014/main" id="{48B02502-224F-614A-AF74-CA45B87B4F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6" y="1898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32" name="Oval 48">
              <a:extLst>
                <a:ext uri="{FF2B5EF4-FFF2-40B4-BE49-F238E27FC236}">
                  <a16:creationId xmlns:a16="http://schemas.microsoft.com/office/drawing/2014/main" id="{1CBE76C4-29B1-DF47-8C80-E056EC01FE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3" y="1839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33" name="Freeform 49">
              <a:extLst>
                <a:ext uri="{FF2B5EF4-FFF2-40B4-BE49-F238E27FC236}">
                  <a16:creationId xmlns:a16="http://schemas.microsoft.com/office/drawing/2014/main" id="{F7C58F3A-0B59-CE40-8968-EFD5B03D593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7" y="1647"/>
              <a:ext cx="1" cy="522"/>
            </a:xfrm>
            <a:custGeom>
              <a:avLst/>
              <a:gdLst>
                <a:gd name="T0" fmla="*/ 0 w 1"/>
                <a:gd name="T1" fmla="*/ 0 h 522"/>
                <a:gd name="T2" fmla="*/ 0 w 1"/>
                <a:gd name="T3" fmla="*/ 522 h 522"/>
                <a:gd name="T4" fmla="*/ 0 60000 65536"/>
                <a:gd name="T5" fmla="*/ 0 60000 65536"/>
                <a:gd name="T6" fmla="*/ 0 w 1"/>
                <a:gd name="T7" fmla="*/ 0 h 522"/>
                <a:gd name="T8" fmla="*/ 1 w 1"/>
                <a:gd name="T9" fmla="*/ 522 h 52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522">
                  <a:moveTo>
                    <a:pt x="0" y="0"/>
                  </a:moveTo>
                  <a:lnTo>
                    <a:pt x="0" y="522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38" name="Freeform 50">
              <a:extLst>
                <a:ext uri="{FF2B5EF4-FFF2-40B4-BE49-F238E27FC236}">
                  <a16:creationId xmlns:a16="http://schemas.microsoft.com/office/drawing/2014/main" id="{5CA0B20D-583A-724F-8F77-3D2EE0DD01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4" y="1653"/>
              <a:ext cx="1" cy="537"/>
            </a:xfrm>
            <a:custGeom>
              <a:avLst/>
              <a:gdLst>
                <a:gd name="T0" fmla="*/ 0 w 1"/>
                <a:gd name="T1" fmla="*/ 0 h 537"/>
                <a:gd name="T2" fmla="*/ 0 w 1"/>
                <a:gd name="T3" fmla="*/ 537 h 537"/>
                <a:gd name="T4" fmla="*/ 0 60000 65536"/>
                <a:gd name="T5" fmla="*/ 0 60000 65536"/>
                <a:gd name="T6" fmla="*/ 0 w 1"/>
                <a:gd name="T7" fmla="*/ 0 h 537"/>
                <a:gd name="T8" fmla="*/ 1 w 1"/>
                <a:gd name="T9" fmla="*/ 537 h 53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537">
                  <a:moveTo>
                    <a:pt x="0" y="0"/>
                  </a:moveTo>
                  <a:lnTo>
                    <a:pt x="0" y="537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43" name="Freeform 51">
              <a:extLst>
                <a:ext uri="{FF2B5EF4-FFF2-40B4-BE49-F238E27FC236}">
                  <a16:creationId xmlns:a16="http://schemas.microsoft.com/office/drawing/2014/main" id="{F9705D5A-4067-4E46-97EF-A4A7592F806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9" y="1638"/>
              <a:ext cx="504" cy="600"/>
            </a:xfrm>
            <a:custGeom>
              <a:avLst/>
              <a:gdLst>
                <a:gd name="T0" fmla="*/ 0 w 378"/>
                <a:gd name="T1" fmla="*/ 11993521 h 174"/>
                <a:gd name="T2" fmla="*/ 5035 w 378"/>
                <a:gd name="T3" fmla="*/ 0 h 174"/>
                <a:gd name="T4" fmla="*/ 0 60000 65536"/>
                <a:gd name="T5" fmla="*/ 0 60000 65536"/>
                <a:gd name="T6" fmla="*/ 0 w 378"/>
                <a:gd name="T7" fmla="*/ 0 h 174"/>
                <a:gd name="T8" fmla="*/ 378 w 378"/>
                <a:gd name="T9" fmla="*/ 174 h 17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78" h="174">
                  <a:moveTo>
                    <a:pt x="0" y="174"/>
                  </a:moveTo>
                  <a:lnTo>
                    <a:pt x="378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44" name="Freeform 52">
              <a:extLst>
                <a:ext uri="{FF2B5EF4-FFF2-40B4-BE49-F238E27FC236}">
                  <a16:creationId xmlns:a16="http://schemas.microsoft.com/office/drawing/2014/main" id="{22C3BA86-2C31-C244-BCC8-F79B83E99BA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6" y="1986"/>
              <a:ext cx="366" cy="270"/>
            </a:xfrm>
            <a:custGeom>
              <a:avLst/>
              <a:gdLst>
                <a:gd name="T0" fmla="*/ 0 w 366"/>
                <a:gd name="T1" fmla="*/ 270 h 270"/>
                <a:gd name="T2" fmla="*/ 366 w 366"/>
                <a:gd name="T3" fmla="*/ 0 h 270"/>
                <a:gd name="T4" fmla="*/ 0 60000 65536"/>
                <a:gd name="T5" fmla="*/ 0 60000 65536"/>
                <a:gd name="T6" fmla="*/ 0 w 366"/>
                <a:gd name="T7" fmla="*/ 0 h 270"/>
                <a:gd name="T8" fmla="*/ 366 w 366"/>
                <a:gd name="T9" fmla="*/ 270 h 270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270">
                  <a:moveTo>
                    <a:pt x="0" y="270"/>
                  </a:moveTo>
                  <a:lnTo>
                    <a:pt x="366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45" name="Freeform 53">
              <a:extLst>
                <a:ext uri="{FF2B5EF4-FFF2-40B4-BE49-F238E27FC236}">
                  <a16:creationId xmlns:a16="http://schemas.microsoft.com/office/drawing/2014/main" id="{36BA8254-18D7-D841-8B10-CF1677FF4B4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5" y="2268"/>
              <a:ext cx="366" cy="1"/>
            </a:xfrm>
            <a:custGeom>
              <a:avLst/>
              <a:gdLst>
                <a:gd name="T0" fmla="*/ 366 w 366"/>
                <a:gd name="T1" fmla="*/ 0 h 1"/>
                <a:gd name="T2" fmla="*/ 0 w 366"/>
                <a:gd name="T3" fmla="*/ 0 h 1"/>
                <a:gd name="T4" fmla="*/ 0 60000 65536"/>
                <a:gd name="T5" fmla="*/ 0 60000 65536"/>
                <a:gd name="T6" fmla="*/ 0 w 366"/>
                <a:gd name="T7" fmla="*/ 0 h 1"/>
                <a:gd name="T8" fmla="*/ 366 w 366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1">
                  <a:moveTo>
                    <a:pt x="366" y="0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46" name="Freeform 54">
              <a:extLst>
                <a:ext uri="{FF2B5EF4-FFF2-40B4-BE49-F238E27FC236}">
                  <a16:creationId xmlns:a16="http://schemas.microsoft.com/office/drawing/2014/main" id="{FDD9D6F7-B6B7-8C4F-B4CD-8A42B44DA8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4" y="1944"/>
              <a:ext cx="276" cy="264"/>
            </a:xfrm>
            <a:custGeom>
              <a:avLst/>
              <a:gdLst>
                <a:gd name="T0" fmla="*/ 276 w 276"/>
                <a:gd name="T1" fmla="*/ 264 h 264"/>
                <a:gd name="T2" fmla="*/ 0 w 276"/>
                <a:gd name="T3" fmla="*/ 0 h 264"/>
                <a:gd name="T4" fmla="*/ 0 60000 65536"/>
                <a:gd name="T5" fmla="*/ 0 60000 65536"/>
                <a:gd name="T6" fmla="*/ 0 w 276"/>
                <a:gd name="T7" fmla="*/ 0 h 264"/>
                <a:gd name="T8" fmla="*/ 276 w 276"/>
                <a:gd name="T9" fmla="*/ 264 h 26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76" h="264">
                  <a:moveTo>
                    <a:pt x="276" y="264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47" name="Freeform 55">
              <a:extLst>
                <a:ext uri="{FF2B5EF4-FFF2-40B4-BE49-F238E27FC236}">
                  <a16:creationId xmlns:a16="http://schemas.microsoft.com/office/drawing/2014/main" id="{0EEE8685-1A2C-124B-AEBC-CE60F95275A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9" y="1578"/>
              <a:ext cx="366" cy="1"/>
            </a:xfrm>
            <a:custGeom>
              <a:avLst/>
              <a:gdLst>
                <a:gd name="T0" fmla="*/ 366 w 366"/>
                <a:gd name="T1" fmla="*/ 0 h 1"/>
                <a:gd name="T2" fmla="*/ 0 w 366"/>
                <a:gd name="T3" fmla="*/ 0 h 1"/>
                <a:gd name="T4" fmla="*/ 0 60000 65536"/>
                <a:gd name="T5" fmla="*/ 0 60000 65536"/>
                <a:gd name="T6" fmla="*/ 0 w 366"/>
                <a:gd name="T7" fmla="*/ 0 h 1"/>
                <a:gd name="T8" fmla="*/ 366 w 366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1">
                  <a:moveTo>
                    <a:pt x="366" y="0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48" name="Freeform 56">
              <a:extLst>
                <a:ext uri="{FF2B5EF4-FFF2-40B4-BE49-F238E27FC236}">
                  <a16:creationId xmlns:a16="http://schemas.microsoft.com/office/drawing/2014/main" id="{CDFCCD1A-99F5-3248-A9D4-80A4A3508E8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4" y="1575"/>
              <a:ext cx="396" cy="267"/>
            </a:xfrm>
            <a:custGeom>
              <a:avLst/>
              <a:gdLst>
                <a:gd name="T0" fmla="*/ 396 w 396"/>
                <a:gd name="T1" fmla="*/ 267 h 267"/>
                <a:gd name="T2" fmla="*/ 0 w 396"/>
                <a:gd name="T3" fmla="*/ 0 h 267"/>
                <a:gd name="T4" fmla="*/ 0 60000 65536"/>
                <a:gd name="T5" fmla="*/ 0 60000 65536"/>
                <a:gd name="T6" fmla="*/ 0 w 396"/>
                <a:gd name="T7" fmla="*/ 0 h 267"/>
                <a:gd name="T8" fmla="*/ 396 w 396"/>
                <a:gd name="T9" fmla="*/ 267 h 26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96" h="267">
                  <a:moveTo>
                    <a:pt x="396" y="267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49" name="Freeform 57">
              <a:extLst>
                <a:ext uri="{FF2B5EF4-FFF2-40B4-BE49-F238E27FC236}">
                  <a16:creationId xmlns:a16="http://schemas.microsoft.com/office/drawing/2014/main" id="{8158BEB1-D7DD-304F-93D8-B63A3B9F79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7" y="1146"/>
              <a:ext cx="1110" cy="645"/>
            </a:xfrm>
            <a:custGeom>
              <a:avLst/>
              <a:gdLst>
                <a:gd name="T0" fmla="*/ 1110 w 1110"/>
                <a:gd name="T1" fmla="*/ 342 h 645"/>
                <a:gd name="T2" fmla="*/ 0 w 1110"/>
                <a:gd name="T3" fmla="*/ 645 h 645"/>
                <a:gd name="T4" fmla="*/ 0 60000 65536"/>
                <a:gd name="T5" fmla="*/ 0 60000 65536"/>
                <a:gd name="T6" fmla="*/ 0 w 1110"/>
                <a:gd name="T7" fmla="*/ 0 h 645"/>
                <a:gd name="T8" fmla="*/ 1110 w 1110"/>
                <a:gd name="T9" fmla="*/ 645 h 645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110" h="645">
                  <a:moveTo>
                    <a:pt x="1110" y="342"/>
                  </a:moveTo>
                  <a:cubicBezTo>
                    <a:pt x="1104" y="0"/>
                    <a:pt x="21" y="63"/>
                    <a:pt x="0" y="645"/>
                  </a:cubicBez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450" name="Group 58">
              <a:extLst>
                <a:ext uri="{FF2B5EF4-FFF2-40B4-BE49-F238E27FC236}">
                  <a16:creationId xmlns:a16="http://schemas.microsoft.com/office/drawing/2014/main" id="{5708D0AB-39B8-5F4D-964A-583102F20F6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287" y="1744"/>
              <a:ext cx="205" cy="250"/>
              <a:chOff x="2954" y="2425"/>
              <a:chExt cx="208" cy="250"/>
            </a:xfrm>
          </p:grpSpPr>
          <p:sp>
            <p:nvSpPr>
              <p:cNvPr id="476" name="Rectangle 59">
                <a:extLst>
                  <a:ext uri="{FF2B5EF4-FFF2-40B4-BE49-F238E27FC236}">
                    <a16:creationId xmlns:a16="http://schemas.microsoft.com/office/drawing/2014/main" id="{698B8676-76A7-4C47-8D65-7AD44E1F84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77" name="Text Box 60">
                <a:extLst>
                  <a:ext uri="{FF2B5EF4-FFF2-40B4-BE49-F238E27FC236}">
                    <a16:creationId xmlns:a16="http://schemas.microsoft.com/office/drawing/2014/main" id="{5163CA4B-303D-0E4C-B36C-0EB9193499C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4" y="2425"/>
                <a:ext cx="208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u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451" name="Group 61">
              <a:extLst>
                <a:ext uri="{FF2B5EF4-FFF2-40B4-BE49-F238E27FC236}">
                  <a16:creationId xmlns:a16="http://schemas.microsoft.com/office/drawing/2014/main" id="{22504589-6EDA-CD46-9F6D-B4E53859C7B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461" y="2128"/>
              <a:ext cx="196" cy="250"/>
              <a:chOff x="2958" y="2425"/>
              <a:chExt cx="199" cy="250"/>
            </a:xfrm>
          </p:grpSpPr>
          <p:sp>
            <p:nvSpPr>
              <p:cNvPr id="474" name="Rectangle 62">
                <a:extLst>
                  <a:ext uri="{FF2B5EF4-FFF2-40B4-BE49-F238E27FC236}">
                    <a16:creationId xmlns:a16="http://schemas.microsoft.com/office/drawing/2014/main" id="{B5EB60BB-0E5E-C14B-B24B-878829D35E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75" name="Text Box 63">
                <a:extLst>
                  <a:ext uri="{FF2B5EF4-FFF2-40B4-BE49-F238E27FC236}">
                    <a16:creationId xmlns:a16="http://schemas.microsoft.com/office/drawing/2014/main" id="{AC01CA65-68FA-E340-BE13-4C47DBA310D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8" y="2425"/>
                <a:ext cx="199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y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452" name="Group 64">
              <a:extLst>
                <a:ext uri="{FF2B5EF4-FFF2-40B4-BE49-F238E27FC236}">
                  <a16:creationId xmlns:a16="http://schemas.microsoft.com/office/drawing/2014/main" id="{7E66326C-FC5C-CB48-9635-4D30ECB15D8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72" y="2095"/>
              <a:ext cx="212" cy="288"/>
              <a:chOff x="2951" y="2395"/>
              <a:chExt cx="213" cy="288"/>
            </a:xfrm>
          </p:grpSpPr>
          <p:sp>
            <p:nvSpPr>
              <p:cNvPr id="472" name="Rectangle 65">
                <a:extLst>
                  <a:ext uri="{FF2B5EF4-FFF2-40B4-BE49-F238E27FC236}">
                    <a16:creationId xmlns:a16="http://schemas.microsoft.com/office/drawing/2014/main" id="{6BF35853-D616-6B43-8985-14AABE1F75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73" name="Text Box 66">
                <a:extLst>
                  <a:ext uri="{FF2B5EF4-FFF2-40B4-BE49-F238E27FC236}">
                    <a16:creationId xmlns:a16="http://schemas.microsoft.com/office/drawing/2014/main" id="{3282D7A0-A2E9-7F4B-A22E-01546569C59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1" y="2395"/>
                <a:ext cx="213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x</a:t>
                </a:r>
              </a:p>
            </p:txBody>
          </p:sp>
        </p:grpSp>
        <p:grpSp>
          <p:nvGrpSpPr>
            <p:cNvPr id="453" name="Group 67">
              <a:extLst>
                <a:ext uri="{FF2B5EF4-FFF2-40B4-BE49-F238E27FC236}">
                  <a16:creationId xmlns:a16="http://schemas.microsoft.com/office/drawing/2014/main" id="{3104BBAE-4F76-E649-85DB-F84D22362B8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438" y="1438"/>
              <a:ext cx="232" cy="250"/>
              <a:chOff x="2941" y="2425"/>
              <a:chExt cx="235" cy="250"/>
            </a:xfrm>
          </p:grpSpPr>
          <p:sp>
            <p:nvSpPr>
              <p:cNvPr id="470" name="Rectangle 68">
                <a:extLst>
                  <a:ext uri="{FF2B5EF4-FFF2-40B4-BE49-F238E27FC236}">
                    <a16:creationId xmlns:a16="http://schemas.microsoft.com/office/drawing/2014/main" id="{0CEE42FC-526E-AB47-8798-637A648485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6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71" name="Text Box 69">
                <a:extLst>
                  <a:ext uri="{FF2B5EF4-FFF2-40B4-BE49-F238E27FC236}">
                    <a16:creationId xmlns:a16="http://schemas.microsoft.com/office/drawing/2014/main" id="{BD20AA39-4C83-B348-A22B-DC09D5E6798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41" y="2425"/>
                <a:ext cx="235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w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454" name="Group 70">
              <a:extLst>
                <a:ext uri="{FF2B5EF4-FFF2-40B4-BE49-F238E27FC236}">
                  <a16:creationId xmlns:a16="http://schemas.microsoft.com/office/drawing/2014/main" id="{76A8AB1F-2271-4C40-97FF-558125D0E3D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71" y="1438"/>
              <a:ext cx="196" cy="250"/>
              <a:chOff x="2958" y="2425"/>
              <a:chExt cx="199" cy="250"/>
            </a:xfrm>
          </p:grpSpPr>
          <p:sp>
            <p:nvSpPr>
              <p:cNvPr id="468" name="Rectangle 71">
                <a:extLst>
                  <a:ext uri="{FF2B5EF4-FFF2-40B4-BE49-F238E27FC236}">
                    <a16:creationId xmlns:a16="http://schemas.microsoft.com/office/drawing/2014/main" id="{8A1243C8-B070-1144-AFC1-660A0D4763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69" name="Text Box 72">
                <a:extLst>
                  <a:ext uri="{FF2B5EF4-FFF2-40B4-BE49-F238E27FC236}">
                    <a16:creationId xmlns:a16="http://schemas.microsoft.com/office/drawing/2014/main" id="{0A633A5D-CB9F-9D4A-9828-FA8DAB76D82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8" y="2425"/>
                <a:ext cx="199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v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455" name="Group 73">
              <a:extLst>
                <a:ext uri="{FF2B5EF4-FFF2-40B4-BE49-F238E27FC236}">
                  <a16:creationId xmlns:a16="http://schemas.microsoft.com/office/drawing/2014/main" id="{1F39B98B-5A5F-9A45-8998-1BA51D5362D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025" y="1756"/>
              <a:ext cx="212" cy="288"/>
              <a:chOff x="2949" y="2395"/>
              <a:chExt cx="214" cy="288"/>
            </a:xfrm>
          </p:grpSpPr>
          <p:sp>
            <p:nvSpPr>
              <p:cNvPr id="466" name="Rectangle 74">
                <a:extLst>
                  <a:ext uri="{FF2B5EF4-FFF2-40B4-BE49-F238E27FC236}">
                    <a16:creationId xmlns:a16="http://schemas.microsoft.com/office/drawing/2014/main" id="{6D133BDC-CBD5-E04A-956A-CB070C46E6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67" name="Text Box 75">
                <a:extLst>
                  <a:ext uri="{FF2B5EF4-FFF2-40B4-BE49-F238E27FC236}">
                    <a16:creationId xmlns:a16="http://schemas.microsoft.com/office/drawing/2014/main" id="{E22274D1-6BF0-6F4F-AA7F-923617C4447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49" y="2395"/>
                <a:ext cx="214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z</a:t>
                </a:r>
              </a:p>
            </p:txBody>
          </p:sp>
        </p:grpSp>
        <p:sp>
          <p:nvSpPr>
            <p:cNvPr id="456" name="Text Box 76">
              <a:extLst>
                <a:ext uri="{FF2B5EF4-FFF2-40B4-BE49-F238E27FC236}">
                  <a16:creationId xmlns:a16="http://schemas.microsoft.com/office/drawing/2014/main" id="{E87F994C-88BC-7843-84FF-C20876A28AD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93" y="1568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57" name="Text Box 77">
              <a:extLst>
                <a:ext uri="{FF2B5EF4-FFF2-40B4-BE49-F238E27FC236}">
                  <a16:creationId xmlns:a16="http://schemas.microsoft.com/office/drawing/2014/main" id="{D6E661FA-C756-184B-8F8C-454F6D2F20C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41" y="1787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58" name="Text Box 78">
              <a:extLst>
                <a:ext uri="{FF2B5EF4-FFF2-40B4-BE49-F238E27FC236}">
                  <a16:creationId xmlns:a16="http://schemas.microsoft.com/office/drawing/2014/main" id="{7AAD1753-0153-BE49-9A5A-86A6144677D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06" y="2000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59" name="Text Box 79">
              <a:extLst>
                <a:ext uri="{FF2B5EF4-FFF2-40B4-BE49-F238E27FC236}">
                  <a16:creationId xmlns:a16="http://schemas.microsoft.com/office/drawing/2014/main" id="{CE9F4FB6-1319-824C-8EE6-E829F9B8139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25" y="1880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60" name="Text Box 80">
              <a:extLst>
                <a:ext uri="{FF2B5EF4-FFF2-40B4-BE49-F238E27FC236}">
                  <a16:creationId xmlns:a16="http://schemas.microsoft.com/office/drawing/2014/main" id="{C479D34B-E495-6941-B1B8-7C27A07FA48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62" y="2234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61" name="Text Box 81">
              <a:extLst>
                <a:ext uri="{FF2B5EF4-FFF2-40B4-BE49-F238E27FC236}">
                  <a16:creationId xmlns:a16="http://schemas.microsoft.com/office/drawing/2014/main" id="{651E935E-97A1-694E-90ED-DA0D52808F6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22" y="1805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62" name="Text Box 82">
              <a:extLst>
                <a:ext uri="{FF2B5EF4-FFF2-40B4-BE49-F238E27FC236}">
                  <a16:creationId xmlns:a16="http://schemas.microsoft.com/office/drawing/2014/main" id="{BCE34168-89E8-CA4E-B734-D7785C5D44A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82" y="2069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63" name="Text Box 83">
              <a:extLst>
                <a:ext uri="{FF2B5EF4-FFF2-40B4-BE49-F238E27FC236}">
                  <a16:creationId xmlns:a16="http://schemas.microsoft.com/office/drawing/2014/main" id="{E61D1248-702D-AA4E-A62B-3B6DB887430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55" y="1532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64" name="Text Box 84">
              <a:extLst>
                <a:ext uri="{FF2B5EF4-FFF2-40B4-BE49-F238E27FC236}">
                  <a16:creationId xmlns:a16="http://schemas.microsoft.com/office/drawing/2014/main" id="{8E7448E7-B23E-9A4A-947C-66285C7E102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20" y="1382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65" name="Text Box 85">
              <a:extLst>
                <a:ext uri="{FF2B5EF4-FFF2-40B4-BE49-F238E27FC236}">
                  <a16:creationId xmlns:a16="http://schemas.microsoft.com/office/drawing/2014/main" id="{EFA31E11-E078-ED44-8DB8-4912DC48066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69" y="1115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490" name="Text Box 9">
            <a:extLst>
              <a:ext uri="{FF2B5EF4-FFF2-40B4-BE49-F238E27FC236}">
                <a16:creationId xmlns:a16="http://schemas.microsoft.com/office/drawing/2014/main" id="{7264032F-FC16-7043-941E-B120E8ED994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490547" y="3198952"/>
            <a:ext cx="526105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4,y</a:t>
            </a:r>
          </a:p>
        </p:txBody>
      </p:sp>
      <p:sp>
        <p:nvSpPr>
          <p:cNvPr id="495" name="Text Box 6">
            <a:extLst>
              <a:ext uri="{FF2B5EF4-FFF2-40B4-BE49-F238E27FC236}">
                <a16:creationId xmlns:a16="http://schemas.microsoft.com/office/drawing/2014/main" id="{A24F37E4-4175-D247-9C29-BC40A27B53F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69952" y="1633417"/>
            <a:ext cx="1295546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D(w),p(w)</a:t>
            </a:r>
          </a:p>
        </p:txBody>
      </p:sp>
      <p:sp>
        <p:nvSpPr>
          <p:cNvPr id="498" name="Text Box 6">
            <a:extLst>
              <a:ext uri="{FF2B5EF4-FFF2-40B4-BE49-F238E27FC236}">
                <a16:creationId xmlns:a16="http://schemas.microsoft.com/office/drawing/2014/main" id="{64BB3F8B-CE19-1C41-B2C9-B564AF1B5BB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837414" y="2958717"/>
            <a:ext cx="1284288" cy="1616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D(w),p(w)</a:t>
            </a:r>
          </a:p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5,u</a:t>
            </a:r>
          </a:p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4,x</a:t>
            </a:r>
          </a:p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3,y</a:t>
            </a:r>
          </a:p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3,y</a:t>
            </a:r>
          </a:p>
        </p:txBody>
      </p:sp>
      <p:grpSp>
        <p:nvGrpSpPr>
          <p:cNvPr id="36" name="Group 35">
            <a:extLst>
              <a:ext uri="{FF2B5EF4-FFF2-40B4-BE49-F238E27FC236}">
                <a16:creationId xmlns:a16="http://schemas.microsoft.com/office/drawing/2014/main" id="{71973CA4-9B72-A545-BA9F-40D90EB8CE03}"/>
              </a:ext>
            </a:extLst>
          </p:cNvPr>
          <p:cNvGrpSpPr/>
          <p:nvPr/>
        </p:nvGrpSpPr>
        <p:grpSpPr>
          <a:xfrm>
            <a:off x="5554672" y="2866120"/>
            <a:ext cx="4461980" cy="406922"/>
            <a:chOff x="5554672" y="2866120"/>
            <a:chExt cx="4461980" cy="406922"/>
          </a:xfrm>
        </p:grpSpPr>
        <p:sp>
          <p:nvSpPr>
            <p:cNvPr id="489" name="Text Box 9">
              <a:extLst>
                <a:ext uri="{FF2B5EF4-FFF2-40B4-BE49-F238E27FC236}">
                  <a16:creationId xmlns:a16="http://schemas.microsoft.com/office/drawing/2014/main" id="{AF5565C2-0153-3D44-85CB-BBD065682DF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490547" y="2872932"/>
              <a:ext cx="526105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4,y</a:t>
              </a:r>
            </a:p>
          </p:txBody>
        </p:sp>
        <p:sp>
          <p:nvSpPr>
            <p:cNvPr id="499" name="Text Box 6">
              <a:extLst>
                <a:ext uri="{FF2B5EF4-FFF2-40B4-BE49-F238E27FC236}">
                  <a16:creationId xmlns:a16="http://schemas.microsoft.com/office/drawing/2014/main" id="{B7834F0D-0E0E-F04D-A076-86B8692EFB5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54672" y="2866120"/>
              <a:ext cx="526106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3,y</a:t>
              </a:r>
            </a:p>
          </p:txBody>
        </p:sp>
      </p:grpSp>
      <p:grpSp>
        <p:nvGrpSpPr>
          <p:cNvPr id="5" name="Group 4">
            <a:extLst>
              <a:ext uri="{FF2B5EF4-FFF2-40B4-BE49-F238E27FC236}">
                <a16:creationId xmlns:a16="http://schemas.microsoft.com/office/drawing/2014/main" id="{83A2ED86-B66C-0F49-818B-087416791E66}"/>
              </a:ext>
            </a:extLst>
          </p:cNvPr>
          <p:cNvGrpSpPr/>
          <p:nvPr/>
        </p:nvGrpSpPr>
        <p:grpSpPr>
          <a:xfrm>
            <a:off x="4263633" y="1951300"/>
            <a:ext cx="5679281" cy="401555"/>
            <a:chOff x="4263633" y="1951300"/>
            <a:chExt cx="5679281" cy="401555"/>
          </a:xfrm>
        </p:grpSpPr>
        <p:sp>
          <p:nvSpPr>
            <p:cNvPr id="249" name="Text Box 6">
              <a:extLst>
                <a:ext uri="{FF2B5EF4-FFF2-40B4-BE49-F238E27FC236}">
                  <a16:creationId xmlns:a16="http://schemas.microsoft.com/office/drawing/2014/main" id="{CD4FA9CE-7149-A440-83C1-21E98C3A6B6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70608" y="1951300"/>
              <a:ext cx="54053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5,u</a:t>
              </a:r>
            </a:p>
          </p:txBody>
        </p:sp>
        <p:sp>
          <p:nvSpPr>
            <p:cNvPr id="483" name="Text Box 9">
              <a:extLst>
                <a:ext uri="{FF2B5EF4-FFF2-40B4-BE49-F238E27FC236}">
                  <a16:creationId xmlns:a16="http://schemas.microsoft.com/office/drawing/2014/main" id="{451C47E2-E094-7147-A23C-5212BC8FB56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564285" y="1975894"/>
              <a:ext cx="378629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charset="0"/>
                  <a:ea typeface="ＭＳ Ｐゴシック" charset="0"/>
                </a:rPr>
                <a:t>∞</a:t>
              </a: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93" name="Text Box 9">
              <a:extLst>
                <a:ext uri="{FF2B5EF4-FFF2-40B4-BE49-F238E27FC236}">
                  <a16:creationId xmlns:a16="http://schemas.microsoft.com/office/drawing/2014/main" id="{77161A6C-F59E-E646-A81F-7F211BDD004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68885" y="1974450"/>
              <a:ext cx="378629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charset="0"/>
                  <a:ea typeface="ＭＳ Ｐゴシック" charset="0"/>
                </a:rPr>
                <a:t>∞</a:t>
              </a: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94" name="Text Box 7">
              <a:extLst>
                <a:ext uri="{FF2B5EF4-FFF2-40B4-BE49-F238E27FC236}">
                  <a16:creationId xmlns:a16="http://schemas.microsoft.com/office/drawing/2014/main" id="{052BF5DE-999E-0047-B15A-B0A0D539AFA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866008" y="1951300"/>
              <a:ext cx="54053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1,u</a:t>
              </a:r>
            </a:p>
          </p:txBody>
        </p:sp>
        <p:sp>
          <p:nvSpPr>
            <p:cNvPr id="500" name="Text Box 5">
              <a:extLst>
                <a:ext uri="{FF2B5EF4-FFF2-40B4-BE49-F238E27FC236}">
                  <a16:creationId xmlns:a16="http://schemas.microsoft.com/office/drawing/2014/main" id="{39318546-EB10-7141-A532-7477C3F9247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63633" y="1952745"/>
              <a:ext cx="54053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2,u</a:t>
              </a:r>
            </a:p>
          </p:txBody>
        </p:sp>
      </p:grpSp>
      <p:grpSp>
        <p:nvGrpSpPr>
          <p:cNvPr id="34" name="Group 33">
            <a:extLst>
              <a:ext uri="{FF2B5EF4-FFF2-40B4-BE49-F238E27FC236}">
                <a16:creationId xmlns:a16="http://schemas.microsoft.com/office/drawing/2014/main" id="{B5E6F247-A516-EB44-B218-3523C7F15256}"/>
              </a:ext>
            </a:extLst>
          </p:cNvPr>
          <p:cNvGrpSpPr/>
          <p:nvPr/>
        </p:nvGrpSpPr>
        <p:grpSpPr>
          <a:xfrm>
            <a:off x="4263633" y="2255616"/>
            <a:ext cx="5679281" cy="416447"/>
            <a:chOff x="4263633" y="2255616"/>
            <a:chExt cx="5679281" cy="416447"/>
          </a:xfrm>
        </p:grpSpPr>
        <p:sp>
          <p:nvSpPr>
            <p:cNvPr id="487" name="Text Box 9">
              <a:extLst>
                <a:ext uri="{FF2B5EF4-FFF2-40B4-BE49-F238E27FC236}">
                  <a16:creationId xmlns:a16="http://schemas.microsoft.com/office/drawing/2014/main" id="{6DD8D8CE-3DDC-DF48-BBFB-EBDD1F22125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564285" y="2301914"/>
              <a:ext cx="378629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charset="0"/>
                  <a:ea typeface="ＭＳ Ｐゴシック" charset="0"/>
                </a:rPr>
                <a:t>∞</a:t>
              </a: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92" name="Text Box 8">
              <a:extLst>
                <a:ext uri="{FF2B5EF4-FFF2-40B4-BE49-F238E27FC236}">
                  <a16:creationId xmlns:a16="http://schemas.microsoft.com/office/drawing/2014/main" id="{9DBF3B61-BEF7-8A40-AF7C-22BFA4A5F83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06722" y="2260378"/>
              <a:ext cx="526106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2,x</a:t>
              </a:r>
            </a:p>
          </p:txBody>
        </p:sp>
        <p:sp>
          <p:nvSpPr>
            <p:cNvPr id="496" name="Text Box 6">
              <a:extLst>
                <a:ext uri="{FF2B5EF4-FFF2-40B4-BE49-F238E27FC236}">
                  <a16:creationId xmlns:a16="http://schemas.microsoft.com/office/drawing/2014/main" id="{F4E69EDF-A458-174E-A9A1-51CA8C7BCF6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66247" y="2271953"/>
              <a:ext cx="526105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4,x</a:t>
              </a:r>
            </a:p>
          </p:txBody>
        </p:sp>
        <p:sp>
          <p:nvSpPr>
            <p:cNvPr id="501" name="Text Box 5">
              <a:extLst>
                <a:ext uri="{FF2B5EF4-FFF2-40B4-BE49-F238E27FC236}">
                  <a16:creationId xmlns:a16="http://schemas.microsoft.com/office/drawing/2014/main" id="{3ACD38CB-FB5D-F74D-8F1B-D1ED7765296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63633" y="2255616"/>
              <a:ext cx="54053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2,u</a:t>
              </a:r>
            </a:p>
          </p:txBody>
        </p:sp>
      </p:grpSp>
      <p:grpSp>
        <p:nvGrpSpPr>
          <p:cNvPr id="35" name="Group 34">
            <a:extLst>
              <a:ext uri="{FF2B5EF4-FFF2-40B4-BE49-F238E27FC236}">
                <a16:creationId xmlns:a16="http://schemas.microsoft.com/office/drawing/2014/main" id="{3D9389ED-B03B-214C-ADF2-72A54A5A4AFE}"/>
              </a:ext>
            </a:extLst>
          </p:cNvPr>
          <p:cNvGrpSpPr/>
          <p:nvPr/>
        </p:nvGrpSpPr>
        <p:grpSpPr>
          <a:xfrm>
            <a:off x="4263633" y="2546912"/>
            <a:ext cx="5753019" cy="428022"/>
            <a:chOff x="4263633" y="2546912"/>
            <a:chExt cx="5753019" cy="428022"/>
          </a:xfrm>
        </p:grpSpPr>
        <p:sp>
          <p:nvSpPr>
            <p:cNvPr id="488" name="Text Box 9">
              <a:extLst>
                <a:ext uri="{FF2B5EF4-FFF2-40B4-BE49-F238E27FC236}">
                  <a16:creationId xmlns:a16="http://schemas.microsoft.com/office/drawing/2014/main" id="{A038CE8D-1564-2D4D-A52D-5FACBB86FE3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490547" y="2546912"/>
              <a:ext cx="526105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4,y</a:t>
              </a:r>
            </a:p>
          </p:txBody>
        </p:sp>
        <p:sp>
          <p:nvSpPr>
            <p:cNvPr id="497" name="Text Box 6">
              <a:extLst>
                <a:ext uri="{FF2B5EF4-FFF2-40B4-BE49-F238E27FC236}">
                  <a16:creationId xmlns:a16="http://schemas.microsoft.com/office/drawing/2014/main" id="{A382A71E-E492-4443-89C5-C12D644FE79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66247" y="2574824"/>
              <a:ext cx="526106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3,y</a:t>
              </a:r>
            </a:p>
          </p:txBody>
        </p:sp>
        <p:sp>
          <p:nvSpPr>
            <p:cNvPr id="502" name="Text Box 5">
              <a:extLst>
                <a:ext uri="{FF2B5EF4-FFF2-40B4-BE49-F238E27FC236}">
                  <a16:creationId xmlns:a16="http://schemas.microsoft.com/office/drawing/2014/main" id="{C9B2A270-7336-FE45-A405-3057D86CB19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63633" y="2558487"/>
              <a:ext cx="54053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2,u</a:t>
              </a:r>
            </a:p>
          </p:txBody>
        </p:sp>
      </p:grpSp>
      <p:sp>
        <p:nvSpPr>
          <p:cNvPr id="503" name="Text Box 4">
            <a:extLst>
              <a:ext uri="{FF2B5EF4-FFF2-40B4-BE49-F238E27FC236}">
                <a16:creationId xmlns:a16="http://schemas.microsoft.com/office/drawing/2014/main" id="{E994D46E-7D0F-9843-807C-ABB0D4B5FA6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80129" y="3488080"/>
            <a:ext cx="1026243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uxyvwz</a:t>
            </a:r>
          </a:p>
        </p:txBody>
      </p:sp>
      <p:sp>
        <p:nvSpPr>
          <p:cNvPr id="504" name="Text Box 4">
            <a:extLst>
              <a:ext uri="{FF2B5EF4-FFF2-40B4-BE49-F238E27FC236}">
                <a16:creationId xmlns:a16="http://schemas.microsoft.com/office/drawing/2014/main" id="{0A3ED467-D430-4A47-866D-6A5E75B0C40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21874" y="3178926"/>
            <a:ext cx="898003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uxyvw</a:t>
            </a:r>
          </a:p>
        </p:txBody>
      </p:sp>
      <p:sp>
        <p:nvSpPr>
          <p:cNvPr id="505" name="Text Box 4">
            <a:extLst>
              <a:ext uri="{FF2B5EF4-FFF2-40B4-BE49-F238E27FC236}">
                <a16:creationId xmlns:a16="http://schemas.microsoft.com/office/drawing/2014/main" id="{DBDC054B-9144-E046-848B-AA4FB410A4F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698178" y="2856764"/>
            <a:ext cx="71205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uxyv</a:t>
            </a:r>
          </a:p>
        </p:txBody>
      </p:sp>
      <p:sp>
        <p:nvSpPr>
          <p:cNvPr id="506" name="Text Box 4">
            <a:extLst>
              <a:ext uri="{FF2B5EF4-FFF2-40B4-BE49-F238E27FC236}">
                <a16:creationId xmlns:a16="http://schemas.microsoft.com/office/drawing/2014/main" id="{BBFEB9F8-55C5-9340-9F0D-07D6265CDD3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16771" y="2546463"/>
            <a:ext cx="58381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uxy</a:t>
            </a:r>
          </a:p>
        </p:txBody>
      </p:sp>
      <p:sp>
        <p:nvSpPr>
          <p:cNvPr id="507" name="Text Box 4">
            <a:extLst>
              <a:ext uri="{FF2B5EF4-FFF2-40B4-BE49-F238E27FC236}">
                <a16:creationId xmlns:a16="http://schemas.microsoft.com/office/drawing/2014/main" id="{2AA27EEE-C105-4546-92C9-79D7A34AE08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58516" y="2241520"/>
            <a:ext cx="45557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ux</a:t>
            </a:r>
          </a:p>
        </p:txBody>
      </p:sp>
      <p:sp>
        <p:nvSpPr>
          <p:cNvPr id="508" name="Text Box 4">
            <a:extLst>
              <a:ext uri="{FF2B5EF4-FFF2-40B4-BE49-F238E27FC236}">
                <a16:creationId xmlns:a16="http://schemas.microsoft.com/office/drawing/2014/main" id="{46A6DAE9-5634-E343-888C-DBD504BE17B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82181" y="1941646"/>
            <a:ext cx="32733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</a:t>
            </a:r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155C6A08-435F-074A-8CB5-94B5718AAF55}"/>
              </a:ext>
            </a:extLst>
          </p:cNvPr>
          <p:cNvCxnSpPr/>
          <p:nvPr/>
        </p:nvCxnSpPr>
        <p:spPr>
          <a:xfrm>
            <a:off x="1706097" y="2303362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09" name="Straight Connector 508">
            <a:extLst>
              <a:ext uri="{FF2B5EF4-FFF2-40B4-BE49-F238E27FC236}">
                <a16:creationId xmlns:a16="http://schemas.microsoft.com/office/drawing/2014/main" id="{A3B06771-707C-C549-B117-3063EC3738D7}"/>
              </a:ext>
            </a:extLst>
          </p:cNvPr>
          <p:cNvCxnSpPr/>
          <p:nvPr/>
        </p:nvCxnSpPr>
        <p:spPr>
          <a:xfrm>
            <a:off x="1714983" y="2606233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0" name="Straight Connector 509">
            <a:extLst>
              <a:ext uri="{FF2B5EF4-FFF2-40B4-BE49-F238E27FC236}">
                <a16:creationId xmlns:a16="http://schemas.microsoft.com/office/drawing/2014/main" id="{1D62FDB7-4F58-C84F-A936-529AACBF81D5}"/>
              </a:ext>
            </a:extLst>
          </p:cNvPr>
          <p:cNvCxnSpPr/>
          <p:nvPr/>
        </p:nvCxnSpPr>
        <p:spPr>
          <a:xfrm>
            <a:off x="1719251" y="2913722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1" name="Straight Connector 510">
            <a:extLst>
              <a:ext uri="{FF2B5EF4-FFF2-40B4-BE49-F238E27FC236}">
                <a16:creationId xmlns:a16="http://schemas.microsoft.com/office/drawing/2014/main" id="{F671747E-F7E7-174E-B66B-4158AC0C73AC}"/>
              </a:ext>
            </a:extLst>
          </p:cNvPr>
          <p:cNvCxnSpPr/>
          <p:nvPr/>
        </p:nvCxnSpPr>
        <p:spPr>
          <a:xfrm>
            <a:off x="1718901" y="3225829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4" name="Straight Connector 513">
            <a:extLst>
              <a:ext uri="{FF2B5EF4-FFF2-40B4-BE49-F238E27FC236}">
                <a16:creationId xmlns:a16="http://schemas.microsoft.com/office/drawing/2014/main" id="{A48E9275-8476-9244-A5FE-18548D30A1B6}"/>
              </a:ext>
            </a:extLst>
          </p:cNvPr>
          <p:cNvCxnSpPr/>
          <p:nvPr/>
        </p:nvCxnSpPr>
        <p:spPr>
          <a:xfrm>
            <a:off x="1727787" y="3565644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" name="TextBox 3">
            <a:extLst>
              <a:ext uri="{FF2B5EF4-FFF2-40B4-BE49-F238E27FC236}">
                <a16:creationId xmlns:a16="http://schemas.microsoft.com/office/drawing/2014/main" id="{D587C637-11FC-0A49-8C82-7AF7D38C6CD6}"/>
              </a:ext>
            </a:extLst>
          </p:cNvPr>
          <p:cNvSpPr txBox="1"/>
          <p:nvPr/>
        </p:nvSpPr>
        <p:spPr>
          <a:xfrm>
            <a:off x="4409954" y="1342663"/>
            <a:ext cx="300082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000" dirty="0">
                <a:solidFill>
                  <a:srgbClr val="FF0000"/>
                </a:solidFill>
              </a:rPr>
              <a:t>v</a:t>
            </a:r>
          </a:p>
        </p:txBody>
      </p:sp>
      <p:sp>
        <p:nvSpPr>
          <p:cNvPr id="521" name="TextBox 520">
            <a:extLst>
              <a:ext uri="{FF2B5EF4-FFF2-40B4-BE49-F238E27FC236}">
                <a16:creationId xmlns:a16="http://schemas.microsoft.com/office/drawing/2014/main" id="{4C80ECA4-7464-CB40-8CC6-A7EDC7E7964C}"/>
              </a:ext>
            </a:extLst>
          </p:cNvPr>
          <p:cNvSpPr txBox="1"/>
          <p:nvPr/>
        </p:nvSpPr>
        <p:spPr>
          <a:xfrm>
            <a:off x="5685099" y="1337058"/>
            <a:ext cx="367408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000" dirty="0">
                <a:solidFill>
                  <a:srgbClr val="FF0000"/>
                </a:solidFill>
              </a:rPr>
              <a:t>w</a:t>
            </a:r>
          </a:p>
        </p:txBody>
      </p:sp>
      <p:sp>
        <p:nvSpPr>
          <p:cNvPr id="522" name="TextBox 521">
            <a:extLst>
              <a:ext uri="{FF2B5EF4-FFF2-40B4-BE49-F238E27FC236}">
                <a16:creationId xmlns:a16="http://schemas.microsoft.com/office/drawing/2014/main" id="{1052726D-C214-914F-AE65-3CE2B48F9FD7}"/>
              </a:ext>
            </a:extLst>
          </p:cNvPr>
          <p:cNvSpPr txBox="1"/>
          <p:nvPr/>
        </p:nvSpPr>
        <p:spPr>
          <a:xfrm>
            <a:off x="6994969" y="1331453"/>
            <a:ext cx="300082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000" dirty="0">
                <a:solidFill>
                  <a:srgbClr val="FF0000"/>
                </a:solidFill>
              </a:rPr>
              <a:t>x</a:t>
            </a:r>
          </a:p>
        </p:txBody>
      </p:sp>
      <p:sp>
        <p:nvSpPr>
          <p:cNvPr id="523" name="TextBox 522">
            <a:extLst>
              <a:ext uri="{FF2B5EF4-FFF2-40B4-BE49-F238E27FC236}">
                <a16:creationId xmlns:a16="http://schemas.microsoft.com/office/drawing/2014/main" id="{5B04DCE1-2FE2-A84B-8E64-4C946D2739CC}"/>
              </a:ext>
            </a:extLst>
          </p:cNvPr>
          <p:cNvSpPr txBox="1"/>
          <p:nvPr/>
        </p:nvSpPr>
        <p:spPr>
          <a:xfrm>
            <a:off x="8327989" y="1337423"/>
            <a:ext cx="300082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000" dirty="0">
                <a:solidFill>
                  <a:srgbClr val="FF0000"/>
                </a:solidFill>
              </a:rPr>
              <a:t>y</a:t>
            </a:r>
          </a:p>
        </p:txBody>
      </p:sp>
      <p:sp>
        <p:nvSpPr>
          <p:cNvPr id="524" name="TextBox 523">
            <a:extLst>
              <a:ext uri="{FF2B5EF4-FFF2-40B4-BE49-F238E27FC236}">
                <a16:creationId xmlns:a16="http://schemas.microsoft.com/office/drawing/2014/main" id="{9A4E2888-3BE6-BB46-8B3E-D324D269A9FF}"/>
              </a:ext>
            </a:extLst>
          </p:cNvPr>
          <p:cNvSpPr txBox="1"/>
          <p:nvPr/>
        </p:nvSpPr>
        <p:spPr>
          <a:xfrm>
            <a:off x="9591559" y="1354968"/>
            <a:ext cx="285656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000" dirty="0">
                <a:solidFill>
                  <a:srgbClr val="FF0000"/>
                </a:solidFill>
              </a:rPr>
              <a:t>z</a:t>
            </a:r>
          </a:p>
        </p:txBody>
      </p:sp>
      <p:grpSp>
        <p:nvGrpSpPr>
          <p:cNvPr id="17" name="Group 16">
            <a:extLst>
              <a:ext uri="{FF2B5EF4-FFF2-40B4-BE49-F238E27FC236}">
                <a16:creationId xmlns:a16="http://schemas.microsoft.com/office/drawing/2014/main" id="{80C9846B-B76F-EC46-B3DD-08ED42B2D986}"/>
              </a:ext>
            </a:extLst>
          </p:cNvPr>
          <p:cNvGrpSpPr/>
          <p:nvPr/>
        </p:nvGrpSpPr>
        <p:grpSpPr>
          <a:xfrm>
            <a:off x="3119488" y="1398905"/>
            <a:ext cx="4326893" cy="1233760"/>
            <a:chOff x="3104054" y="1398906"/>
            <a:chExt cx="4326893" cy="1233760"/>
          </a:xfrm>
        </p:grpSpPr>
        <p:grpSp>
          <p:nvGrpSpPr>
            <p:cNvPr id="516" name="Group 515">
              <a:extLst>
                <a:ext uri="{FF2B5EF4-FFF2-40B4-BE49-F238E27FC236}">
                  <a16:creationId xmlns:a16="http://schemas.microsoft.com/office/drawing/2014/main" id="{E48D8571-6045-3E40-9668-A4DCC2FFD7ED}"/>
                </a:ext>
              </a:extLst>
            </p:cNvPr>
            <p:cNvGrpSpPr/>
            <p:nvPr/>
          </p:nvGrpSpPr>
          <p:grpSpPr>
            <a:xfrm>
              <a:off x="3104054" y="1398906"/>
              <a:ext cx="4196366" cy="1233760"/>
              <a:chOff x="239710" y="526192"/>
              <a:chExt cx="4196366" cy="1233760"/>
            </a:xfrm>
          </p:grpSpPr>
          <p:sp>
            <p:nvSpPr>
              <p:cNvPr id="517" name="Oval 516">
                <a:extLst>
                  <a:ext uri="{FF2B5EF4-FFF2-40B4-BE49-F238E27FC236}">
                    <a16:creationId xmlns:a16="http://schemas.microsoft.com/office/drawing/2014/main" id="{68A21CC6-2268-6A4F-86A7-EE2A64DDB546}"/>
                  </a:ext>
                </a:extLst>
              </p:cNvPr>
              <p:cNvSpPr/>
              <p:nvPr/>
            </p:nvSpPr>
            <p:spPr>
              <a:xfrm>
                <a:off x="4120980" y="526192"/>
                <a:ext cx="315096" cy="295532"/>
              </a:xfrm>
              <a:prstGeom prst="ellipse">
                <a:avLst/>
              </a:prstGeom>
              <a:noFill/>
              <a:ln w="190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cxnSp>
            <p:nvCxnSpPr>
              <p:cNvPr id="518" name="Straight Arrow Connector 517">
                <a:extLst>
                  <a:ext uri="{FF2B5EF4-FFF2-40B4-BE49-F238E27FC236}">
                    <a16:creationId xmlns:a16="http://schemas.microsoft.com/office/drawing/2014/main" id="{0C2832E9-BE63-D54F-9A07-797BB768C48C}"/>
                  </a:ext>
                </a:extLst>
              </p:cNvPr>
              <p:cNvCxnSpPr>
                <a:cxnSpLocks/>
                <a:stCxn id="517" idx="4"/>
                <a:endCxn id="520" idx="6"/>
              </p:cNvCxnSpPr>
              <p:nvPr/>
            </p:nvCxnSpPr>
            <p:spPr>
              <a:xfrm flipH="1">
                <a:off x="541927" y="821724"/>
                <a:ext cx="3736601" cy="790462"/>
              </a:xfrm>
              <a:prstGeom prst="straightConnector1">
                <a:avLst/>
              </a:prstGeom>
              <a:ln w="15875">
                <a:solidFill>
                  <a:srgbClr val="FF000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20" name="Oval 519">
                <a:extLst>
                  <a:ext uri="{FF2B5EF4-FFF2-40B4-BE49-F238E27FC236}">
                    <a16:creationId xmlns:a16="http://schemas.microsoft.com/office/drawing/2014/main" id="{17653CE0-07E1-464B-8144-C45075F66FA4}"/>
                  </a:ext>
                </a:extLst>
              </p:cNvPr>
              <p:cNvSpPr/>
              <p:nvPr/>
            </p:nvSpPr>
            <p:spPr>
              <a:xfrm>
                <a:off x="239710" y="1464420"/>
                <a:ext cx="302217" cy="295532"/>
              </a:xfrm>
              <a:prstGeom prst="ellipse">
                <a:avLst/>
              </a:prstGeom>
              <a:noFill/>
              <a:ln w="190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  <p:sp>
          <p:nvSpPr>
            <p:cNvPr id="525" name="Oval 114">
              <a:extLst>
                <a:ext uri="{FF2B5EF4-FFF2-40B4-BE49-F238E27FC236}">
                  <a16:creationId xmlns:a16="http://schemas.microsoft.com/office/drawing/2014/main" id="{C682F2F6-CA7A-944A-9033-FDDB0D7694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28095" y="2025569"/>
              <a:ext cx="602852" cy="301972"/>
            </a:xfrm>
            <a:prstGeom prst="ellips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2000" dirty="0">
                <a:solidFill>
                  <a:srgbClr val="000000"/>
                </a:solidFill>
                <a:latin typeface="Comic Sans MS" charset="0"/>
                <a:ea typeface="ＭＳ Ｐゴシック" charset="0"/>
              </a:endParaRPr>
            </a:p>
          </p:txBody>
        </p:sp>
        <p:cxnSp>
          <p:nvCxnSpPr>
            <p:cNvPr id="13" name="Straight Arrow Connector 12">
              <a:extLst>
                <a:ext uri="{FF2B5EF4-FFF2-40B4-BE49-F238E27FC236}">
                  <a16:creationId xmlns:a16="http://schemas.microsoft.com/office/drawing/2014/main" id="{BE661659-5D13-8544-B931-6BD6A0036B25}"/>
                </a:ext>
              </a:extLst>
            </p:cNvPr>
            <p:cNvCxnSpPr>
              <a:cxnSpLocks/>
              <a:stCxn id="525" idx="0"/>
            </p:cNvCxnSpPr>
            <p:nvPr/>
          </p:nvCxnSpPr>
          <p:spPr>
            <a:xfrm flipV="1">
              <a:off x="7129521" y="1638301"/>
              <a:ext cx="484" cy="387268"/>
            </a:xfrm>
            <a:prstGeom prst="straightConnector1">
              <a:avLst/>
            </a:prstGeom>
            <a:ln w="19050">
              <a:solidFill>
                <a:srgbClr val="FF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30" name="Group 529">
            <a:extLst>
              <a:ext uri="{FF2B5EF4-FFF2-40B4-BE49-F238E27FC236}">
                <a16:creationId xmlns:a16="http://schemas.microsoft.com/office/drawing/2014/main" id="{E156D929-7F75-B740-BEE1-71E12F7E0BCF}"/>
              </a:ext>
            </a:extLst>
          </p:cNvPr>
          <p:cNvGrpSpPr/>
          <p:nvPr/>
        </p:nvGrpSpPr>
        <p:grpSpPr>
          <a:xfrm>
            <a:off x="3117557" y="1389255"/>
            <a:ext cx="5681132" cy="1534706"/>
            <a:chOff x="1772965" y="1097960"/>
            <a:chExt cx="5681132" cy="1534706"/>
          </a:xfrm>
        </p:grpSpPr>
        <p:grpSp>
          <p:nvGrpSpPr>
            <p:cNvPr id="531" name="Group 530">
              <a:extLst>
                <a:ext uri="{FF2B5EF4-FFF2-40B4-BE49-F238E27FC236}">
                  <a16:creationId xmlns:a16="http://schemas.microsoft.com/office/drawing/2014/main" id="{405B06F4-42C4-874B-8775-68CE587789F1}"/>
                </a:ext>
              </a:extLst>
            </p:cNvPr>
            <p:cNvGrpSpPr/>
            <p:nvPr/>
          </p:nvGrpSpPr>
          <p:grpSpPr>
            <a:xfrm>
              <a:off x="1772965" y="1097960"/>
              <a:ext cx="5539030" cy="1534706"/>
              <a:chOff x="-1091379" y="225246"/>
              <a:chExt cx="5539030" cy="1534706"/>
            </a:xfrm>
          </p:grpSpPr>
          <p:sp>
            <p:nvSpPr>
              <p:cNvPr id="534" name="Oval 533">
                <a:extLst>
                  <a:ext uri="{FF2B5EF4-FFF2-40B4-BE49-F238E27FC236}">
                    <a16:creationId xmlns:a16="http://schemas.microsoft.com/office/drawing/2014/main" id="{6413A5FF-0871-0C46-8A58-9D04A8AADA7E}"/>
                  </a:ext>
                </a:extLst>
              </p:cNvPr>
              <p:cNvSpPr/>
              <p:nvPr/>
            </p:nvSpPr>
            <p:spPr>
              <a:xfrm>
                <a:off x="4132555" y="225246"/>
                <a:ext cx="315096" cy="295532"/>
              </a:xfrm>
              <a:prstGeom prst="ellipse">
                <a:avLst/>
              </a:prstGeom>
              <a:noFill/>
              <a:ln w="190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cxnSp>
            <p:nvCxnSpPr>
              <p:cNvPr id="535" name="Straight Arrow Connector 534">
                <a:extLst>
                  <a:ext uri="{FF2B5EF4-FFF2-40B4-BE49-F238E27FC236}">
                    <a16:creationId xmlns:a16="http://schemas.microsoft.com/office/drawing/2014/main" id="{4BBE828C-BFCA-9E42-9A8E-855E80AB79F7}"/>
                  </a:ext>
                </a:extLst>
              </p:cNvPr>
              <p:cNvCxnSpPr>
                <a:cxnSpLocks/>
                <a:stCxn id="534" idx="4"/>
                <a:endCxn id="536" idx="6"/>
              </p:cNvCxnSpPr>
              <p:nvPr/>
            </p:nvCxnSpPr>
            <p:spPr>
              <a:xfrm flipH="1">
                <a:off x="-789162" y="520778"/>
                <a:ext cx="5079265" cy="1091408"/>
              </a:xfrm>
              <a:prstGeom prst="straightConnector1">
                <a:avLst/>
              </a:prstGeom>
              <a:ln w="15875">
                <a:solidFill>
                  <a:srgbClr val="FF000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36" name="Oval 535">
                <a:extLst>
                  <a:ext uri="{FF2B5EF4-FFF2-40B4-BE49-F238E27FC236}">
                    <a16:creationId xmlns:a16="http://schemas.microsoft.com/office/drawing/2014/main" id="{29408050-96BC-544E-9C63-1E100FDDF6A2}"/>
                  </a:ext>
                </a:extLst>
              </p:cNvPr>
              <p:cNvSpPr/>
              <p:nvPr/>
            </p:nvSpPr>
            <p:spPr>
              <a:xfrm>
                <a:off x="-1091379" y="1464420"/>
                <a:ext cx="302217" cy="295532"/>
              </a:xfrm>
              <a:prstGeom prst="ellipse">
                <a:avLst/>
              </a:prstGeom>
              <a:noFill/>
              <a:ln w="190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  <p:sp>
          <p:nvSpPr>
            <p:cNvPr id="532" name="Oval 114">
              <a:extLst>
                <a:ext uri="{FF2B5EF4-FFF2-40B4-BE49-F238E27FC236}">
                  <a16:creationId xmlns:a16="http://schemas.microsoft.com/office/drawing/2014/main" id="{685FCE3A-E651-194B-82B8-7C5CF12FA7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51245" y="2025569"/>
              <a:ext cx="602852" cy="301972"/>
            </a:xfrm>
            <a:prstGeom prst="ellips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2000" dirty="0">
                <a:solidFill>
                  <a:srgbClr val="000000"/>
                </a:solidFill>
                <a:latin typeface="Comic Sans MS" charset="0"/>
                <a:ea typeface="ＭＳ Ｐゴシック" charset="0"/>
              </a:endParaRPr>
            </a:p>
          </p:txBody>
        </p:sp>
        <p:cxnSp>
          <p:nvCxnSpPr>
            <p:cNvPr id="533" name="Straight Arrow Connector 532">
              <a:extLst>
                <a:ext uri="{FF2B5EF4-FFF2-40B4-BE49-F238E27FC236}">
                  <a16:creationId xmlns:a16="http://schemas.microsoft.com/office/drawing/2014/main" id="{017D4077-E857-0E47-AE8D-9DAEDC889967}"/>
                </a:ext>
              </a:extLst>
            </p:cNvPr>
            <p:cNvCxnSpPr>
              <a:cxnSpLocks/>
              <a:stCxn id="532" idx="0"/>
              <a:endCxn id="534" idx="4"/>
            </p:cNvCxnSpPr>
            <p:nvPr/>
          </p:nvCxnSpPr>
          <p:spPr>
            <a:xfrm flipV="1">
              <a:off x="7152671" y="1393492"/>
              <a:ext cx="1776" cy="632077"/>
            </a:xfrm>
            <a:prstGeom prst="straightConnector1">
              <a:avLst/>
            </a:prstGeom>
            <a:ln w="19050">
              <a:solidFill>
                <a:srgbClr val="FF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37" name="Group 536">
            <a:extLst>
              <a:ext uri="{FF2B5EF4-FFF2-40B4-BE49-F238E27FC236}">
                <a16:creationId xmlns:a16="http://schemas.microsoft.com/office/drawing/2014/main" id="{911D6D48-B41E-C748-8CC0-00A6299B0AAA}"/>
              </a:ext>
            </a:extLst>
          </p:cNvPr>
          <p:cNvGrpSpPr/>
          <p:nvPr/>
        </p:nvGrpSpPr>
        <p:grpSpPr>
          <a:xfrm>
            <a:off x="3109189" y="1412217"/>
            <a:ext cx="1746239" cy="1817119"/>
            <a:chOff x="5709634" y="1003247"/>
            <a:chExt cx="1746239" cy="1817119"/>
          </a:xfrm>
        </p:grpSpPr>
        <p:grpSp>
          <p:nvGrpSpPr>
            <p:cNvPr id="538" name="Group 537">
              <a:extLst>
                <a:ext uri="{FF2B5EF4-FFF2-40B4-BE49-F238E27FC236}">
                  <a16:creationId xmlns:a16="http://schemas.microsoft.com/office/drawing/2014/main" id="{476B669B-D835-7546-8C5D-745C28DBA626}"/>
                </a:ext>
              </a:extLst>
            </p:cNvPr>
            <p:cNvGrpSpPr/>
            <p:nvPr/>
          </p:nvGrpSpPr>
          <p:grpSpPr>
            <a:xfrm>
              <a:off x="5709634" y="1003247"/>
              <a:ext cx="1602361" cy="1817119"/>
              <a:chOff x="2845290" y="130533"/>
              <a:chExt cx="1602361" cy="1817119"/>
            </a:xfrm>
          </p:grpSpPr>
          <p:sp>
            <p:nvSpPr>
              <p:cNvPr id="541" name="Oval 540">
                <a:extLst>
                  <a:ext uri="{FF2B5EF4-FFF2-40B4-BE49-F238E27FC236}">
                    <a16:creationId xmlns:a16="http://schemas.microsoft.com/office/drawing/2014/main" id="{5000BC0A-ACF3-A743-B038-FE3A215C971F}"/>
                  </a:ext>
                </a:extLst>
              </p:cNvPr>
              <p:cNvSpPr/>
              <p:nvPr/>
            </p:nvSpPr>
            <p:spPr>
              <a:xfrm>
                <a:off x="4132555" y="130533"/>
                <a:ext cx="315096" cy="295532"/>
              </a:xfrm>
              <a:prstGeom prst="ellipse">
                <a:avLst/>
              </a:prstGeom>
              <a:noFill/>
              <a:ln w="190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cxnSp>
            <p:nvCxnSpPr>
              <p:cNvPr id="542" name="Straight Arrow Connector 541">
                <a:extLst>
                  <a:ext uri="{FF2B5EF4-FFF2-40B4-BE49-F238E27FC236}">
                    <a16:creationId xmlns:a16="http://schemas.microsoft.com/office/drawing/2014/main" id="{AF172589-3BBB-8C42-AF91-ED4A3B8F251F}"/>
                  </a:ext>
                </a:extLst>
              </p:cNvPr>
              <p:cNvCxnSpPr>
                <a:cxnSpLocks/>
                <a:stCxn id="541" idx="4"/>
                <a:endCxn id="543" idx="6"/>
              </p:cNvCxnSpPr>
              <p:nvPr/>
            </p:nvCxnSpPr>
            <p:spPr>
              <a:xfrm flipH="1">
                <a:off x="3147507" y="426065"/>
                <a:ext cx="1142596" cy="1373821"/>
              </a:xfrm>
              <a:prstGeom prst="straightConnector1">
                <a:avLst/>
              </a:prstGeom>
              <a:ln w="15875">
                <a:solidFill>
                  <a:srgbClr val="FF000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43" name="Oval 542">
                <a:extLst>
                  <a:ext uri="{FF2B5EF4-FFF2-40B4-BE49-F238E27FC236}">
                    <a16:creationId xmlns:a16="http://schemas.microsoft.com/office/drawing/2014/main" id="{983583A7-CF39-514C-B2F9-EC8A8919C008}"/>
                  </a:ext>
                </a:extLst>
              </p:cNvPr>
              <p:cNvSpPr/>
              <p:nvPr/>
            </p:nvSpPr>
            <p:spPr>
              <a:xfrm>
                <a:off x="2845290" y="1652120"/>
                <a:ext cx="302217" cy="295532"/>
              </a:xfrm>
              <a:prstGeom prst="ellipse">
                <a:avLst/>
              </a:prstGeom>
              <a:noFill/>
              <a:ln w="190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  <p:sp>
          <p:nvSpPr>
            <p:cNvPr id="539" name="Oval 114">
              <a:extLst>
                <a:ext uri="{FF2B5EF4-FFF2-40B4-BE49-F238E27FC236}">
                  <a16:creationId xmlns:a16="http://schemas.microsoft.com/office/drawing/2014/main" id="{88D76B70-8DB1-1F44-AC98-B4B908DE75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53021" y="2199189"/>
              <a:ext cx="602852" cy="301972"/>
            </a:xfrm>
            <a:prstGeom prst="ellips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2000" dirty="0">
                <a:solidFill>
                  <a:srgbClr val="000000"/>
                </a:solidFill>
                <a:latin typeface="Comic Sans MS" charset="0"/>
                <a:ea typeface="ＭＳ Ｐゴシック" charset="0"/>
              </a:endParaRPr>
            </a:p>
          </p:txBody>
        </p:sp>
        <p:cxnSp>
          <p:nvCxnSpPr>
            <p:cNvPr id="540" name="Straight Arrow Connector 539">
              <a:extLst>
                <a:ext uri="{FF2B5EF4-FFF2-40B4-BE49-F238E27FC236}">
                  <a16:creationId xmlns:a16="http://schemas.microsoft.com/office/drawing/2014/main" id="{01FD8F8E-8376-A54A-8760-9722F14602E4}"/>
                </a:ext>
              </a:extLst>
            </p:cNvPr>
            <p:cNvCxnSpPr>
              <a:cxnSpLocks/>
              <a:stCxn id="539" idx="0"/>
              <a:endCxn id="541" idx="4"/>
            </p:cNvCxnSpPr>
            <p:nvPr/>
          </p:nvCxnSpPr>
          <p:spPr>
            <a:xfrm flipV="1">
              <a:off x="7154447" y="1298779"/>
              <a:ext cx="0" cy="900410"/>
            </a:xfrm>
            <a:prstGeom prst="straightConnector1">
              <a:avLst/>
            </a:prstGeom>
            <a:ln w="19050">
              <a:solidFill>
                <a:srgbClr val="FF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44" name="Group 543">
            <a:extLst>
              <a:ext uri="{FF2B5EF4-FFF2-40B4-BE49-F238E27FC236}">
                <a16:creationId xmlns:a16="http://schemas.microsoft.com/office/drawing/2014/main" id="{E03EF3CA-2D9B-664C-A155-84446468FB79}"/>
              </a:ext>
            </a:extLst>
          </p:cNvPr>
          <p:cNvGrpSpPr/>
          <p:nvPr/>
        </p:nvGrpSpPr>
        <p:grpSpPr>
          <a:xfrm>
            <a:off x="3082834" y="1400642"/>
            <a:ext cx="3065254" cy="2136777"/>
            <a:chOff x="4423568" y="495889"/>
            <a:chExt cx="3065254" cy="2136777"/>
          </a:xfrm>
        </p:grpSpPr>
        <p:grpSp>
          <p:nvGrpSpPr>
            <p:cNvPr id="545" name="Group 544">
              <a:extLst>
                <a:ext uri="{FF2B5EF4-FFF2-40B4-BE49-F238E27FC236}">
                  <a16:creationId xmlns:a16="http://schemas.microsoft.com/office/drawing/2014/main" id="{9E0A8781-B42F-7A49-819E-17E215845ED5}"/>
                </a:ext>
              </a:extLst>
            </p:cNvPr>
            <p:cNvGrpSpPr/>
            <p:nvPr/>
          </p:nvGrpSpPr>
          <p:grpSpPr>
            <a:xfrm>
              <a:off x="4423568" y="495889"/>
              <a:ext cx="2923151" cy="2136777"/>
              <a:chOff x="1559224" y="-376825"/>
              <a:chExt cx="2923151" cy="2136777"/>
            </a:xfrm>
          </p:grpSpPr>
          <p:sp>
            <p:nvSpPr>
              <p:cNvPr id="549" name="Oval 548">
                <a:extLst>
                  <a:ext uri="{FF2B5EF4-FFF2-40B4-BE49-F238E27FC236}">
                    <a16:creationId xmlns:a16="http://schemas.microsoft.com/office/drawing/2014/main" id="{D753C51A-4350-514E-8575-255BE71968EF}"/>
                  </a:ext>
                </a:extLst>
              </p:cNvPr>
              <p:cNvSpPr/>
              <p:nvPr/>
            </p:nvSpPr>
            <p:spPr>
              <a:xfrm>
                <a:off x="4167279" y="-376825"/>
                <a:ext cx="315096" cy="295532"/>
              </a:xfrm>
              <a:prstGeom prst="ellipse">
                <a:avLst/>
              </a:prstGeom>
              <a:noFill/>
              <a:ln w="190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cxnSp>
            <p:nvCxnSpPr>
              <p:cNvPr id="550" name="Straight Arrow Connector 549">
                <a:extLst>
                  <a:ext uri="{FF2B5EF4-FFF2-40B4-BE49-F238E27FC236}">
                    <a16:creationId xmlns:a16="http://schemas.microsoft.com/office/drawing/2014/main" id="{52E7D202-00E1-0940-872A-88DE48D25A31}"/>
                  </a:ext>
                </a:extLst>
              </p:cNvPr>
              <p:cNvCxnSpPr>
                <a:cxnSpLocks/>
                <a:stCxn id="549" idx="4"/>
                <a:endCxn id="551" idx="6"/>
              </p:cNvCxnSpPr>
              <p:nvPr/>
            </p:nvCxnSpPr>
            <p:spPr>
              <a:xfrm flipH="1">
                <a:off x="1861441" y="-81293"/>
                <a:ext cx="2463386" cy="1693479"/>
              </a:xfrm>
              <a:prstGeom prst="straightConnector1">
                <a:avLst/>
              </a:prstGeom>
              <a:ln w="15875">
                <a:solidFill>
                  <a:srgbClr val="FF000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51" name="Oval 550">
                <a:extLst>
                  <a:ext uri="{FF2B5EF4-FFF2-40B4-BE49-F238E27FC236}">
                    <a16:creationId xmlns:a16="http://schemas.microsoft.com/office/drawing/2014/main" id="{0C65CD2E-F916-7F44-8015-E772F7A08327}"/>
                  </a:ext>
                </a:extLst>
              </p:cNvPr>
              <p:cNvSpPr/>
              <p:nvPr/>
            </p:nvSpPr>
            <p:spPr>
              <a:xfrm>
                <a:off x="1559224" y="1464420"/>
                <a:ext cx="302217" cy="295532"/>
              </a:xfrm>
              <a:prstGeom prst="ellipse">
                <a:avLst/>
              </a:prstGeom>
              <a:noFill/>
              <a:ln w="190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  <p:sp>
          <p:nvSpPr>
            <p:cNvPr id="547" name="Oval 114">
              <a:extLst>
                <a:ext uri="{FF2B5EF4-FFF2-40B4-BE49-F238E27FC236}">
                  <a16:creationId xmlns:a16="http://schemas.microsoft.com/office/drawing/2014/main" id="{C71CC878-55D7-AD4F-B3B1-13953C4E6D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85970" y="2025569"/>
              <a:ext cx="602852" cy="301972"/>
            </a:xfrm>
            <a:prstGeom prst="ellips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2000" dirty="0">
                <a:solidFill>
                  <a:srgbClr val="000000"/>
                </a:solidFill>
                <a:latin typeface="Comic Sans MS" charset="0"/>
                <a:ea typeface="ＭＳ Ｐゴシック" charset="0"/>
              </a:endParaRPr>
            </a:p>
          </p:txBody>
        </p:sp>
        <p:cxnSp>
          <p:nvCxnSpPr>
            <p:cNvPr id="548" name="Straight Arrow Connector 547">
              <a:extLst>
                <a:ext uri="{FF2B5EF4-FFF2-40B4-BE49-F238E27FC236}">
                  <a16:creationId xmlns:a16="http://schemas.microsoft.com/office/drawing/2014/main" id="{7B56A3C2-EAE1-8E49-9661-485FF1A1FAA4}"/>
                </a:ext>
              </a:extLst>
            </p:cNvPr>
            <p:cNvCxnSpPr>
              <a:cxnSpLocks/>
              <a:stCxn id="547" idx="0"/>
              <a:endCxn id="549" idx="4"/>
            </p:cNvCxnSpPr>
            <p:nvPr/>
          </p:nvCxnSpPr>
          <p:spPr>
            <a:xfrm flipV="1">
              <a:off x="7187396" y="791421"/>
              <a:ext cx="1775" cy="1234148"/>
            </a:xfrm>
            <a:prstGeom prst="straightConnector1">
              <a:avLst/>
            </a:prstGeom>
            <a:ln w="19050">
              <a:solidFill>
                <a:srgbClr val="FF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52" name="Group 551">
            <a:extLst>
              <a:ext uri="{FF2B5EF4-FFF2-40B4-BE49-F238E27FC236}">
                <a16:creationId xmlns:a16="http://schemas.microsoft.com/office/drawing/2014/main" id="{837723A6-32DA-4C49-8E78-4111930D0945}"/>
              </a:ext>
            </a:extLst>
          </p:cNvPr>
          <p:cNvGrpSpPr/>
          <p:nvPr/>
        </p:nvGrpSpPr>
        <p:grpSpPr>
          <a:xfrm>
            <a:off x="3084763" y="1437297"/>
            <a:ext cx="6956123" cy="2426144"/>
            <a:chOff x="534474" y="495889"/>
            <a:chExt cx="6956123" cy="2426144"/>
          </a:xfrm>
        </p:grpSpPr>
        <p:grpSp>
          <p:nvGrpSpPr>
            <p:cNvPr id="553" name="Group 552">
              <a:extLst>
                <a:ext uri="{FF2B5EF4-FFF2-40B4-BE49-F238E27FC236}">
                  <a16:creationId xmlns:a16="http://schemas.microsoft.com/office/drawing/2014/main" id="{D4AF9FEB-87B8-2440-BFF7-2388513CCB4D}"/>
                </a:ext>
              </a:extLst>
            </p:cNvPr>
            <p:cNvGrpSpPr/>
            <p:nvPr/>
          </p:nvGrpSpPr>
          <p:grpSpPr>
            <a:xfrm>
              <a:off x="534474" y="495889"/>
              <a:ext cx="6812245" cy="2426144"/>
              <a:chOff x="-2329870" y="-376825"/>
              <a:chExt cx="6812245" cy="2426144"/>
            </a:xfrm>
          </p:grpSpPr>
          <p:sp>
            <p:nvSpPr>
              <p:cNvPr id="556" name="Oval 555">
                <a:extLst>
                  <a:ext uri="{FF2B5EF4-FFF2-40B4-BE49-F238E27FC236}">
                    <a16:creationId xmlns:a16="http://schemas.microsoft.com/office/drawing/2014/main" id="{E833C45F-B922-8B4F-A541-13D5EDF3D166}"/>
                  </a:ext>
                </a:extLst>
              </p:cNvPr>
              <p:cNvSpPr/>
              <p:nvPr/>
            </p:nvSpPr>
            <p:spPr>
              <a:xfrm>
                <a:off x="4167279" y="-376825"/>
                <a:ext cx="315096" cy="295532"/>
              </a:xfrm>
              <a:prstGeom prst="ellipse">
                <a:avLst/>
              </a:prstGeom>
              <a:noFill/>
              <a:ln w="190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cxnSp>
            <p:nvCxnSpPr>
              <p:cNvPr id="557" name="Straight Arrow Connector 556">
                <a:extLst>
                  <a:ext uri="{FF2B5EF4-FFF2-40B4-BE49-F238E27FC236}">
                    <a16:creationId xmlns:a16="http://schemas.microsoft.com/office/drawing/2014/main" id="{BAC38F32-13CD-8D49-B140-20E9CE2B7D81}"/>
                  </a:ext>
                </a:extLst>
              </p:cNvPr>
              <p:cNvCxnSpPr>
                <a:cxnSpLocks/>
                <a:stCxn id="556" idx="4"/>
                <a:endCxn id="558" idx="6"/>
              </p:cNvCxnSpPr>
              <p:nvPr/>
            </p:nvCxnSpPr>
            <p:spPr>
              <a:xfrm flipH="1">
                <a:off x="-2027653" y="-81293"/>
                <a:ext cx="6352480" cy="1982846"/>
              </a:xfrm>
              <a:prstGeom prst="straightConnector1">
                <a:avLst/>
              </a:prstGeom>
              <a:ln w="15875">
                <a:solidFill>
                  <a:srgbClr val="FF000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58" name="Oval 557">
                <a:extLst>
                  <a:ext uri="{FF2B5EF4-FFF2-40B4-BE49-F238E27FC236}">
                    <a16:creationId xmlns:a16="http://schemas.microsoft.com/office/drawing/2014/main" id="{5A968801-B5C0-774E-9189-C0C84CCD1C5E}"/>
                  </a:ext>
                </a:extLst>
              </p:cNvPr>
              <p:cNvSpPr/>
              <p:nvPr/>
            </p:nvSpPr>
            <p:spPr>
              <a:xfrm>
                <a:off x="-2329870" y="1753787"/>
                <a:ext cx="302217" cy="295532"/>
              </a:xfrm>
              <a:prstGeom prst="ellipse">
                <a:avLst/>
              </a:prstGeom>
              <a:noFill/>
              <a:ln w="190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  <p:sp>
          <p:nvSpPr>
            <p:cNvPr id="554" name="Oval 114">
              <a:extLst>
                <a:ext uri="{FF2B5EF4-FFF2-40B4-BE49-F238E27FC236}">
                  <a16:creationId xmlns:a16="http://schemas.microsoft.com/office/drawing/2014/main" id="{2DD21A52-3AB5-1146-AA26-D2C240D0B0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87745" y="2326511"/>
              <a:ext cx="602852" cy="301972"/>
            </a:xfrm>
            <a:prstGeom prst="ellips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2000" dirty="0">
                <a:solidFill>
                  <a:srgbClr val="000000"/>
                </a:solidFill>
                <a:latin typeface="Comic Sans MS" charset="0"/>
                <a:ea typeface="ＭＳ Ｐゴシック" charset="0"/>
              </a:endParaRPr>
            </a:p>
          </p:txBody>
        </p:sp>
        <p:cxnSp>
          <p:nvCxnSpPr>
            <p:cNvPr id="555" name="Straight Arrow Connector 554">
              <a:extLst>
                <a:ext uri="{FF2B5EF4-FFF2-40B4-BE49-F238E27FC236}">
                  <a16:creationId xmlns:a16="http://schemas.microsoft.com/office/drawing/2014/main" id="{31B6FC9B-38BD-A74B-95DB-48A86BA94800}"/>
                </a:ext>
              </a:extLst>
            </p:cNvPr>
            <p:cNvCxnSpPr>
              <a:cxnSpLocks/>
              <a:stCxn id="554" idx="0"/>
              <a:endCxn id="556" idx="4"/>
            </p:cNvCxnSpPr>
            <p:nvPr/>
          </p:nvCxnSpPr>
          <p:spPr>
            <a:xfrm flipV="1">
              <a:off x="7189171" y="791421"/>
              <a:ext cx="0" cy="1535090"/>
            </a:xfrm>
            <a:prstGeom prst="straightConnector1">
              <a:avLst/>
            </a:prstGeom>
            <a:ln w="19050">
              <a:solidFill>
                <a:srgbClr val="FF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38" name="Straight Arrow Connector 37">
            <a:extLst>
              <a:ext uri="{FF2B5EF4-FFF2-40B4-BE49-F238E27FC236}">
                <a16:creationId xmlns:a16="http://schemas.microsoft.com/office/drawing/2014/main" id="{112457CF-2890-E146-8628-638AC5577656}"/>
              </a:ext>
            </a:extLst>
          </p:cNvPr>
          <p:cNvCxnSpPr>
            <a:cxnSpLocks/>
            <a:endCxn id="271" idx="2"/>
          </p:cNvCxnSpPr>
          <p:nvPr/>
        </p:nvCxnSpPr>
        <p:spPr>
          <a:xfrm>
            <a:off x="1957653" y="5544274"/>
            <a:ext cx="439472" cy="428799"/>
          </a:xfrm>
          <a:prstGeom prst="straightConnector1">
            <a:avLst/>
          </a:prstGeom>
          <a:ln w="317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59" name="Straight Arrow Connector 558">
            <a:extLst>
              <a:ext uri="{FF2B5EF4-FFF2-40B4-BE49-F238E27FC236}">
                <a16:creationId xmlns:a16="http://schemas.microsoft.com/office/drawing/2014/main" id="{491C301B-8A6E-4845-BF28-577AD894F891}"/>
              </a:ext>
            </a:extLst>
          </p:cNvPr>
          <p:cNvCxnSpPr>
            <a:cxnSpLocks/>
            <a:endCxn id="414" idx="2"/>
          </p:cNvCxnSpPr>
          <p:nvPr/>
        </p:nvCxnSpPr>
        <p:spPr>
          <a:xfrm>
            <a:off x="2908706" y="6055489"/>
            <a:ext cx="586969" cy="6484"/>
          </a:xfrm>
          <a:prstGeom prst="straightConnector1">
            <a:avLst/>
          </a:prstGeom>
          <a:ln w="317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0" name="Straight Arrow Connector 559">
            <a:extLst>
              <a:ext uri="{FF2B5EF4-FFF2-40B4-BE49-F238E27FC236}">
                <a16:creationId xmlns:a16="http://schemas.microsoft.com/office/drawing/2014/main" id="{3C9D1B43-9124-3142-843B-DC7A58F1456E}"/>
              </a:ext>
            </a:extLst>
          </p:cNvPr>
          <p:cNvCxnSpPr>
            <a:cxnSpLocks/>
            <a:stCxn id="266" idx="7"/>
          </p:cNvCxnSpPr>
          <p:nvPr/>
        </p:nvCxnSpPr>
        <p:spPr>
          <a:xfrm flipV="1">
            <a:off x="2068770" y="5023414"/>
            <a:ext cx="502342" cy="281976"/>
          </a:xfrm>
          <a:prstGeom prst="straightConnector1">
            <a:avLst/>
          </a:prstGeom>
          <a:ln w="317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1" name="Straight Arrow Connector 560">
            <a:extLst>
              <a:ext uri="{FF2B5EF4-FFF2-40B4-BE49-F238E27FC236}">
                <a16:creationId xmlns:a16="http://schemas.microsoft.com/office/drawing/2014/main" id="{8A7B92A4-0E80-6D4D-87F2-803D33EFB3E5}"/>
              </a:ext>
            </a:extLst>
          </p:cNvPr>
          <p:cNvCxnSpPr>
            <a:cxnSpLocks/>
          </p:cNvCxnSpPr>
          <p:nvPr/>
        </p:nvCxnSpPr>
        <p:spPr>
          <a:xfrm flipV="1">
            <a:off x="3744012" y="4988689"/>
            <a:ext cx="0" cy="883534"/>
          </a:xfrm>
          <a:prstGeom prst="straightConnector1">
            <a:avLst/>
          </a:prstGeom>
          <a:ln w="317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2" name="Straight Arrow Connector 561">
            <a:extLst>
              <a:ext uri="{FF2B5EF4-FFF2-40B4-BE49-F238E27FC236}">
                <a16:creationId xmlns:a16="http://schemas.microsoft.com/office/drawing/2014/main" id="{368CBA46-10A4-6B43-8244-BF448DB2A1AB}"/>
              </a:ext>
            </a:extLst>
          </p:cNvPr>
          <p:cNvCxnSpPr>
            <a:cxnSpLocks/>
          </p:cNvCxnSpPr>
          <p:nvPr/>
        </p:nvCxnSpPr>
        <p:spPr>
          <a:xfrm flipV="1">
            <a:off x="4007312" y="5577069"/>
            <a:ext cx="606730" cy="448060"/>
          </a:xfrm>
          <a:prstGeom prst="straightConnector1">
            <a:avLst/>
          </a:prstGeom>
          <a:ln w="317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63" name="Text Box 3">
            <a:extLst>
              <a:ext uri="{FF2B5EF4-FFF2-40B4-BE49-F238E27FC236}">
                <a16:creationId xmlns:a16="http://schemas.microsoft.com/office/drawing/2014/main" id="{26DB9EA5-AEE6-8446-BB60-338C393AB3A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94442" y="4463262"/>
            <a:ext cx="5770234" cy="144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r>
              <a:rPr lang="en-US" sz="2200" dirty="0">
                <a:latin typeface="+mn-lt"/>
              </a:rPr>
              <a:t>find </a:t>
            </a:r>
            <a:r>
              <a:rPr lang="en-US" sz="2200" i="1" dirty="0">
                <a:latin typeface="+mn-lt"/>
              </a:rPr>
              <a:t>a</a:t>
            </a:r>
            <a:r>
              <a:rPr lang="en-US" sz="2200" dirty="0">
                <a:latin typeface="+mn-lt"/>
              </a:rPr>
              <a:t> not in </a:t>
            </a:r>
            <a:r>
              <a:rPr lang="en-US" sz="2200" i="1" dirty="0">
                <a:latin typeface="+mn-lt"/>
              </a:rPr>
              <a:t>N</a:t>
            </a:r>
            <a:r>
              <a:rPr lang="en-US" sz="2200" i="1" dirty="0">
                <a:latin typeface="+mn-lt"/>
                <a:cs typeface="Arial" charset="0"/>
              </a:rPr>
              <a:t>'</a:t>
            </a:r>
            <a:r>
              <a:rPr lang="en-US" sz="2200" i="1" dirty="0">
                <a:latin typeface="+mn-lt"/>
              </a:rPr>
              <a:t> </a:t>
            </a:r>
            <a:r>
              <a:rPr lang="en-US" sz="2200" dirty="0">
                <a:latin typeface="+mn-lt"/>
              </a:rPr>
              <a:t>such that </a:t>
            </a:r>
            <a:r>
              <a:rPr lang="en-US" sz="2200" i="1" dirty="0">
                <a:latin typeface="+mn-lt"/>
              </a:rPr>
              <a:t>D(a) </a:t>
            </a:r>
            <a:r>
              <a:rPr lang="en-US" sz="2200" dirty="0">
                <a:latin typeface="+mn-lt"/>
              </a:rPr>
              <a:t>is a minimum </a:t>
            </a:r>
          </a:p>
          <a:p>
            <a:r>
              <a:rPr lang="en-US" sz="2200" dirty="0">
                <a:latin typeface="+mn-lt"/>
              </a:rPr>
              <a:t>add </a:t>
            </a:r>
            <a:r>
              <a:rPr lang="en-US" sz="2200" i="1" dirty="0">
                <a:latin typeface="+mn-lt"/>
              </a:rPr>
              <a:t>a</a:t>
            </a:r>
            <a:r>
              <a:rPr lang="en-US" sz="2200" dirty="0">
                <a:latin typeface="+mn-lt"/>
              </a:rPr>
              <a:t> to </a:t>
            </a:r>
            <a:r>
              <a:rPr lang="en-US" sz="2200" i="1" dirty="0">
                <a:latin typeface="+mn-lt"/>
              </a:rPr>
              <a:t>N</a:t>
            </a:r>
            <a:r>
              <a:rPr lang="en-US" sz="2200" i="1" dirty="0">
                <a:latin typeface="+mn-lt"/>
                <a:cs typeface="Arial" charset="0"/>
              </a:rPr>
              <a:t>'</a:t>
            </a:r>
            <a:r>
              <a:rPr lang="en-US" sz="2200" i="1" dirty="0">
                <a:latin typeface="+mn-lt"/>
              </a:rPr>
              <a:t> </a:t>
            </a:r>
          </a:p>
          <a:p>
            <a:r>
              <a:rPr lang="en-US" sz="2200" dirty="0">
                <a:latin typeface="+mn-lt"/>
              </a:rPr>
              <a:t>update </a:t>
            </a:r>
            <a:r>
              <a:rPr lang="en-US" sz="2200" i="1" dirty="0">
                <a:latin typeface="+mn-lt"/>
              </a:rPr>
              <a:t>D(b) </a:t>
            </a:r>
            <a:r>
              <a:rPr lang="en-US" sz="2200" dirty="0">
                <a:latin typeface="+mn-lt"/>
              </a:rPr>
              <a:t>for all </a:t>
            </a:r>
            <a:r>
              <a:rPr lang="en-US" sz="2200" i="1" dirty="0">
                <a:latin typeface="+mn-lt"/>
              </a:rPr>
              <a:t>b</a:t>
            </a:r>
            <a:r>
              <a:rPr lang="en-US" sz="2200" dirty="0">
                <a:latin typeface="+mn-lt"/>
              </a:rPr>
              <a:t> adjacent to </a:t>
            </a:r>
            <a:r>
              <a:rPr lang="en-US" sz="2200" i="1" dirty="0">
                <a:latin typeface="+mn-lt"/>
              </a:rPr>
              <a:t>a</a:t>
            </a:r>
            <a:r>
              <a:rPr lang="en-US" sz="2200" dirty="0">
                <a:latin typeface="+mn-lt"/>
              </a:rPr>
              <a:t> and not in </a:t>
            </a:r>
            <a:r>
              <a:rPr lang="en-US" sz="2200" i="1" dirty="0">
                <a:latin typeface="+mn-lt"/>
              </a:rPr>
              <a:t>N</a:t>
            </a:r>
            <a:r>
              <a:rPr lang="en-US" sz="2200" i="1" dirty="0">
                <a:latin typeface="+mn-lt"/>
                <a:cs typeface="Arial" charset="0"/>
              </a:rPr>
              <a:t>'</a:t>
            </a:r>
            <a:r>
              <a:rPr lang="en-US" sz="2200" i="1" dirty="0">
                <a:latin typeface="+mn-lt"/>
              </a:rPr>
              <a:t> </a:t>
            </a:r>
            <a:r>
              <a:rPr lang="en-US" sz="2200" dirty="0">
                <a:latin typeface="+mn-lt"/>
              </a:rPr>
              <a:t>: </a:t>
            </a:r>
          </a:p>
          <a:p>
            <a:r>
              <a:rPr lang="en-US" sz="2200" b="1" i="1" dirty="0">
                <a:solidFill>
                  <a:srgbClr val="CC0000"/>
                </a:solidFill>
                <a:latin typeface="+mn-lt"/>
              </a:rPr>
              <a:t>     D(b) = </a:t>
            </a:r>
            <a:r>
              <a:rPr lang="en-US" sz="2200" b="1" dirty="0">
                <a:solidFill>
                  <a:srgbClr val="CC0000"/>
                </a:solidFill>
                <a:latin typeface="+mn-lt"/>
              </a:rPr>
              <a:t>min</a:t>
            </a:r>
            <a:r>
              <a:rPr lang="en-US" sz="2200" b="1" i="1" dirty="0">
                <a:solidFill>
                  <a:srgbClr val="CC0000"/>
                </a:solidFill>
                <a:latin typeface="+mn-lt"/>
              </a:rPr>
              <a:t> ( D(b), D(a) + c</a:t>
            </a:r>
            <a:r>
              <a:rPr lang="en-US" sz="2200" b="1" i="1" baseline="-25000" dirty="0">
                <a:solidFill>
                  <a:srgbClr val="CC0000"/>
                </a:solidFill>
                <a:latin typeface="+mn-lt"/>
              </a:rPr>
              <a:t>a,b </a:t>
            </a:r>
            <a:r>
              <a:rPr lang="en-US" sz="2200" b="1" i="1" dirty="0">
                <a:solidFill>
                  <a:srgbClr val="CC0000"/>
                </a:solidFill>
                <a:latin typeface="+mn-lt"/>
              </a:rPr>
              <a:t>) </a:t>
            </a:r>
          </a:p>
        </p:txBody>
      </p:sp>
      <p:sp>
        <p:nvSpPr>
          <p:cNvPr id="53" name="Rectangle 52">
            <a:extLst>
              <a:ext uri="{FF2B5EF4-FFF2-40B4-BE49-F238E27FC236}">
                <a16:creationId xmlns:a16="http://schemas.microsoft.com/office/drawing/2014/main" id="{AE2B11F0-0B2B-E548-A572-A488F5822281}"/>
              </a:ext>
            </a:extLst>
          </p:cNvPr>
          <p:cNvSpPr/>
          <p:nvPr/>
        </p:nvSpPr>
        <p:spPr>
          <a:xfrm>
            <a:off x="5606004" y="3868305"/>
            <a:ext cx="6721033" cy="3416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90000"/>
              </a:lnSpc>
            </a:pPr>
            <a:r>
              <a:rPr lang="en-US" dirty="0"/>
              <a:t>Initialization (step 0): For all a: if </a:t>
            </a:r>
            <a:r>
              <a:rPr lang="en-US" i="1" dirty="0"/>
              <a:t>a</a:t>
            </a:r>
            <a:r>
              <a:rPr lang="en-US" dirty="0"/>
              <a:t> adjacent to then </a:t>
            </a:r>
            <a:r>
              <a:rPr lang="en-US" i="1" dirty="0"/>
              <a:t>D(a) = c</a:t>
            </a:r>
            <a:r>
              <a:rPr lang="en-US" i="1" baseline="-25000" dirty="0"/>
              <a:t>u,a </a:t>
            </a:r>
            <a:endParaRPr lang="en-US" baseline="-25000" dirty="0"/>
          </a:p>
        </p:txBody>
      </p:sp>
    </p:spTree>
    <p:extLst>
      <p:ext uri="{BB962C8B-B14F-4D97-AF65-F5344CB8AC3E}">
        <p14:creationId xmlns:p14="http://schemas.microsoft.com/office/powerpoint/2010/main" val="186597043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1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1000"/>
                            </p:stCondLst>
                            <p:childTnLst>
                              <p:par>
                                <p:cTn id="14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5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9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8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4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28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4" dur="10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9" dur="1000"/>
                                        <p:tgtEl>
                                          <p:spTgt spid="5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1000"/>
                            </p:stCondLst>
                            <p:childTnLst>
                              <p:par>
                                <p:cTn id="41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3" dur="500"/>
                                        <p:tgtEl>
                                          <p:spTgt spid="5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>
                      <p:stCondLst>
                        <p:cond delay="indefinite"/>
                      </p:stCondLst>
                      <p:childTnLst>
                        <p:par>
                          <p:cTn id="45" fill="hold">
                            <p:stCondLst>
                              <p:cond delay="0"/>
                            </p:stCondLst>
                            <p:childTnLst>
                              <p:par>
                                <p:cTn id="46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8" dur="500"/>
                                        <p:tgtEl>
                                          <p:spTgt spid="5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>
                      <p:stCondLst>
                        <p:cond delay="indefinite"/>
                      </p:stCondLst>
                      <p:childTnLst>
                        <p:par>
                          <p:cTn id="50" fill="hold">
                            <p:stCondLst>
                              <p:cond delay="0"/>
                            </p:stCondLst>
                            <p:childTnLst>
                              <p:par>
                                <p:cTn id="51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52" dur="500"/>
                                        <p:tgtEl>
                                          <p:spTgt spid="53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4" fill="hold">
                      <p:stCondLst>
                        <p:cond delay="indefinite"/>
                      </p:stCondLst>
                      <p:childTnLst>
                        <p:par>
                          <p:cTn id="55" fill="hold">
                            <p:stCondLst>
                              <p:cond delay="0"/>
                            </p:stCondLst>
                            <p:childTnLst>
                              <p:par>
                                <p:cTn id="56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8" dur="10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>
                      <p:stCondLst>
                        <p:cond delay="indefinite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3" dur="1000"/>
                                        <p:tgtEl>
                                          <p:spTgt spid="5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1000"/>
                            </p:stCondLst>
                            <p:childTnLst>
                              <p:par>
                                <p:cTn id="65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7" dur="500"/>
                                        <p:tgtEl>
                                          <p:spTgt spid="5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>
                      <p:stCondLst>
                        <p:cond delay="indefinite"/>
                      </p:stCondLst>
                      <p:childTnLst>
                        <p:par>
                          <p:cTn id="69" fill="hold">
                            <p:stCondLst>
                              <p:cond delay="0"/>
                            </p:stCondLst>
                            <p:childTnLst>
                              <p:par>
                                <p:cTn id="7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2" dur="500"/>
                                        <p:tgtEl>
                                          <p:spTgt spid="5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3" fill="hold">
                      <p:stCondLst>
                        <p:cond delay="indefinite"/>
                      </p:stCondLst>
                      <p:childTnLst>
                        <p:par>
                          <p:cTn id="74" fill="hold">
                            <p:stCondLst>
                              <p:cond delay="0"/>
                            </p:stCondLst>
                            <p:childTnLst>
                              <p:par>
                                <p:cTn id="7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76" dur="500"/>
                                        <p:tgtEl>
                                          <p:spTgt spid="53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8" fill="hold">
                      <p:stCondLst>
                        <p:cond delay="indefinite"/>
                      </p:stCondLst>
                      <p:childTnLst>
                        <p:par>
                          <p:cTn id="79" fill="hold">
                            <p:stCondLst>
                              <p:cond delay="0"/>
                            </p:stCondLst>
                            <p:childTnLst>
                              <p:par>
                                <p:cTn id="8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2" dur="10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3" fill="hold">
                      <p:stCondLst>
                        <p:cond delay="indefinite"/>
                      </p:stCondLst>
                      <p:childTnLst>
                        <p:par>
                          <p:cTn id="84" fill="hold">
                            <p:stCondLst>
                              <p:cond delay="0"/>
                            </p:stCondLst>
                            <p:childTnLst>
                              <p:par>
                                <p:cTn id="8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87" dur="1000"/>
                                        <p:tgtEl>
                                          <p:spTgt spid="5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1000"/>
                            </p:stCondLst>
                            <p:childTnLst>
                              <p:par>
                                <p:cTn id="89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91" dur="500"/>
                                        <p:tgtEl>
                                          <p:spTgt spid="5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2" fill="hold">
                      <p:stCondLst>
                        <p:cond delay="indefinite"/>
                      </p:stCondLst>
                      <p:childTnLst>
                        <p:par>
                          <p:cTn id="93" fill="hold">
                            <p:stCondLst>
                              <p:cond delay="0"/>
                            </p:stCondLst>
                            <p:childTnLst>
                              <p:par>
                                <p:cTn id="94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96" dur="500"/>
                                        <p:tgtEl>
                                          <p:spTgt spid="5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7" fill="hold">
                      <p:stCondLst>
                        <p:cond delay="indefinite"/>
                      </p:stCondLst>
                      <p:childTnLst>
                        <p:par>
                          <p:cTn id="98" fill="hold">
                            <p:stCondLst>
                              <p:cond delay="0"/>
                            </p:stCondLst>
                            <p:childTnLst>
                              <p:par>
                                <p:cTn id="99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00" dur="500"/>
                                        <p:tgtEl>
                                          <p:spTgt spid="54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2" fill="hold">
                      <p:stCondLst>
                        <p:cond delay="indefinite"/>
                      </p:stCondLst>
                      <p:childTnLst>
                        <p:par>
                          <p:cTn id="103" fill="hold">
                            <p:stCondLst>
                              <p:cond delay="0"/>
                            </p:stCondLst>
                            <p:childTnLst>
                              <p:par>
                                <p:cTn id="104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6" dur="1000"/>
                                        <p:tgtEl>
                                          <p:spTgt spid="4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7" fill="hold">
                      <p:stCondLst>
                        <p:cond delay="indefinite"/>
                      </p:stCondLst>
                      <p:childTnLst>
                        <p:par>
                          <p:cTn id="108" fill="hold">
                            <p:stCondLst>
                              <p:cond delay="0"/>
                            </p:stCondLst>
                            <p:childTnLst>
                              <p:par>
                                <p:cTn id="109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1" dur="1000"/>
                                        <p:tgtEl>
                                          <p:spTgt spid="5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13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5" dur="500"/>
                                        <p:tgtEl>
                                          <p:spTgt spid="5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6" fill="hold">
                      <p:stCondLst>
                        <p:cond delay="indefinite"/>
                      </p:stCondLst>
                      <p:childTnLst>
                        <p:par>
                          <p:cTn id="117" fill="hold">
                            <p:stCondLst>
                              <p:cond delay="0"/>
                            </p:stCondLst>
                            <p:childTnLst>
                              <p:par>
                                <p:cTn id="118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0" dur="500"/>
                                        <p:tgtEl>
                                          <p:spTgt spid="5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90" grpId="0"/>
      <p:bldP spid="503" grpId="0"/>
      <p:bldP spid="504" grpId="0"/>
      <p:bldP spid="505" grpId="0"/>
      <p:bldP spid="506" grpId="0"/>
      <p:bldP spid="507" grpId="0"/>
      <p:bldP spid="53" grpId="0"/>
    </p:bldLst>
  </p:timing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5B27BFF1-5DCE-D642-8EFE-FACB1C97EEE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199" y="354060"/>
            <a:ext cx="11179629" cy="894622"/>
          </a:xfrm>
        </p:spPr>
        <p:txBody>
          <a:bodyPr/>
          <a:lstStyle/>
          <a:p>
            <a:r>
              <a:rPr lang="en-US" b="0" dirty="0">
                <a:latin typeface="+mn-lt"/>
              </a:rPr>
              <a:t>Dijkstra’s algorithm: an example</a:t>
            </a:r>
          </a:p>
        </p:txBody>
      </p:sp>
      <p:sp>
        <p:nvSpPr>
          <p:cNvPr id="546" name="Slide Number Placeholder 4">
            <a:extLst>
              <a:ext uri="{FF2B5EF4-FFF2-40B4-BE49-F238E27FC236}">
                <a16:creationId xmlns:a16="http://schemas.microsoft.com/office/drawing/2014/main" id="{5DC8F37A-7230-5148-88D9-265AE5AD394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Network Layer: 5-</a:t>
            </a:r>
            <a:fld id="{C4204591-24BD-A542-B9D5-F8D8A88D2FEE}" type="slidenum">
              <a:rPr kumimoji="0" lang="en-US" sz="1100" b="0" i="0" u="none" strike="noStrike" kern="1200" cap="none" spc="0" normalizeH="0" baseline="0" noProof="0" smtClean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27</a:t>
            </a:fld>
            <a:endParaRPr kumimoji="0" lang="en-US" sz="11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50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259" name="Group 16">
            <a:extLst>
              <a:ext uri="{FF2B5EF4-FFF2-40B4-BE49-F238E27FC236}">
                <a16:creationId xmlns:a16="http://schemas.microsoft.com/office/drawing/2014/main" id="{F6D427A6-9405-2D4E-BC72-78E69E64A628}"/>
              </a:ext>
            </a:extLst>
          </p:cNvPr>
          <p:cNvGrpSpPr>
            <a:grpSpLocks/>
          </p:cNvGrpSpPr>
          <p:nvPr/>
        </p:nvGrpSpPr>
        <p:grpSpPr bwMode="auto">
          <a:xfrm>
            <a:off x="4237238" y="1377591"/>
            <a:ext cx="3571875" cy="2236788"/>
            <a:chOff x="3162" y="1071"/>
            <a:chExt cx="2250" cy="1409"/>
          </a:xfrm>
        </p:grpSpPr>
        <p:sp>
          <p:nvSpPr>
            <p:cNvPr id="260" name="Freeform 17">
              <a:extLst>
                <a:ext uri="{FF2B5EF4-FFF2-40B4-BE49-F238E27FC236}">
                  <a16:creationId xmlns:a16="http://schemas.microsoft.com/office/drawing/2014/main" id="{B59803F6-669E-C147-9AA7-07A510F23C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2" y="1071"/>
              <a:ext cx="2250" cy="1409"/>
            </a:xfrm>
            <a:custGeom>
              <a:avLst/>
              <a:gdLst>
                <a:gd name="T0" fmla="*/ 0 w 2250"/>
                <a:gd name="T1" fmla="*/ 624 h 1409"/>
                <a:gd name="T2" fmla="*/ 219 w 2250"/>
                <a:gd name="T3" fmla="*/ 321 h 1409"/>
                <a:gd name="T4" fmla="*/ 529 w 2250"/>
                <a:gd name="T5" fmla="*/ 35 h 1409"/>
                <a:gd name="T6" fmla="*/ 1551 w 2250"/>
                <a:gd name="T7" fmla="*/ 111 h 1409"/>
                <a:gd name="T8" fmla="*/ 1968 w 2250"/>
                <a:gd name="T9" fmla="*/ 483 h 1409"/>
                <a:gd name="T10" fmla="*/ 2199 w 2250"/>
                <a:gd name="T11" fmla="*/ 906 h 1409"/>
                <a:gd name="T12" fmla="*/ 1659 w 2250"/>
                <a:gd name="T13" fmla="*/ 1314 h 1409"/>
                <a:gd name="T14" fmla="*/ 993 w 2250"/>
                <a:gd name="T15" fmla="*/ 1386 h 1409"/>
                <a:gd name="T16" fmla="*/ 465 w 2250"/>
                <a:gd name="T17" fmla="*/ 1356 h 1409"/>
                <a:gd name="T18" fmla="*/ 102 w 2250"/>
                <a:gd name="T19" fmla="*/ 1068 h 1409"/>
                <a:gd name="T20" fmla="*/ 0 w 2250"/>
                <a:gd name="T21" fmla="*/ 624 h 140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2250"/>
                <a:gd name="T34" fmla="*/ 0 h 1409"/>
                <a:gd name="T35" fmla="*/ 2250 w 2250"/>
                <a:gd name="T36" fmla="*/ 1409 h 1409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2250" h="1409">
                  <a:moveTo>
                    <a:pt x="0" y="624"/>
                  </a:moveTo>
                  <a:cubicBezTo>
                    <a:pt x="5" y="506"/>
                    <a:pt x="131" y="419"/>
                    <a:pt x="219" y="321"/>
                  </a:cubicBezTo>
                  <a:cubicBezTo>
                    <a:pt x="307" y="223"/>
                    <a:pt x="307" y="70"/>
                    <a:pt x="529" y="35"/>
                  </a:cubicBezTo>
                  <a:cubicBezTo>
                    <a:pt x="751" y="0"/>
                    <a:pt x="1311" y="36"/>
                    <a:pt x="1551" y="111"/>
                  </a:cubicBezTo>
                  <a:cubicBezTo>
                    <a:pt x="1791" y="186"/>
                    <a:pt x="1860" y="351"/>
                    <a:pt x="1968" y="483"/>
                  </a:cubicBezTo>
                  <a:cubicBezTo>
                    <a:pt x="2076" y="615"/>
                    <a:pt x="2250" y="767"/>
                    <a:pt x="2199" y="906"/>
                  </a:cubicBezTo>
                  <a:cubicBezTo>
                    <a:pt x="2148" y="1045"/>
                    <a:pt x="1860" y="1234"/>
                    <a:pt x="1659" y="1314"/>
                  </a:cubicBezTo>
                  <a:cubicBezTo>
                    <a:pt x="1458" y="1394"/>
                    <a:pt x="1192" y="1379"/>
                    <a:pt x="993" y="1386"/>
                  </a:cubicBezTo>
                  <a:cubicBezTo>
                    <a:pt x="794" y="1393"/>
                    <a:pt x="613" y="1409"/>
                    <a:pt x="465" y="1356"/>
                  </a:cubicBezTo>
                  <a:cubicBezTo>
                    <a:pt x="317" y="1303"/>
                    <a:pt x="180" y="1190"/>
                    <a:pt x="102" y="1068"/>
                  </a:cubicBezTo>
                  <a:cubicBezTo>
                    <a:pt x="24" y="946"/>
                    <a:pt x="21" y="716"/>
                    <a:pt x="0" y="624"/>
                  </a:cubicBezTo>
                  <a:close/>
                </a:path>
              </a:pathLst>
            </a:custGeom>
            <a:solidFill>
              <a:srgbClr val="9CE0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61" name="Freeform 18">
              <a:extLst>
                <a:ext uri="{FF2B5EF4-FFF2-40B4-BE49-F238E27FC236}">
                  <a16:creationId xmlns:a16="http://schemas.microsoft.com/office/drawing/2014/main" id="{4CE8143F-BB5D-1548-A2D1-0B3C05E2D1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8" y="1620"/>
              <a:ext cx="342" cy="186"/>
            </a:xfrm>
            <a:custGeom>
              <a:avLst/>
              <a:gdLst>
                <a:gd name="T0" fmla="*/ 0 w 342"/>
                <a:gd name="T1" fmla="*/ 186 h 186"/>
                <a:gd name="T2" fmla="*/ 342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62" name="Oval 19">
              <a:extLst>
                <a:ext uri="{FF2B5EF4-FFF2-40B4-BE49-F238E27FC236}">
                  <a16:creationId xmlns:a16="http://schemas.microsoft.com/office/drawing/2014/main" id="{CB2328B2-500E-0643-881F-169F140BD4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8" y="1862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63" name="Line 20">
              <a:extLst>
                <a:ext uri="{FF2B5EF4-FFF2-40B4-BE49-F238E27FC236}">
                  <a16:creationId xmlns:a16="http://schemas.microsoft.com/office/drawing/2014/main" id="{EC0FDC3E-2336-EF44-B445-144049FF3B4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38" y="1855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64" name="Line 21">
              <a:extLst>
                <a:ext uri="{FF2B5EF4-FFF2-40B4-BE49-F238E27FC236}">
                  <a16:creationId xmlns:a16="http://schemas.microsoft.com/office/drawing/2014/main" id="{07B5F04F-0C18-CE48-93A1-4B267BBE4FA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51" y="1855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65" name="Rectangle 22">
              <a:extLst>
                <a:ext uri="{FF2B5EF4-FFF2-40B4-BE49-F238E27FC236}">
                  <a16:creationId xmlns:a16="http://schemas.microsoft.com/office/drawing/2014/main" id="{0C43506A-1E78-F54A-910F-D37EBC1EF6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8" y="1855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66" name="Oval 23">
              <a:extLst>
                <a:ext uri="{FF2B5EF4-FFF2-40B4-BE49-F238E27FC236}">
                  <a16:creationId xmlns:a16="http://schemas.microsoft.com/office/drawing/2014/main" id="{27A71FF2-F42F-2844-AC5E-37F186F80F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5" y="1796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67" name="Oval 24">
              <a:extLst>
                <a:ext uri="{FF2B5EF4-FFF2-40B4-BE49-F238E27FC236}">
                  <a16:creationId xmlns:a16="http://schemas.microsoft.com/office/drawing/2014/main" id="{9C47D8B7-EC1D-C743-87B3-403B84D4AD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2" y="2249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68" name="Line 25">
              <a:extLst>
                <a:ext uri="{FF2B5EF4-FFF2-40B4-BE49-F238E27FC236}">
                  <a16:creationId xmlns:a16="http://schemas.microsoft.com/office/drawing/2014/main" id="{BEC31F1C-3B0C-3040-AD04-6FCA0D057A3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12" y="224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69" name="Line 26">
              <a:extLst>
                <a:ext uri="{FF2B5EF4-FFF2-40B4-BE49-F238E27FC236}">
                  <a16:creationId xmlns:a16="http://schemas.microsoft.com/office/drawing/2014/main" id="{56212EB3-C962-DA44-8730-7936B2191AB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25" y="224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70" name="Rectangle 27">
              <a:extLst>
                <a:ext uri="{FF2B5EF4-FFF2-40B4-BE49-F238E27FC236}">
                  <a16:creationId xmlns:a16="http://schemas.microsoft.com/office/drawing/2014/main" id="{70DA0FF6-1A2B-FA4D-8CF4-CF4512C722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2" y="2242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71" name="Oval 28">
              <a:extLst>
                <a:ext uri="{FF2B5EF4-FFF2-40B4-BE49-F238E27FC236}">
                  <a16:creationId xmlns:a16="http://schemas.microsoft.com/office/drawing/2014/main" id="{91BA553D-89DC-1440-84C3-F0FFE0B7EE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9" y="2183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72" name="Oval 29">
              <a:extLst>
                <a:ext uri="{FF2B5EF4-FFF2-40B4-BE49-F238E27FC236}">
                  <a16:creationId xmlns:a16="http://schemas.microsoft.com/office/drawing/2014/main" id="{5F155988-DD8E-7949-85F9-F8B730D855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8" y="1559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73" name="Line 30">
              <a:extLst>
                <a:ext uri="{FF2B5EF4-FFF2-40B4-BE49-F238E27FC236}">
                  <a16:creationId xmlns:a16="http://schemas.microsoft.com/office/drawing/2014/main" id="{007AA526-21E2-1449-A457-DC487F6259B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08" y="155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74" name="Line 31">
              <a:extLst>
                <a:ext uri="{FF2B5EF4-FFF2-40B4-BE49-F238E27FC236}">
                  <a16:creationId xmlns:a16="http://schemas.microsoft.com/office/drawing/2014/main" id="{A7D6DEE1-2254-2340-92B2-4425F8E4149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21" y="155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75" name="Rectangle 32">
              <a:extLst>
                <a:ext uri="{FF2B5EF4-FFF2-40B4-BE49-F238E27FC236}">
                  <a16:creationId xmlns:a16="http://schemas.microsoft.com/office/drawing/2014/main" id="{CD0F76A8-F2F6-A040-A641-8C6DD2B4D0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8" y="1552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59" name="Oval 33">
              <a:extLst>
                <a:ext uri="{FF2B5EF4-FFF2-40B4-BE49-F238E27FC236}">
                  <a16:creationId xmlns:a16="http://schemas.microsoft.com/office/drawing/2014/main" id="{021DFE64-FE6B-AF4B-A487-798FD40EE4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5" y="1493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05" name="Oval 34">
              <a:extLst>
                <a:ext uri="{FF2B5EF4-FFF2-40B4-BE49-F238E27FC236}">
                  <a16:creationId xmlns:a16="http://schemas.microsoft.com/office/drawing/2014/main" id="{D7221543-9DA7-9C4F-BF64-841725D580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1" y="1555"/>
              <a:ext cx="312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06" name="Line 35">
              <a:extLst>
                <a:ext uri="{FF2B5EF4-FFF2-40B4-BE49-F238E27FC236}">
                  <a16:creationId xmlns:a16="http://schemas.microsoft.com/office/drawing/2014/main" id="{3AA9DB23-022C-B843-ACB1-9CD5A8D4891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91" y="154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07" name="Line 36">
              <a:extLst>
                <a:ext uri="{FF2B5EF4-FFF2-40B4-BE49-F238E27FC236}">
                  <a16:creationId xmlns:a16="http://schemas.microsoft.com/office/drawing/2014/main" id="{AAE6AF87-B018-8A44-81E6-B8267ADC39E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03" y="154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08" name="Rectangle 37">
              <a:extLst>
                <a:ext uri="{FF2B5EF4-FFF2-40B4-BE49-F238E27FC236}">
                  <a16:creationId xmlns:a16="http://schemas.microsoft.com/office/drawing/2014/main" id="{E486C5EC-F3AE-514D-8BFC-C15DDC7BC4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1" y="1548"/>
              <a:ext cx="309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13" name="Oval 38">
              <a:extLst>
                <a:ext uri="{FF2B5EF4-FFF2-40B4-BE49-F238E27FC236}">
                  <a16:creationId xmlns:a16="http://schemas.microsoft.com/office/drawing/2014/main" id="{D570042E-655B-9244-B2DE-DD6B84D18E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4" y="1492"/>
              <a:ext cx="312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14" name="Oval 39">
              <a:extLst>
                <a:ext uri="{FF2B5EF4-FFF2-40B4-BE49-F238E27FC236}">
                  <a16:creationId xmlns:a16="http://schemas.microsoft.com/office/drawing/2014/main" id="{209FDC48-A133-7C43-A4F4-AEC33B2394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1" y="2246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15" name="Line 40">
              <a:extLst>
                <a:ext uri="{FF2B5EF4-FFF2-40B4-BE49-F238E27FC236}">
                  <a16:creationId xmlns:a16="http://schemas.microsoft.com/office/drawing/2014/main" id="{6C737D5E-249D-704B-8624-06BC6AF83FC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01" y="2239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16" name="Line 41">
              <a:extLst>
                <a:ext uri="{FF2B5EF4-FFF2-40B4-BE49-F238E27FC236}">
                  <a16:creationId xmlns:a16="http://schemas.microsoft.com/office/drawing/2014/main" id="{2BB65E91-5543-2A4A-83D1-AF4BD2A561B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14" y="2239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17" name="Rectangle 42">
              <a:extLst>
                <a:ext uri="{FF2B5EF4-FFF2-40B4-BE49-F238E27FC236}">
                  <a16:creationId xmlns:a16="http://schemas.microsoft.com/office/drawing/2014/main" id="{31754303-C1B0-564A-BC8B-D1994E2260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1" y="2239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18" name="Oval 43">
              <a:extLst>
                <a:ext uri="{FF2B5EF4-FFF2-40B4-BE49-F238E27FC236}">
                  <a16:creationId xmlns:a16="http://schemas.microsoft.com/office/drawing/2014/main" id="{5EBC6ED3-D791-D849-8DF4-6EEC31DF92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8" y="2180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19" name="Oval 44">
              <a:extLst>
                <a:ext uri="{FF2B5EF4-FFF2-40B4-BE49-F238E27FC236}">
                  <a16:creationId xmlns:a16="http://schemas.microsoft.com/office/drawing/2014/main" id="{69D4B18F-1B3D-AA47-B609-E5E0116A4B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6" y="1905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23" name="Line 45">
              <a:extLst>
                <a:ext uri="{FF2B5EF4-FFF2-40B4-BE49-F238E27FC236}">
                  <a16:creationId xmlns:a16="http://schemas.microsoft.com/office/drawing/2014/main" id="{6B623BCC-754E-AD43-A91B-5BE9046197D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66" y="189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25" name="Line 46">
              <a:extLst>
                <a:ext uri="{FF2B5EF4-FFF2-40B4-BE49-F238E27FC236}">
                  <a16:creationId xmlns:a16="http://schemas.microsoft.com/office/drawing/2014/main" id="{70C54C4E-9E9A-CB4F-9BAD-759F10AB73D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279" y="189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27" name="Rectangle 47">
              <a:extLst>
                <a:ext uri="{FF2B5EF4-FFF2-40B4-BE49-F238E27FC236}">
                  <a16:creationId xmlns:a16="http://schemas.microsoft.com/office/drawing/2014/main" id="{48B02502-224F-614A-AF74-CA45B87B4F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6" y="1898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32" name="Oval 48">
              <a:extLst>
                <a:ext uri="{FF2B5EF4-FFF2-40B4-BE49-F238E27FC236}">
                  <a16:creationId xmlns:a16="http://schemas.microsoft.com/office/drawing/2014/main" id="{1CBE76C4-29B1-DF47-8C80-E056EC01FE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3" y="1839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33" name="Freeform 49">
              <a:extLst>
                <a:ext uri="{FF2B5EF4-FFF2-40B4-BE49-F238E27FC236}">
                  <a16:creationId xmlns:a16="http://schemas.microsoft.com/office/drawing/2014/main" id="{F7C58F3A-0B59-CE40-8968-EFD5B03D593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7" y="1647"/>
              <a:ext cx="1" cy="522"/>
            </a:xfrm>
            <a:custGeom>
              <a:avLst/>
              <a:gdLst>
                <a:gd name="T0" fmla="*/ 0 w 1"/>
                <a:gd name="T1" fmla="*/ 0 h 522"/>
                <a:gd name="T2" fmla="*/ 0 w 1"/>
                <a:gd name="T3" fmla="*/ 522 h 522"/>
                <a:gd name="T4" fmla="*/ 0 60000 65536"/>
                <a:gd name="T5" fmla="*/ 0 60000 65536"/>
                <a:gd name="T6" fmla="*/ 0 w 1"/>
                <a:gd name="T7" fmla="*/ 0 h 522"/>
                <a:gd name="T8" fmla="*/ 1 w 1"/>
                <a:gd name="T9" fmla="*/ 522 h 52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522">
                  <a:moveTo>
                    <a:pt x="0" y="0"/>
                  </a:moveTo>
                  <a:lnTo>
                    <a:pt x="0" y="522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38" name="Freeform 50">
              <a:extLst>
                <a:ext uri="{FF2B5EF4-FFF2-40B4-BE49-F238E27FC236}">
                  <a16:creationId xmlns:a16="http://schemas.microsoft.com/office/drawing/2014/main" id="{5CA0B20D-583A-724F-8F77-3D2EE0DD01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4" y="1653"/>
              <a:ext cx="1" cy="537"/>
            </a:xfrm>
            <a:custGeom>
              <a:avLst/>
              <a:gdLst>
                <a:gd name="T0" fmla="*/ 0 w 1"/>
                <a:gd name="T1" fmla="*/ 0 h 537"/>
                <a:gd name="T2" fmla="*/ 0 w 1"/>
                <a:gd name="T3" fmla="*/ 537 h 537"/>
                <a:gd name="T4" fmla="*/ 0 60000 65536"/>
                <a:gd name="T5" fmla="*/ 0 60000 65536"/>
                <a:gd name="T6" fmla="*/ 0 w 1"/>
                <a:gd name="T7" fmla="*/ 0 h 537"/>
                <a:gd name="T8" fmla="*/ 1 w 1"/>
                <a:gd name="T9" fmla="*/ 537 h 53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537">
                  <a:moveTo>
                    <a:pt x="0" y="0"/>
                  </a:moveTo>
                  <a:lnTo>
                    <a:pt x="0" y="537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43" name="Freeform 51">
              <a:extLst>
                <a:ext uri="{FF2B5EF4-FFF2-40B4-BE49-F238E27FC236}">
                  <a16:creationId xmlns:a16="http://schemas.microsoft.com/office/drawing/2014/main" id="{F9705D5A-4067-4E46-97EF-A4A7592F806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9" y="1638"/>
              <a:ext cx="504" cy="600"/>
            </a:xfrm>
            <a:custGeom>
              <a:avLst/>
              <a:gdLst>
                <a:gd name="T0" fmla="*/ 0 w 378"/>
                <a:gd name="T1" fmla="*/ 11993521 h 174"/>
                <a:gd name="T2" fmla="*/ 5035 w 378"/>
                <a:gd name="T3" fmla="*/ 0 h 174"/>
                <a:gd name="T4" fmla="*/ 0 60000 65536"/>
                <a:gd name="T5" fmla="*/ 0 60000 65536"/>
                <a:gd name="T6" fmla="*/ 0 w 378"/>
                <a:gd name="T7" fmla="*/ 0 h 174"/>
                <a:gd name="T8" fmla="*/ 378 w 378"/>
                <a:gd name="T9" fmla="*/ 174 h 17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78" h="174">
                  <a:moveTo>
                    <a:pt x="0" y="174"/>
                  </a:moveTo>
                  <a:lnTo>
                    <a:pt x="378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44" name="Freeform 52">
              <a:extLst>
                <a:ext uri="{FF2B5EF4-FFF2-40B4-BE49-F238E27FC236}">
                  <a16:creationId xmlns:a16="http://schemas.microsoft.com/office/drawing/2014/main" id="{22C3BA86-2C31-C244-BCC8-F79B83E99BA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6" y="1986"/>
              <a:ext cx="366" cy="270"/>
            </a:xfrm>
            <a:custGeom>
              <a:avLst/>
              <a:gdLst>
                <a:gd name="T0" fmla="*/ 0 w 366"/>
                <a:gd name="T1" fmla="*/ 270 h 270"/>
                <a:gd name="T2" fmla="*/ 366 w 366"/>
                <a:gd name="T3" fmla="*/ 0 h 270"/>
                <a:gd name="T4" fmla="*/ 0 60000 65536"/>
                <a:gd name="T5" fmla="*/ 0 60000 65536"/>
                <a:gd name="T6" fmla="*/ 0 w 366"/>
                <a:gd name="T7" fmla="*/ 0 h 270"/>
                <a:gd name="T8" fmla="*/ 366 w 366"/>
                <a:gd name="T9" fmla="*/ 270 h 270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270">
                  <a:moveTo>
                    <a:pt x="0" y="270"/>
                  </a:moveTo>
                  <a:lnTo>
                    <a:pt x="366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45" name="Freeform 53">
              <a:extLst>
                <a:ext uri="{FF2B5EF4-FFF2-40B4-BE49-F238E27FC236}">
                  <a16:creationId xmlns:a16="http://schemas.microsoft.com/office/drawing/2014/main" id="{36BA8254-18D7-D841-8B10-CF1677FF4B4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5" y="2268"/>
              <a:ext cx="366" cy="1"/>
            </a:xfrm>
            <a:custGeom>
              <a:avLst/>
              <a:gdLst>
                <a:gd name="T0" fmla="*/ 366 w 366"/>
                <a:gd name="T1" fmla="*/ 0 h 1"/>
                <a:gd name="T2" fmla="*/ 0 w 366"/>
                <a:gd name="T3" fmla="*/ 0 h 1"/>
                <a:gd name="T4" fmla="*/ 0 60000 65536"/>
                <a:gd name="T5" fmla="*/ 0 60000 65536"/>
                <a:gd name="T6" fmla="*/ 0 w 366"/>
                <a:gd name="T7" fmla="*/ 0 h 1"/>
                <a:gd name="T8" fmla="*/ 366 w 366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1">
                  <a:moveTo>
                    <a:pt x="366" y="0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46" name="Freeform 54">
              <a:extLst>
                <a:ext uri="{FF2B5EF4-FFF2-40B4-BE49-F238E27FC236}">
                  <a16:creationId xmlns:a16="http://schemas.microsoft.com/office/drawing/2014/main" id="{FDD9D6F7-B6B7-8C4F-B4CD-8A42B44DA8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4" y="1944"/>
              <a:ext cx="276" cy="264"/>
            </a:xfrm>
            <a:custGeom>
              <a:avLst/>
              <a:gdLst>
                <a:gd name="T0" fmla="*/ 276 w 276"/>
                <a:gd name="T1" fmla="*/ 264 h 264"/>
                <a:gd name="T2" fmla="*/ 0 w 276"/>
                <a:gd name="T3" fmla="*/ 0 h 264"/>
                <a:gd name="T4" fmla="*/ 0 60000 65536"/>
                <a:gd name="T5" fmla="*/ 0 60000 65536"/>
                <a:gd name="T6" fmla="*/ 0 w 276"/>
                <a:gd name="T7" fmla="*/ 0 h 264"/>
                <a:gd name="T8" fmla="*/ 276 w 276"/>
                <a:gd name="T9" fmla="*/ 264 h 26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76" h="264">
                  <a:moveTo>
                    <a:pt x="276" y="264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47" name="Freeform 55">
              <a:extLst>
                <a:ext uri="{FF2B5EF4-FFF2-40B4-BE49-F238E27FC236}">
                  <a16:creationId xmlns:a16="http://schemas.microsoft.com/office/drawing/2014/main" id="{0EEE8685-1A2C-124B-AEBC-CE60F95275A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9" y="1578"/>
              <a:ext cx="366" cy="1"/>
            </a:xfrm>
            <a:custGeom>
              <a:avLst/>
              <a:gdLst>
                <a:gd name="T0" fmla="*/ 366 w 366"/>
                <a:gd name="T1" fmla="*/ 0 h 1"/>
                <a:gd name="T2" fmla="*/ 0 w 366"/>
                <a:gd name="T3" fmla="*/ 0 h 1"/>
                <a:gd name="T4" fmla="*/ 0 60000 65536"/>
                <a:gd name="T5" fmla="*/ 0 60000 65536"/>
                <a:gd name="T6" fmla="*/ 0 w 366"/>
                <a:gd name="T7" fmla="*/ 0 h 1"/>
                <a:gd name="T8" fmla="*/ 366 w 366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1">
                  <a:moveTo>
                    <a:pt x="366" y="0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48" name="Freeform 56">
              <a:extLst>
                <a:ext uri="{FF2B5EF4-FFF2-40B4-BE49-F238E27FC236}">
                  <a16:creationId xmlns:a16="http://schemas.microsoft.com/office/drawing/2014/main" id="{CDFCCD1A-99F5-3248-A9D4-80A4A3508E8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4" y="1575"/>
              <a:ext cx="396" cy="267"/>
            </a:xfrm>
            <a:custGeom>
              <a:avLst/>
              <a:gdLst>
                <a:gd name="T0" fmla="*/ 396 w 396"/>
                <a:gd name="T1" fmla="*/ 267 h 267"/>
                <a:gd name="T2" fmla="*/ 0 w 396"/>
                <a:gd name="T3" fmla="*/ 0 h 267"/>
                <a:gd name="T4" fmla="*/ 0 60000 65536"/>
                <a:gd name="T5" fmla="*/ 0 60000 65536"/>
                <a:gd name="T6" fmla="*/ 0 w 396"/>
                <a:gd name="T7" fmla="*/ 0 h 267"/>
                <a:gd name="T8" fmla="*/ 396 w 396"/>
                <a:gd name="T9" fmla="*/ 267 h 26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96" h="267">
                  <a:moveTo>
                    <a:pt x="396" y="267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49" name="Freeform 57">
              <a:extLst>
                <a:ext uri="{FF2B5EF4-FFF2-40B4-BE49-F238E27FC236}">
                  <a16:creationId xmlns:a16="http://schemas.microsoft.com/office/drawing/2014/main" id="{8158BEB1-D7DD-304F-93D8-B63A3B9F79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7" y="1146"/>
              <a:ext cx="1110" cy="645"/>
            </a:xfrm>
            <a:custGeom>
              <a:avLst/>
              <a:gdLst>
                <a:gd name="T0" fmla="*/ 1110 w 1110"/>
                <a:gd name="T1" fmla="*/ 342 h 645"/>
                <a:gd name="T2" fmla="*/ 0 w 1110"/>
                <a:gd name="T3" fmla="*/ 645 h 645"/>
                <a:gd name="T4" fmla="*/ 0 60000 65536"/>
                <a:gd name="T5" fmla="*/ 0 60000 65536"/>
                <a:gd name="T6" fmla="*/ 0 w 1110"/>
                <a:gd name="T7" fmla="*/ 0 h 645"/>
                <a:gd name="T8" fmla="*/ 1110 w 1110"/>
                <a:gd name="T9" fmla="*/ 645 h 645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110" h="645">
                  <a:moveTo>
                    <a:pt x="1110" y="342"/>
                  </a:moveTo>
                  <a:cubicBezTo>
                    <a:pt x="1104" y="0"/>
                    <a:pt x="21" y="63"/>
                    <a:pt x="0" y="645"/>
                  </a:cubicBez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450" name="Group 58">
              <a:extLst>
                <a:ext uri="{FF2B5EF4-FFF2-40B4-BE49-F238E27FC236}">
                  <a16:creationId xmlns:a16="http://schemas.microsoft.com/office/drawing/2014/main" id="{5708D0AB-39B8-5F4D-964A-583102F20F6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287" y="1744"/>
              <a:ext cx="205" cy="250"/>
              <a:chOff x="2954" y="2425"/>
              <a:chExt cx="208" cy="250"/>
            </a:xfrm>
          </p:grpSpPr>
          <p:sp>
            <p:nvSpPr>
              <p:cNvPr id="476" name="Rectangle 59">
                <a:extLst>
                  <a:ext uri="{FF2B5EF4-FFF2-40B4-BE49-F238E27FC236}">
                    <a16:creationId xmlns:a16="http://schemas.microsoft.com/office/drawing/2014/main" id="{698B8676-76A7-4C47-8D65-7AD44E1F84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77" name="Text Box 60">
                <a:extLst>
                  <a:ext uri="{FF2B5EF4-FFF2-40B4-BE49-F238E27FC236}">
                    <a16:creationId xmlns:a16="http://schemas.microsoft.com/office/drawing/2014/main" id="{5163CA4B-303D-0E4C-B36C-0EB9193499C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4" y="2425"/>
                <a:ext cx="208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u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451" name="Group 61">
              <a:extLst>
                <a:ext uri="{FF2B5EF4-FFF2-40B4-BE49-F238E27FC236}">
                  <a16:creationId xmlns:a16="http://schemas.microsoft.com/office/drawing/2014/main" id="{22504589-6EDA-CD46-9F6D-B4E53859C7B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461" y="2128"/>
              <a:ext cx="196" cy="250"/>
              <a:chOff x="2958" y="2425"/>
              <a:chExt cx="199" cy="250"/>
            </a:xfrm>
          </p:grpSpPr>
          <p:sp>
            <p:nvSpPr>
              <p:cNvPr id="474" name="Rectangle 62">
                <a:extLst>
                  <a:ext uri="{FF2B5EF4-FFF2-40B4-BE49-F238E27FC236}">
                    <a16:creationId xmlns:a16="http://schemas.microsoft.com/office/drawing/2014/main" id="{B5EB60BB-0E5E-C14B-B24B-878829D35E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75" name="Text Box 63">
                <a:extLst>
                  <a:ext uri="{FF2B5EF4-FFF2-40B4-BE49-F238E27FC236}">
                    <a16:creationId xmlns:a16="http://schemas.microsoft.com/office/drawing/2014/main" id="{AC01CA65-68FA-E340-BE13-4C47DBA310D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8" y="2425"/>
                <a:ext cx="199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y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452" name="Group 64">
              <a:extLst>
                <a:ext uri="{FF2B5EF4-FFF2-40B4-BE49-F238E27FC236}">
                  <a16:creationId xmlns:a16="http://schemas.microsoft.com/office/drawing/2014/main" id="{7E66326C-FC5C-CB48-9635-4D30ECB15D8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72" y="2095"/>
              <a:ext cx="212" cy="288"/>
              <a:chOff x="2951" y="2395"/>
              <a:chExt cx="213" cy="288"/>
            </a:xfrm>
          </p:grpSpPr>
          <p:sp>
            <p:nvSpPr>
              <p:cNvPr id="472" name="Rectangle 65">
                <a:extLst>
                  <a:ext uri="{FF2B5EF4-FFF2-40B4-BE49-F238E27FC236}">
                    <a16:creationId xmlns:a16="http://schemas.microsoft.com/office/drawing/2014/main" id="{6BF35853-D616-6B43-8985-14AABE1F75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73" name="Text Box 66">
                <a:extLst>
                  <a:ext uri="{FF2B5EF4-FFF2-40B4-BE49-F238E27FC236}">
                    <a16:creationId xmlns:a16="http://schemas.microsoft.com/office/drawing/2014/main" id="{3282D7A0-A2E9-7F4B-A22E-01546569C59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1" y="2395"/>
                <a:ext cx="213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x</a:t>
                </a:r>
              </a:p>
            </p:txBody>
          </p:sp>
        </p:grpSp>
        <p:grpSp>
          <p:nvGrpSpPr>
            <p:cNvPr id="453" name="Group 67">
              <a:extLst>
                <a:ext uri="{FF2B5EF4-FFF2-40B4-BE49-F238E27FC236}">
                  <a16:creationId xmlns:a16="http://schemas.microsoft.com/office/drawing/2014/main" id="{3104BBAE-4F76-E649-85DB-F84D22362B8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438" y="1438"/>
              <a:ext cx="232" cy="250"/>
              <a:chOff x="2941" y="2425"/>
              <a:chExt cx="235" cy="250"/>
            </a:xfrm>
          </p:grpSpPr>
          <p:sp>
            <p:nvSpPr>
              <p:cNvPr id="470" name="Rectangle 68">
                <a:extLst>
                  <a:ext uri="{FF2B5EF4-FFF2-40B4-BE49-F238E27FC236}">
                    <a16:creationId xmlns:a16="http://schemas.microsoft.com/office/drawing/2014/main" id="{0CEE42FC-526E-AB47-8798-637A648485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6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71" name="Text Box 69">
                <a:extLst>
                  <a:ext uri="{FF2B5EF4-FFF2-40B4-BE49-F238E27FC236}">
                    <a16:creationId xmlns:a16="http://schemas.microsoft.com/office/drawing/2014/main" id="{BD20AA39-4C83-B348-A22B-DC09D5E6798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41" y="2425"/>
                <a:ext cx="235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w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454" name="Group 70">
              <a:extLst>
                <a:ext uri="{FF2B5EF4-FFF2-40B4-BE49-F238E27FC236}">
                  <a16:creationId xmlns:a16="http://schemas.microsoft.com/office/drawing/2014/main" id="{76A8AB1F-2271-4C40-97FF-558125D0E3D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71" y="1438"/>
              <a:ext cx="196" cy="250"/>
              <a:chOff x="2958" y="2425"/>
              <a:chExt cx="199" cy="250"/>
            </a:xfrm>
          </p:grpSpPr>
          <p:sp>
            <p:nvSpPr>
              <p:cNvPr id="468" name="Rectangle 71">
                <a:extLst>
                  <a:ext uri="{FF2B5EF4-FFF2-40B4-BE49-F238E27FC236}">
                    <a16:creationId xmlns:a16="http://schemas.microsoft.com/office/drawing/2014/main" id="{8A1243C8-B070-1144-AFC1-660A0D4763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69" name="Text Box 72">
                <a:extLst>
                  <a:ext uri="{FF2B5EF4-FFF2-40B4-BE49-F238E27FC236}">
                    <a16:creationId xmlns:a16="http://schemas.microsoft.com/office/drawing/2014/main" id="{0A633A5D-CB9F-9D4A-9828-FA8DAB76D82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8" y="2425"/>
                <a:ext cx="199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v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455" name="Group 73">
              <a:extLst>
                <a:ext uri="{FF2B5EF4-FFF2-40B4-BE49-F238E27FC236}">
                  <a16:creationId xmlns:a16="http://schemas.microsoft.com/office/drawing/2014/main" id="{1F39B98B-5A5F-9A45-8998-1BA51D5362D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025" y="1756"/>
              <a:ext cx="212" cy="288"/>
              <a:chOff x="2949" y="2395"/>
              <a:chExt cx="214" cy="288"/>
            </a:xfrm>
          </p:grpSpPr>
          <p:sp>
            <p:nvSpPr>
              <p:cNvPr id="466" name="Rectangle 74">
                <a:extLst>
                  <a:ext uri="{FF2B5EF4-FFF2-40B4-BE49-F238E27FC236}">
                    <a16:creationId xmlns:a16="http://schemas.microsoft.com/office/drawing/2014/main" id="{6D133BDC-CBD5-E04A-956A-CB070C46E6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67" name="Text Box 75">
                <a:extLst>
                  <a:ext uri="{FF2B5EF4-FFF2-40B4-BE49-F238E27FC236}">
                    <a16:creationId xmlns:a16="http://schemas.microsoft.com/office/drawing/2014/main" id="{E22274D1-6BF0-6F4F-AA7F-923617C4447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49" y="2395"/>
                <a:ext cx="214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z</a:t>
                </a:r>
              </a:p>
            </p:txBody>
          </p:sp>
        </p:grpSp>
        <p:sp>
          <p:nvSpPr>
            <p:cNvPr id="456" name="Text Box 76">
              <a:extLst>
                <a:ext uri="{FF2B5EF4-FFF2-40B4-BE49-F238E27FC236}">
                  <a16:creationId xmlns:a16="http://schemas.microsoft.com/office/drawing/2014/main" id="{E87F994C-88BC-7843-84FF-C20876A28AD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93" y="1568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57" name="Text Box 77">
              <a:extLst>
                <a:ext uri="{FF2B5EF4-FFF2-40B4-BE49-F238E27FC236}">
                  <a16:creationId xmlns:a16="http://schemas.microsoft.com/office/drawing/2014/main" id="{D6E661FA-C756-184B-8F8C-454F6D2F20C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41" y="1787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58" name="Text Box 78">
              <a:extLst>
                <a:ext uri="{FF2B5EF4-FFF2-40B4-BE49-F238E27FC236}">
                  <a16:creationId xmlns:a16="http://schemas.microsoft.com/office/drawing/2014/main" id="{7AAD1753-0153-BE49-9A5A-86A6144677D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06" y="2000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59" name="Text Box 79">
              <a:extLst>
                <a:ext uri="{FF2B5EF4-FFF2-40B4-BE49-F238E27FC236}">
                  <a16:creationId xmlns:a16="http://schemas.microsoft.com/office/drawing/2014/main" id="{CE9F4FB6-1319-824C-8EE6-E829F9B8139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25" y="1880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60" name="Text Box 80">
              <a:extLst>
                <a:ext uri="{FF2B5EF4-FFF2-40B4-BE49-F238E27FC236}">
                  <a16:creationId xmlns:a16="http://schemas.microsoft.com/office/drawing/2014/main" id="{C479D34B-E495-6941-B1B8-7C27A07FA48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62" y="2234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61" name="Text Box 81">
              <a:extLst>
                <a:ext uri="{FF2B5EF4-FFF2-40B4-BE49-F238E27FC236}">
                  <a16:creationId xmlns:a16="http://schemas.microsoft.com/office/drawing/2014/main" id="{651E935E-97A1-694E-90ED-DA0D52808F6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22" y="1805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62" name="Text Box 82">
              <a:extLst>
                <a:ext uri="{FF2B5EF4-FFF2-40B4-BE49-F238E27FC236}">
                  <a16:creationId xmlns:a16="http://schemas.microsoft.com/office/drawing/2014/main" id="{BCE34168-89E8-CA4E-B734-D7785C5D44A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82" y="2069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63" name="Text Box 83">
              <a:extLst>
                <a:ext uri="{FF2B5EF4-FFF2-40B4-BE49-F238E27FC236}">
                  <a16:creationId xmlns:a16="http://schemas.microsoft.com/office/drawing/2014/main" id="{E61D1248-702D-AA4E-A62B-3B6DB887430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55" y="1532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64" name="Text Box 84">
              <a:extLst>
                <a:ext uri="{FF2B5EF4-FFF2-40B4-BE49-F238E27FC236}">
                  <a16:creationId xmlns:a16="http://schemas.microsoft.com/office/drawing/2014/main" id="{8E7448E7-B23E-9A4A-947C-66285C7E102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20" y="1382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65" name="Text Box 85">
              <a:extLst>
                <a:ext uri="{FF2B5EF4-FFF2-40B4-BE49-F238E27FC236}">
                  <a16:creationId xmlns:a16="http://schemas.microsoft.com/office/drawing/2014/main" id="{EFA31E11-E078-ED44-8DB8-4912DC48066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69" y="1115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498" name="Text Box 6">
            <a:extLst>
              <a:ext uri="{FF2B5EF4-FFF2-40B4-BE49-F238E27FC236}">
                <a16:creationId xmlns:a16="http://schemas.microsoft.com/office/drawing/2014/main" id="{64BB3F8B-CE19-1C41-B2C9-B564AF1B5BB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837414" y="2958717"/>
            <a:ext cx="1284288" cy="1616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D(w),p(w)</a:t>
            </a:r>
          </a:p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5,u</a:t>
            </a:r>
          </a:p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4,x</a:t>
            </a:r>
          </a:p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3,y</a:t>
            </a:r>
          </a:p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3,y</a:t>
            </a:r>
          </a:p>
        </p:txBody>
      </p:sp>
      <p:cxnSp>
        <p:nvCxnSpPr>
          <p:cNvPr id="38" name="Straight Arrow Connector 37">
            <a:extLst>
              <a:ext uri="{FF2B5EF4-FFF2-40B4-BE49-F238E27FC236}">
                <a16:creationId xmlns:a16="http://schemas.microsoft.com/office/drawing/2014/main" id="{112457CF-2890-E146-8628-638AC5577656}"/>
              </a:ext>
            </a:extLst>
          </p:cNvPr>
          <p:cNvCxnSpPr>
            <a:cxnSpLocks/>
            <a:endCxn id="271" idx="2"/>
          </p:cNvCxnSpPr>
          <p:nvPr/>
        </p:nvCxnSpPr>
        <p:spPr>
          <a:xfrm>
            <a:off x="4666129" y="2789499"/>
            <a:ext cx="439472" cy="428799"/>
          </a:xfrm>
          <a:prstGeom prst="straightConnector1">
            <a:avLst/>
          </a:prstGeom>
          <a:ln w="317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59" name="Straight Arrow Connector 558">
            <a:extLst>
              <a:ext uri="{FF2B5EF4-FFF2-40B4-BE49-F238E27FC236}">
                <a16:creationId xmlns:a16="http://schemas.microsoft.com/office/drawing/2014/main" id="{491C301B-8A6E-4845-BF28-577AD894F891}"/>
              </a:ext>
            </a:extLst>
          </p:cNvPr>
          <p:cNvCxnSpPr>
            <a:cxnSpLocks/>
            <a:endCxn id="414" idx="2"/>
          </p:cNvCxnSpPr>
          <p:nvPr/>
        </p:nvCxnSpPr>
        <p:spPr>
          <a:xfrm>
            <a:off x="5617182" y="3300714"/>
            <a:ext cx="586969" cy="6484"/>
          </a:xfrm>
          <a:prstGeom prst="straightConnector1">
            <a:avLst/>
          </a:prstGeom>
          <a:ln w="317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0" name="Straight Arrow Connector 559">
            <a:extLst>
              <a:ext uri="{FF2B5EF4-FFF2-40B4-BE49-F238E27FC236}">
                <a16:creationId xmlns:a16="http://schemas.microsoft.com/office/drawing/2014/main" id="{3C9D1B43-9124-3142-843B-DC7A58F1456E}"/>
              </a:ext>
            </a:extLst>
          </p:cNvPr>
          <p:cNvCxnSpPr>
            <a:cxnSpLocks/>
            <a:stCxn id="266" idx="7"/>
          </p:cNvCxnSpPr>
          <p:nvPr/>
        </p:nvCxnSpPr>
        <p:spPr>
          <a:xfrm flipV="1">
            <a:off x="4777246" y="2268639"/>
            <a:ext cx="502342" cy="281976"/>
          </a:xfrm>
          <a:prstGeom prst="straightConnector1">
            <a:avLst/>
          </a:prstGeom>
          <a:ln w="317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1" name="Straight Arrow Connector 560">
            <a:extLst>
              <a:ext uri="{FF2B5EF4-FFF2-40B4-BE49-F238E27FC236}">
                <a16:creationId xmlns:a16="http://schemas.microsoft.com/office/drawing/2014/main" id="{8A7B92A4-0E80-6D4D-87F2-803D33EFB3E5}"/>
              </a:ext>
            </a:extLst>
          </p:cNvPr>
          <p:cNvCxnSpPr>
            <a:cxnSpLocks/>
          </p:cNvCxnSpPr>
          <p:nvPr/>
        </p:nvCxnSpPr>
        <p:spPr>
          <a:xfrm flipV="1">
            <a:off x="6452488" y="2233914"/>
            <a:ext cx="0" cy="883534"/>
          </a:xfrm>
          <a:prstGeom prst="straightConnector1">
            <a:avLst/>
          </a:prstGeom>
          <a:ln w="317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2" name="Straight Arrow Connector 561">
            <a:extLst>
              <a:ext uri="{FF2B5EF4-FFF2-40B4-BE49-F238E27FC236}">
                <a16:creationId xmlns:a16="http://schemas.microsoft.com/office/drawing/2014/main" id="{368CBA46-10A4-6B43-8244-BF448DB2A1AB}"/>
              </a:ext>
            </a:extLst>
          </p:cNvPr>
          <p:cNvCxnSpPr>
            <a:cxnSpLocks/>
          </p:cNvCxnSpPr>
          <p:nvPr/>
        </p:nvCxnSpPr>
        <p:spPr>
          <a:xfrm flipV="1">
            <a:off x="6715788" y="2822294"/>
            <a:ext cx="606730" cy="448060"/>
          </a:xfrm>
          <a:prstGeom prst="straightConnector1">
            <a:avLst/>
          </a:prstGeom>
          <a:ln w="317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34" name="Group 3">
            <a:extLst>
              <a:ext uri="{FF2B5EF4-FFF2-40B4-BE49-F238E27FC236}">
                <a16:creationId xmlns:a16="http://schemas.microsoft.com/office/drawing/2014/main" id="{CAD83B90-6A61-424F-807D-7507674811C5}"/>
              </a:ext>
            </a:extLst>
          </p:cNvPr>
          <p:cNvGrpSpPr>
            <a:grpSpLocks/>
          </p:cNvGrpSpPr>
          <p:nvPr/>
        </p:nvGrpSpPr>
        <p:grpSpPr bwMode="auto">
          <a:xfrm>
            <a:off x="1182356" y="4594769"/>
            <a:ext cx="3244850" cy="1500187"/>
            <a:chOff x="1385" y="1283"/>
            <a:chExt cx="2044" cy="945"/>
          </a:xfrm>
        </p:grpSpPr>
        <p:sp>
          <p:nvSpPr>
            <p:cNvPr id="235" name="Freeform 4">
              <a:extLst>
                <a:ext uri="{FF2B5EF4-FFF2-40B4-BE49-F238E27FC236}">
                  <a16:creationId xmlns:a16="http://schemas.microsoft.com/office/drawing/2014/main" id="{D55BBFC2-7A7F-8B48-AC36-5E367A0102A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8" y="1465"/>
              <a:ext cx="342" cy="186"/>
            </a:xfrm>
            <a:custGeom>
              <a:avLst/>
              <a:gdLst>
                <a:gd name="T0" fmla="*/ 0 w 342"/>
                <a:gd name="T1" fmla="*/ 186 h 186"/>
                <a:gd name="T2" fmla="*/ 342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36" name="Oval 5">
              <a:extLst>
                <a:ext uri="{FF2B5EF4-FFF2-40B4-BE49-F238E27FC236}">
                  <a16:creationId xmlns:a16="http://schemas.microsoft.com/office/drawing/2014/main" id="{D1E533AD-8D87-7A4B-8A7E-E763008FB4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88" y="1707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37" name="Line 6">
              <a:extLst>
                <a:ext uri="{FF2B5EF4-FFF2-40B4-BE49-F238E27FC236}">
                  <a16:creationId xmlns:a16="http://schemas.microsoft.com/office/drawing/2014/main" id="{8393A25C-8E73-3945-96CC-27CA319F0D6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88" y="1700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38" name="Line 7">
              <a:extLst>
                <a:ext uri="{FF2B5EF4-FFF2-40B4-BE49-F238E27FC236}">
                  <a16:creationId xmlns:a16="http://schemas.microsoft.com/office/drawing/2014/main" id="{00CB3848-99BB-D84B-AFA1-D2A40790588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01" y="1700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39" name="Rectangle 8">
              <a:extLst>
                <a:ext uri="{FF2B5EF4-FFF2-40B4-BE49-F238E27FC236}">
                  <a16:creationId xmlns:a16="http://schemas.microsoft.com/office/drawing/2014/main" id="{D86D7FD3-F350-4745-AAE8-4DC4DEC228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88" y="1700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40" name="Oval 9">
              <a:extLst>
                <a:ext uri="{FF2B5EF4-FFF2-40B4-BE49-F238E27FC236}">
                  <a16:creationId xmlns:a16="http://schemas.microsoft.com/office/drawing/2014/main" id="{9A82BFE7-2A38-894C-A32D-46DEDFCA2D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85" y="1641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41" name="Oval 10">
              <a:extLst>
                <a:ext uri="{FF2B5EF4-FFF2-40B4-BE49-F238E27FC236}">
                  <a16:creationId xmlns:a16="http://schemas.microsoft.com/office/drawing/2014/main" id="{AA854307-5377-8A41-9AEB-75CD5A873A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62" y="2094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42" name="Line 11">
              <a:extLst>
                <a:ext uri="{FF2B5EF4-FFF2-40B4-BE49-F238E27FC236}">
                  <a16:creationId xmlns:a16="http://schemas.microsoft.com/office/drawing/2014/main" id="{9FA810B5-81B4-AB4E-9CB4-8AB6FC42F91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62" y="2087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43" name="Line 12">
              <a:extLst>
                <a:ext uri="{FF2B5EF4-FFF2-40B4-BE49-F238E27FC236}">
                  <a16:creationId xmlns:a16="http://schemas.microsoft.com/office/drawing/2014/main" id="{1F897DDB-A59F-8A49-AA62-3734F23BB98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75" y="2087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44" name="Rectangle 13">
              <a:extLst>
                <a:ext uri="{FF2B5EF4-FFF2-40B4-BE49-F238E27FC236}">
                  <a16:creationId xmlns:a16="http://schemas.microsoft.com/office/drawing/2014/main" id="{109513FF-1C63-234A-9B1E-75D62A42C0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62" y="2087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45" name="Oval 14">
              <a:extLst>
                <a:ext uri="{FF2B5EF4-FFF2-40B4-BE49-F238E27FC236}">
                  <a16:creationId xmlns:a16="http://schemas.microsoft.com/office/drawing/2014/main" id="{30EA6A56-1EC2-C342-B322-0BD69F60A7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59" y="2028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54" name="Oval 15">
              <a:extLst>
                <a:ext uri="{FF2B5EF4-FFF2-40B4-BE49-F238E27FC236}">
                  <a16:creationId xmlns:a16="http://schemas.microsoft.com/office/drawing/2014/main" id="{91BAA6D5-E6E6-3F47-BA4B-0311E0711B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58" y="1404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55" name="Line 16">
              <a:extLst>
                <a:ext uri="{FF2B5EF4-FFF2-40B4-BE49-F238E27FC236}">
                  <a16:creationId xmlns:a16="http://schemas.microsoft.com/office/drawing/2014/main" id="{A8F35EF4-8155-D144-9887-2394E21FD47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58" y="1397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56" name="Line 17">
              <a:extLst>
                <a:ext uri="{FF2B5EF4-FFF2-40B4-BE49-F238E27FC236}">
                  <a16:creationId xmlns:a16="http://schemas.microsoft.com/office/drawing/2014/main" id="{C0FFA446-EED0-654F-8B59-830BB7BE9A7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71" y="1397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57" name="Rectangle 18">
              <a:extLst>
                <a:ext uri="{FF2B5EF4-FFF2-40B4-BE49-F238E27FC236}">
                  <a16:creationId xmlns:a16="http://schemas.microsoft.com/office/drawing/2014/main" id="{8C6FDE51-7923-3B44-830E-2DB7807967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58" y="1397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58" name="Oval 19">
              <a:extLst>
                <a:ext uri="{FF2B5EF4-FFF2-40B4-BE49-F238E27FC236}">
                  <a16:creationId xmlns:a16="http://schemas.microsoft.com/office/drawing/2014/main" id="{48735EAA-D015-2749-B8E6-A932F1A865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55" y="1338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76" name="Oval 20">
              <a:extLst>
                <a:ext uri="{FF2B5EF4-FFF2-40B4-BE49-F238E27FC236}">
                  <a16:creationId xmlns:a16="http://schemas.microsoft.com/office/drawing/2014/main" id="{2C0D7CB9-B6B7-7F48-A7C9-A5362FCF33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1" y="1400"/>
              <a:ext cx="312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77" name="Line 21">
              <a:extLst>
                <a:ext uri="{FF2B5EF4-FFF2-40B4-BE49-F238E27FC236}">
                  <a16:creationId xmlns:a16="http://schemas.microsoft.com/office/drawing/2014/main" id="{5710184A-753A-EF4E-A1BA-C728CC0A084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41" y="1393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78" name="Line 22">
              <a:extLst>
                <a:ext uri="{FF2B5EF4-FFF2-40B4-BE49-F238E27FC236}">
                  <a16:creationId xmlns:a16="http://schemas.microsoft.com/office/drawing/2014/main" id="{77D8EC50-7DE6-D947-804E-5FF59E34213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53" y="1393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79" name="Rectangle 23">
              <a:extLst>
                <a:ext uri="{FF2B5EF4-FFF2-40B4-BE49-F238E27FC236}">
                  <a16:creationId xmlns:a16="http://schemas.microsoft.com/office/drawing/2014/main" id="{640A0C04-CA0A-D44B-AE10-2BB26102D9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1" y="1393"/>
              <a:ext cx="309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80" name="Oval 24">
              <a:extLst>
                <a:ext uri="{FF2B5EF4-FFF2-40B4-BE49-F238E27FC236}">
                  <a16:creationId xmlns:a16="http://schemas.microsoft.com/office/drawing/2014/main" id="{3DBD615F-4385-7F48-84F4-A38AEA1DC5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4" y="1337"/>
              <a:ext cx="312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81" name="Oval 25">
              <a:extLst>
                <a:ext uri="{FF2B5EF4-FFF2-40B4-BE49-F238E27FC236}">
                  <a16:creationId xmlns:a16="http://schemas.microsoft.com/office/drawing/2014/main" id="{5EAEA945-6C71-7244-8444-F5DE78D3A2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1" y="2091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82" name="Line 26">
              <a:extLst>
                <a:ext uri="{FF2B5EF4-FFF2-40B4-BE49-F238E27FC236}">
                  <a16:creationId xmlns:a16="http://schemas.microsoft.com/office/drawing/2014/main" id="{B239EFA1-CE87-FA45-AECE-0A1D04B2EEA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51" y="2084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83" name="Line 27">
              <a:extLst>
                <a:ext uri="{FF2B5EF4-FFF2-40B4-BE49-F238E27FC236}">
                  <a16:creationId xmlns:a16="http://schemas.microsoft.com/office/drawing/2014/main" id="{F57F8B7F-1DEE-0646-944B-3627E05035D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64" y="2084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84" name="Rectangle 28">
              <a:extLst>
                <a:ext uri="{FF2B5EF4-FFF2-40B4-BE49-F238E27FC236}">
                  <a16:creationId xmlns:a16="http://schemas.microsoft.com/office/drawing/2014/main" id="{48E9AA69-2A64-F44B-AF24-4B58BF3B85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1" y="2084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85" name="Oval 29">
              <a:extLst>
                <a:ext uri="{FF2B5EF4-FFF2-40B4-BE49-F238E27FC236}">
                  <a16:creationId xmlns:a16="http://schemas.microsoft.com/office/drawing/2014/main" id="{DB57CF03-5C7F-7446-BFCA-6885962A76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8" y="2025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86" name="Oval 30">
              <a:extLst>
                <a:ext uri="{FF2B5EF4-FFF2-40B4-BE49-F238E27FC236}">
                  <a16:creationId xmlns:a16="http://schemas.microsoft.com/office/drawing/2014/main" id="{57E7565D-361A-0649-83E3-41C966CEDD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16" y="1750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87" name="Line 31">
              <a:extLst>
                <a:ext uri="{FF2B5EF4-FFF2-40B4-BE49-F238E27FC236}">
                  <a16:creationId xmlns:a16="http://schemas.microsoft.com/office/drawing/2014/main" id="{7307AAD6-1B7B-3E4C-AD3F-1CB98C2433D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16" y="1743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88" name="Line 32">
              <a:extLst>
                <a:ext uri="{FF2B5EF4-FFF2-40B4-BE49-F238E27FC236}">
                  <a16:creationId xmlns:a16="http://schemas.microsoft.com/office/drawing/2014/main" id="{85AADD66-C3FE-324C-91AE-0057BDCFD4D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29" y="1743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89" name="Rectangle 33">
              <a:extLst>
                <a:ext uri="{FF2B5EF4-FFF2-40B4-BE49-F238E27FC236}">
                  <a16:creationId xmlns:a16="http://schemas.microsoft.com/office/drawing/2014/main" id="{8FC4E749-70CE-3946-A306-97D91D359D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16" y="1743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90" name="Oval 34">
              <a:extLst>
                <a:ext uri="{FF2B5EF4-FFF2-40B4-BE49-F238E27FC236}">
                  <a16:creationId xmlns:a16="http://schemas.microsoft.com/office/drawing/2014/main" id="{83AC3490-7FA4-A843-9DD7-EAD43C146C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13" y="1684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91" name="Freeform 35">
              <a:extLst>
                <a:ext uri="{FF2B5EF4-FFF2-40B4-BE49-F238E27FC236}">
                  <a16:creationId xmlns:a16="http://schemas.microsoft.com/office/drawing/2014/main" id="{E0CB0E6F-0318-5A42-804B-74DE7351E2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7" y="1492"/>
              <a:ext cx="1" cy="522"/>
            </a:xfrm>
            <a:custGeom>
              <a:avLst/>
              <a:gdLst>
                <a:gd name="T0" fmla="*/ 0 w 1"/>
                <a:gd name="T1" fmla="*/ 0 h 522"/>
                <a:gd name="T2" fmla="*/ 0 w 1"/>
                <a:gd name="T3" fmla="*/ 522 h 522"/>
                <a:gd name="T4" fmla="*/ 0 60000 65536"/>
                <a:gd name="T5" fmla="*/ 0 60000 65536"/>
                <a:gd name="T6" fmla="*/ 0 w 1"/>
                <a:gd name="T7" fmla="*/ 0 h 522"/>
                <a:gd name="T8" fmla="*/ 1 w 1"/>
                <a:gd name="T9" fmla="*/ 522 h 52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522">
                  <a:moveTo>
                    <a:pt x="0" y="0"/>
                  </a:moveTo>
                  <a:lnTo>
                    <a:pt x="0" y="522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92" name="Freeform 36">
              <a:extLst>
                <a:ext uri="{FF2B5EF4-FFF2-40B4-BE49-F238E27FC236}">
                  <a16:creationId xmlns:a16="http://schemas.microsoft.com/office/drawing/2014/main" id="{8911BBF2-790A-F940-A9A6-265EE2DEDC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6" y="1831"/>
              <a:ext cx="366" cy="270"/>
            </a:xfrm>
            <a:custGeom>
              <a:avLst/>
              <a:gdLst>
                <a:gd name="T0" fmla="*/ 0 w 366"/>
                <a:gd name="T1" fmla="*/ 270 h 270"/>
                <a:gd name="T2" fmla="*/ 366 w 366"/>
                <a:gd name="T3" fmla="*/ 0 h 270"/>
                <a:gd name="T4" fmla="*/ 0 60000 65536"/>
                <a:gd name="T5" fmla="*/ 0 60000 65536"/>
                <a:gd name="T6" fmla="*/ 0 w 366"/>
                <a:gd name="T7" fmla="*/ 0 h 270"/>
                <a:gd name="T8" fmla="*/ 366 w 366"/>
                <a:gd name="T9" fmla="*/ 270 h 270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270">
                  <a:moveTo>
                    <a:pt x="0" y="270"/>
                  </a:moveTo>
                  <a:lnTo>
                    <a:pt x="366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93" name="Freeform 37">
              <a:extLst>
                <a:ext uri="{FF2B5EF4-FFF2-40B4-BE49-F238E27FC236}">
                  <a16:creationId xmlns:a16="http://schemas.microsoft.com/office/drawing/2014/main" id="{5FCEA00D-30D9-AD48-B36B-87D306BDCA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5" y="2113"/>
              <a:ext cx="366" cy="1"/>
            </a:xfrm>
            <a:custGeom>
              <a:avLst/>
              <a:gdLst>
                <a:gd name="T0" fmla="*/ 366 w 366"/>
                <a:gd name="T1" fmla="*/ 0 h 1"/>
                <a:gd name="T2" fmla="*/ 0 w 366"/>
                <a:gd name="T3" fmla="*/ 0 h 1"/>
                <a:gd name="T4" fmla="*/ 0 60000 65536"/>
                <a:gd name="T5" fmla="*/ 0 60000 65536"/>
                <a:gd name="T6" fmla="*/ 0 w 366"/>
                <a:gd name="T7" fmla="*/ 0 h 1"/>
                <a:gd name="T8" fmla="*/ 366 w 366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1">
                  <a:moveTo>
                    <a:pt x="366" y="0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94" name="Freeform 38">
              <a:extLst>
                <a:ext uri="{FF2B5EF4-FFF2-40B4-BE49-F238E27FC236}">
                  <a16:creationId xmlns:a16="http://schemas.microsoft.com/office/drawing/2014/main" id="{FFF79244-8621-1B4A-A951-D5F428298C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4" y="1789"/>
              <a:ext cx="276" cy="264"/>
            </a:xfrm>
            <a:custGeom>
              <a:avLst/>
              <a:gdLst>
                <a:gd name="T0" fmla="*/ 276 w 276"/>
                <a:gd name="T1" fmla="*/ 264 h 264"/>
                <a:gd name="T2" fmla="*/ 0 w 276"/>
                <a:gd name="T3" fmla="*/ 0 h 264"/>
                <a:gd name="T4" fmla="*/ 0 60000 65536"/>
                <a:gd name="T5" fmla="*/ 0 60000 65536"/>
                <a:gd name="T6" fmla="*/ 0 w 276"/>
                <a:gd name="T7" fmla="*/ 0 h 264"/>
                <a:gd name="T8" fmla="*/ 276 w 276"/>
                <a:gd name="T9" fmla="*/ 264 h 26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76" h="264">
                  <a:moveTo>
                    <a:pt x="276" y="264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295" name="Group 39">
              <a:extLst>
                <a:ext uri="{FF2B5EF4-FFF2-40B4-BE49-F238E27FC236}">
                  <a16:creationId xmlns:a16="http://schemas.microsoft.com/office/drawing/2014/main" id="{3FE22FDD-2AF6-2F45-9D94-A7E347A876A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437" y="1589"/>
              <a:ext cx="205" cy="250"/>
              <a:chOff x="2954" y="2425"/>
              <a:chExt cx="208" cy="250"/>
            </a:xfrm>
          </p:grpSpPr>
          <p:sp>
            <p:nvSpPr>
              <p:cNvPr id="311" name="Rectangle 40">
                <a:extLst>
                  <a:ext uri="{FF2B5EF4-FFF2-40B4-BE49-F238E27FC236}">
                    <a16:creationId xmlns:a16="http://schemas.microsoft.com/office/drawing/2014/main" id="{7F9E7EA5-4703-3A4F-83AA-78477F6D2D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12" name="Text Box 41">
                <a:extLst>
                  <a:ext uri="{FF2B5EF4-FFF2-40B4-BE49-F238E27FC236}">
                    <a16:creationId xmlns:a16="http://schemas.microsoft.com/office/drawing/2014/main" id="{7F6788A4-B028-5E46-BA6B-8260B340CCB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4" y="2425"/>
                <a:ext cx="208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u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296" name="Group 42">
              <a:extLst>
                <a:ext uri="{FF2B5EF4-FFF2-40B4-BE49-F238E27FC236}">
                  <a16:creationId xmlns:a16="http://schemas.microsoft.com/office/drawing/2014/main" id="{3B399E80-BBE9-DE42-9C20-F733C3486EF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611" y="1973"/>
              <a:ext cx="196" cy="250"/>
              <a:chOff x="2958" y="2425"/>
              <a:chExt cx="199" cy="250"/>
            </a:xfrm>
          </p:grpSpPr>
          <p:sp>
            <p:nvSpPr>
              <p:cNvPr id="309" name="Rectangle 43">
                <a:extLst>
                  <a:ext uri="{FF2B5EF4-FFF2-40B4-BE49-F238E27FC236}">
                    <a16:creationId xmlns:a16="http://schemas.microsoft.com/office/drawing/2014/main" id="{C759317C-74E3-004E-8696-C6730D2A76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10" name="Text Box 44">
                <a:extLst>
                  <a:ext uri="{FF2B5EF4-FFF2-40B4-BE49-F238E27FC236}">
                    <a16:creationId xmlns:a16="http://schemas.microsoft.com/office/drawing/2014/main" id="{5EC66565-CE3C-DC49-A451-6127C9B7F13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8" y="2425"/>
                <a:ext cx="199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y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297" name="Group 45">
              <a:extLst>
                <a:ext uri="{FF2B5EF4-FFF2-40B4-BE49-F238E27FC236}">
                  <a16:creationId xmlns:a16="http://schemas.microsoft.com/office/drawing/2014/main" id="{24F7013F-EE6F-1840-BCC7-9CF2E43BDEC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922" y="1940"/>
              <a:ext cx="212" cy="288"/>
              <a:chOff x="2951" y="2395"/>
              <a:chExt cx="213" cy="288"/>
            </a:xfrm>
          </p:grpSpPr>
          <p:sp>
            <p:nvSpPr>
              <p:cNvPr id="307" name="Rectangle 46">
                <a:extLst>
                  <a:ext uri="{FF2B5EF4-FFF2-40B4-BE49-F238E27FC236}">
                    <a16:creationId xmlns:a16="http://schemas.microsoft.com/office/drawing/2014/main" id="{534C2F14-5739-6A42-A4B7-963A8F9D05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08" name="Text Box 47">
                <a:extLst>
                  <a:ext uri="{FF2B5EF4-FFF2-40B4-BE49-F238E27FC236}">
                    <a16:creationId xmlns:a16="http://schemas.microsoft.com/office/drawing/2014/main" id="{06099668-A654-B443-AD81-E015DBEC4A9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1" y="2395"/>
                <a:ext cx="213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x</a:t>
                </a:r>
              </a:p>
            </p:txBody>
          </p:sp>
        </p:grpSp>
        <p:grpSp>
          <p:nvGrpSpPr>
            <p:cNvPr id="298" name="Group 48">
              <a:extLst>
                <a:ext uri="{FF2B5EF4-FFF2-40B4-BE49-F238E27FC236}">
                  <a16:creationId xmlns:a16="http://schemas.microsoft.com/office/drawing/2014/main" id="{9DDFF683-1C8F-C14A-B1E0-84D48C9766B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588" y="1283"/>
              <a:ext cx="232" cy="250"/>
              <a:chOff x="2941" y="2425"/>
              <a:chExt cx="235" cy="250"/>
            </a:xfrm>
          </p:grpSpPr>
          <p:sp>
            <p:nvSpPr>
              <p:cNvPr id="305" name="Rectangle 49">
                <a:extLst>
                  <a:ext uri="{FF2B5EF4-FFF2-40B4-BE49-F238E27FC236}">
                    <a16:creationId xmlns:a16="http://schemas.microsoft.com/office/drawing/2014/main" id="{6ACA49F7-2DDA-174A-BA02-F0E6DC5FE7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6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06" name="Text Box 50">
                <a:extLst>
                  <a:ext uri="{FF2B5EF4-FFF2-40B4-BE49-F238E27FC236}">
                    <a16:creationId xmlns:a16="http://schemas.microsoft.com/office/drawing/2014/main" id="{B380098B-5F1B-B443-B890-D9D80D58A56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41" y="2425"/>
                <a:ext cx="235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w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299" name="Group 51">
              <a:extLst>
                <a:ext uri="{FF2B5EF4-FFF2-40B4-BE49-F238E27FC236}">
                  <a16:creationId xmlns:a16="http://schemas.microsoft.com/office/drawing/2014/main" id="{657C09A9-0D00-C341-97E4-BFE0D534EAC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921" y="1283"/>
              <a:ext cx="196" cy="250"/>
              <a:chOff x="2958" y="2425"/>
              <a:chExt cx="199" cy="250"/>
            </a:xfrm>
          </p:grpSpPr>
          <p:sp>
            <p:nvSpPr>
              <p:cNvPr id="303" name="Rectangle 52">
                <a:extLst>
                  <a:ext uri="{FF2B5EF4-FFF2-40B4-BE49-F238E27FC236}">
                    <a16:creationId xmlns:a16="http://schemas.microsoft.com/office/drawing/2014/main" id="{DA96FFA9-8E2C-F446-A90C-1D2C3A7409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04" name="Text Box 53">
                <a:extLst>
                  <a:ext uri="{FF2B5EF4-FFF2-40B4-BE49-F238E27FC236}">
                    <a16:creationId xmlns:a16="http://schemas.microsoft.com/office/drawing/2014/main" id="{4094D47B-3C2E-1549-9303-FE64B14C52B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8" y="2425"/>
                <a:ext cx="199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v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300" name="Group 54">
              <a:extLst>
                <a:ext uri="{FF2B5EF4-FFF2-40B4-BE49-F238E27FC236}">
                  <a16:creationId xmlns:a16="http://schemas.microsoft.com/office/drawing/2014/main" id="{4895C555-2EC4-9F4B-9A35-FF3D23C076E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175" y="1601"/>
              <a:ext cx="212" cy="288"/>
              <a:chOff x="2949" y="2395"/>
              <a:chExt cx="214" cy="288"/>
            </a:xfrm>
          </p:grpSpPr>
          <p:sp>
            <p:nvSpPr>
              <p:cNvPr id="301" name="Rectangle 55">
                <a:extLst>
                  <a:ext uri="{FF2B5EF4-FFF2-40B4-BE49-F238E27FC236}">
                    <a16:creationId xmlns:a16="http://schemas.microsoft.com/office/drawing/2014/main" id="{1594FC40-950D-DD4E-9742-69A340A7FA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02" name="Text Box 56">
                <a:extLst>
                  <a:ext uri="{FF2B5EF4-FFF2-40B4-BE49-F238E27FC236}">
                    <a16:creationId xmlns:a16="http://schemas.microsoft.com/office/drawing/2014/main" id="{70D90BEE-05A4-FA49-8BE7-08E95F13AB6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49" y="2395"/>
                <a:ext cx="214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z</a:t>
                </a:r>
              </a:p>
            </p:txBody>
          </p:sp>
        </p:grpSp>
      </p:grpSp>
      <p:sp>
        <p:nvSpPr>
          <p:cNvPr id="313" name="Text Box 57">
            <a:extLst>
              <a:ext uri="{FF2B5EF4-FFF2-40B4-BE49-F238E27FC236}">
                <a16:creationId xmlns:a16="http://schemas.microsoft.com/office/drawing/2014/main" id="{64A60984-9F92-014B-A1A1-4ED6EE18F03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41194" y="3975560"/>
            <a:ext cx="4752135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dirty="0">
                <a:solidFill>
                  <a:srgbClr val="000000"/>
                </a:solidFill>
                <a:latin typeface="+mn-lt"/>
              </a:rPr>
              <a:t>resulting least-cost-path tree from u:</a:t>
            </a:r>
          </a:p>
        </p:txBody>
      </p:sp>
      <p:grpSp>
        <p:nvGrpSpPr>
          <p:cNvPr id="24" name="Group 23">
            <a:extLst>
              <a:ext uri="{FF2B5EF4-FFF2-40B4-BE49-F238E27FC236}">
                <a16:creationId xmlns:a16="http://schemas.microsoft.com/office/drawing/2014/main" id="{6CB75B83-340D-DF48-B11B-E4763431618C}"/>
              </a:ext>
            </a:extLst>
          </p:cNvPr>
          <p:cNvGrpSpPr/>
          <p:nvPr/>
        </p:nvGrpSpPr>
        <p:grpSpPr>
          <a:xfrm>
            <a:off x="5736310" y="3974818"/>
            <a:ext cx="4022768" cy="2583002"/>
            <a:chOff x="6731733" y="3986393"/>
            <a:chExt cx="4022768" cy="2583002"/>
          </a:xfrm>
        </p:grpSpPr>
        <p:sp>
          <p:nvSpPr>
            <p:cNvPr id="329" name="Text Box 73">
              <a:extLst>
                <a:ext uri="{FF2B5EF4-FFF2-40B4-BE49-F238E27FC236}">
                  <a16:creationId xmlns:a16="http://schemas.microsoft.com/office/drawing/2014/main" id="{33F13002-9C84-AC45-85CD-36E5D057AC9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731733" y="3986393"/>
              <a:ext cx="402276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lang="en-US" dirty="0">
                  <a:solidFill>
                    <a:srgbClr val="000000"/>
                  </a:solidFill>
                  <a:latin typeface="+mn-lt"/>
                </a:rPr>
                <a:t>resulting forwarding table in u:</a:t>
              </a:r>
            </a:p>
          </p:txBody>
        </p:sp>
        <p:grpSp>
          <p:nvGrpSpPr>
            <p:cNvPr id="22" name="Group 21">
              <a:extLst>
                <a:ext uri="{FF2B5EF4-FFF2-40B4-BE49-F238E27FC236}">
                  <a16:creationId xmlns:a16="http://schemas.microsoft.com/office/drawing/2014/main" id="{5A06AC3B-3519-6940-83CC-F298AC6E1530}"/>
                </a:ext>
              </a:extLst>
            </p:cNvPr>
            <p:cNvGrpSpPr/>
            <p:nvPr/>
          </p:nvGrpSpPr>
          <p:grpSpPr>
            <a:xfrm>
              <a:off x="7373074" y="4495305"/>
              <a:ext cx="2423080" cy="2074090"/>
              <a:chOff x="9178724" y="1740531"/>
              <a:chExt cx="2423080" cy="2074090"/>
            </a:xfrm>
          </p:grpSpPr>
          <p:sp>
            <p:nvSpPr>
              <p:cNvPr id="21" name="Rectangle 20">
                <a:extLst>
                  <a:ext uri="{FF2B5EF4-FFF2-40B4-BE49-F238E27FC236}">
                    <a16:creationId xmlns:a16="http://schemas.microsoft.com/office/drawing/2014/main" id="{FA510DE8-21E1-A542-BA94-C8D9DE35CF35}"/>
                  </a:ext>
                </a:extLst>
              </p:cNvPr>
              <p:cNvSpPr/>
              <p:nvPr/>
            </p:nvSpPr>
            <p:spPr>
              <a:xfrm>
                <a:off x="9199418" y="1778000"/>
                <a:ext cx="2373746" cy="277091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" name="Rectangle 1">
                <a:extLst>
                  <a:ext uri="{FF2B5EF4-FFF2-40B4-BE49-F238E27FC236}">
                    <a16:creationId xmlns:a16="http://schemas.microsoft.com/office/drawing/2014/main" id="{1854B982-B7D4-D841-A53C-E699EE81E943}"/>
                  </a:ext>
                </a:extLst>
              </p:cNvPr>
              <p:cNvSpPr/>
              <p:nvPr/>
            </p:nvSpPr>
            <p:spPr>
              <a:xfrm>
                <a:off x="9190298" y="1770927"/>
                <a:ext cx="2384385" cy="1979271"/>
              </a:xfrm>
              <a:prstGeom prst="rect">
                <a:avLst/>
              </a:prstGeom>
              <a:noFill/>
              <a:ln>
                <a:solidFill>
                  <a:srgbClr val="0000A8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7" name="TextBox 6">
                <a:extLst>
                  <a:ext uri="{FF2B5EF4-FFF2-40B4-BE49-F238E27FC236}">
                    <a16:creationId xmlns:a16="http://schemas.microsoft.com/office/drawing/2014/main" id="{7507A910-2025-F047-93E1-3DCFBCE13ED1}"/>
                  </a:ext>
                </a:extLst>
              </p:cNvPr>
              <p:cNvSpPr txBox="1"/>
              <p:nvPr/>
            </p:nvSpPr>
            <p:spPr>
              <a:xfrm>
                <a:off x="9572264" y="2060295"/>
                <a:ext cx="404278" cy="1754326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>
                  <a:lnSpc>
                    <a:spcPct val="90000"/>
                  </a:lnSpc>
                </a:pPr>
                <a:r>
                  <a:rPr lang="en-US" sz="2400" dirty="0"/>
                  <a:t>v</a:t>
                </a:r>
              </a:p>
              <a:p>
                <a:pPr algn="ctr">
                  <a:lnSpc>
                    <a:spcPct val="90000"/>
                  </a:lnSpc>
                </a:pPr>
                <a:r>
                  <a:rPr lang="en-US" sz="2400" dirty="0"/>
                  <a:t>x</a:t>
                </a:r>
              </a:p>
              <a:p>
                <a:pPr algn="ctr">
                  <a:lnSpc>
                    <a:spcPct val="90000"/>
                  </a:lnSpc>
                </a:pPr>
                <a:r>
                  <a:rPr lang="en-US" sz="2400" dirty="0"/>
                  <a:t>y</a:t>
                </a:r>
              </a:p>
              <a:p>
                <a:pPr algn="ctr">
                  <a:lnSpc>
                    <a:spcPct val="90000"/>
                  </a:lnSpc>
                </a:pPr>
                <a:r>
                  <a:rPr lang="en-US" sz="2400" dirty="0"/>
                  <a:t>w</a:t>
                </a:r>
              </a:p>
              <a:p>
                <a:pPr algn="ctr">
                  <a:lnSpc>
                    <a:spcPct val="90000"/>
                  </a:lnSpc>
                </a:pPr>
                <a:r>
                  <a:rPr lang="en-US" sz="2400" dirty="0"/>
                  <a:t>x</a:t>
                </a:r>
                <a:endParaRPr lang="en-US" dirty="0"/>
              </a:p>
            </p:txBody>
          </p:sp>
          <p:sp>
            <p:nvSpPr>
              <p:cNvPr id="330" name="TextBox 329">
                <a:extLst>
                  <a:ext uri="{FF2B5EF4-FFF2-40B4-BE49-F238E27FC236}">
                    <a16:creationId xmlns:a16="http://schemas.microsoft.com/office/drawing/2014/main" id="{D2ECC22B-FD29-854E-98E6-577039BEAFC8}"/>
                  </a:ext>
                </a:extLst>
              </p:cNvPr>
              <p:cNvSpPr txBox="1"/>
              <p:nvPr/>
            </p:nvSpPr>
            <p:spPr>
              <a:xfrm>
                <a:off x="10615914" y="2050649"/>
                <a:ext cx="748923" cy="1754326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>
                  <a:lnSpc>
                    <a:spcPct val="90000"/>
                  </a:lnSpc>
                </a:pPr>
                <a:r>
                  <a:rPr lang="en-US" sz="2400" dirty="0"/>
                  <a:t>(u,v)</a:t>
                </a:r>
              </a:p>
              <a:p>
                <a:pPr>
                  <a:lnSpc>
                    <a:spcPct val="90000"/>
                  </a:lnSpc>
                </a:pPr>
                <a:r>
                  <a:rPr lang="en-US" sz="2400" dirty="0"/>
                  <a:t>(u,x)</a:t>
                </a:r>
              </a:p>
              <a:p>
                <a:pPr>
                  <a:lnSpc>
                    <a:spcPct val="90000"/>
                  </a:lnSpc>
                </a:pPr>
                <a:r>
                  <a:rPr lang="en-US" sz="2400" dirty="0"/>
                  <a:t>(u,x)</a:t>
                </a:r>
              </a:p>
              <a:p>
                <a:pPr>
                  <a:lnSpc>
                    <a:spcPct val="90000"/>
                  </a:lnSpc>
                </a:pPr>
                <a:r>
                  <a:rPr lang="en-US" sz="2400" dirty="0"/>
                  <a:t>(u,x)</a:t>
                </a:r>
              </a:p>
              <a:p>
                <a:pPr>
                  <a:lnSpc>
                    <a:spcPct val="90000"/>
                  </a:lnSpc>
                </a:pPr>
                <a:r>
                  <a:rPr lang="en-US" sz="2400" dirty="0"/>
                  <a:t>(u,x)</a:t>
                </a:r>
                <a:endParaRPr lang="en-US" dirty="0"/>
              </a:p>
            </p:txBody>
          </p:sp>
          <p:sp>
            <p:nvSpPr>
              <p:cNvPr id="8" name="TextBox 7">
                <a:extLst>
                  <a:ext uri="{FF2B5EF4-FFF2-40B4-BE49-F238E27FC236}">
                    <a16:creationId xmlns:a16="http://schemas.microsoft.com/office/drawing/2014/main" id="{9E9A1932-3100-C346-AA74-8048C9EF5669}"/>
                  </a:ext>
                </a:extLst>
              </p:cNvPr>
              <p:cNvSpPr txBox="1"/>
              <p:nvPr/>
            </p:nvSpPr>
            <p:spPr>
              <a:xfrm>
                <a:off x="9220467" y="1747835"/>
                <a:ext cx="1123000" cy="33855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1600" dirty="0"/>
                  <a:t>destination</a:t>
                </a:r>
                <a:endParaRPr lang="en-US" dirty="0"/>
              </a:p>
            </p:txBody>
          </p:sp>
          <p:sp>
            <p:nvSpPr>
              <p:cNvPr id="331" name="TextBox 330">
                <a:extLst>
                  <a:ext uri="{FF2B5EF4-FFF2-40B4-BE49-F238E27FC236}">
                    <a16:creationId xmlns:a16="http://schemas.microsoft.com/office/drawing/2014/main" id="{5C520567-C138-9F4F-972E-A6D6E1C098AE}"/>
                  </a:ext>
                </a:extLst>
              </p:cNvPr>
              <p:cNvSpPr txBox="1"/>
              <p:nvPr/>
            </p:nvSpPr>
            <p:spPr>
              <a:xfrm>
                <a:off x="10338125" y="1740531"/>
                <a:ext cx="1263679" cy="33855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1600" dirty="0"/>
                  <a:t>outgoing link</a:t>
                </a:r>
              </a:p>
            </p:txBody>
          </p:sp>
          <p:cxnSp>
            <p:nvCxnSpPr>
              <p:cNvPr id="10" name="Straight Connector 9">
                <a:extLst>
                  <a:ext uri="{FF2B5EF4-FFF2-40B4-BE49-F238E27FC236}">
                    <a16:creationId xmlns:a16="http://schemas.microsoft.com/office/drawing/2014/main" id="{C34AB781-8439-8C4F-8F97-23D8CA7BA06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178724" y="2060293"/>
                <a:ext cx="2395960" cy="0"/>
              </a:xfrm>
              <a:prstGeom prst="line">
                <a:avLst/>
              </a:prstGeom>
              <a:ln w="12700">
                <a:solidFill>
                  <a:srgbClr val="0000A8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32" name="Straight Connector 331">
                <a:extLst>
                  <a:ext uri="{FF2B5EF4-FFF2-40B4-BE49-F238E27FC236}">
                    <a16:creationId xmlns:a16="http://schemas.microsoft.com/office/drawing/2014/main" id="{CE7D2336-FF8B-F94C-A7C3-827D1CE1B03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59342" y="1770927"/>
                <a:ext cx="0" cy="1990845"/>
              </a:xfrm>
              <a:prstGeom prst="line">
                <a:avLst/>
              </a:prstGeom>
              <a:ln w="12700">
                <a:solidFill>
                  <a:srgbClr val="0000A8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29" name="Group 28">
            <a:extLst>
              <a:ext uri="{FF2B5EF4-FFF2-40B4-BE49-F238E27FC236}">
                <a16:creationId xmlns:a16="http://schemas.microsoft.com/office/drawing/2014/main" id="{F7EB9AF4-5603-FB43-B05B-61449C2AEFFB}"/>
              </a:ext>
            </a:extLst>
          </p:cNvPr>
          <p:cNvGrpSpPr/>
          <p:nvPr/>
        </p:nvGrpSpPr>
        <p:grpSpPr>
          <a:xfrm>
            <a:off x="8565265" y="4815068"/>
            <a:ext cx="3170508" cy="369332"/>
            <a:chOff x="8565265" y="4815068"/>
            <a:chExt cx="3170508" cy="369332"/>
          </a:xfrm>
        </p:grpSpPr>
        <p:sp>
          <p:nvSpPr>
            <p:cNvPr id="25" name="TextBox 24">
              <a:extLst>
                <a:ext uri="{FF2B5EF4-FFF2-40B4-BE49-F238E27FC236}">
                  <a16:creationId xmlns:a16="http://schemas.microsoft.com/office/drawing/2014/main" id="{7E6387EE-3D37-4948-8425-E51C56BFAD3E}"/>
                </a:ext>
              </a:extLst>
            </p:cNvPr>
            <p:cNvSpPr txBox="1"/>
            <p:nvPr/>
          </p:nvSpPr>
          <p:spPr>
            <a:xfrm>
              <a:off x="9201874" y="4815068"/>
              <a:ext cx="2533899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dirty="0"/>
                <a:t>route from </a:t>
              </a:r>
              <a:r>
                <a:rPr lang="en-US" i="1" dirty="0"/>
                <a:t>u</a:t>
              </a:r>
              <a:r>
                <a:rPr lang="en-US" dirty="0"/>
                <a:t> to</a:t>
              </a:r>
              <a:r>
                <a:rPr lang="en-US" i="1" dirty="0"/>
                <a:t> v </a:t>
              </a:r>
              <a:r>
                <a:rPr lang="en-US" dirty="0"/>
                <a:t>directly</a:t>
              </a:r>
            </a:p>
          </p:txBody>
        </p:sp>
        <p:cxnSp>
          <p:nvCxnSpPr>
            <p:cNvPr id="27" name="Straight Connector 26">
              <a:extLst>
                <a:ext uri="{FF2B5EF4-FFF2-40B4-BE49-F238E27FC236}">
                  <a16:creationId xmlns:a16="http://schemas.microsoft.com/office/drawing/2014/main" id="{B127B774-BBDB-844B-9FDB-AFB31AC4A39F}"/>
                </a:ext>
              </a:extLst>
            </p:cNvPr>
            <p:cNvCxnSpPr>
              <a:cxnSpLocks/>
            </p:cNvCxnSpPr>
            <p:nvPr/>
          </p:nvCxnSpPr>
          <p:spPr>
            <a:xfrm>
              <a:off x="8565265" y="5000264"/>
              <a:ext cx="682907" cy="0"/>
            </a:xfrm>
            <a:prstGeom prst="line">
              <a:avLst/>
            </a:prstGeom>
            <a:ln w="12700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1" name="Group 30">
            <a:extLst>
              <a:ext uri="{FF2B5EF4-FFF2-40B4-BE49-F238E27FC236}">
                <a16:creationId xmlns:a16="http://schemas.microsoft.com/office/drawing/2014/main" id="{7F3C6B55-B326-044B-8E06-D5159D43754E}"/>
              </a:ext>
            </a:extLst>
          </p:cNvPr>
          <p:cNvGrpSpPr/>
          <p:nvPr/>
        </p:nvGrpSpPr>
        <p:grpSpPr>
          <a:xfrm>
            <a:off x="8877782" y="5197032"/>
            <a:ext cx="2372811" cy="1260926"/>
            <a:chOff x="8877782" y="5197032"/>
            <a:chExt cx="2372811" cy="1260926"/>
          </a:xfrm>
        </p:grpSpPr>
        <p:sp>
          <p:nvSpPr>
            <p:cNvPr id="333" name="TextBox 332">
              <a:extLst>
                <a:ext uri="{FF2B5EF4-FFF2-40B4-BE49-F238E27FC236}">
                  <a16:creationId xmlns:a16="http://schemas.microsoft.com/office/drawing/2014/main" id="{C09FF997-745F-784E-9A60-C291F499E8CB}"/>
                </a:ext>
              </a:extLst>
            </p:cNvPr>
            <p:cNvSpPr txBox="1"/>
            <p:nvPr/>
          </p:nvSpPr>
          <p:spPr>
            <a:xfrm>
              <a:off x="9215379" y="5534628"/>
              <a:ext cx="2035214" cy="9233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dirty="0"/>
                <a:t>route from u to all other destinations via </a:t>
              </a:r>
              <a:r>
                <a:rPr lang="en-US" i="1" dirty="0"/>
                <a:t>x</a:t>
              </a:r>
              <a:r>
                <a:rPr lang="en-US" dirty="0"/>
                <a:t> </a:t>
              </a:r>
            </a:p>
          </p:txBody>
        </p:sp>
        <p:sp>
          <p:nvSpPr>
            <p:cNvPr id="30" name="Right Brace 29">
              <a:extLst>
                <a:ext uri="{FF2B5EF4-FFF2-40B4-BE49-F238E27FC236}">
                  <a16:creationId xmlns:a16="http://schemas.microsoft.com/office/drawing/2014/main" id="{68ADB3E5-D636-BB44-86FA-BBB701733A10}"/>
                </a:ext>
              </a:extLst>
            </p:cNvPr>
            <p:cNvSpPr/>
            <p:nvPr/>
          </p:nvSpPr>
          <p:spPr>
            <a:xfrm>
              <a:off x="8877782" y="5197032"/>
              <a:ext cx="352218" cy="1238491"/>
            </a:xfrm>
            <a:prstGeom prst="rightBrace">
              <a:avLst/>
            </a:prstGeom>
            <a:ln w="12700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</p:spTree>
    <p:extLst>
      <p:ext uri="{BB962C8B-B14F-4D97-AF65-F5344CB8AC3E}">
        <p14:creationId xmlns:p14="http://schemas.microsoft.com/office/powerpoint/2010/main" val="134556569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5B27BFF1-5DCE-D642-8EFE-FACB1C97EEE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199" y="354060"/>
            <a:ext cx="11179629" cy="894622"/>
          </a:xfrm>
        </p:spPr>
        <p:txBody>
          <a:bodyPr/>
          <a:lstStyle/>
          <a:p>
            <a:r>
              <a:rPr lang="en-US" b="0" dirty="0">
                <a:latin typeface="+mn-lt"/>
              </a:rPr>
              <a:t>Dijkstra’s algorithm: another example</a:t>
            </a:r>
          </a:p>
        </p:txBody>
      </p:sp>
      <p:sp>
        <p:nvSpPr>
          <p:cNvPr id="546" name="Slide Number Placeholder 4">
            <a:extLst>
              <a:ext uri="{FF2B5EF4-FFF2-40B4-BE49-F238E27FC236}">
                <a16:creationId xmlns:a16="http://schemas.microsoft.com/office/drawing/2014/main" id="{5DC8F37A-7230-5148-88D9-265AE5AD394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Network Layer: 5-</a:t>
            </a:r>
            <a:fld id="{C4204591-24BD-A542-B9D5-F8D8A88D2FEE}" type="slidenum">
              <a:rPr kumimoji="0" lang="en-US" sz="1100" b="0" i="0" u="none" strike="noStrike" kern="1200" cap="none" spc="0" normalizeH="0" baseline="0" noProof="0" smtClean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28</a:t>
            </a:fld>
            <a:endParaRPr kumimoji="0" lang="en-US" sz="11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50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276" name="Group 2">
            <a:extLst>
              <a:ext uri="{FF2B5EF4-FFF2-40B4-BE49-F238E27FC236}">
                <a16:creationId xmlns:a16="http://schemas.microsoft.com/office/drawing/2014/main" id="{32F1096F-92AF-264C-9891-4B2131A1535A}"/>
              </a:ext>
            </a:extLst>
          </p:cNvPr>
          <p:cNvGrpSpPr>
            <a:grpSpLocks/>
          </p:cNvGrpSpPr>
          <p:nvPr/>
        </p:nvGrpSpPr>
        <p:grpSpPr bwMode="auto">
          <a:xfrm>
            <a:off x="7267328" y="1497821"/>
            <a:ext cx="4217987" cy="3364357"/>
            <a:chOff x="415" y="856"/>
            <a:chExt cx="2910" cy="2258"/>
          </a:xfrm>
        </p:grpSpPr>
        <p:grpSp>
          <p:nvGrpSpPr>
            <p:cNvPr id="277" name="Group 3">
              <a:extLst>
                <a:ext uri="{FF2B5EF4-FFF2-40B4-BE49-F238E27FC236}">
                  <a16:creationId xmlns:a16="http://schemas.microsoft.com/office/drawing/2014/main" id="{658BC70D-BFE1-3445-B630-7B3A4A79644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290" y="1997"/>
              <a:ext cx="316" cy="267"/>
              <a:chOff x="1613" y="2011"/>
              <a:chExt cx="316" cy="267"/>
            </a:xfrm>
          </p:grpSpPr>
          <p:sp>
            <p:nvSpPr>
              <p:cNvPr id="339" name="Oval 4">
                <a:extLst>
                  <a:ext uri="{FF2B5EF4-FFF2-40B4-BE49-F238E27FC236}">
                    <a16:creationId xmlns:a16="http://schemas.microsoft.com/office/drawing/2014/main" id="{12B70928-94ED-274E-B17E-6E7CC5A85C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6" y="2138"/>
                <a:ext cx="311" cy="81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40" name="Line 5">
                <a:extLst>
                  <a:ext uri="{FF2B5EF4-FFF2-40B4-BE49-F238E27FC236}">
                    <a16:creationId xmlns:a16="http://schemas.microsoft.com/office/drawing/2014/main" id="{724BACA0-C784-AA40-8F39-24AD7753794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616" y="2129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41" name="Line 6">
                <a:extLst>
                  <a:ext uri="{FF2B5EF4-FFF2-40B4-BE49-F238E27FC236}">
                    <a16:creationId xmlns:a16="http://schemas.microsoft.com/office/drawing/2014/main" id="{60ABD3DF-926A-F240-941E-16F8EC7F87C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29" y="2129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42" name="Rectangle 7">
                <a:extLst>
                  <a:ext uri="{FF2B5EF4-FFF2-40B4-BE49-F238E27FC236}">
                    <a16:creationId xmlns:a16="http://schemas.microsoft.com/office/drawing/2014/main" id="{422D10D2-9AFE-1242-8892-1E7B20AE22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6" y="2129"/>
                <a:ext cx="308" cy="49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43" name="Oval 8">
                <a:extLst>
                  <a:ext uri="{FF2B5EF4-FFF2-40B4-BE49-F238E27FC236}">
                    <a16:creationId xmlns:a16="http://schemas.microsoft.com/office/drawing/2014/main" id="{A63B1AAC-711F-694A-BF58-5189313DB8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3" y="2072"/>
                <a:ext cx="311" cy="95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44" name="Rectangle 9">
                <a:extLst>
                  <a:ext uri="{FF2B5EF4-FFF2-40B4-BE49-F238E27FC236}">
                    <a16:creationId xmlns:a16="http://schemas.microsoft.com/office/drawing/2014/main" id="{C458B676-20F1-6E43-A811-83BAEA22C3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6" y="2100"/>
                <a:ext cx="140" cy="105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45" name="Text Box 10">
                <a:extLst>
                  <a:ext uri="{FF2B5EF4-FFF2-40B4-BE49-F238E27FC236}">
                    <a16:creationId xmlns:a16="http://schemas.microsoft.com/office/drawing/2014/main" id="{484CB1B7-C628-9F42-990E-9F7B96F3444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633" y="2011"/>
                <a:ext cx="254" cy="2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w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278" name="Text Box 11">
              <a:extLst>
                <a:ext uri="{FF2B5EF4-FFF2-40B4-BE49-F238E27FC236}">
                  <a16:creationId xmlns:a16="http://schemas.microsoft.com/office/drawing/2014/main" id="{2C66EC07-AF51-8046-9F06-245C35A6BAE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25" y="1959"/>
              <a:ext cx="215" cy="24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79" name="Text Box 12">
              <a:extLst>
                <a:ext uri="{FF2B5EF4-FFF2-40B4-BE49-F238E27FC236}">
                  <a16:creationId xmlns:a16="http://schemas.microsoft.com/office/drawing/2014/main" id="{FD2DA6DD-F18F-9646-A088-CBDDFC29893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30" y="1478"/>
              <a:ext cx="215" cy="24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4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280" name="Group 13">
              <a:extLst>
                <a:ext uri="{FF2B5EF4-FFF2-40B4-BE49-F238E27FC236}">
                  <a16:creationId xmlns:a16="http://schemas.microsoft.com/office/drawing/2014/main" id="{471A1164-4650-7144-A6A9-CC01236964B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299" y="2848"/>
              <a:ext cx="316" cy="266"/>
              <a:chOff x="1613" y="2011"/>
              <a:chExt cx="316" cy="266"/>
            </a:xfrm>
          </p:grpSpPr>
          <p:sp>
            <p:nvSpPr>
              <p:cNvPr id="332" name="Oval 14">
                <a:extLst>
                  <a:ext uri="{FF2B5EF4-FFF2-40B4-BE49-F238E27FC236}">
                    <a16:creationId xmlns:a16="http://schemas.microsoft.com/office/drawing/2014/main" id="{80A336F3-1162-5342-AC4A-8B2AED4E91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6" y="2138"/>
                <a:ext cx="313" cy="81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33" name="Line 15">
                <a:extLst>
                  <a:ext uri="{FF2B5EF4-FFF2-40B4-BE49-F238E27FC236}">
                    <a16:creationId xmlns:a16="http://schemas.microsoft.com/office/drawing/2014/main" id="{9FF9E86E-2F60-184C-8322-81DAB6CC792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616" y="2131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34" name="Line 16">
                <a:extLst>
                  <a:ext uri="{FF2B5EF4-FFF2-40B4-BE49-F238E27FC236}">
                    <a16:creationId xmlns:a16="http://schemas.microsoft.com/office/drawing/2014/main" id="{139291DA-0B23-AF4A-80E1-C5AB8C8D548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29" y="2131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35" name="Rectangle 17">
                <a:extLst>
                  <a:ext uri="{FF2B5EF4-FFF2-40B4-BE49-F238E27FC236}">
                    <a16:creationId xmlns:a16="http://schemas.microsoft.com/office/drawing/2014/main" id="{DCCEEA9D-E3E7-3E47-B22F-9936B29397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6" y="2131"/>
                <a:ext cx="310" cy="49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36" name="Oval 18">
                <a:extLst>
                  <a:ext uri="{FF2B5EF4-FFF2-40B4-BE49-F238E27FC236}">
                    <a16:creationId xmlns:a16="http://schemas.microsoft.com/office/drawing/2014/main" id="{BC673A69-9F19-6E48-B78B-300E678AB9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3" y="2072"/>
                <a:ext cx="313" cy="95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37" name="Rectangle 19">
                <a:extLst>
                  <a:ext uri="{FF2B5EF4-FFF2-40B4-BE49-F238E27FC236}">
                    <a16:creationId xmlns:a16="http://schemas.microsoft.com/office/drawing/2014/main" id="{9CB54AFD-33DB-F34A-A696-9C14C1F2BC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7" y="2100"/>
                <a:ext cx="141" cy="105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38" name="Text Box 20">
                <a:extLst>
                  <a:ext uri="{FF2B5EF4-FFF2-40B4-BE49-F238E27FC236}">
                    <a16:creationId xmlns:a16="http://schemas.microsoft.com/office/drawing/2014/main" id="{AC845383-9D3E-5C42-BB6B-3E65197E8A6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652" y="2011"/>
                <a:ext cx="215" cy="26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v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281" name="Group 21">
              <a:extLst>
                <a:ext uri="{FF2B5EF4-FFF2-40B4-BE49-F238E27FC236}">
                  <a16:creationId xmlns:a16="http://schemas.microsoft.com/office/drawing/2014/main" id="{BA8E377E-CA1A-ED4B-BF90-295028D96A7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295" y="856"/>
              <a:ext cx="316" cy="266"/>
              <a:chOff x="1613" y="2011"/>
              <a:chExt cx="316" cy="266"/>
            </a:xfrm>
          </p:grpSpPr>
          <p:sp>
            <p:nvSpPr>
              <p:cNvPr id="325" name="Oval 22">
                <a:extLst>
                  <a:ext uri="{FF2B5EF4-FFF2-40B4-BE49-F238E27FC236}">
                    <a16:creationId xmlns:a16="http://schemas.microsoft.com/office/drawing/2014/main" id="{BDA57358-5E81-8C48-92CB-61DF13F507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6" y="2138"/>
                <a:ext cx="313" cy="81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26" name="Line 23">
                <a:extLst>
                  <a:ext uri="{FF2B5EF4-FFF2-40B4-BE49-F238E27FC236}">
                    <a16:creationId xmlns:a16="http://schemas.microsoft.com/office/drawing/2014/main" id="{25B69C18-8DE4-7742-9F14-35A6A889477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616" y="2131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27" name="Line 24">
                <a:extLst>
                  <a:ext uri="{FF2B5EF4-FFF2-40B4-BE49-F238E27FC236}">
                    <a16:creationId xmlns:a16="http://schemas.microsoft.com/office/drawing/2014/main" id="{6CB89C37-D416-D242-8479-89D57F65205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29" y="2131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28" name="Rectangle 25">
                <a:extLst>
                  <a:ext uri="{FF2B5EF4-FFF2-40B4-BE49-F238E27FC236}">
                    <a16:creationId xmlns:a16="http://schemas.microsoft.com/office/drawing/2014/main" id="{21DBFB42-3378-4745-AF73-D425CA55A3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6" y="2131"/>
                <a:ext cx="310" cy="49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29" name="Oval 26">
                <a:extLst>
                  <a:ext uri="{FF2B5EF4-FFF2-40B4-BE49-F238E27FC236}">
                    <a16:creationId xmlns:a16="http://schemas.microsoft.com/office/drawing/2014/main" id="{447835FA-E0FB-B943-9D6A-5FD5261488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1" y="2072"/>
                <a:ext cx="313" cy="97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30" name="Rectangle 27">
                <a:extLst>
                  <a:ext uri="{FF2B5EF4-FFF2-40B4-BE49-F238E27FC236}">
                    <a16:creationId xmlns:a16="http://schemas.microsoft.com/office/drawing/2014/main" id="{07E675A6-015B-7F42-BDF9-8330D4ADC6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7" y="2100"/>
                <a:ext cx="141" cy="103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31" name="Text Box 28">
                <a:extLst>
                  <a:ext uri="{FF2B5EF4-FFF2-40B4-BE49-F238E27FC236}">
                    <a16:creationId xmlns:a16="http://schemas.microsoft.com/office/drawing/2014/main" id="{9E12F9CF-21DB-3349-B2C0-3044A3D51B5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652" y="2011"/>
                <a:ext cx="215" cy="2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x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282" name="Group 29">
              <a:extLst>
                <a:ext uri="{FF2B5EF4-FFF2-40B4-BE49-F238E27FC236}">
                  <a16:creationId xmlns:a16="http://schemas.microsoft.com/office/drawing/2014/main" id="{21FBA163-2A78-6543-B0CC-7CA119F1B6E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15" y="2028"/>
              <a:ext cx="316" cy="267"/>
              <a:chOff x="1613" y="2011"/>
              <a:chExt cx="316" cy="267"/>
            </a:xfrm>
          </p:grpSpPr>
          <p:sp>
            <p:nvSpPr>
              <p:cNvPr id="318" name="Oval 30">
                <a:extLst>
                  <a:ext uri="{FF2B5EF4-FFF2-40B4-BE49-F238E27FC236}">
                    <a16:creationId xmlns:a16="http://schemas.microsoft.com/office/drawing/2014/main" id="{29825365-4AD8-5E4B-8933-DB1422AAA0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6" y="2138"/>
                <a:ext cx="313" cy="82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19" name="Line 31">
                <a:extLst>
                  <a:ext uri="{FF2B5EF4-FFF2-40B4-BE49-F238E27FC236}">
                    <a16:creationId xmlns:a16="http://schemas.microsoft.com/office/drawing/2014/main" id="{F38B670B-8807-404D-9154-5457C970222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616" y="2131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20" name="Line 32">
                <a:extLst>
                  <a:ext uri="{FF2B5EF4-FFF2-40B4-BE49-F238E27FC236}">
                    <a16:creationId xmlns:a16="http://schemas.microsoft.com/office/drawing/2014/main" id="{00108054-5F4F-9447-84AE-A11B0755C19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31" y="2131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21" name="Rectangle 33">
                <a:extLst>
                  <a:ext uri="{FF2B5EF4-FFF2-40B4-BE49-F238E27FC236}">
                    <a16:creationId xmlns:a16="http://schemas.microsoft.com/office/drawing/2014/main" id="{D048D158-7C67-CC4B-A11E-67C17E0A24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6" y="2131"/>
                <a:ext cx="310" cy="49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22" name="Oval 34">
                <a:extLst>
                  <a:ext uri="{FF2B5EF4-FFF2-40B4-BE49-F238E27FC236}">
                    <a16:creationId xmlns:a16="http://schemas.microsoft.com/office/drawing/2014/main" id="{138D5ABE-A76B-984C-BC94-76AC43F40B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3" y="2072"/>
                <a:ext cx="313" cy="97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23" name="Rectangle 35">
                <a:extLst>
                  <a:ext uri="{FF2B5EF4-FFF2-40B4-BE49-F238E27FC236}">
                    <a16:creationId xmlns:a16="http://schemas.microsoft.com/office/drawing/2014/main" id="{A4BA8382-8E98-814C-B112-88E0250B6E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7" y="2102"/>
                <a:ext cx="141" cy="103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24" name="Text Box 36">
                <a:extLst>
                  <a:ext uri="{FF2B5EF4-FFF2-40B4-BE49-F238E27FC236}">
                    <a16:creationId xmlns:a16="http://schemas.microsoft.com/office/drawing/2014/main" id="{C430FDFB-B840-284A-B1DA-B79B4376897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648" y="2011"/>
                <a:ext cx="226" cy="26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u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283" name="Line 37">
              <a:extLst>
                <a:ext uri="{FF2B5EF4-FFF2-40B4-BE49-F238E27FC236}">
                  <a16:creationId xmlns:a16="http://schemas.microsoft.com/office/drawing/2014/main" id="{808D4F56-0160-9841-BF84-39B90D2E1D6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38" y="2156"/>
              <a:ext cx="632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84" name="Line 38">
              <a:extLst>
                <a:ext uri="{FF2B5EF4-FFF2-40B4-BE49-F238E27FC236}">
                  <a16:creationId xmlns:a16="http://schemas.microsoft.com/office/drawing/2014/main" id="{7AFA0E43-6979-C944-8C7A-BFE8A232B3D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40" y="1082"/>
              <a:ext cx="0" cy="962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85" name="Line 39">
              <a:extLst>
                <a:ext uri="{FF2B5EF4-FFF2-40B4-BE49-F238E27FC236}">
                  <a16:creationId xmlns:a16="http://schemas.microsoft.com/office/drawing/2014/main" id="{8B831959-D369-6E45-8A3C-8760AE9252D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14" y="1021"/>
              <a:ext cx="674" cy="108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86" name="Text Box 40">
              <a:extLst>
                <a:ext uri="{FF2B5EF4-FFF2-40B4-BE49-F238E27FC236}">
                  <a16:creationId xmlns:a16="http://schemas.microsoft.com/office/drawing/2014/main" id="{4F3E9232-C703-104F-A4AB-12CF1F98134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72" y="1368"/>
              <a:ext cx="215" cy="24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87" name="Line 41">
              <a:extLst>
                <a:ext uri="{FF2B5EF4-FFF2-40B4-BE49-F238E27FC236}">
                  <a16:creationId xmlns:a16="http://schemas.microsoft.com/office/drawing/2014/main" id="{5BC1DD56-6FD0-6A4A-8705-9C46BE3DC57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47" y="2206"/>
              <a:ext cx="9" cy="71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88" name="Text Box 42">
              <a:extLst>
                <a:ext uri="{FF2B5EF4-FFF2-40B4-BE49-F238E27FC236}">
                  <a16:creationId xmlns:a16="http://schemas.microsoft.com/office/drawing/2014/main" id="{8B65710B-4630-3345-85EB-E3A08BF77DB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54" y="2407"/>
              <a:ext cx="215" cy="24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89" name="Freeform 43">
              <a:extLst>
                <a:ext uri="{FF2B5EF4-FFF2-40B4-BE49-F238E27FC236}">
                  <a16:creationId xmlns:a16="http://schemas.microsoft.com/office/drawing/2014/main" id="{1DA37895-BEA5-2F44-B0FB-06B2F676B163}"/>
                </a:ext>
              </a:extLst>
            </p:cNvPr>
            <p:cNvSpPr>
              <a:spLocks/>
            </p:cNvSpPr>
            <p:nvPr/>
          </p:nvSpPr>
          <p:spPr bwMode="auto">
            <a:xfrm>
              <a:off x="601" y="2227"/>
              <a:ext cx="860" cy="799"/>
            </a:xfrm>
            <a:custGeom>
              <a:avLst/>
              <a:gdLst>
                <a:gd name="T0" fmla="*/ 0 w 857"/>
                <a:gd name="T1" fmla="*/ 0 h 1152"/>
                <a:gd name="T2" fmla="*/ 562 w 857"/>
                <a:gd name="T3" fmla="*/ 1152 h 1152"/>
                <a:gd name="T4" fmla="*/ 857 w 857"/>
                <a:gd name="T5" fmla="*/ 772 h 1152"/>
                <a:gd name="T6" fmla="*/ 0 60000 65536"/>
                <a:gd name="T7" fmla="*/ 0 60000 65536"/>
                <a:gd name="T8" fmla="*/ 0 60000 65536"/>
                <a:gd name="T9" fmla="*/ 0 w 857"/>
                <a:gd name="T10" fmla="*/ 0 h 1152"/>
                <a:gd name="T11" fmla="*/ 857 w 857"/>
                <a:gd name="T12" fmla="*/ 1152 h 1152"/>
                <a:gd name="connsiteX0" fmla="*/ 0 w 10000"/>
                <a:gd name="connsiteY0" fmla="*/ 0 h 6928"/>
                <a:gd name="connsiteX1" fmla="*/ 3770 w 10000"/>
                <a:gd name="connsiteY1" fmla="*/ 6300 h 6928"/>
                <a:gd name="connsiteX2" fmla="*/ 10000 w 10000"/>
                <a:gd name="connsiteY2" fmla="*/ 6701 h 6928"/>
                <a:gd name="connsiteX0" fmla="*/ 0 w 10000"/>
                <a:gd name="connsiteY0" fmla="*/ 0 h 9871"/>
                <a:gd name="connsiteX1" fmla="*/ 1802 w 10000"/>
                <a:gd name="connsiteY1" fmla="*/ 7634 h 9871"/>
                <a:gd name="connsiteX2" fmla="*/ 10000 w 10000"/>
                <a:gd name="connsiteY2" fmla="*/ 9672 h 9871"/>
                <a:gd name="connsiteX0" fmla="*/ 0 w 10000"/>
                <a:gd name="connsiteY0" fmla="*/ 0 h 10136"/>
                <a:gd name="connsiteX1" fmla="*/ 1802 w 10000"/>
                <a:gd name="connsiteY1" fmla="*/ 7734 h 10136"/>
                <a:gd name="connsiteX2" fmla="*/ 10000 w 10000"/>
                <a:gd name="connsiteY2" fmla="*/ 9798 h 10136"/>
                <a:gd name="connsiteX0" fmla="*/ 0 w 10000"/>
                <a:gd name="connsiteY0" fmla="*/ 0 h 10136"/>
                <a:gd name="connsiteX1" fmla="*/ 1802 w 10000"/>
                <a:gd name="connsiteY1" fmla="*/ 7734 h 10136"/>
                <a:gd name="connsiteX2" fmla="*/ 10000 w 10000"/>
                <a:gd name="connsiteY2" fmla="*/ 9798 h 10136"/>
                <a:gd name="connsiteX0" fmla="*/ 32 w 10032"/>
                <a:gd name="connsiteY0" fmla="*/ 0 h 10136"/>
                <a:gd name="connsiteX1" fmla="*/ 1834 w 10032"/>
                <a:gd name="connsiteY1" fmla="*/ 7734 h 10136"/>
                <a:gd name="connsiteX2" fmla="*/ 10032 w 10032"/>
                <a:gd name="connsiteY2" fmla="*/ 9798 h 101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032" h="10136">
                  <a:moveTo>
                    <a:pt x="32" y="0"/>
                  </a:moveTo>
                  <a:cubicBezTo>
                    <a:pt x="62" y="4573"/>
                    <a:pt x="-465" y="5047"/>
                    <a:pt x="1834" y="7734"/>
                  </a:cubicBezTo>
                  <a:cubicBezTo>
                    <a:pt x="4132" y="9414"/>
                    <a:pt x="9320" y="10802"/>
                    <a:pt x="10032" y="9798"/>
                  </a:cubicBezTo>
                </a:path>
              </a:pathLst>
            </a:cu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90" name="Text Box 44">
              <a:extLst>
                <a:ext uri="{FF2B5EF4-FFF2-40B4-BE49-F238E27FC236}">
                  <a16:creationId xmlns:a16="http://schemas.microsoft.com/office/drawing/2014/main" id="{14130176-E966-1940-B020-47161106B12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68" y="2582"/>
              <a:ext cx="216" cy="24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7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91" name="Line 45">
              <a:extLst>
                <a:ext uri="{FF2B5EF4-FFF2-40B4-BE49-F238E27FC236}">
                  <a16:creationId xmlns:a16="http://schemas.microsoft.com/office/drawing/2014/main" id="{5FA533BD-9B17-724F-B020-409CFC3CE35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450" y="2158"/>
              <a:ext cx="998" cy="823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92" name="Text Box 46">
              <a:extLst>
                <a:ext uri="{FF2B5EF4-FFF2-40B4-BE49-F238E27FC236}">
                  <a16:creationId xmlns:a16="http://schemas.microsoft.com/office/drawing/2014/main" id="{4B9E6712-F2E9-6348-B7CF-9CEC9EE3D66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96" y="2569"/>
              <a:ext cx="216" cy="24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4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93" name="Freeform 47">
              <a:extLst>
                <a:ext uri="{FF2B5EF4-FFF2-40B4-BE49-F238E27FC236}">
                  <a16:creationId xmlns:a16="http://schemas.microsoft.com/office/drawing/2014/main" id="{61A0A93C-B128-F646-84CC-2F72C42DF7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7" y="1946"/>
              <a:ext cx="991" cy="484"/>
            </a:xfrm>
            <a:custGeom>
              <a:avLst/>
              <a:gdLst>
                <a:gd name="T0" fmla="*/ 0 w 991"/>
                <a:gd name="T1" fmla="*/ 168 h 484"/>
                <a:gd name="T2" fmla="*/ 204 w 991"/>
                <a:gd name="T3" fmla="*/ 484 h 484"/>
                <a:gd name="T4" fmla="*/ 302 w 991"/>
                <a:gd name="T5" fmla="*/ 7 h 484"/>
                <a:gd name="T6" fmla="*/ 379 w 991"/>
                <a:gd name="T7" fmla="*/ 442 h 484"/>
                <a:gd name="T8" fmla="*/ 534 w 991"/>
                <a:gd name="T9" fmla="*/ 21 h 484"/>
                <a:gd name="T10" fmla="*/ 611 w 991"/>
                <a:gd name="T11" fmla="*/ 351 h 484"/>
                <a:gd name="T12" fmla="*/ 660 w 991"/>
                <a:gd name="T13" fmla="*/ 77 h 484"/>
                <a:gd name="T14" fmla="*/ 991 w 991"/>
                <a:gd name="T15" fmla="*/ 218 h 48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991"/>
                <a:gd name="T25" fmla="*/ 0 h 484"/>
                <a:gd name="T26" fmla="*/ 991 w 991"/>
                <a:gd name="T27" fmla="*/ 484 h 48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991" h="484">
                  <a:moveTo>
                    <a:pt x="0" y="168"/>
                  </a:moveTo>
                  <a:cubicBezTo>
                    <a:pt x="0" y="168"/>
                    <a:pt x="145" y="484"/>
                    <a:pt x="204" y="484"/>
                  </a:cubicBezTo>
                  <a:cubicBezTo>
                    <a:pt x="263" y="484"/>
                    <a:pt x="253" y="6"/>
                    <a:pt x="302" y="7"/>
                  </a:cubicBezTo>
                  <a:cubicBezTo>
                    <a:pt x="331" y="0"/>
                    <a:pt x="313" y="444"/>
                    <a:pt x="379" y="442"/>
                  </a:cubicBezTo>
                  <a:cubicBezTo>
                    <a:pt x="418" y="444"/>
                    <a:pt x="475" y="24"/>
                    <a:pt x="534" y="21"/>
                  </a:cubicBezTo>
                  <a:cubicBezTo>
                    <a:pt x="573" y="6"/>
                    <a:pt x="575" y="360"/>
                    <a:pt x="611" y="351"/>
                  </a:cubicBezTo>
                  <a:cubicBezTo>
                    <a:pt x="647" y="342"/>
                    <a:pt x="577" y="80"/>
                    <a:pt x="660" y="77"/>
                  </a:cubicBezTo>
                  <a:cubicBezTo>
                    <a:pt x="743" y="74"/>
                    <a:pt x="922" y="189"/>
                    <a:pt x="991" y="218"/>
                  </a:cubicBezTo>
                </a:path>
              </a:pathLst>
            </a:cu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294" name="Group 48">
              <a:extLst>
                <a:ext uri="{FF2B5EF4-FFF2-40B4-BE49-F238E27FC236}">
                  <a16:creationId xmlns:a16="http://schemas.microsoft.com/office/drawing/2014/main" id="{B7C23859-55BB-9B44-ADBB-F78119E7BD0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32" y="2021"/>
              <a:ext cx="316" cy="266"/>
              <a:chOff x="1613" y="2011"/>
              <a:chExt cx="316" cy="266"/>
            </a:xfrm>
          </p:grpSpPr>
          <p:sp>
            <p:nvSpPr>
              <p:cNvPr id="311" name="Oval 49">
                <a:extLst>
                  <a:ext uri="{FF2B5EF4-FFF2-40B4-BE49-F238E27FC236}">
                    <a16:creationId xmlns:a16="http://schemas.microsoft.com/office/drawing/2014/main" id="{949CF37C-265E-D64E-B325-9AB7E8C274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6" y="2136"/>
                <a:ext cx="313" cy="82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12" name="Line 50">
                <a:extLst>
                  <a:ext uri="{FF2B5EF4-FFF2-40B4-BE49-F238E27FC236}">
                    <a16:creationId xmlns:a16="http://schemas.microsoft.com/office/drawing/2014/main" id="{97FEF3EE-7C25-6444-B8E7-03C400A28A6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616" y="2131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13" name="Line 51">
                <a:extLst>
                  <a:ext uri="{FF2B5EF4-FFF2-40B4-BE49-F238E27FC236}">
                    <a16:creationId xmlns:a16="http://schemas.microsoft.com/office/drawing/2014/main" id="{FE3C484F-0565-0E43-B670-DA87C89A2B7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29" y="2131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14" name="Rectangle 52">
                <a:extLst>
                  <a:ext uri="{FF2B5EF4-FFF2-40B4-BE49-F238E27FC236}">
                    <a16:creationId xmlns:a16="http://schemas.microsoft.com/office/drawing/2014/main" id="{03D9537A-3264-0D40-B097-904F196709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6" y="2131"/>
                <a:ext cx="310" cy="49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15" name="Oval 53">
                <a:extLst>
                  <a:ext uri="{FF2B5EF4-FFF2-40B4-BE49-F238E27FC236}">
                    <a16:creationId xmlns:a16="http://schemas.microsoft.com/office/drawing/2014/main" id="{39EFFB9B-60D2-6F4A-AE7C-381CD9E03B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3" y="2070"/>
                <a:ext cx="313" cy="97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16" name="Rectangle 54">
                <a:extLst>
                  <a:ext uri="{FF2B5EF4-FFF2-40B4-BE49-F238E27FC236}">
                    <a16:creationId xmlns:a16="http://schemas.microsoft.com/office/drawing/2014/main" id="{56D1F98E-84A8-024C-B33E-AF0196C292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7" y="2100"/>
                <a:ext cx="141" cy="103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17" name="Text Box 55">
                <a:extLst>
                  <a:ext uri="{FF2B5EF4-FFF2-40B4-BE49-F238E27FC236}">
                    <a16:creationId xmlns:a16="http://schemas.microsoft.com/office/drawing/2014/main" id="{FF2D3BFC-D492-494B-B3FC-F2B37848F7E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652" y="2011"/>
                <a:ext cx="215" cy="2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y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295" name="Text Box 56">
              <a:extLst>
                <a:ext uri="{FF2B5EF4-FFF2-40B4-BE49-F238E27FC236}">
                  <a16:creationId xmlns:a16="http://schemas.microsoft.com/office/drawing/2014/main" id="{B415EC29-BD23-5146-8BE4-412D2D3F384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14" y="1721"/>
              <a:ext cx="216" cy="24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8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296" name="Group 57">
              <a:extLst>
                <a:ext uri="{FF2B5EF4-FFF2-40B4-BE49-F238E27FC236}">
                  <a16:creationId xmlns:a16="http://schemas.microsoft.com/office/drawing/2014/main" id="{C4202DE4-8110-9149-847A-09872B32E92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009" y="2002"/>
              <a:ext cx="316" cy="266"/>
              <a:chOff x="1613" y="2011"/>
              <a:chExt cx="316" cy="266"/>
            </a:xfrm>
          </p:grpSpPr>
          <p:sp>
            <p:nvSpPr>
              <p:cNvPr id="304" name="Oval 58">
                <a:extLst>
                  <a:ext uri="{FF2B5EF4-FFF2-40B4-BE49-F238E27FC236}">
                    <a16:creationId xmlns:a16="http://schemas.microsoft.com/office/drawing/2014/main" id="{9EF75287-5339-3F4B-9A63-10529CE67B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6" y="2138"/>
                <a:ext cx="313" cy="81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05" name="Line 59">
                <a:extLst>
                  <a:ext uri="{FF2B5EF4-FFF2-40B4-BE49-F238E27FC236}">
                    <a16:creationId xmlns:a16="http://schemas.microsoft.com/office/drawing/2014/main" id="{2AB637C9-6517-4947-A07D-D630784FBAE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616" y="2131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06" name="Line 60">
                <a:extLst>
                  <a:ext uri="{FF2B5EF4-FFF2-40B4-BE49-F238E27FC236}">
                    <a16:creationId xmlns:a16="http://schemas.microsoft.com/office/drawing/2014/main" id="{2495A212-75B8-3943-99C1-206BECF8DEE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29" y="2131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07" name="Rectangle 61">
                <a:extLst>
                  <a:ext uri="{FF2B5EF4-FFF2-40B4-BE49-F238E27FC236}">
                    <a16:creationId xmlns:a16="http://schemas.microsoft.com/office/drawing/2014/main" id="{8AA8B627-1CEC-4142-A0A3-32829E047E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6" y="2131"/>
                <a:ext cx="310" cy="49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08" name="Oval 62">
                <a:extLst>
                  <a:ext uri="{FF2B5EF4-FFF2-40B4-BE49-F238E27FC236}">
                    <a16:creationId xmlns:a16="http://schemas.microsoft.com/office/drawing/2014/main" id="{F2AD727A-865F-A446-B467-3543A7C5AD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1" y="2072"/>
                <a:ext cx="313" cy="95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09" name="Rectangle 63">
                <a:extLst>
                  <a:ext uri="{FF2B5EF4-FFF2-40B4-BE49-F238E27FC236}">
                    <a16:creationId xmlns:a16="http://schemas.microsoft.com/office/drawing/2014/main" id="{694BCF0D-8965-434E-92FD-E4E57EB0AB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7" y="2100"/>
                <a:ext cx="141" cy="105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10" name="Text Box 64">
                <a:extLst>
                  <a:ext uri="{FF2B5EF4-FFF2-40B4-BE49-F238E27FC236}">
                    <a16:creationId xmlns:a16="http://schemas.microsoft.com/office/drawing/2014/main" id="{0A90B092-1D02-6E42-B19F-DD4E347FBBB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653" y="2011"/>
                <a:ext cx="215" cy="26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z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297" name="Line 65">
              <a:extLst>
                <a:ext uri="{FF2B5EF4-FFF2-40B4-BE49-F238E27FC236}">
                  <a16:creationId xmlns:a16="http://schemas.microsoft.com/office/drawing/2014/main" id="{65E888B4-5F50-3146-B1A9-976CBB4189C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40" y="2149"/>
              <a:ext cx="352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98" name="Text Box 66">
              <a:extLst>
                <a:ext uri="{FF2B5EF4-FFF2-40B4-BE49-F238E27FC236}">
                  <a16:creationId xmlns:a16="http://schemas.microsoft.com/office/drawing/2014/main" id="{F6469025-7017-984A-AA1F-2D5626DC3C4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706" y="2149"/>
              <a:ext cx="215" cy="24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99" name="Line 67">
              <a:extLst>
                <a:ext uri="{FF2B5EF4-FFF2-40B4-BE49-F238E27FC236}">
                  <a16:creationId xmlns:a16="http://schemas.microsoft.com/office/drawing/2014/main" id="{9DCC2A67-B231-F242-991B-5F4693B1700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03" y="990"/>
              <a:ext cx="965" cy="1138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00" name="Text Box 68">
              <a:extLst>
                <a:ext uri="{FF2B5EF4-FFF2-40B4-BE49-F238E27FC236}">
                  <a16:creationId xmlns:a16="http://schemas.microsoft.com/office/drawing/2014/main" id="{8129B7AB-5637-0844-AC15-1A3C9C2955C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19" y="1343"/>
              <a:ext cx="216" cy="24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7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01" name="Freeform 69">
              <a:extLst>
                <a:ext uri="{FF2B5EF4-FFF2-40B4-BE49-F238E27FC236}">
                  <a16:creationId xmlns:a16="http://schemas.microsoft.com/office/drawing/2014/main" id="{29AAE3EF-0505-6F46-BD2A-6D69115981B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9" y="976"/>
              <a:ext cx="28" cy="14"/>
            </a:xfrm>
            <a:custGeom>
              <a:avLst/>
              <a:gdLst>
                <a:gd name="T0" fmla="*/ 0 w 28"/>
                <a:gd name="T1" fmla="*/ 14 h 14"/>
                <a:gd name="T2" fmla="*/ 28 w 28"/>
                <a:gd name="T3" fmla="*/ 0 h 14"/>
                <a:gd name="T4" fmla="*/ 0 w 28"/>
                <a:gd name="T5" fmla="*/ 14 h 14"/>
                <a:gd name="T6" fmla="*/ 0 60000 65536"/>
                <a:gd name="T7" fmla="*/ 0 60000 65536"/>
                <a:gd name="T8" fmla="*/ 0 60000 65536"/>
                <a:gd name="T9" fmla="*/ 0 w 28"/>
                <a:gd name="T10" fmla="*/ 0 h 14"/>
                <a:gd name="T11" fmla="*/ 28 w 28"/>
                <a:gd name="T12" fmla="*/ 14 h 1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8" h="14">
                  <a:moveTo>
                    <a:pt x="0" y="14"/>
                  </a:moveTo>
                  <a:cubicBezTo>
                    <a:pt x="9" y="9"/>
                    <a:pt x="28" y="0"/>
                    <a:pt x="28" y="0"/>
                  </a:cubicBezTo>
                  <a:cubicBezTo>
                    <a:pt x="28" y="0"/>
                    <a:pt x="9" y="9"/>
                    <a:pt x="0" y="14"/>
                  </a:cubicBezTo>
                  <a:close/>
                </a:path>
              </a:pathLst>
            </a:custGeom>
            <a:solidFill>
              <a:srgbClr val="00CC99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02" name="Freeform 70">
              <a:extLst>
                <a:ext uri="{FF2B5EF4-FFF2-40B4-BE49-F238E27FC236}">
                  <a16:creationId xmlns:a16="http://schemas.microsoft.com/office/drawing/2014/main" id="{8B2F3D65-7E00-5D45-B201-518DAF5520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3" y="999"/>
              <a:ext cx="1510" cy="1052"/>
            </a:xfrm>
            <a:custGeom>
              <a:avLst/>
              <a:gdLst>
                <a:gd name="T0" fmla="*/ 0 w 1510"/>
                <a:gd name="T1" fmla="*/ 5 h 1052"/>
                <a:gd name="T2" fmla="*/ 1102 w 1510"/>
                <a:gd name="T3" fmla="*/ 174 h 1052"/>
                <a:gd name="T4" fmla="*/ 1510 w 1510"/>
                <a:gd name="T5" fmla="*/ 1052 h 1052"/>
                <a:gd name="T6" fmla="*/ 0 60000 65536"/>
                <a:gd name="T7" fmla="*/ 0 60000 65536"/>
                <a:gd name="T8" fmla="*/ 0 60000 65536"/>
                <a:gd name="T9" fmla="*/ 0 w 1510"/>
                <a:gd name="T10" fmla="*/ 0 h 1052"/>
                <a:gd name="T11" fmla="*/ 1510 w 1510"/>
                <a:gd name="T12" fmla="*/ 1052 h 1052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510" h="1052">
                  <a:moveTo>
                    <a:pt x="0" y="5"/>
                  </a:moveTo>
                  <a:cubicBezTo>
                    <a:pt x="184" y="33"/>
                    <a:pt x="851" y="0"/>
                    <a:pt x="1102" y="174"/>
                  </a:cubicBezTo>
                  <a:cubicBezTo>
                    <a:pt x="1353" y="348"/>
                    <a:pt x="1425" y="869"/>
                    <a:pt x="1510" y="1052"/>
                  </a:cubicBezTo>
                </a:path>
              </a:pathLst>
            </a:cu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03" name="Text Box 71">
              <a:extLst>
                <a:ext uri="{FF2B5EF4-FFF2-40B4-BE49-F238E27FC236}">
                  <a16:creationId xmlns:a16="http://schemas.microsoft.com/office/drawing/2014/main" id="{E68507B9-D09E-784A-9037-01E28A33760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680" y="1008"/>
              <a:ext cx="215" cy="24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9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346" name="Text Box 73">
            <a:extLst>
              <a:ext uri="{FF2B5EF4-FFF2-40B4-BE49-F238E27FC236}">
                <a16:creationId xmlns:a16="http://schemas.microsoft.com/office/drawing/2014/main" id="{A7B8CE6F-D2D0-C64A-985C-14A532171BD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93232" y="1792545"/>
            <a:ext cx="817916" cy="8309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Step</a:t>
            </a:r>
          </a:p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347" name="Text Box 74">
            <a:extLst>
              <a:ext uri="{FF2B5EF4-FFF2-40B4-BE49-F238E27FC236}">
                <a16:creationId xmlns:a16="http://schemas.microsoft.com/office/drawing/2014/main" id="{68BAE725-C9B0-4841-BC00-DFE4ABCC81F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61579" y="1793419"/>
            <a:ext cx="466795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N</a:t>
            </a:r>
            <a:r>
              <a:rPr kumimoji="0" lang="en-US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rPr>
              <a:t>'</a:t>
            </a:r>
          </a:p>
        </p:txBody>
      </p:sp>
      <p:sp>
        <p:nvSpPr>
          <p:cNvPr id="348" name="Text Box 75">
            <a:extLst>
              <a:ext uri="{FF2B5EF4-FFF2-40B4-BE49-F238E27FC236}">
                <a16:creationId xmlns:a16="http://schemas.microsoft.com/office/drawing/2014/main" id="{852A35C1-53FD-CB4F-B4CA-0E3908EA55A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73738" y="1644712"/>
            <a:ext cx="641522" cy="5355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D(</a:t>
            </a:r>
            <a:r>
              <a:rPr kumimoji="0" lang="en-US" sz="1600" i="1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v</a:t>
            </a:r>
            <a:r>
              <a:rPr kumimoji="0" lang="en-US" sz="16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),</a:t>
            </a:r>
          </a:p>
          <a:p>
            <a:pPr marL="0" marR="0" lvl="0" indent="0" algn="ctr" defTabSz="914400" eaLnBrk="0" fontAlgn="base" latinLnBrk="0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p(v)</a:t>
            </a:r>
          </a:p>
        </p:txBody>
      </p:sp>
      <p:sp>
        <p:nvSpPr>
          <p:cNvPr id="349" name="Text Box 76">
            <a:extLst>
              <a:ext uri="{FF2B5EF4-FFF2-40B4-BE49-F238E27FC236}">
                <a16:creationId xmlns:a16="http://schemas.microsoft.com/office/drawing/2014/main" id="{BBDC5F24-2BBB-0D44-B8B8-9CFC425F44D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5268" y="2280100"/>
            <a:ext cx="32733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0</a:t>
            </a:r>
          </a:p>
        </p:txBody>
      </p:sp>
      <p:sp>
        <p:nvSpPr>
          <p:cNvPr id="350" name="Text Box 77">
            <a:extLst>
              <a:ext uri="{FF2B5EF4-FFF2-40B4-BE49-F238E27FC236}">
                <a16:creationId xmlns:a16="http://schemas.microsoft.com/office/drawing/2014/main" id="{1F8B1E53-4D00-F94A-8B2B-876B773605C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0326" y="2715388"/>
            <a:ext cx="32733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1</a:t>
            </a:r>
          </a:p>
        </p:txBody>
      </p:sp>
      <p:sp>
        <p:nvSpPr>
          <p:cNvPr id="351" name="Text Box 78">
            <a:extLst>
              <a:ext uri="{FF2B5EF4-FFF2-40B4-BE49-F238E27FC236}">
                <a16:creationId xmlns:a16="http://schemas.microsoft.com/office/drawing/2014/main" id="{E227DF10-F3CE-8B4B-80AA-C13257890D0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7972" y="3193935"/>
            <a:ext cx="32733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2</a:t>
            </a:r>
          </a:p>
        </p:txBody>
      </p:sp>
      <p:sp>
        <p:nvSpPr>
          <p:cNvPr id="352" name="Text Box 79">
            <a:extLst>
              <a:ext uri="{FF2B5EF4-FFF2-40B4-BE49-F238E27FC236}">
                <a16:creationId xmlns:a16="http://schemas.microsoft.com/office/drawing/2014/main" id="{58F5B987-DA0B-DE4E-A3DB-E7A0F640D49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5563" y="3622020"/>
            <a:ext cx="32733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3</a:t>
            </a:r>
          </a:p>
        </p:txBody>
      </p:sp>
      <p:sp>
        <p:nvSpPr>
          <p:cNvPr id="353" name="Text Box 80">
            <a:extLst>
              <a:ext uri="{FF2B5EF4-FFF2-40B4-BE49-F238E27FC236}">
                <a16:creationId xmlns:a16="http://schemas.microsoft.com/office/drawing/2014/main" id="{E271C2C0-9C9D-0843-979B-F9ADBEE6BCC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2130" y="4110058"/>
            <a:ext cx="32733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4</a:t>
            </a:r>
          </a:p>
        </p:txBody>
      </p:sp>
      <p:sp>
        <p:nvSpPr>
          <p:cNvPr id="354" name="Text Box 81">
            <a:extLst>
              <a:ext uri="{FF2B5EF4-FFF2-40B4-BE49-F238E27FC236}">
                <a16:creationId xmlns:a16="http://schemas.microsoft.com/office/drawing/2014/main" id="{448385CC-395B-0249-94AC-C347F1C7C4C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0856" y="4551045"/>
            <a:ext cx="32733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5</a:t>
            </a:r>
          </a:p>
        </p:txBody>
      </p:sp>
      <p:sp>
        <p:nvSpPr>
          <p:cNvPr id="355" name="Text Box 82">
            <a:extLst>
              <a:ext uri="{FF2B5EF4-FFF2-40B4-BE49-F238E27FC236}">
                <a16:creationId xmlns:a16="http://schemas.microsoft.com/office/drawing/2014/main" id="{CB1E6E3C-1D2C-0440-BB3B-C048D495B66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07477" y="1647177"/>
            <a:ext cx="688010" cy="5355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D(</a:t>
            </a:r>
            <a:r>
              <a:rPr kumimoji="0" lang="en-US" sz="1600" i="1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w</a:t>
            </a:r>
            <a:r>
              <a:rPr kumimoji="0" lang="en-US" sz="16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),</a:t>
            </a:r>
          </a:p>
          <a:p>
            <a:pPr marL="0" marR="0" lvl="0" indent="0" algn="ctr" defTabSz="914400" eaLnBrk="0" fontAlgn="base" latinLnBrk="0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p(w)</a:t>
            </a:r>
          </a:p>
        </p:txBody>
      </p:sp>
      <p:sp>
        <p:nvSpPr>
          <p:cNvPr id="356" name="Text Box 83">
            <a:extLst>
              <a:ext uri="{FF2B5EF4-FFF2-40B4-BE49-F238E27FC236}">
                <a16:creationId xmlns:a16="http://schemas.microsoft.com/office/drawing/2014/main" id="{3D04A92E-6A73-6E4A-8741-77860D62720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098638" y="1647176"/>
            <a:ext cx="641522" cy="5355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D(</a:t>
            </a:r>
            <a:r>
              <a:rPr kumimoji="0" lang="en-US" sz="1600" i="1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x</a:t>
            </a:r>
            <a:r>
              <a:rPr kumimoji="0" lang="en-US" sz="16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),</a:t>
            </a:r>
          </a:p>
          <a:p>
            <a:pPr marL="0" marR="0" lvl="0" indent="0" algn="ctr" defTabSz="914400" eaLnBrk="0" fontAlgn="base" latinLnBrk="0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p(x)</a:t>
            </a:r>
          </a:p>
        </p:txBody>
      </p:sp>
      <p:sp>
        <p:nvSpPr>
          <p:cNvPr id="357" name="Text Box 84">
            <a:extLst>
              <a:ext uri="{FF2B5EF4-FFF2-40B4-BE49-F238E27FC236}">
                <a16:creationId xmlns:a16="http://schemas.microsoft.com/office/drawing/2014/main" id="{2192712D-9E59-B944-BD03-C11BC42337C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934206" y="1652652"/>
            <a:ext cx="641522" cy="5355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D(</a:t>
            </a:r>
            <a:r>
              <a:rPr kumimoji="0" lang="en-US" sz="1600" i="1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y</a:t>
            </a:r>
            <a:r>
              <a:rPr kumimoji="0" lang="en-US" sz="16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),</a:t>
            </a:r>
          </a:p>
          <a:p>
            <a:pPr marL="0" marR="0" lvl="0" indent="0" algn="ctr" defTabSz="914400" eaLnBrk="0" fontAlgn="base" latinLnBrk="0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p(y)</a:t>
            </a:r>
          </a:p>
        </p:txBody>
      </p:sp>
      <p:sp>
        <p:nvSpPr>
          <p:cNvPr id="358" name="Text Box 85">
            <a:extLst>
              <a:ext uri="{FF2B5EF4-FFF2-40B4-BE49-F238E27FC236}">
                <a16:creationId xmlns:a16="http://schemas.microsoft.com/office/drawing/2014/main" id="{9759BEB2-4722-4F4D-9B33-21A7ED7DEE6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71830" y="1651940"/>
            <a:ext cx="630302" cy="5355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D(</a:t>
            </a:r>
            <a:r>
              <a:rPr kumimoji="0" lang="en-US" sz="1600" i="1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z</a:t>
            </a:r>
            <a:r>
              <a:rPr kumimoji="0" lang="en-US" sz="16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),</a:t>
            </a:r>
          </a:p>
          <a:p>
            <a:pPr marL="0" marR="0" lvl="0" indent="0" algn="ctr" defTabSz="914400" eaLnBrk="0" fontAlgn="base" latinLnBrk="0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p(z)</a:t>
            </a:r>
          </a:p>
        </p:txBody>
      </p:sp>
      <p:sp>
        <p:nvSpPr>
          <p:cNvPr id="360" name="Line 87">
            <a:extLst>
              <a:ext uri="{FF2B5EF4-FFF2-40B4-BE49-F238E27FC236}">
                <a16:creationId xmlns:a16="http://schemas.microsoft.com/office/drawing/2014/main" id="{8A5F9E13-788E-9143-9F2C-DF086CF7066C}"/>
              </a:ext>
            </a:extLst>
          </p:cNvPr>
          <p:cNvSpPr>
            <a:spLocks noChangeShapeType="1"/>
          </p:cNvSpPr>
          <p:nvPr/>
        </p:nvSpPr>
        <p:spPr bwMode="auto">
          <a:xfrm>
            <a:off x="939397" y="2690590"/>
            <a:ext cx="5150117" cy="0"/>
          </a:xfrm>
          <a:prstGeom prst="line">
            <a:avLst/>
          </a:prstGeom>
          <a:noFill/>
          <a:ln w="12700">
            <a:solidFill>
              <a:schemeClr val="bg1">
                <a:lumMod val="65000"/>
              </a:schemeClr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sz="2000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61" name="Text Box 88">
            <a:extLst>
              <a:ext uri="{FF2B5EF4-FFF2-40B4-BE49-F238E27FC236}">
                <a16:creationId xmlns:a16="http://schemas.microsoft.com/office/drawing/2014/main" id="{B5D75FC0-2828-1E41-B4E4-7454030F9FF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66343" y="2270575"/>
            <a:ext cx="32733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</a:t>
            </a:r>
          </a:p>
        </p:txBody>
      </p:sp>
      <p:sp>
        <p:nvSpPr>
          <p:cNvPr id="362" name="Line 89">
            <a:extLst>
              <a:ext uri="{FF2B5EF4-FFF2-40B4-BE49-F238E27FC236}">
                <a16:creationId xmlns:a16="http://schemas.microsoft.com/office/drawing/2014/main" id="{8BD77020-FC12-9249-83A7-84423976E659}"/>
              </a:ext>
            </a:extLst>
          </p:cNvPr>
          <p:cNvSpPr>
            <a:spLocks noChangeShapeType="1"/>
          </p:cNvSpPr>
          <p:nvPr/>
        </p:nvSpPr>
        <p:spPr bwMode="auto">
          <a:xfrm>
            <a:off x="871302" y="3151241"/>
            <a:ext cx="5224698" cy="0"/>
          </a:xfrm>
          <a:prstGeom prst="line">
            <a:avLst/>
          </a:prstGeom>
          <a:noFill/>
          <a:ln w="12700">
            <a:solidFill>
              <a:schemeClr val="bg1">
                <a:lumMod val="65000"/>
              </a:schemeClr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sz="2000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63" name="Line 90">
            <a:extLst>
              <a:ext uri="{FF2B5EF4-FFF2-40B4-BE49-F238E27FC236}">
                <a16:creationId xmlns:a16="http://schemas.microsoft.com/office/drawing/2014/main" id="{9B928B6B-4609-A44E-A6B9-1009B9CF89E0}"/>
              </a:ext>
            </a:extLst>
          </p:cNvPr>
          <p:cNvSpPr>
            <a:spLocks noChangeShapeType="1"/>
          </p:cNvSpPr>
          <p:nvPr/>
        </p:nvSpPr>
        <p:spPr bwMode="auto">
          <a:xfrm>
            <a:off x="871302" y="3618848"/>
            <a:ext cx="5224698" cy="0"/>
          </a:xfrm>
          <a:prstGeom prst="line">
            <a:avLst/>
          </a:prstGeom>
          <a:noFill/>
          <a:ln w="12700">
            <a:solidFill>
              <a:schemeClr val="bg1">
                <a:lumMod val="65000"/>
              </a:schemeClr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sz="2000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64" name="Line 91">
            <a:extLst>
              <a:ext uri="{FF2B5EF4-FFF2-40B4-BE49-F238E27FC236}">
                <a16:creationId xmlns:a16="http://schemas.microsoft.com/office/drawing/2014/main" id="{C76CD917-F8A2-084E-A595-FE42589B9BF9}"/>
              </a:ext>
            </a:extLst>
          </p:cNvPr>
          <p:cNvSpPr>
            <a:spLocks noChangeShapeType="1"/>
          </p:cNvSpPr>
          <p:nvPr/>
        </p:nvSpPr>
        <p:spPr bwMode="auto">
          <a:xfrm>
            <a:off x="818428" y="4551040"/>
            <a:ext cx="5277571" cy="0"/>
          </a:xfrm>
          <a:prstGeom prst="line">
            <a:avLst/>
          </a:prstGeom>
          <a:noFill/>
          <a:ln w="12700">
            <a:solidFill>
              <a:schemeClr val="bg1">
                <a:lumMod val="65000"/>
              </a:schemeClr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sz="2000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65" name="Line 92">
            <a:extLst>
              <a:ext uri="{FF2B5EF4-FFF2-40B4-BE49-F238E27FC236}">
                <a16:creationId xmlns:a16="http://schemas.microsoft.com/office/drawing/2014/main" id="{676FEE77-1F18-B34E-9F67-2476A2B29244}"/>
              </a:ext>
            </a:extLst>
          </p:cNvPr>
          <p:cNvSpPr>
            <a:spLocks noChangeShapeType="1"/>
          </p:cNvSpPr>
          <p:nvPr/>
        </p:nvSpPr>
        <p:spPr bwMode="auto">
          <a:xfrm>
            <a:off x="866540" y="4075166"/>
            <a:ext cx="5229460" cy="0"/>
          </a:xfrm>
          <a:prstGeom prst="line">
            <a:avLst/>
          </a:prstGeom>
          <a:noFill/>
          <a:ln w="12700">
            <a:solidFill>
              <a:schemeClr val="bg1">
                <a:lumMod val="65000"/>
              </a:schemeClr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sz="2000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66" name="Line 93">
            <a:extLst>
              <a:ext uri="{FF2B5EF4-FFF2-40B4-BE49-F238E27FC236}">
                <a16:creationId xmlns:a16="http://schemas.microsoft.com/office/drawing/2014/main" id="{3EEF148F-9B80-C748-A557-23B2FBFF01AE}"/>
              </a:ext>
            </a:extLst>
          </p:cNvPr>
          <p:cNvSpPr>
            <a:spLocks noChangeShapeType="1"/>
          </p:cNvSpPr>
          <p:nvPr/>
        </p:nvSpPr>
        <p:spPr bwMode="auto">
          <a:xfrm>
            <a:off x="866016" y="5009992"/>
            <a:ext cx="5229984" cy="0"/>
          </a:xfrm>
          <a:prstGeom prst="line">
            <a:avLst/>
          </a:prstGeom>
          <a:noFill/>
          <a:ln w="12700">
            <a:solidFill>
              <a:schemeClr val="bg1">
                <a:lumMod val="65000"/>
              </a:schemeClr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sz="2000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grpSp>
        <p:nvGrpSpPr>
          <p:cNvPr id="367" name="Group 94">
            <a:extLst>
              <a:ext uri="{FF2B5EF4-FFF2-40B4-BE49-F238E27FC236}">
                <a16:creationId xmlns:a16="http://schemas.microsoft.com/office/drawing/2014/main" id="{558A3619-2058-4548-85D0-840189D30DCE}"/>
              </a:ext>
            </a:extLst>
          </p:cNvPr>
          <p:cNvGrpSpPr>
            <a:grpSpLocks/>
          </p:cNvGrpSpPr>
          <p:nvPr/>
        </p:nvGrpSpPr>
        <p:grpSpPr bwMode="auto">
          <a:xfrm>
            <a:off x="2400069" y="2268766"/>
            <a:ext cx="3937006" cy="409575"/>
            <a:chOff x="1329" y="1036"/>
            <a:chExt cx="2480" cy="258"/>
          </a:xfrm>
        </p:grpSpPr>
        <p:sp>
          <p:nvSpPr>
            <p:cNvPr id="368" name="Text Box 95">
              <a:extLst>
                <a:ext uri="{FF2B5EF4-FFF2-40B4-BE49-F238E27FC236}">
                  <a16:creationId xmlns:a16="http://schemas.microsoft.com/office/drawing/2014/main" id="{A9A49627-FB9F-6845-8479-4BEAC42773F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09" y="1036"/>
              <a:ext cx="300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charset="0"/>
                  <a:ea typeface="ＭＳ Ｐゴシック" charset="0"/>
                </a:rPr>
                <a:t>∞ </a:t>
              </a:r>
              <a:endParaRPr kumimoji="0" lang="en-US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69" name="Text Box 96">
              <a:extLst>
                <a:ext uri="{FF2B5EF4-FFF2-40B4-BE49-F238E27FC236}">
                  <a16:creationId xmlns:a16="http://schemas.microsoft.com/office/drawing/2014/main" id="{41F7B139-E678-B342-AD4B-7706825D14B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89" y="1042"/>
              <a:ext cx="300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charset="0"/>
                  <a:ea typeface="ＭＳ Ｐゴシック" charset="0"/>
                </a:rPr>
                <a:t>∞ </a:t>
              </a:r>
              <a:endParaRPr kumimoji="0" lang="en-US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70" name="Text Box 97">
              <a:extLst>
                <a:ext uri="{FF2B5EF4-FFF2-40B4-BE49-F238E27FC236}">
                  <a16:creationId xmlns:a16="http://schemas.microsoft.com/office/drawing/2014/main" id="{5B097C3C-A220-B449-93F9-E7D23003D93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329" y="1038"/>
              <a:ext cx="340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7,u</a:t>
              </a:r>
            </a:p>
          </p:txBody>
        </p:sp>
        <p:sp>
          <p:nvSpPr>
            <p:cNvPr id="371" name="Text Box 98">
              <a:extLst>
                <a:ext uri="{FF2B5EF4-FFF2-40B4-BE49-F238E27FC236}">
                  <a16:creationId xmlns:a16="http://schemas.microsoft.com/office/drawing/2014/main" id="{A0B94B27-CE7D-C949-AB21-F3E5E557F64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55" y="1041"/>
              <a:ext cx="340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3,u</a:t>
              </a:r>
            </a:p>
          </p:txBody>
        </p:sp>
        <p:sp>
          <p:nvSpPr>
            <p:cNvPr id="372" name="Text Box 99">
              <a:extLst>
                <a:ext uri="{FF2B5EF4-FFF2-40B4-BE49-F238E27FC236}">
                  <a16:creationId xmlns:a16="http://schemas.microsoft.com/office/drawing/2014/main" id="{8F8C77A4-ABDE-6E4B-A507-A4A1C104D5C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407" y="1038"/>
              <a:ext cx="340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5,u</a:t>
              </a:r>
            </a:p>
          </p:txBody>
        </p:sp>
      </p:grpSp>
      <p:sp>
        <p:nvSpPr>
          <p:cNvPr id="373" name="Text Box 100">
            <a:extLst>
              <a:ext uri="{FF2B5EF4-FFF2-40B4-BE49-F238E27FC236}">
                <a16:creationId xmlns:a16="http://schemas.microsoft.com/office/drawing/2014/main" id="{ACA0D86F-02A7-B84B-A3AB-5BBFB524F62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95504" y="2721633"/>
            <a:ext cx="513282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uw</a:t>
            </a:r>
          </a:p>
        </p:txBody>
      </p:sp>
      <p:grpSp>
        <p:nvGrpSpPr>
          <p:cNvPr id="374" name="Group 101">
            <a:extLst>
              <a:ext uri="{FF2B5EF4-FFF2-40B4-BE49-F238E27FC236}">
                <a16:creationId xmlns:a16="http://schemas.microsoft.com/office/drawing/2014/main" id="{BC7C6C04-9C61-5440-80EF-C809C32DFA20}"/>
              </a:ext>
            </a:extLst>
          </p:cNvPr>
          <p:cNvGrpSpPr>
            <a:grpSpLocks/>
          </p:cNvGrpSpPr>
          <p:nvPr/>
        </p:nvGrpSpPr>
        <p:grpSpPr bwMode="auto">
          <a:xfrm>
            <a:off x="2409590" y="2707832"/>
            <a:ext cx="3933824" cy="420688"/>
            <a:chOff x="1328" y="1004"/>
            <a:chExt cx="2478" cy="265"/>
          </a:xfrm>
        </p:grpSpPr>
        <p:sp>
          <p:nvSpPr>
            <p:cNvPr id="375" name="Text Box 102">
              <a:extLst>
                <a:ext uri="{FF2B5EF4-FFF2-40B4-BE49-F238E27FC236}">
                  <a16:creationId xmlns:a16="http://schemas.microsoft.com/office/drawing/2014/main" id="{ABAEF0CA-F3B4-3F40-B673-304562BCEA0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06" y="1004"/>
              <a:ext cx="300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charset="0"/>
                  <a:ea typeface="ＭＳ Ｐゴシック" charset="0"/>
                </a:rPr>
                <a:t>∞ </a:t>
              </a:r>
              <a:endParaRPr kumimoji="0" lang="en-US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76" name="Text Box 103">
              <a:extLst>
                <a:ext uri="{FF2B5EF4-FFF2-40B4-BE49-F238E27FC236}">
                  <a16:creationId xmlns:a16="http://schemas.microsoft.com/office/drawing/2014/main" id="{E1707184-54DA-3043-95FA-5D258947908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80" y="1014"/>
              <a:ext cx="488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11</a:t>
              </a: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rPr>
                <a:t>,w</a:t>
              </a: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charset="0"/>
                  <a:ea typeface="ＭＳ Ｐゴシック" charset="0"/>
                </a:rPr>
                <a:t> </a:t>
              </a:r>
              <a:endParaRPr kumimoji="0" lang="en-US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77" name="Text Box 104">
              <a:extLst>
                <a:ext uri="{FF2B5EF4-FFF2-40B4-BE49-F238E27FC236}">
                  <a16:creationId xmlns:a16="http://schemas.microsoft.com/office/drawing/2014/main" id="{D3F92256-ECF4-674D-BB01-22E8F810196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328" y="1017"/>
              <a:ext cx="368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6,w</a:t>
              </a:r>
            </a:p>
          </p:txBody>
        </p:sp>
        <p:sp>
          <p:nvSpPr>
            <p:cNvPr id="378" name="Text Box 105">
              <a:extLst>
                <a:ext uri="{FF2B5EF4-FFF2-40B4-BE49-F238E27FC236}">
                  <a16:creationId xmlns:a16="http://schemas.microsoft.com/office/drawing/2014/main" id="{71B35D57-CA7D-E747-B1BC-4BCC98CEE5F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87" y="1015"/>
              <a:ext cx="116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79" name="Text Box 106">
              <a:extLst>
                <a:ext uri="{FF2B5EF4-FFF2-40B4-BE49-F238E27FC236}">
                  <a16:creationId xmlns:a16="http://schemas.microsoft.com/office/drawing/2014/main" id="{05FF3FA7-68BA-E148-B1AB-F1DC697DD5A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400" y="1013"/>
              <a:ext cx="340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5,u</a:t>
              </a:r>
            </a:p>
          </p:txBody>
        </p:sp>
      </p:grpSp>
      <p:grpSp>
        <p:nvGrpSpPr>
          <p:cNvPr id="380" name="Group 107">
            <a:extLst>
              <a:ext uri="{FF2B5EF4-FFF2-40B4-BE49-F238E27FC236}">
                <a16:creationId xmlns:a16="http://schemas.microsoft.com/office/drawing/2014/main" id="{7E2626C5-CF93-9948-940E-8D5F72A7FC73}"/>
              </a:ext>
            </a:extLst>
          </p:cNvPr>
          <p:cNvGrpSpPr>
            <a:grpSpLocks/>
          </p:cNvGrpSpPr>
          <p:nvPr/>
        </p:nvGrpSpPr>
        <p:grpSpPr bwMode="auto">
          <a:xfrm>
            <a:off x="2398427" y="3156225"/>
            <a:ext cx="4005263" cy="414336"/>
            <a:chOff x="1328" y="1008"/>
            <a:chExt cx="2523" cy="261"/>
          </a:xfrm>
        </p:grpSpPr>
        <p:sp>
          <p:nvSpPr>
            <p:cNvPr id="381" name="Text Box 108">
              <a:extLst>
                <a:ext uri="{FF2B5EF4-FFF2-40B4-BE49-F238E27FC236}">
                  <a16:creationId xmlns:a16="http://schemas.microsoft.com/office/drawing/2014/main" id="{AFBD965A-43AF-524E-B4A9-98B0171545D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03" y="1011"/>
              <a:ext cx="448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14</a:t>
              </a: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,x </a:t>
              </a:r>
            </a:p>
          </p:txBody>
        </p:sp>
        <p:sp>
          <p:nvSpPr>
            <p:cNvPr id="382" name="Text Box 109">
              <a:extLst>
                <a:ext uri="{FF2B5EF4-FFF2-40B4-BE49-F238E27FC236}">
                  <a16:creationId xmlns:a16="http://schemas.microsoft.com/office/drawing/2014/main" id="{AC0F38BE-BBC3-6F4E-B9EA-051436270F0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85" y="1008"/>
              <a:ext cx="480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11,</a:t>
              </a: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w </a:t>
              </a:r>
              <a:endParaRPr kumimoji="0" lang="en-US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83" name="Text Box 110">
              <a:extLst>
                <a:ext uri="{FF2B5EF4-FFF2-40B4-BE49-F238E27FC236}">
                  <a16:creationId xmlns:a16="http://schemas.microsoft.com/office/drawing/2014/main" id="{A05F7448-12D1-D84F-9CDE-912BCF72A01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328" y="1017"/>
              <a:ext cx="368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6,w</a:t>
              </a:r>
            </a:p>
          </p:txBody>
        </p:sp>
        <p:sp>
          <p:nvSpPr>
            <p:cNvPr id="384" name="Text Box 111">
              <a:extLst>
                <a:ext uri="{FF2B5EF4-FFF2-40B4-BE49-F238E27FC236}">
                  <a16:creationId xmlns:a16="http://schemas.microsoft.com/office/drawing/2014/main" id="{FD8E90C8-7E27-9944-8C71-AF1BD023369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87" y="1015"/>
              <a:ext cx="116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85" name="Text Box 112">
              <a:extLst>
                <a:ext uri="{FF2B5EF4-FFF2-40B4-BE49-F238E27FC236}">
                  <a16:creationId xmlns:a16="http://schemas.microsoft.com/office/drawing/2014/main" id="{42882C9F-E751-B44C-9ECC-51EC29977CC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390" y="1016"/>
              <a:ext cx="116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386" name="Oval 113">
            <a:extLst>
              <a:ext uri="{FF2B5EF4-FFF2-40B4-BE49-F238E27FC236}">
                <a16:creationId xmlns:a16="http://schemas.microsoft.com/office/drawing/2014/main" id="{CA07159E-E1BA-F141-B1FF-A9FEC3ABC3C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92476" y="2263739"/>
            <a:ext cx="661410" cy="406374"/>
          </a:xfrm>
          <a:prstGeom prst="ellips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sz="2000" dirty="0">
              <a:solidFill>
                <a:srgbClr val="000000"/>
              </a:solidFill>
              <a:latin typeface="Comic Sans MS" charset="0"/>
              <a:ea typeface="ＭＳ Ｐゴシック" charset="0"/>
            </a:endParaRPr>
          </a:p>
        </p:txBody>
      </p:sp>
      <p:sp>
        <p:nvSpPr>
          <p:cNvPr id="387" name="Oval 114">
            <a:extLst>
              <a:ext uri="{FF2B5EF4-FFF2-40B4-BE49-F238E27FC236}">
                <a16:creationId xmlns:a16="http://schemas.microsoft.com/office/drawing/2014/main" id="{62801FA1-0308-3F47-AABC-89A1C31D0B5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50170" y="2719263"/>
            <a:ext cx="679816" cy="406932"/>
          </a:xfrm>
          <a:prstGeom prst="ellips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sz="2000" dirty="0">
              <a:solidFill>
                <a:srgbClr val="000000"/>
              </a:solidFill>
              <a:latin typeface="Comic Sans MS" charset="0"/>
              <a:ea typeface="ＭＳ Ｐゴシック" charset="0"/>
            </a:endParaRPr>
          </a:p>
        </p:txBody>
      </p:sp>
      <p:sp>
        <p:nvSpPr>
          <p:cNvPr id="388" name="Text Box 115">
            <a:extLst>
              <a:ext uri="{FF2B5EF4-FFF2-40B4-BE49-F238E27FC236}">
                <a16:creationId xmlns:a16="http://schemas.microsoft.com/office/drawing/2014/main" id="{FDC188CB-240A-384E-B25B-A5EC55C6530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79143" y="3195058"/>
            <a:ext cx="641522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uwx</a:t>
            </a:r>
          </a:p>
        </p:txBody>
      </p:sp>
      <p:sp>
        <p:nvSpPr>
          <p:cNvPr id="389" name="Oval 116">
            <a:extLst>
              <a:ext uri="{FF2B5EF4-FFF2-40B4-BE49-F238E27FC236}">
                <a16:creationId xmlns:a16="http://schemas.microsoft.com/office/drawing/2014/main" id="{B75F5C54-5678-6548-96E7-8FA9101FCFC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74191" y="3175054"/>
            <a:ext cx="665830" cy="425097"/>
          </a:xfrm>
          <a:prstGeom prst="ellips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sz="2000" dirty="0">
              <a:solidFill>
                <a:srgbClr val="000000"/>
              </a:solidFill>
              <a:latin typeface="Comic Sans MS" charset="0"/>
              <a:ea typeface="ＭＳ Ｐゴシック" charset="0"/>
            </a:endParaRPr>
          </a:p>
        </p:txBody>
      </p:sp>
      <p:sp>
        <p:nvSpPr>
          <p:cNvPr id="390" name="Text Box 117">
            <a:extLst>
              <a:ext uri="{FF2B5EF4-FFF2-40B4-BE49-F238E27FC236}">
                <a16:creationId xmlns:a16="http://schemas.microsoft.com/office/drawing/2014/main" id="{842A56D7-E405-6242-9B11-D34F99B3B87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73894" y="3653711"/>
            <a:ext cx="76233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uwxv</a:t>
            </a:r>
          </a:p>
        </p:txBody>
      </p:sp>
      <p:grpSp>
        <p:nvGrpSpPr>
          <p:cNvPr id="391" name="Group 118">
            <a:extLst>
              <a:ext uri="{FF2B5EF4-FFF2-40B4-BE49-F238E27FC236}">
                <a16:creationId xmlns:a16="http://schemas.microsoft.com/office/drawing/2014/main" id="{24891FB7-CCEA-1C44-8641-F1973787CC8B}"/>
              </a:ext>
            </a:extLst>
          </p:cNvPr>
          <p:cNvGrpSpPr>
            <a:grpSpLocks/>
          </p:cNvGrpSpPr>
          <p:nvPr/>
        </p:nvGrpSpPr>
        <p:grpSpPr bwMode="auto">
          <a:xfrm>
            <a:off x="4873416" y="3639944"/>
            <a:ext cx="1544638" cy="400050"/>
            <a:chOff x="1851" y="2756"/>
            <a:chExt cx="973" cy="252"/>
          </a:xfrm>
        </p:grpSpPr>
        <p:sp>
          <p:nvSpPr>
            <p:cNvPr id="392" name="Text Box 119">
              <a:extLst>
                <a:ext uri="{FF2B5EF4-FFF2-40B4-BE49-F238E27FC236}">
                  <a16:creationId xmlns:a16="http://schemas.microsoft.com/office/drawing/2014/main" id="{FDD3AD43-F8C3-954D-8CC1-37DDA254D1A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376" y="2756"/>
              <a:ext cx="448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14</a:t>
              </a: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,x </a:t>
              </a:r>
            </a:p>
          </p:txBody>
        </p:sp>
        <p:sp>
          <p:nvSpPr>
            <p:cNvPr id="393" name="Text Box 120">
              <a:extLst>
                <a:ext uri="{FF2B5EF4-FFF2-40B4-BE49-F238E27FC236}">
                  <a16:creationId xmlns:a16="http://schemas.microsoft.com/office/drawing/2014/main" id="{A5A6672A-2DAC-A548-AE0D-9C0BEAE1F48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51" y="2756"/>
              <a:ext cx="443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10,</a:t>
              </a: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v </a:t>
              </a:r>
              <a:endParaRPr kumimoji="0" lang="en-US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394" name="Oval 121">
            <a:extLst>
              <a:ext uri="{FF2B5EF4-FFF2-40B4-BE49-F238E27FC236}">
                <a16:creationId xmlns:a16="http://schemas.microsoft.com/office/drawing/2014/main" id="{611DDB78-2B7E-2542-9D8B-A5C45FB4E4B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48116" y="3652013"/>
            <a:ext cx="676583" cy="393367"/>
          </a:xfrm>
          <a:prstGeom prst="ellips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sz="2000" dirty="0">
              <a:solidFill>
                <a:srgbClr val="000000"/>
              </a:solidFill>
              <a:latin typeface="Comic Sans MS" charset="0"/>
              <a:ea typeface="ＭＳ Ｐゴシック" charset="0"/>
            </a:endParaRPr>
          </a:p>
        </p:txBody>
      </p:sp>
      <p:sp>
        <p:nvSpPr>
          <p:cNvPr id="395" name="Text Box 122">
            <a:extLst>
              <a:ext uri="{FF2B5EF4-FFF2-40B4-BE49-F238E27FC236}">
                <a16:creationId xmlns:a16="http://schemas.microsoft.com/office/drawing/2014/main" id="{8C60FCAA-A8DF-9E4E-9A07-3A30DE5CF6B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95811" y="4107137"/>
            <a:ext cx="898003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uwxvy</a:t>
            </a:r>
          </a:p>
        </p:txBody>
      </p:sp>
      <p:sp>
        <p:nvSpPr>
          <p:cNvPr id="396" name="Text Box 123">
            <a:extLst>
              <a:ext uri="{FF2B5EF4-FFF2-40B4-BE49-F238E27FC236}">
                <a16:creationId xmlns:a16="http://schemas.microsoft.com/office/drawing/2014/main" id="{F1BFAA7C-7ACD-2F4D-86BB-F5DA8784BBB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621287" y="4095635"/>
            <a:ext cx="707701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12</a:t>
            </a: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,y </a:t>
            </a:r>
          </a:p>
        </p:txBody>
      </p:sp>
      <p:sp>
        <p:nvSpPr>
          <p:cNvPr id="397" name="Oval 124">
            <a:extLst>
              <a:ext uri="{FF2B5EF4-FFF2-40B4-BE49-F238E27FC236}">
                <a16:creationId xmlns:a16="http://schemas.microsoft.com/office/drawing/2014/main" id="{0595C3F1-3B4E-AC41-9EFD-C0BB66A3E50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69111" y="4130222"/>
            <a:ext cx="707756" cy="389115"/>
          </a:xfrm>
          <a:prstGeom prst="ellips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sz="2000" dirty="0">
              <a:solidFill>
                <a:srgbClr val="000000"/>
              </a:solidFill>
              <a:latin typeface="Comic Sans MS" charset="0"/>
              <a:ea typeface="ＭＳ Ｐゴシック" charset="0"/>
            </a:endParaRPr>
          </a:p>
        </p:txBody>
      </p:sp>
      <p:sp>
        <p:nvSpPr>
          <p:cNvPr id="398" name="Rectangle 125">
            <a:extLst>
              <a:ext uri="{FF2B5EF4-FFF2-40B4-BE49-F238E27FC236}">
                <a16:creationId xmlns:a16="http://schemas.microsoft.com/office/drawing/2014/main" id="{0037DF6F-3A02-DE43-B518-773A20FBE16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29773" y="5251763"/>
            <a:ext cx="8910647" cy="142104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marL="342900" indent="-34290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65000"/>
              <a:buFont typeface="Wingdings" charset="0"/>
              <a:buNone/>
            </a:pPr>
            <a:r>
              <a:rPr lang="en-US" sz="2800" dirty="0">
                <a:solidFill>
                  <a:srgbClr val="CC0000"/>
                </a:solidFill>
                <a:ea typeface="ＭＳ Ｐゴシック" charset="0"/>
              </a:rPr>
              <a:t>notes:</a:t>
            </a:r>
          </a:p>
          <a:p>
            <a:pPr marL="342900" indent="-34290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pitchFamily="2" charset="2"/>
              <a:buChar char="§"/>
            </a:pPr>
            <a:r>
              <a:rPr lang="en-US" sz="2400" dirty="0">
                <a:solidFill>
                  <a:srgbClr val="000000"/>
                </a:solidFill>
                <a:ea typeface="ＭＳ Ｐゴシック" charset="0"/>
              </a:rPr>
              <a:t>construct least-cost-path tree by tracing predecessor nodes</a:t>
            </a:r>
          </a:p>
          <a:p>
            <a:pPr marL="342900" indent="-34290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pitchFamily="2" charset="2"/>
              <a:buChar char="§"/>
            </a:pPr>
            <a:r>
              <a:rPr lang="en-US" sz="2400" dirty="0">
                <a:solidFill>
                  <a:srgbClr val="000000"/>
                </a:solidFill>
                <a:ea typeface="ＭＳ Ｐゴシック" charset="0"/>
              </a:rPr>
              <a:t>ties can exist (can be broken arbitrarily)</a:t>
            </a:r>
          </a:p>
        </p:txBody>
      </p:sp>
      <p:sp>
        <p:nvSpPr>
          <p:cNvPr id="399" name="Line 126">
            <a:extLst>
              <a:ext uri="{FF2B5EF4-FFF2-40B4-BE49-F238E27FC236}">
                <a16:creationId xmlns:a16="http://schemas.microsoft.com/office/drawing/2014/main" id="{C99F0D07-C97F-7244-BE7D-62DDB539FA1D}"/>
              </a:ext>
            </a:extLst>
          </p:cNvPr>
          <p:cNvSpPr>
            <a:spLocks noChangeShapeType="1"/>
          </p:cNvSpPr>
          <p:nvPr/>
        </p:nvSpPr>
        <p:spPr bwMode="auto">
          <a:xfrm>
            <a:off x="10477917" y="3471860"/>
            <a:ext cx="590550" cy="0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400" name="Line 127">
            <a:extLst>
              <a:ext uri="{FF2B5EF4-FFF2-40B4-BE49-F238E27FC236}">
                <a16:creationId xmlns:a16="http://schemas.microsoft.com/office/drawing/2014/main" id="{8F3B222C-0283-4642-B404-4B8A996A5AB3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821087" y="3483435"/>
            <a:ext cx="1463675" cy="1204912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401" name="Line 128">
            <a:extLst>
              <a:ext uri="{FF2B5EF4-FFF2-40B4-BE49-F238E27FC236}">
                <a16:creationId xmlns:a16="http://schemas.microsoft.com/office/drawing/2014/main" id="{F0DFADDD-C351-D342-B3F8-01384E3240C6}"/>
              </a:ext>
            </a:extLst>
          </p:cNvPr>
          <p:cNvSpPr>
            <a:spLocks noChangeShapeType="1"/>
          </p:cNvSpPr>
          <p:nvPr/>
        </p:nvSpPr>
        <p:spPr bwMode="auto">
          <a:xfrm>
            <a:off x="8718966" y="3539863"/>
            <a:ext cx="9525" cy="1047750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402" name="Line 129">
            <a:extLst>
              <a:ext uri="{FF2B5EF4-FFF2-40B4-BE49-F238E27FC236}">
                <a16:creationId xmlns:a16="http://schemas.microsoft.com/office/drawing/2014/main" id="{917DAF3B-7743-C54C-9109-8A2DC359089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577755" y="1754709"/>
            <a:ext cx="1012825" cy="1628775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403" name="Line 130">
            <a:extLst>
              <a:ext uri="{FF2B5EF4-FFF2-40B4-BE49-F238E27FC236}">
                <a16:creationId xmlns:a16="http://schemas.microsoft.com/office/drawing/2014/main" id="{F3B9ECBE-8021-EC4B-8E7D-26831A93BED1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693502" y="3475036"/>
            <a:ext cx="944562" cy="0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404" name="Text Box 131">
            <a:extLst>
              <a:ext uri="{FF2B5EF4-FFF2-40B4-BE49-F238E27FC236}">
                <a16:creationId xmlns:a16="http://schemas.microsoft.com/office/drawing/2014/main" id="{F5BA4ED6-2050-C341-8B0F-1599D2341CC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38922" y="4584970"/>
            <a:ext cx="1026243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uwxvyz</a:t>
            </a:r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665D16F8-4952-FE4D-91E2-4F6D021B6D74}"/>
              </a:ext>
            </a:extLst>
          </p:cNvPr>
          <p:cNvCxnSpPr/>
          <p:nvPr/>
        </p:nvCxnSpPr>
        <p:spPr>
          <a:xfrm>
            <a:off x="668005" y="2233984"/>
            <a:ext cx="5645188" cy="0"/>
          </a:xfrm>
          <a:prstGeom prst="line">
            <a:avLst/>
          </a:prstGeom>
          <a:ln w="25400">
            <a:solidFill>
              <a:srgbClr val="0000A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12" name="TextBox 511">
            <a:extLst>
              <a:ext uri="{FF2B5EF4-FFF2-40B4-BE49-F238E27FC236}">
                <a16:creationId xmlns:a16="http://schemas.microsoft.com/office/drawing/2014/main" id="{1F94D8F7-F56C-4044-B4A2-EFA8658B0151}"/>
              </a:ext>
            </a:extLst>
          </p:cNvPr>
          <p:cNvSpPr txBox="1"/>
          <p:nvPr/>
        </p:nvSpPr>
        <p:spPr>
          <a:xfrm>
            <a:off x="2529460" y="1384347"/>
            <a:ext cx="370422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i="1" dirty="0">
                <a:solidFill>
                  <a:srgbClr val="FF0000"/>
                </a:solidFill>
              </a:rPr>
              <a:t>v</a:t>
            </a:r>
          </a:p>
        </p:txBody>
      </p:sp>
      <p:sp>
        <p:nvSpPr>
          <p:cNvPr id="409" name="TextBox 408">
            <a:extLst>
              <a:ext uri="{FF2B5EF4-FFF2-40B4-BE49-F238E27FC236}">
                <a16:creationId xmlns:a16="http://schemas.microsoft.com/office/drawing/2014/main" id="{7F4BE64D-5BB6-3946-92A1-758E1216783E}"/>
              </a:ext>
            </a:extLst>
          </p:cNvPr>
          <p:cNvSpPr txBox="1"/>
          <p:nvPr/>
        </p:nvSpPr>
        <p:spPr>
          <a:xfrm>
            <a:off x="3373839" y="1382288"/>
            <a:ext cx="370422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i="1" dirty="0">
                <a:solidFill>
                  <a:srgbClr val="FF0000"/>
                </a:solidFill>
              </a:rPr>
              <a:t>w</a:t>
            </a:r>
          </a:p>
        </p:txBody>
      </p:sp>
      <p:sp>
        <p:nvSpPr>
          <p:cNvPr id="410" name="TextBox 409">
            <a:extLst>
              <a:ext uri="{FF2B5EF4-FFF2-40B4-BE49-F238E27FC236}">
                <a16:creationId xmlns:a16="http://schemas.microsoft.com/office/drawing/2014/main" id="{A1DE38EA-067E-254B-81F2-AFB941CD30A7}"/>
              </a:ext>
            </a:extLst>
          </p:cNvPr>
          <p:cNvSpPr txBox="1"/>
          <p:nvPr/>
        </p:nvSpPr>
        <p:spPr>
          <a:xfrm>
            <a:off x="4255287" y="1380228"/>
            <a:ext cx="370422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i="1" dirty="0">
                <a:solidFill>
                  <a:srgbClr val="FF0000"/>
                </a:solidFill>
              </a:rPr>
              <a:t>x</a:t>
            </a:r>
          </a:p>
        </p:txBody>
      </p:sp>
      <p:sp>
        <p:nvSpPr>
          <p:cNvPr id="411" name="TextBox 410">
            <a:extLst>
              <a:ext uri="{FF2B5EF4-FFF2-40B4-BE49-F238E27FC236}">
                <a16:creationId xmlns:a16="http://schemas.microsoft.com/office/drawing/2014/main" id="{1FC94161-DABC-FD40-9A12-0A0B92FB9413}"/>
              </a:ext>
            </a:extLst>
          </p:cNvPr>
          <p:cNvSpPr txBox="1"/>
          <p:nvPr/>
        </p:nvSpPr>
        <p:spPr>
          <a:xfrm>
            <a:off x="5099667" y="1378168"/>
            <a:ext cx="370422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i="1" dirty="0">
                <a:solidFill>
                  <a:srgbClr val="FF0000"/>
                </a:solidFill>
              </a:rPr>
              <a:t>y</a:t>
            </a:r>
          </a:p>
        </p:txBody>
      </p:sp>
      <p:sp>
        <p:nvSpPr>
          <p:cNvPr id="412" name="TextBox 411">
            <a:extLst>
              <a:ext uri="{FF2B5EF4-FFF2-40B4-BE49-F238E27FC236}">
                <a16:creationId xmlns:a16="http://schemas.microsoft.com/office/drawing/2014/main" id="{288BE9D6-D8FD-304E-9D68-FE3AAEE6F204}"/>
              </a:ext>
            </a:extLst>
          </p:cNvPr>
          <p:cNvSpPr txBox="1"/>
          <p:nvPr/>
        </p:nvSpPr>
        <p:spPr>
          <a:xfrm>
            <a:off x="5968759" y="1376108"/>
            <a:ext cx="370422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i="1" dirty="0">
                <a:solidFill>
                  <a:srgbClr val="FF0000"/>
                </a:solidFill>
              </a:rPr>
              <a:t>z</a:t>
            </a:r>
          </a:p>
        </p:txBody>
      </p:sp>
      <p:grpSp>
        <p:nvGrpSpPr>
          <p:cNvPr id="519" name="Group 518">
            <a:extLst>
              <a:ext uri="{FF2B5EF4-FFF2-40B4-BE49-F238E27FC236}">
                <a16:creationId xmlns:a16="http://schemas.microsoft.com/office/drawing/2014/main" id="{CCBC2688-EEF7-0A41-A1D1-FD3592861590}"/>
              </a:ext>
            </a:extLst>
          </p:cNvPr>
          <p:cNvGrpSpPr/>
          <p:nvPr/>
        </p:nvGrpSpPr>
        <p:grpSpPr>
          <a:xfrm>
            <a:off x="1771136" y="1428236"/>
            <a:ext cx="1923534" cy="1652716"/>
            <a:chOff x="1771136" y="1428236"/>
            <a:chExt cx="1923534" cy="1652716"/>
          </a:xfrm>
        </p:grpSpPr>
        <p:sp>
          <p:nvSpPr>
            <p:cNvPr id="513" name="Oval 512">
              <a:extLst>
                <a:ext uri="{FF2B5EF4-FFF2-40B4-BE49-F238E27FC236}">
                  <a16:creationId xmlns:a16="http://schemas.microsoft.com/office/drawing/2014/main" id="{3C2FF37F-A919-434C-8979-051B31CFD835}"/>
                </a:ext>
              </a:extLst>
            </p:cNvPr>
            <p:cNvSpPr/>
            <p:nvPr/>
          </p:nvSpPr>
          <p:spPr>
            <a:xfrm>
              <a:off x="3379574" y="1428236"/>
              <a:ext cx="315096" cy="295532"/>
            </a:xfrm>
            <a:prstGeom prst="ellipse">
              <a:avLst/>
            </a:prstGeom>
            <a:noFill/>
            <a:ln w="1905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cxnSp>
          <p:nvCxnSpPr>
            <p:cNvPr id="515" name="Straight Arrow Connector 514">
              <a:extLst>
                <a:ext uri="{FF2B5EF4-FFF2-40B4-BE49-F238E27FC236}">
                  <a16:creationId xmlns:a16="http://schemas.microsoft.com/office/drawing/2014/main" id="{6361C28B-7EB6-4E49-801C-002A7038AFD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2007973" y="1686697"/>
              <a:ext cx="1414851" cy="1143000"/>
            </a:xfrm>
            <a:prstGeom prst="straightConnector1">
              <a:avLst/>
            </a:prstGeom>
            <a:ln w="15875">
              <a:solidFill>
                <a:srgbClr val="FF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24" name="Oval 423">
              <a:extLst>
                <a:ext uri="{FF2B5EF4-FFF2-40B4-BE49-F238E27FC236}">
                  <a16:creationId xmlns:a16="http://schemas.microsoft.com/office/drawing/2014/main" id="{5CDBFCDB-3AB4-FE47-9C83-3D6DE05B385E}"/>
                </a:ext>
              </a:extLst>
            </p:cNvPr>
            <p:cNvSpPr/>
            <p:nvPr/>
          </p:nvSpPr>
          <p:spPr>
            <a:xfrm>
              <a:off x="1771136" y="2785420"/>
              <a:ext cx="315096" cy="295532"/>
            </a:xfrm>
            <a:prstGeom prst="ellipse">
              <a:avLst/>
            </a:prstGeom>
            <a:noFill/>
            <a:ln w="1905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420" name="Group 419">
            <a:extLst>
              <a:ext uri="{FF2B5EF4-FFF2-40B4-BE49-F238E27FC236}">
                <a16:creationId xmlns:a16="http://schemas.microsoft.com/office/drawing/2014/main" id="{34492E69-FC51-D44D-A0DF-E498D79FEC0F}"/>
              </a:ext>
            </a:extLst>
          </p:cNvPr>
          <p:cNvGrpSpPr/>
          <p:nvPr/>
        </p:nvGrpSpPr>
        <p:grpSpPr>
          <a:xfrm>
            <a:off x="1812326" y="1419997"/>
            <a:ext cx="2739080" cy="2146986"/>
            <a:chOff x="955590" y="1428236"/>
            <a:chExt cx="2739080" cy="2146986"/>
          </a:xfrm>
        </p:grpSpPr>
        <p:sp>
          <p:nvSpPr>
            <p:cNvPr id="421" name="Oval 420">
              <a:extLst>
                <a:ext uri="{FF2B5EF4-FFF2-40B4-BE49-F238E27FC236}">
                  <a16:creationId xmlns:a16="http://schemas.microsoft.com/office/drawing/2014/main" id="{8B78A21D-0C51-5E40-A873-B41F0061767F}"/>
                </a:ext>
              </a:extLst>
            </p:cNvPr>
            <p:cNvSpPr/>
            <p:nvPr/>
          </p:nvSpPr>
          <p:spPr>
            <a:xfrm>
              <a:off x="3379574" y="1428236"/>
              <a:ext cx="315096" cy="295532"/>
            </a:xfrm>
            <a:prstGeom prst="ellipse">
              <a:avLst/>
            </a:prstGeom>
            <a:noFill/>
            <a:ln w="1905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cxnSp>
          <p:nvCxnSpPr>
            <p:cNvPr id="422" name="Straight Arrow Connector 421">
              <a:extLst>
                <a:ext uri="{FF2B5EF4-FFF2-40B4-BE49-F238E27FC236}">
                  <a16:creationId xmlns:a16="http://schemas.microsoft.com/office/drawing/2014/main" id="{E057DF8D-CA83-344B-BC32-922BE22FB3C6}"/>
                </a:ext>
              </a:extLst>
            </p:cNvPr>
            <p:cNvCxnSpPr>
              <a:cxnSpLocks/>
              <a:endCxn id="426" idx="7"/>
            </p:cNvCxnSpPr>
            <p:nvPr/>
          </p:nvCxnSpPr>
          <p:spPr>
            <a:xfrm flipH="1">
              <a:off x="1224541" y="1686697"/>
              <a:ext cx="2198284" cy="1636273"/>
            </a:xfrm>
            <a:prstGeom prst="straightConnector1">
              <a:avLst/>
            </a:prstGeom>
            <a:ln w="15875">
              <a:solidFill>
                <a:srgbClr val="FF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26" name="Oval 425">
              <a:extLst>
                <a:ext uri="{FF2B5EF4-FFF2-40B4-BE49-F238E27FC236}">
                  <a16:creationId xmlns:a16="http://schemas.microsoft.com/office/drawing/2014/main" id="{1144855E-246F-7640-9688-9DE68CCDF895}"/>
                </a:ext>
              </a:extLst>
            </p:cNvPr>
            <p:cNvSpPr/>
            <p:nvPr/>
          </p:nvSpPr>
          <p:spPr>
            <a:xfrm>
              <a:off x="955590" y="3279690"/>
              <a:ext cx="315096" cy="295532"/>
            </a:xfrm>
            <a:prstGeom prst="ellipse">
              <a:avLst/>
            </a:prstGeom>
            <a:noFill/>
            <a:ln w="1905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428" name="Group 427">
            <a:extLst>
              <a:ext uri="{FF2B5EF4-FFF2-40B4-BE49-F238E27FC236}">
                <a16:creationId xmlns:a16="http://schemas.microsoft.com/office/drawing/2014/main" id="{5C63813B-DF47-A04D-AB7C-06783AC116F7}"/>
              </a:ext>
            </a:extLst>
          </p:cNvPr>
          <p:cNvGrpSpPr/>
          <p:nvPr/>
        </p:nvGrpSpPr>
        <p:grpSpPr>
          <a:xfrm>
            <a:off x="1853514" y="1417939"/>
            <a:ext cx="990599" cy="2598007"/>
            <a:chOff x="955590" y="977215"/>
            <a:chExt cx="990599" cy="2598007"/>
          </a:xfrm>
        </p:grpSpPr>
        <p:sp>
          <p:nvSpPr>
            <p:cNvPr id="429" name="Oval 428">
              <a:extLst>
                <a:ext uri="{FF2B5EF4-FFF2-40B4-BE49-F238E27FC236}">
                  <a16:creationId xmlns:a16="http://schemas.microsoft.com/office/drawing/2014/main" id="{D4DF0F4E-4FAB-7E4A-B79C-58901FD967B2}"/>
                </a:ext>
              </a:extLst>
            </p:cNvPr>
            <p:cNvSpPr/>
            <p:nvPr/>
          </p:nvSpPr>
          <p:spPr>
            <a:xfrm>
              <a:off x="1631093" y="977215"/>
              <a:ext cx="315096" cy="295532"/>
            </a:xfrm>
            <a:prstGeom prst="ellipse">
              <a:avLst/>
            </a:prstGeom>
            <a:noFill/>
            <a:ln w="1905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cxnSp>
          <p:nvCxnSpPr>
            <p:cNvPr id="430" name="Straight Arrow Connector 429">
              <a:extLst>
                <a:ext uri="{FF2B5EF4-FFF2-40B4-BE49-F238E27FC236}">
                  <a16:creationId xmlns:a16="http://schemas.microsoft.com/office/drawing/2014/main" id="{253E7A77-3CD8-4444-8652-326E4122CA29}"/>
                </a:ext>
              </a:extLst>
            </p:cNvPr>
            <p:cNvCxnSpPr>
              <a:cxnSpLocks/>
              <a:stCxn id="429" idx="4"/>
              <a:endCxn id="431" idx="0"/>
            </p:cNvCxnSpPr>
            <p:nvPr/>
          </p:nvCxnSpPr>
          <p:spPr>
            <a:xfrm flipH="1">
              <a:off x="1113138" y="1272747"/>
              <a:ext cx="675503" cy="2006943"/>
            </a:xfrm>
            <a:prstGeom prst="straightConnector1">
              <a:avLst/>
            </a:prstGeom>
            <a:ln w="15875">
              <a:solidFill>
                <a:srgbClr val="FF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31" name="Oval 430">
              <a:extLst>
                <a:ext uri="{FF2B5EF4-FFF2-40B4-BE49-F238E27FC236}">
                  <a16:creationId xmlns:a16="http://schemas.microsoft.com/office/drawing/2014/main" id="{77F07FF7-2B96-0646-A06A-6A4413FB14D0}"/>
                </a:ext>
              </a:extLst>
            </p:cNvPr>
            <p:cNvSpPr/>
            <p:nvPr/>
          </p:nvSpPr>
          <p:spPr>
            <a:xfrm>
              <a:off x="955590" y="3279690"/>
              <a:ext cx="315096" cy="295532"/>
            </a:xfrm>
            <a:prstGeom prst="ellipse">
              <a:avLst/>
            </a:prstGeom>
            <a:noFill/>
            <a:ln w="1905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434" name="Group 433">
            <a:extLst>
              <a:ext uri="{FF2B5EF4-FFF2-40B4-BE49-F238E27FC236}">
                <a16:creationId xmlns:a16="http://schemas.microsoft.com/office/drawing/2014/main" id="{0CCDB2C5-7C8F-BA48-8528-642609B263D7}"/>
              </a:ext>
            </a:extLst>
          </p:cNvPr>
          <p:cNvGrpSpPr/>
          <p:nvPr/>
        </p:nvGrpSpPr>
        <p:grpSpPr>
          <a:xfrm>
            <a:off x="1915299" y="1436471"/>
            <a:ext cx="3480486" cy="3049030"/>
            <a:chOff x="955590" y="526192"/>
            <a:chExt cx="3480486" cy="3049030"/>
          </a:xfrm>
        </p:grpSpPr>
        <p:sp>
          <p:nvSpPr>
            <p:cNvPr id="435" name="Oval 434">
              <a:extLst>
                <a:ext uri="{FF2B5EF4-FFF2-40B4-BE49-F238E27FC236}">
                  <a16:creationId xmlns:a16="http://schemas.microsoft.com/office/drawing/2014/main" id="{B6DFCC8C-1043-294A-BBDC-453DCF8BA68B}"/>
                </a:ext>
              </a:extLst>
            </p:cNvPr>
            <p:cNvSpPr/>
            <p:nvPr/>
          </p:nvSpPr>
          <p:spPr>
            <a:xfrm>
              <a:off x="4120980" y="526192"/>
              <a:ext cx="315096" cy="295532"/>
            </a:xfrm>
            <a:prstGeom prst="ellipse">
              <a:avLst/>
            </a:prstGeom>
            <a:noFill/>
            <a:ln w="1905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cxnSp>
          <p:nvCxnSpPr>
            <p:cNvPr id="436" name="Straight Arrow Connector 435">
              <a:extLst>
                <a:ext uri="{FF2B5EF4-FFF2-40B4-BE49-F238E27FC236}">
                  <a16:creationId xmlns:a16="http://schemas.microsoft.com/office/drawing/2014/main" id="{97B46750-16A8-574E-A52F-46729E9F7031}"/>
                </a:ext>
              </a:extLst>
            </p:cNvPr>
            <p:cNvCxnSpPr>
              <a:cxnSpLocks/>
              <a:stCxn id="435" idx="3"/>
              <a:endCxn id="437" idx="7"/>
            </p:cNvCxnSpPr>
            <p:nvPr/>
          </p:nvCxnSpPr>
          <p:spPr>
            <a:xfrm flipH="1">
              <a:off x="1224541" y="778444"/>
              <a:ext cx="2942584" cy="2544526"/>
            </a:xfrm>
            <a:prstGeom prst="straightConnector1">
              <a:avLst/>
            </a:prstGeom>
            <a:ln w="15875">
              <a:solidFill>
                <a:srgbClr val="FF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37" name="Oval 436">
              <a:extLst>
                <a:ext uri="{FF2B5EF4-FFF2-40B4-BE49-F238E27FC236}">
                  <a16:creationId xmlns:a16="http://schemas.microsoft.com/office/drawing/2014/main" id="{904708D2-FA76-7B48-81BA-5EC9975951EB}"/>
                </a:ext>
              </a:extLst>
            </p:cNvPr>
            <p:cNvSpPr/>
            <p:nvPr/>
          </p:nvSpPr>
          <p:spPr>
            <a:xfrm>
              <a:off x="955590" y="3279690"/>
              <a:ext cx="315096" cy="295532"/>
            </a:xfrm>
            <a:prstGeom prst="ellipse">
              <a:avLst/>
            </a:prstGeom>
            <a:noFill/>
            <a:ln w="1905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439" name="Group 438">
            <a:extLst>
              <a:ext uri="{FF2B5EF4-FFF2-40B4-BE49-F238E27FC236}">
                <a16:creationId xmlns:a16="http://schemas.microsoft.com/office/drawing/2014/main" id="{D192E325-2F11-F54E-90FD-CBE3F2807D0F}"/>
              </a:ext>
            </a:extLst>
          </p:cNvPr>
          <p:cNvGrpSpPr/>
          <p:nvPr/>
        </p:nvGrpSpPr>
        <p:grpSpPr>
          <a:xfrm>
            <a:off x="1839100" y="1422055"/>
            <a:ext cx="4419599" cy="3537122"/>
            <a:chOff x="16477" y="526192"/>
            <a:chExt cx="4419599" cy="3537122"/>
          </a:xfrm>
        </p:grpSpPr>
        <p:sp>
          <p:nvSpPr>
            <p:cNvPr id="440" name="Oval 439">
              <a:extLst>
                <a:ext uri="{FF2B5EF4-FFF2-40B4-BE49-F238E27FC236}">
                  <a16:creationId xmlns:a16="http://schemas.microsoft.com/office/drawing/2014/main" id="{10536CE6-8D99-2348-945A-2105D954DF20}"/>
                </a:ext>
              </a:extLst>
            </p:cNvPr>
            <p:cNvSpPr/>
            <p:nvPr/>
          </p:nvSpPr>
          <p:spPr>
            <a:xfrm>
              <a:off x="4120980" y="526192"/>
              <a:ext cx="315096" cy="295532"/>
            </a:xfrm>
            <a:prstGeom prst="ellipse">
              <a:avLst/>
            </a:prstGeom>
            <a:noFill/>
            <a:ln w="1905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cxnSp>
          <p:nvCxnSpPr>
            <p:cNvPr id="441" name="Straight Arrow Connector 440">
              <a:extLst>
                <a:ext uri="{FF2B5EF4-FFF2-40B4-BE49-F238E27FC236}">
                  <a16:creationId xmlns:a16="http://schemas.microsoft.com/office/drawing/2014/main" id="{F0B19E82-F38B-574C-B89D-511382F96E8E}"/>
                </a:ext>
              </a:extLst>
            </p:cNvPr>
            <p:cNvCxnSpPr>
              <a:cxnSpLocks/>
              <a:stCxn id="440" idx="3"/>
              <a:endCxn id="442" idx="7"/>
            </p:cNvCxnSpPr>
            <p:nvPr/>
          </p:nvCxnSpPr>
          <p:spPr>
            <a:xfrm flipH="1">
              <a:off x="285428" y="778444"/>
              <a:ext cx="3881697" cy="3032618"/>
            </a:xfrm>
            <a:prstGeom prst="straightConnector1">
              <a:avLst/>
            </a:prstGeom>
            <a:ln w="15875">
              <a:solidFill>
                <a:srgbClr val="FF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42" name="Oval 441">
              <a:extLst>
                <a:ext uri="{FF2B5EF4-FFF2-40B4-BE49-F238E27FC236}">
                  <a16:creationId xmlns:a16="http://schemas.microsoft.com/office/drawing/2014/main" id="{532A319F-9E77-E440-8542-72A35376DAE1}"/>
                </a:ext>
              </a:extLst>
            </p:cNvPr>
            <p:cNvSpPr/>
            <p:nvPr/>
          </p:nvSpPr>
          <p:spPr>
            <a:xfrm>
              <a:off x="16477" y="3767782"/>
              <a:ext cx="315096" cy="295532"/>
            </a:xfrm>
            <a:prstGeom prst="ellipse">
              <a:avLst/>
            </a:prstGeom>
            <a:noFill/>
            <a:ln w="1905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</p:spTree>
    <p:extLst>
      <p:ext uri="{BB962C8B-B14F-4D97-AF65-F5344CB8AC3E}">
        <p14:creationId xmlns:p14="http://schemas.microsoft.com/office/powerpoint/2010/main" val="51004691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1000"/>
                                        <p:tgtEl>
                                          <p:spTgt spid="3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3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500"/>
                            </p:stCondLst>
                            <p:childTnLst>
                              <p:par>
                                <p:cTn id="14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1000"/>
                                        <p:tgtEl>
                                          <p:spTgt spid="5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1500"/>
                            </p:stCondLst>
                            <p:childTnLst>
                              <p:par>
                                <p:cTn id="18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3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2000"/>
                            </p:stCondLst>
                            <p:childTnLst>
                              <p:par>
                                <p:cTn id="22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4" dur="1000"/>
                                        <p:tgtEl>
                                          <p:spTgt spid="4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9" dur="1000"/>
                                        <p:tgtEl>
                                          <p:spTgt spid="3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31" dur="500"/>
                                        <p:tgtEl>
                                          <p:spTgt spid="51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7" dur="500"/>
                                        <p:tgtEl>
                                          <p:spTgt spid="3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500"/>
                            </p:stCondLst>
                            <p:childTnLst>
                              <p:par>
                                <p:cTn id="39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1" dur="1000"/>
                                        <p:tgtEl>
                                          <p:spTgt spid="4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1500"/>
                            </p:stCondLst>
                            <p:childTnLst>
                              <p:par>
                                <p:cTn id="43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5" dur="500"/>
                                        <p:tgtEl>
                                          <p:spTgt spid="3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2000"/>
                            </p:stCondLst>
                            <p:childTnLst>
                              <p:par>
                                <p:cTn id="47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9" dur="1000"/>
                                        <p:tgtEl>
                                          <p:spTgt spid="4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0" fill="hold">
                      <p:stCondLst>
                        <p:cond delay="indefinite"/>
                      </p:stCondLst>
                      <p:childTnLst>
                        <p:par>
                          <p:cTn id="51" fill="hold">
                            <p:stCondLst>
                              <p:cond delay="0"/>
                            </p:stCondLst>
                            <p:childTnLst>
                              <p:par>
                                <p:cTn id="52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4" dur="1000"/>
                                        <p:tgtEl>
                                          <p:spTgt spid="3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56" dur="500"/>
                                        <p:tgtEl>
                                          <p:spTgt spid="42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>
                      <p:stCondLst>
                        <p:cond delay="indefinite"/>
                      </p:stCondLst>
                      <p:childTnLst>
                        <p:par>
                          <p:cTn id="59" fill="hold">
                            <p:stCondLst>
                              <p:cond delay="0"/>
                            </p:stCondLst>
                            <p:childTnLst>
                              <p:par>
                                <p:cTn id="6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2" dur="500"/>
                                        <p:tgtEl>
                                          <p:spTgt spid="3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500"/>
                            </p:stCondLst>
                            <p:childTnLst>
                              <p:par>
                                <p:cTn id="64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6" dur="1000"/>
                                        <p:tgtEl>
                                          <p:spTgt spid="4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1500"/>
                            </p:stCondLst>
                            <p:childTnLst>
                              <p:par>
                                <p:cTn id="68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0" dur="500"/>
                                        <p:tgtEl>
                                          <p:spTgt spid="3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2000"/>
                            </p:stCondLst>
                            <p:childTnLst>
                              <p:par>
                                <p:cTn id="72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4" dur="1000"/>
                                        <p:tgtEl>
                                          <p:spTgt spid="4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5" fill="hold">
                      <p:stCondLst>
                        <p:cond delay="indefinite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9" dur="1000"/>
                                        <p:tgtEl>
                                          <p:spTgt spid="3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0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81" dur="500"/>
                                        <p:tgtEl>
                                          <p:spTgt spid="42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3" fill="hold">
                      <p:stCondLst>
                        <p:cond delay="indefinite"/>
                      </p:stCondLst>
                      <p:childTnLst>
                        <p:par>
                          <p:cTn id="84" fill="hold">
                            <p:stCondLst>
                              <p:cond delay="0"/>
                            </p:stCondLst>
                            <p:childTnLst>
                              <p:par>
                                <p:cTn id="8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87" dur="500"/>
                                        <p:tgtEl>
                                          <p:spTgt spid="3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500"/>
                            </p:stCondLst>
                            <p:childTnLst>
                              <p:par>
                                <p:cTn id="89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91" dur="1000"/>
                                        <p:tgtEl>
                                          <p:spTgt spid="4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2" fill="hold">
                            <p:stCondLst>
                              <p:cond delay="1500"/>
                            </p:stCondLst>
                            <p:childTnLst>
                              <p:par>
                                <p:cTn id="93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95" dur="500"/>
                                        <p:tgtEl>
                                          <p:spTgt spid="3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6" fill="hold">
                            <p:stCondLst>
                              <p:cond delay="2000"/>
                            </p:stCondLst>
                            <p:childTnLst>
                              <p:par>
                                <p:cTn id="97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99" dur="1000"/>
                                        <p:tgtEl>
                                          <p:spTgt spid="4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0" fill="hold">
                      <p:stCondLst>
                        <p:cond delay="indefinite"/>
                      </p:stCondLst>
                      <p:childTnLst>
                        <p:par>
                          <p:cTn id="101" fill="hold">
                            <p:stCondLst>
                              <p:cond delay="0"/>
                            </p:stCondLst>
                            <p:childTnLst>
                              <p:par>
                                <p:cTn id="102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4" dur="1000"/>
                                        <p:tgtEl>
                                          <p:spTgt spid="3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5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06" dur="500"/>
                                        <p:tgtEl>
                                          <p:spTgt spid="43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8" fill="hold">
                      <p:stCondLst>
                        <p:cond delay="indefinite"/>
                      </p:stCondLst>
                      <p:childTnLst>
                        <p:par>
                          <p:cTn id="109" fill="hold">
                            <p:stCondLst>
                              <p:cond delay="0"/>
                            </p:stCondLst>
                            <p:childTnLst>
                              <p:par>
                                <p:cTn id="1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2" dur="500"/>
                                        <p:tgtEl>
                                          <p:spTgt spid="3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3" fill="hold">
                            <p:stCondLst>
                              <p:cond delay="500"/>
                            </p:stCondLst>
                            <p:childTnLst>
                              <p:par>
                                <p:cTn id="114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6" dur="1000"/>
                                        <p:tgtEl>
                                          <p:spTgt spid="4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7" fill="hold">
                            <p:stCondLst>
                              <p:cond delay="1500"/>
                            </p:stCondLst>
                            <p:childTnLst>
                              <p:par>
                                <p:cTn id="118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0" dur="500"/>
                                        <p:tgtEl>
                                          <p:spTgt spid="4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1" fill="hold">
                            <p:stCondLst>
                              <p:cond delay="2000"/>
                            </p:stCondLst>
                            <p:childTnLst>
                              <p:par>
                                <p:cTn id="122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4" dur="1000"/>
                                        <p:tgtEl>
                                          <p:spTgt spid="3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5" fill="hold">
                      <p:stCondLst>
                        <p:cond delay="indefinite"/>
                      </p:stCondLst>
                      <p:childTnLst>
                        <p:par>
                          <p:cTn id="126" fill="hold">
                            <p:stCondLst>
                              <p:cond delay="0"/>
                            </p:stCondLst>
                            <p:childTnLst>
                              <p:par>
                                <p:cTn id="127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9" dur="500"/>
                                        <p:tgtEl>
                                          <p:spTgt spid="3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0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31" dur="500"/>
                                        <p:tgtEl>
                                          <p:spTgt spid="43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73" grpId="0"/>
      <p:bldP spid="386" grpId="0" animBg="1"/>
      <p:bldP spid="387" grpId="0" animBg="1"/>
      <p:bldP spid="388" grpId="0"/>
      <p:bldP spid="389" grpId="0" animBg="1"/>
      <p:bldP spid="390" grpId="0"/>
      <p:bldP spid="394" grpId="0" animBg="1"/>
      <p:bldP spid="395" grpId="0"/>
      <p:bldP spid="396" grpId="0"/>
      <p:bldP spid="397" grpId="0" animBg="1"/>
      <p:bldP spid="398" grpId="0"/>
      <p:bldP spid="399" grpId="0" animBg="1"/>
      <p:bldP spid="400" grpId="0" animBg="1"/>
      <p:bldP spid="401" grpId="0" animBg="1"/>
      <p:bldP spid="402" grpId="0" animBg="1"/>
      <p:bldP spid="403" grpId="0" animBg="1"/>
      <p:bldP spid="404" grpId="0"/>
    </p:bldLst>
  </p:timing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5B27BFF1-5DCE-D642-8EFE-FACB1C97EEE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199" y="354060"/>
            <a:ext cx="11179629" cy="894622"/>
          </a:xfrm>
        </p:spPr>
        <p:txBody>
          <a:bodyPr/>
          <a:lstStyle/>
          <a:p>
            <a:r>
              <a:rPr lang="en-US" b="0" dirty="0">
                <a:latin typeface="+mn-lt"/>
              </a:rPr>
              <a:t>Dijkstra’s algorithm: discussion</a:t>
            </a:r>
          </a:p>
        </p:txBody>
      </p:sp>
      <p:sp>
        <p:nvSpPr>
          <p:cNvPr id="546" name="Slide Number Placeholder 4">
            <a:extLst>
              <a:ext uri="{FF2B5EF4-FFF2-40B4-BE49-F238E27FC236}">
                <a16:creationId xmlns:a16="http://schemas.microsoft.com/office/drawing/2014/main" id="{5DC8F37A-7230-5148-88D9-265AE5AD394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Network Layer: 5-</a:t>
            </a:r>
            <a:fld id="{C4204591-24BD-A542-B9D5-F8D8A88D2FEE}" type="slidenum">
              <a:rPr kumimoji="0" lang="en-US" sz="1100" b="0" i="0" u="none" strike="noStrike" kern="1200" cap="none" spc="0" normalizeH="0" baseline="0" noProof="0" smtClean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29</a:t>
            </a:fld>
            <a:endParaRPr kumimoji="0" lang="en-US" sz="11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50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44" name="Rectangle 3">
            <a:extLst>
              <a:ext uri="{FF2B5EF4-FFF2-40B4-BE49-F238E27FC236}">
                <a16:creationId xmlns:a16="http://schemas.microsoft.com/office/drawing/2014/main" id="{6E59D8FF-3BFC-9E4A-88AA-D168D119E03B}"/>
              </a:ext>
            </a:extLst>
          </p:cNvPr>
          <p:cNvSpPr txBox="1">
            <a:spLocks noChangeArrowheads="1"/>
          </p:cNvSpPr>
          <p:nvPr/>
        </p:nvSpPr>
        <p:spPr>
          <a:xfrm>
            <a:off x="739458" y="1447801"/>
            <a:ext cx="8709342" cy="191516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charset="0"/>
              <a:buNone/>
              <a:defRPr/>
            </a:pPr>
            <a:r>
              <a:rPr lang="en-US" dirty="0">
                <a:solidFill>
                  <a:srgbClr val="CC0000"/>
                </a:solidFill>
              </a:rPr>
              <a:t>algorithm complexity:</a:t>
            </a:r>
            <a:r>
              <a:rPr lang="en-US" dirty="0">
                <a:solidFill>
                  <a:srgbClr val="FF0000"/>
                </a:solidFill>
              </a:rPr>
              <a:t> </a:t>
            </a:r>
            <a:r>
              <a:rPr lang="en-US" i="1" dirty="0"/>
              <a:t>n</a:t>
            </a:r>
            <a:r>
              <a:rPr lang="en-US" dirty="0"/>
              <a:t> nodes</a:t>
            </a:r>
          </a:p>
          <a:p>
            <a:pPr>
              <a:defRPr/>
            </a:pPr>
            <a:r>
              <a:rPr lang="en-US" sz="2400" dirty="0"/>
              <a:t>each of </a:t>
            </a:r>
            <a:r>
              <a:rPr lang="en-US" sz="2400" i="1" dirty="0"/>
              <a:t>n</a:t>
            </a:r>
            <a:r>
              <a:rPr lang="en-US" sz="2400" dirty="0"/>
              <a:t> iteration: need to check all nodes, </a:t>
            </a:r>
            <a:r>
              <a:rPr lang="en-US" sz="2400" i="1" dirty="0"/>
              <a:t>w</a:t>
            </a:r>
            <a:r>
              <a:rPr lang="en-US" sz="2400" dirty="0"/>
              <a:t>, not in </a:t>
            </a:r>
            <a:r>
              <a:rPr lang="en-US" sz="2400" i="1" dirty="0"/>
              <a:t>N</a:t>
            </a:r>
          </a:p>
          <a:p>
            <a:pPr>
              <a:defRPr/>
            </a:pPr>
            <a:r>
              <a:rPr lang="en-US" sz="2400" i="1" dirty="0"/>
              <a:t>n</a:t>
            </a:r>
            <a:r>
              <a:rPr lang="en-US" sz="2400" dirty="0"/>
              <a:t>(</a:t>
            </a:r>
            <a:r>
              <a:rPr lang="en-US" sz="2400" i="1" dirty="0"/>
              <a:t>n</a:t>
            </a:r>
            <a:r>
              <a:rPr lang="en-US" sz="2400" dirty="0"/>
              <a:t>+1)/2 comparisons: O(</a:t>
            </a:r>
            <a:r>
              <a:rPr lang="en-US" sz="2400" i="1" dirty="0"/>
              <a:t>n</a:t>
            </a:r>
            <a:r>
              <a:rPr lang="en-US" sz="2400" i="1" baseline="30000" dirty="0"/>
              <a:t>2</a:t>
            </a:r>
            <a:r>
              <a:rPr lang="en-US" sz="2400" dirty="0"/>
              <a:t>) complexity</a:t>
            </a:r>
          </a:p>
          <a:p>
            <a:pPr>
              <a:defRPr/>
            </a:pPr>
            <a:r>
              <a:rPr lang="en-US" sz="2400" dirty="0"/>
              <a:t>more efficient implementations possible: O(</a:t>
            </a:r>
            <a:r>
              <a:rPr lang="en-US" sz="2400" i="1" dirty="0"/>
              <a:t>n</a:t>
            </a:r>
            <a:r>
              <a:rPr lang="en-US" sz="2400" dirty="0"/>
              <a:t>log</a:t>
            </a:r>
            <a:r>
              <a:rPr lang="en-US" sz="2400" i="1" dirty="0"/>
              <a:t>n</a:t>
            </a:r>
            <a:r>
              <a:rPr lang="en-US" sz="2400" dirty="0"/>
              <a:t>)</a:t>
            </a:r>
          </a:p>
        </p:txBody>
      </p:sp>
      <p:sp>
        <p:nvSpPr>
          <p:cNvPr id="445" name="Rectangle 3">
            <a:extLst>
              <a:ext uri="{FF2B5EF4-FFF2-40B4-BE49-F238E27FC236}">
                <a16:creationId xmlns:a16="http://schemas.microsoft.com/office/drawing/2014/main" id="{37555C05-2A0C-8E42-A9BE-7ECBAF0D8C2D}"/>
              </a:ext>
            </a:extLst>
          </p:cNvPr>
          <p:cNvSpPr txBox="1">
            <a:spLocks noChangeArrowheads="1"/>
          </p:cNvSpPr>
          <p:nvPr/>
        </p:nvSpPr>
        <p:spPr>
          <a:xfrm>
            <a:off x="729298" y="3378200"/>
            <a:ext cx="11310302" cy="2331719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charset="0"/>
              <a:buNone/>
              <a:defRPr/>
            </a:pPr>
            <a:r>
              <a:rPr lang="en-US" dirty="0">
                <a:solidFill>
                  <a:srgbClr val="CC0000"/>
                </a:solidFill>
              </a:rPr>
              <a:t>message complexity:</a:t>
            </a:r>
            <a:r>
              <a:rPr lang="en-US" dirty="0">
                <a:solidFill>
                  <a:srgbClr val="FF0000"/>
                </a:solidFill>
              </a:rPr>
              <a:t> </a:t>
            </a:r>
          </a:p>
          <a:p>
            <a:pPr>
              <a:defRPr/>
            </a:pPr>
            <a:r>
              <a:rPr lang="en-US" sz="2400" dirty="0"/>
              <a:t>each router must </a:t>
            </a:r>
            <a:r>
              <a:rPr lang="en-US" sz="2400" i="1" dirty="0">
                <a:solidFill>
                  <a:srgbClr val="0000A8"/>
                </a:solidFill>
              </a:rPr>
              <a:t>broadcast</a:t>
            </a:r>
            <a:r>
              <a:rPr lang="en-US" sz="2400" dirty="0"/>
              <a:t> its link state information to other </a:t>
            </a:r>
            <a:r>
              <a:rPr lang="en-US" sz="2400" i="1" dirty="0"/>
              <a:t>n</a:t>
            </a:r>
            <a:r>
              <a:rPr lang="en-US" sz="2400" dirty="0"/>
              <a:t> routers </a:t>
            </a:r>
          </a:p>
          <a:p>
            <a:pPr>
              <a:defRPr/>
            </a:pPr>
            <a:r>
              <a:rPr lang="en-US" sz="2400" dirty="0"/>
              <a:t>efficient (and interesting!) broadcast algorithms: O(</a:t>
            </a:r>
            <a:r>
              <a:rPr lang="en-US" sz="2400" i="1" dirty="0"/>
              <a:t>n</a:t>
            </a:r>
            <a:r>
              <a:rPr lang="en-US" sz="2400" dirty="0"/>
              <a:t>) link crossings to disseminate a broadcast message from one source</a:t>
            </a:r>
          </a:p>
          <a:p>
            <a:pPr>
              <a:defRPr/>
            </a:pPr>
            <a:r>
              <a:rPr lang="en-US" sz="2400" dirty="0"/>
              <a:t>each router’s message crosses O(</a:t>
            </a:r>
            <a:r>
              <a:rPr lang="en-US" sz="2400" i="1" dirty="0"/>
              <a:t>n</a:t>
            </a:r>
            <a:r>
              <a:rPr lang="en-US" sz="2400" dirty="0"/>
              <a:t>) links: overall message complexity: O(</a:t>
            </a:r>
            <a:r>
              <a:rPr lang="en-US" sz="2400" i="1" dirty="0"/>
              <a:t>n</a:t>
            </a:r>
            <a:r>
              <a:rPr lang="en-US" sz="2400" i="1" baseline="30000" dirty="0"/>
              <a:t>2</a:t>
            </a:r>
            <a:r>
              <a:rPr lang="en-US" sz="2400" dirty="0"/>
              <a:t>)</a:t>
            </a:r>
          </a:p>
        </p:txBody>
      </p:sp>
    </p:spTree>
    <p:extLst>
      <p:ext uri="{BB962C8B-B14F-4D97-AF65-F5344CB8AC3E}">
        <p14:creationId xmlns:p14="http://schemas.microsoft.com/office/powerpoint/2010/main" val="413739038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4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45" grpId="0"/>
    </p:bldLst>
  </p:timing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cs typeface="Calibri" panose="020F0502020204030204" pitchFamily="34" charset="0"/>
              </a:rPr>
              <a:t>Network layer: “control plane” roadmap</a:t>
            </a:r>
            <a:endParaRPr lang="en-US" sz="4400" dirty="0"/>
          </a:p>
        </p:txBody>
      </p:sp>
      <p:pic>
        <p:nvPicPr>
          <p:cNvPr id="6" name="Picture 5" descr="A train crossing a bridge over a body of water&#10;&#10;Description automatically generated">
            <a:extLst>
              <a:ext uri="{FF2B5EF4-FFF2-40B4-BE49-F238E27FC236}">
                <a16:creationId xmlns:a16="http://schemas.microsoft.com/office/drawing/2014/main" id="{8B05C88C-8150-3A41-8E34-0D407B652F32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015288" y="1379196"/>
            <a:ext cx="3102316" cy="2326737"/>
          </a:xfrm>
          <a:prstGeom prst="rect">
            <a:avLst/>
          </a:prstGeom>
        </p:spPr>
      </p:pic>
      <p:sp>
        <p:nvSpPr>
          <p:cNvPr id="10" name="Rectangle 4">
            <a:extLst>
              <a:ext uri="{FF2B5EF4-FFF2-40B4-BE49-F238E27FC236}">
                <a16:creationId xmlns:a16="http://schemas.microsoft.com/office/drawing/2014/main" id="{2935D8EE-730D-3846-8ED3-CF147CA4A373}"/>
              </a:ext>
            </a:extLst>
          </p:cNvPr>
          <p:cNvSpPr txBox="1">
            <a:spLocks noChangeArrowheads="1"/>
          </p:cNvSpPr>
          <p:nvPr/>
        </p:nvSpPr>
        <p:spPr>
          <a:xfrm>
            <a:off x="622456" y="1361615"/>
            <a:ext cx="5571867" cy="5039185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introduction</a:t>
            </a:r>
          </a:p>
          <a:p>
            <a:pPr marL="285750" indent="-274638">
              <a:spcBef>
                <a:spcPts val="600"/>
              </a:spcBef>
              <a:buClr>
                <a:srgbClr val="0000A8"/>
              </a:buClr>
            </a:pPr>
            <a:r>
              <a:rPr lang="en-US" altLang="en-US" sz="3600" dirty="0">
                <a:ea typeface="ＭＳ Ｐゴシック" panose="020B0600070205080204" pitchFamily="34" charset="-128"/>
                <a:cs typeface="Arial" panose="020B0604020202020204" pitchFamily="34" charset="0"/>
              </a:rPr>
              <a:t>routing protocols</a:t>
            </a:r>
          </a:p>
          <a:p>
            <a:pPr marL="746125" lvl="1" indent="-273050">
              <a:spcBef>
                <a:spcPts val="600"/>
              </a:spcBef>
              <a:buClr>
                <a:schemeClr val="bg1">
                  <a:lumMod val="75000"/>
                </a:schemeClr>
              </a:buClr>
              <a:buFont typeface="Wingdings" pitchFamily="2" charset="2"/>
              <a:buChar char="§"/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link state</a:t>
            </a:r>
          </a:p>
          <a:p>
            <a:pPr marL="746125" lvl="1" indent="-273050">
              <a:spcBef>
                <a:spcPts val="600"/>
              </a:spcBef>
              <a:buFont typeface="Wingdings" pitchFamily="2" charset="2"/>
              <a:buChar char="§"/>
            </a:pPr>
            <a:r>
              <a:rPr lang="en-US" altLang="en-US" sz="3200" dirty="0">
                <a:solidFill>
                  <a:srgbClr val="C00000"/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distance vector</a:t>
            </a:r>
          </a:p>
          <a:p>
            <a:pPr marL="285750" indent="-285750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intra-ISP routing: OSPF</a:t>
            </a:r>
          </a:p>
          <a:p>
            <a:pPr marL="285750" indent="-285750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routing among ISPs: BGP</a:t>
            </a:r>
          </a:p>
          <a:p>
            <a:pPr marL="285750" indent="-285750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SDN control plane</a:t>
            </a:r>
          </a:p>
          <a:p>
            <a:pPr marL="285750" indent="-285750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Internet Control Message Protocol </a:t>
            </a:r>
          </a:p>
          <a:p>
            <a:pPr marL="466725" indent="-409575">
              <a:spcBef>
                <a:spcPts val="600"/>
              </a:spcBef>
              <a:buNone/>
            </a:pPr>
            <a:endParaRPr lang="en-US" altLang="en-US" sz="3200" dirty="0">
              <a:ea typeface="ＭＳ Ｐゴシック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11" name="Slide Number Placeholder 4">
            <a:extLst>
              <a:ext uri="{FF2B5EF4-FFF2-40B4-BE49-F238E27FC236}">
                <a16:creationId xmlns:a16="http://schemas.microsoft.com/office/drawing/2014/main" id="{60E442AF-0FD6-9040-9BFF-CE4BE886AA4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30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09979635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Content Placeholder 6">
            <a:extLst>
              <a:ext uri="{FF2B5EF4-FFF2-40B4-BE49-F238E27FC236}">
                <a16:creationId xmlns:a16="http://schemas.microsoft.com/office/drawing/2014/main" id="{CAD535FA-3323-5A43-A352-F3C8C44E3B62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38200" y="1724027"/>
            <a:ext cx="10813026" cy="517728"/>
          </a:xfrm>
        </p:spPr>
        <p:txBody>
          <a:bodyPr>
            <a:normAutofit lnSpcReduction="10000"/>
          </a:bodyPr>
          <a:lstStyle/>
          <a:p>
            <a:pPr marL="130175" indent="0">
              <a:buNone/>
            </a:pPr>
            <a:r>
              <a:rPr lang="en-US" sz="3200" dirty="0"/>
              <a:t>Based on </a:t>
            </a:r>
            <a:r>
              <a:rPr lang="en-US" sz="3200" i="1" dirty="0">
                <a:solidFill>
                  <a:srgbClr val="0000A8"/>
                </a:solidFill>
              </a:rPr>
              <a:t>Bellman-Ford</a:t>
            </a:r>
            <a:r>
              <a:rPr lang="en-US" sz="3200" dirty="0"/>
              <a:t> (BF) equation (dynamic programming):</a:t>
            </a:r>
          </a:p>
          <a:p>
            <a:endParaRPr lang="en-US" dirty="0"/>
          </a:p>
        </p:txBody>
      </p:sp>
      <p:sp>
        <p:nvSpPr>
          <p:cNvPr id="6" name="Title 5">
            <a:extLst>
              <a:ext uri="{FF2B5EF4-FFF2-40B4-BE49-F238E27FC236}">
                <a16:creationId xmlns:a16="http://schemas.microsoft.com/office/drawing/2014/main" id="{CE544A75-190C-D540-8EFD-BF5721DA6B9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Distance vector algorithm 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99B8655F-134F-9941-B2F1-519DACDBD5A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31</a:t>
            </a:fld>
            <a:endParaRPr lang="en-US" dirty="0"/>
          </a:p>
        </p:txBody>
      </p:sp>
      <p:grpSp>
        <p:nvGrpSpPr>
          <p:cNvPr id="30" name="Group 29">
            <a:extLst>
              <a:ext uri="{FF2B5EF4-FFF2-40B4-BE49-F238E27FC236}">
                <a16:creationId xmlns:a16="http://schemas.microsoft.com/office/drawing/2014/main" id="{2FFC0ED4-C8EE-C348-BF6A-3B5057DBF745}"/>
              </a:ext>
            </a:extLst>
          </p:cNvPr>
          <p:cNvGrpSpPr/>
          <p:nvPr/>
        </p:nvGrpSpPr>
        <p:grpSpPr>
          <a:xfrm>
            <a:off x="1902542" y="2507226"/>
            <a:ext cx="8854256" cy="2757948"/>
            <a:chOff x="1902542" y="2507226"/>
            <a:chExt cx="8854256" cy="2757948"/>
          </a:xfrm>
        </p:grpSpPr>
        <p:sp>
          <p:nvSpPr>
            <p:cNvPr id="8" name="Rectangle 3">
              <a:extLst>
                <a:ext uri="{FF2B5EF4-FFF2-40B4-BE49-F238E27FC236}">
                  <a16:creationId xmlns:a16="http://schemas.microsoft.com/office/drawing/2014/main" id="{16172113-4B9B-B44F-B37E-0F9E92FBDD04}"/>
                </a:ext>
              </a:extLst>
            </p:cNvPr>
            <p:cNvSpPr txBox="1">
              <a:spLocks noChangeArrowheads="1"/>
            </p:cNvSpPr>
            <p:nvPr/>
          </p:nvSpPr>
          <p:spPr>
            <a:xfrm>
              <a:off x="2803423" y="3288890"/>
              <a:ext cx="7953375" cy="1976284"/>
            </a:xfrm>
            <a:prstGeom prst="rect">
              <a:avLst/>
            </a:prstGeom>
          </p:spPr>
          <p:txBody>
            <a:bodyPr vert="horz" lIns="91440" tIns="45720" rIns="91440" bIns="45720" rtlCol="0">
              <a:normAutofit fontScale="92500" lnSpcReduction="10000"/>
            </a:bodyPr>
            <a:lstStyle>
              <a:lvl1pPr marL="352425" indent="-222250" algn="l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Clr>
                  <a:srgbClr val="0000A3"/>
                </a:buClr>
                <a:buFont typeface="Wingdings" pitchFamily="2" charset="2"/>
                <a:buChar char="§"/>
                <a:tabLst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695325" indent="-231775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rgbClr val="0000A8"/>
                </a:buClr>
                <a:buFont typeface="Arial" panose="020B0604020202020204" pitchFamily="34" charset="0"/>
                <a:buChar char="•"/>
                <a:tabLst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buFont typeface="Wingdings" charset="0"/>
                <a:buNone/>
              </a:pPr>
              <a:r>
                <a:rPr lang="en-US" sz="3000" dirty="0">
                  <a:latin typeface="Arial" panose="020B0604020202020204" pitchFamily="34" charset="0"/>
                  <a:cs typeface="Arial" panose="020B0604020202020204" pitchFamily="34" charset="0"/>
                </a:rPr>
                <a:t>Let </a:t>
              </a:r>
              <a:r>
                <a:rPr lang="en-US" sz="3000" i="1" dirty="0">
                  <a:latin typeface="Arial" panose="020B0604020202020204" pitchFamily="34" charset="0"/>
                  <a:cs typeface="Arial" panose="020B0604020202020204" pitchFamily="34" charset="0"/>
                </a:rPr>
                <a:t>D</a:t>
              </a:r>
              <a:r>
                <a:rPr lang="en-US" sz="3000" i="1" baseline="-25000" dirty="0">
                  <a:latin typeface="Arial" panose="020B0604020202020204" pitchFamily="34" charset="0"/>
                  <a:cs typeface="Arial" panose="020B0604020202020204" pitchFamily="34" charset="0"/>
                </a:rPr>
                <a:t>x</a:t>
              </a:r>
              <a:r>
                <a:rPr lang="en-US" sz="3000" i="1" dirty="0">
                  <a:latin typeface="Arial" panose="020B0604020202020204" pitchFamily="34" charset="0"/>
                  <a:cs typeface="Arial" panose="020B0604020202020204" pitchFamily="34" charset="0"/>
                </a:rPr>
                <a:t>(y): </a:t>
              </a:r>
              <a:r>
                <a:rPr lang="en-US" sz="3000" dirty="0">
                  <a:latin typeface="Arial" panose="020B0604020202020204" pitchFamily="34" charset="0"/>
                  <a:cs typeface="Arial" panose="020B0604020202020204" pitchFamily="34" charset="0"/>
                </a:rPr>
                <a:t>cost of least-cost path from </a:t>
              </a:r>
              <a:r>
                <a:rPr lang="en-US" sz="3000" i="1" dirty="0">
                  <a:latin typeface="Arial" panose="020B0604020202020204" pitchFamily="34" charset="0"/>
                  <a:cs typeface="Arial" panose="020B0604020202020204" pitchFamily="34" charset="0"/>
                </a:rPr>
                <a:t>x</a:t>
              </a:r>
              <a:r>
                <a:rPr lang="en-US" sz="3000" dirty="0">
                  <a:latin typeface="Arial" panose="020B0604020202020204" pitchFamily="34" charset="0"/>
                  <a:cs typeface="Arial" panose="020B0604020202020204" pitchFamily="34" charset="0"/>
                </a:rPr>
                <a:t> to </a:t>
              </a:r>
              <a:r>
                <a:rPr lang="en-US" sz="3000" i="1" dirty="0">
                  <a:latin typeface="Arial" panose="020B0604020202020204" pitchFamily="34" charset="0"/>
                  <a:cs typeface="Arial" panose="020B0604020202020204" pitchFamily="34" charset="0"/>
                </a:rPr>
                <a:t>y</a:t>
              </a:r>
              <a:r>
                <a:rPr lang="en-US" sz="3000" dirty="0">
                  <a:latin typeface="Arial" panose="020B0604020202020204" pitchFamily="34" charset="0"/>
                  <a:cs typeface="Arial" panose="020B0604020202020204" pitchFamily="34" charset="0"/>
                </a:rPr>
                <a:t>.</a:t>
              </a:r>
            </a:p>
            <a:p>
              <a:pPr>
                <a:buFont typeface="Wingdings" charset="0"/>
                <a:buNone/>
              </a:pPr>
              <a:r>
                <a:rPr lang="en-US" sz="3000" dirty="0">
                  <a:latin typeface="Arial" panose="020B0604020202020204" pitchFamily="34" charset="0"/>
                  <a:cs typeface="Arial" panose="020B0604020202020204" pitchFamily="34" charset="0"/>
                </a:rPr>
                <a:t>Then:</a:t>
              </a:r>
            </a:p>
            <a:p>
              <a:pPr>
                <a:buFont typeface="Wingdings" charset="0"/>
                <a:buNone/>
              </a:pPr>
              <a:r>
                <a:rPr lang="en-US" dirty="0">
                  <a:solidFill>
                    <a:srgbClr val="CC0000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   </a:t>
              </a:r>
              <a:r>
                <a:rPr lang="en-US" sz="3200" i="1" dirty="0">
                  <a:solidFill>
                    <a:srgbClr val="CC0000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D</a:t>
              </a:r>
              <a:r>
                <a:rPr lang="en-US" sz="3200" i="1" baseline="-25000" dirty="0">
                  <a:solidFill>
                    <a:srgbClr val="CC0000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x</a:t>
              </a:r>
              <a:r>
                <a:rPr lang="en-US" sz="3200" i="1" dirty="0">
                  <a:solidFill>
                    <a:srgbClr val="CC0000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(y) = </a:t>
              </a:r>
              <a:r>
                <a:rPr lang="en-US" sz="3200" dirty="0">
                  <a:solidFill>
                    <a:srgbClr val="CC0000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min</a:t>
              </a:r>
              <a:r>
                <a:rPr lang="en-US" sz="3200" i="1" baseline="-25000" dirty="0">
                  <a:solidFill>
                    <a:srgbClr val="CC0000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v</a:t>
              </a:r>
              <a:r>
                <a:rPr lang="en-US" sz="3200" i="1" dirty="0">
                  <a:solidFill>
                    <a:srgbClr val="CC0000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 { c</a:t>
              </a:r>
              <a:r>
                <a:rPr lang="en-US" sz="3200" i="1" baseline="-25000" dirty="0">
                  <a:solidFill>
                    <a:srgbClr val="CC0000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x,v </a:t>
              </a:r>
              <a:r>
                <a:rPr lang="en-US" sz="3200" i="1" dirty="0">
                  <a:solidFill>
                    <a:srgbClr val="CC0000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+ D</a:t>
              </a:r>
              <a:r>
                <a:rPr lang="en-US" sz="3200" i="1" baseline="-25000" dirty="0">
                  <a:solidFill>
                    <a:srgbClr val="CC0000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v</a:t>
              </a:r>
              <a:r>
                <a:rPr lang="en-US" sz="3200" i="1" dirty="0">
                  <a:solidFill>
                    <a:srgbClr val="CC0000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(y) }</a:t>
              </a:r>
            </a:p>
            <a:p>
              <a:pPr>
                <a:buFont typeface="Wingdings" charset="0"/>
                <a:buNone/>
              </a:pPr>
              <a:r>
                <a:rPr lang="en-US" sz="3200" dirty="0">
                  <a:latin typeface="Arial" panose="020B0604020202020204" pitchFamily="34" charset="0"/>
                  <a:cs typeface="Arial" panose="020B0604020202020204" pitchFamily="34" charset="0"/>
                </a:rPr>
                <a:t>   </a:t>
              </a:r>
            </a:p>
            <a:p>
              <a:pPr>
                <a:buFont typeface="Wingdings" charset="0"/>
                <a:buNone/>
              </a:pPr>
              <a:endParaRPr lang="en-US" dirty="0">
                <a:latin typeface="Gill Sans MT" charset="0"/>
              </a:endParaRPr>
            </a:p>
          </p:txBody>
        </p:sp>
        <p:sp>
          <p:nvSpPr>
            <p:cNvPr id="9" name="Rectangle 8">
              <a:extLst>
                <a:ext uri="{FF2B5EF4-FFF2-40B4-BE49-F238E27FC236}">
                  <a16:creationId xmlns:a16="http://schemas.microsoft.com/office/drawing/2014/main" id="{CB5C580C-1126-504E-8FA4-8CD48ACEC90C}"/>
                </a:ext>
              </a:extLst>
            </p:cNvPr>
            <p:cNvSpPr/>
            <p:nvPr/>
          </p:nvSpPr>
          <p:spPr>
            <a:xfrm>
              <a:off x="1902542" y="2743199"/>
              <a:ext cx="8686800" cy="2182761"/>
            </a:xfrm>
            <a:prstGeom prst="rect">
              <a:avLst/>
            </a:prstGeom>
            <a:noFill/>
            <a:ln w="25400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0" name="TextBox 9">
              <a:extLst>
                <a:ext uri="{FF2B5EF4-FFF2-40B4-BE49-F238E27FC236}">
                  <a16:creationId xmlns:a16="http://schemas.microsoft.com/office/drawing/2014/main" id="{19693CD9-8C4E-4040-AB87-525C3BB2DD5B}"/>
                </a:ext>
              </a:extLst>
            </p:cNvPr>
            <p:cNvSpPr txBox="1"/>
            <p:nvPr/>
          </p:nvSpPr>
          <p:spPr>
            <a:xfrm>
              <a:off x="2418735" y="2507226"/>
              <a:ext cx="3047501" cy="461665"/>
            </a:xfrm>
            <a:prstGeom prst="rect">
              <a:avLst/>
            </a:prstGeom>
            <a:solidFill>
              <a:schemeClr val="bg1"/>
            </a:solidFill>
          </p:spPr>
          <p:txBody>
            <a:bodyPr wrap="none" rtlCol="0">
              <a:spAutoFit/>
            </a:bodyPr>
            <a:lstStyle/>
            <a:p>
              <a:r>
                <a:rPr lang="en-US" sz="2400" dirty="0">
                  <a:solidFill>
                    <a:srgbClr val="C00000"/>
                  </a:solidFill>
                </a:rPr>
                <a:t>Bellman-Ford equation</a:t>
              </a:r>
            </a:p>
          </p:txBody>
        </p:sp>
      </p:grpSp>
      <p:grpSp>
        <p:nvGrpSpPr>
          <p:cNvPr id="20" name="Group 19">
            <a:extLst>
              <a:ext uri="{FF2B5EF4-FFF2-40B4-BE49-F238E27FC236}">
                <a16:creationId xmlns:a16="http://schemas.microsoft.com/office/drawing/2014/main" id="{CAC9B7B6-F48D-464C-80B7-D4E3FFE8A0DD}"/>
              </a:ext>
            </a:extLst>
          </p:cNvPr>
          <p:cNvGrpSpPr/>
          <p:nvPr/>
        </p:nvGrpSpPr>
        <p:grpSpPr>
          <a:xfrm>
            <a:off x="882140" y="4742711"/>
            <a:ext cx="4443412" cy="1557316"/>
            <a:chOff x="2040982" y="4374411"/>
            <a:chExt cx="4443412" cy="1557316"/>
          </a:xfrm>
        </p:grpSpPr>
        <p:sp>
          <p:nvSpPr>
            <p:cNvPr id="13" name="Text Box 8">
              <a:extLst>
                <a:ext uri="{FF2B5EF4-FFF2-40B4-BE49-F238E27FC236}">
                  <a16:creationId xmlns:a16="http://schemas.microsoft.com/office/drawing/2014/main" id="{3EF53877-706D-1B4F-97A3-D4D8AB9B344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040982" y="5474527"/>
              <a:ext cx="4443412" cy="4572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i="1" dirty="0">
                  <a:latin typeface="+mn-lt"/>
                </a:rPr>
                <a:t>min</a:t>
              </a:r>
              <a:r>
                <a:rPr lang="en-US" dirty="0">
                  <a:latin typeface="+mn-lt"/>
                </a:rPr>
                <a:t> taken over all neighbors</a:t>
              </a:r>
              <a:r>
                <a:rPr lang="en-US" i="1" dirty="0">
                  <a:latin typeface="+mn-lt"/>
                </a:rPr>
                <a:t> v </a:t>
              </a:r>
              <a:r>
                <a:rPr lang="en-US" dirty="0">
                  <a:latin typeface="+mn-lt"/>
                </a:rPr>
                <a:t>of </a:t>
              </a:r>
              <a:r>
                <a:rPr lang="en-US" i="1" dirty="0">
                  <a:latin typeface="+mn-lt"/>
                </a:rPr>
                <a:t>x</a:t>
              </a:r>
            </a:p>
          </p:txBody>
        </p:sp>
        <p:sp>
          <p:nvSpPr>
            <p:cNvPr id="15" name="Line 10">
              <a:extLst>
                <a:ext uri="{FF2B5EF4-FFF2-40B4-BE49-F238E27FC236}">
                  <a16:creationId xmlns:a16="http://schemas.microsoft.com/office/drawing/2014/main" id="{C88D2D32-84DC-074E-91A8-72F035B287D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409694" y="4374411"/>
              <a:ext cx="0" cy="1357464"/>
            </a:xfrm>
            <a:prstGeom prst="line">
              <a:avLst/>
            </a:prstGeom>
            <a:noFill/>
            <a:ln w="12700">
              <a:solidFill>
                <a:srgbClr val="0000A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</p:grpSp>
      <p:grpSp>
        <p:nvGrpSpPr>
          <p:cNvPr id="29" name="Group 28">
            <a:extLst>
              <a:ext uri="{FF2B5EF4-FFF2-40B4-BE49-F238E27FC236}">
                <a16:creationId xmlns:a16="http://schemas.microsoft.com/office/drawing/2014/main" id="{59653ED9-AAD1-2C47-B7F8-1C4C9C2392B7}"/>
              </a:ext>
            </a:extLst>
          </p:cNvPr>
          <p:cNvGrpSpPr/>
          <p:nvPr/>
        </p:nvGrpSpPr>
        <p:grpSpPr>
          <a:xfrm>
            <a:off x="6490417" y="4684735"/>
            <a:ext cx="4855304" cy="1072830"/>
            <a:chOff x="6490417" y="4684735"/>
            <a:chExt cx="4855304" cy="1072830"/>
          </a:xfrm>
        </p:grpSpPr>
        <p:sp>
          <p:nvSpPr>
            <p:cNvPr id="14" name="Text Box 9">
              <a:extLst>
                <a:ext uri="{FF2B5EF4-FFF2-40B4-BE49-F238E27FC236}">
                  <a16:creationId xmlns:a16="http://schemas.microsoft.com/office/drawing/2014/main" id="{84D3DDF1-A07C-4944-BFAD-0934045A41C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490417" y="5295900"/>
              <a:ext cx="485530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i="1" dirty="0">
                  <a:latin typeface="+mn-lt"/>
                </a:rPr>
                <a:t>v</a:t>
              </a:r>
              <a:r>
                <a:rPr lang="en-US" dirty="0">
                  <a:latin typeface="+mn-lt"/>
                </a:rPr>
                <a:t>’s estimated least-cost-path cost to </a:t>
              </a:r>
              <a:r>
                <a:rPr lang="en-US" i="1" dirty="0">
                  <a:latin typeface="+mn-lt"/>
                </a:rPr>
                <a:t>y</a:t>
              </a:r>
            </a:p>
          </p:txBody>
        </p:sp>
        <p:cxnSp>
          <p:nvCxnSpPr>
            <p:cNvPr id="24" name="Straight Connector 23">
              <a:extLst>
                <a:ext uri="{FF2B5EF4-FFF2-40B4-BE49-F238E27FC236}">
                  <a16:creationId xmlns:a16="http://schemas.microsoft.com/office/drawing/2014/main" id="{897FA599-E18E-564C-8B44-C47AC16DEBD6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789107" y="4684735"/>
              <a:ext cx="0" cy="713983"/>
            </a:xfrm>
            <a:prstGeom prst="line">
              <a:avLst/>
            </a:prstGeom>
            <a:ln w="12700">
              <a:solidFill>
                <a:srgbClr val="0000A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8" name="Group 27">
            <a:extLst>
              <a:ext uri="{FF2B5EF4-FFF2-40B4-BE49-F238E27FC236}">
                <a16:creationId xmlns:a16="http://schemas.microsoft.com/office/drawing/2014/main" id="{D9DDF3FC-7958-1A4C-9958-CFEED50F7D04}"/>
              </a:ext>
            </a:extLst>
          </p:cNvPr>
          <p:cNvGrpSpPr/>
          <p:nvPr/>
        </p:nvGrpSpPr>
        <p:grpSpPr>
          <a:xfrm>
            <a:off x="5898825" y="4749453"/>
            <a:ext cx="3734933" cy="1589812"/>
            <a:chOff x="5898825" y="4749453"/>
            <a:chExt cx="3734933" cy="1589812"/>
          </a:xfrm>
        </p:grpSpPr>
        <p:sp>
          <p:nvSpPr>
            <p:cNvPr id="12" name="Text Box 7">
              <a:extLst>
                <a:ext uri="{FF2B5EF4-FFF2-40B4-BE49-F238E27FC236}">
                  <a16:creationId xmlns:a16="http://schemas.microsoft.com/office/drawing/2014/main" id="{4E51D062-C026-C442-99A3-A58F234CF45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98825" y="5877600"/>
              <a:ext cx="3734933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dirty="0">
                  <a:latin typeface="+mn-lt"/>
                </a:rPr>
                <a:t>direct cost of link from</a:t>
              </a:r>
              <a:r>
                <a:rPr lang="en-US" i="1" dirty="0">
                  <a:latin typeface="+mn-lt"/>
                </a:rPr>
                <a:t> x </a:t>
              </a:r>
              <a:r>
                <a:rPr lang="en-US" dirty="0">
                  <a:latin typeface="+mn-lt"/>
                </a:rPr>
                <a:t>to </a:t>
              </a:r>
              <a:r>
                <a:rPr lang="en-US" i="1" dirty="0">
                  <a:latin typeface="+mn-lt"/>
                </a:rPr>
                <a:t>v</a:t>
              </a:r>
            </a:p>
          </p:txBody>
        </p:sp>
        <p:cxnSp>
          <p:nvCxnSpPr>
            <p:cNvPr id="25" name="Straight Connector 24">
              <a:extLst>
                <a:ext uri="{FF2B5EF4-FFF2-40B4-BE49-F238E27FC236}">
                  <a16:creationId xmlns:a16="http://schemas.microsoft.com/office/drawing/2014/main" id="{DBA47127-1CA2-C945-9F12-07114230EB7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901847" y="4749453"/>
              <a:ext cx="0" cy="1338196"/>
            </a:xfrm>
            <a:prstGeom prst="line">
              <a:avLst/>
            </a:prstGeom>
            <a:ln w="12700">
              <a:solidFill>
                <a:srgbClr val="0000A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pic>
        <p:nvPicPr>
          <p:cNvPr id="3" name="图片 2">
            <a:extLst>
              <a:ext uri="{FF2B5EF4-FFF2-40B4-BE49-F238E27FC236}">
                <a16:creationId xmlns:a16="http://schemas.microsoft.com/office/drawing/2014/main" id="{C252EF3E-4271-425E-9F6F-49E534BCD985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7242675" y="693747"/>
            <a:ext cx="4877416" cy="168552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55007122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CE544A75-190C-D540-8EFD-BF5721DA6B9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Bellman-Ford Example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99B8655F-134F-9941-B2F1-519DACDBD5A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32</a:t>
            </a:fld>
            <a:endParaRPr lang="en-US" dirty="0"/>
          </a:p>
        </p:txBody>
      </p:sp>
      <p:sp>
        <p:nvSpPr>
          <p:cNvPr id="101" name="Freeform 4">
            <a:extLst>
              <a:ext uri="{FF2B5EF4-FFF2-40B4-BE49-F238E27FC236}">
                <a16:creationId xmlns:a16="http://schemas.microsoft.com/office/drawing/2014/main" id="{B3361BDC-FC6E-7D45-AF3A-D0E68A57BA18}"/>
              </a:ext>
            </a:extLst>
          </p:cNvPr>
          <p:cNvSpPr>
            <a:spLocks/>
          </p:cNvSpPr>
          <p:nvPr/>
        </p:nvSpPr>
        <p:spPr bwMode="auto">
          <a:xfrm>
            <a:off x="1464895" y="2577601"/>
            <a:ext cx="3571875" cy="2236788"/>
          </a:xfrm>
          <a:custGeom>
            <a:avLst/>
            <a:gdLst>
              <a:gd name="T0" fmla="*/ 0 w 2250"/>
              <a:gd name="T1" fmla="*/ 624 h 1409"/>
              <a:gd name="T2" fmla="*/ 219 w 2250"/>
              <a:gd name="T3" fmla="*/ 321 h 1409"/>
              <a:gd name="T4" fmla="*/ 529 w 2250"/>
              <a:gd name="T5" fmla="*/ 35 h 1409"/>
              <a:gd name="T6" fmla="*/ 1551 w 2250"/>
              <a:gd name="T7" fmla="*/ 111 h 1409"/>
              <a:gd name="T8" fmla="*/ 1968 w 2250"/>
              <a:gd name="T9" fmla="*/ 483 h 1409"/>
              <a:gd name="T10" fmla="*/ 2199 w 2250"/>
              <a:gd name="T11" fmla="*/ 906 h 1409"/>
              <a:gd name="T12" fmla="*/ 1659 w 2250"/>
              <a:gd name="T13" fmla="*/ 1314 h 1409"/>
              <a:gd name="T14" fmla="*/ 993 w 2250"/>
              <a:gd name="T15" fmla="*/ 1386 h 1409"/>
              <a:gd name="T16" fmla="*/ 465 w 2250"/>
              <a:gd name="T17" fmla="*/ 1356 h 1409"/>
              <a:gd name="T18" fmla="*/ 102 w 2250"/>
              <a:gd name="T19" fmla="*/ 1068 h 1409"/>
              <a:gd name="T20" fmla="*/ 0 w 2250"/>
              <a:gd name="T21" fmla="*/ 624 h 1409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w 2250"/>
              <a:gd name="T34" fmla="*/ 0 h 1409"/>
              <a:gd name="T35" fmla="*/ 2250 w 2250"/>
              <a:gd name="T36" fmla="*/ 1409 h 1409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T33" t="T34" r="T35" b="T36"/>
            <a:pathLst>
              <a:path w="2250" h="1409">
                <a:moveTo>
                  <a:pt x="0" y="624"/>
                </a:moveTo>
                <a:cubicBezTo>
                  <a:pt x="5" y="506"/>
                  <a:pt x="131" y="419"/>
                  <a:pt x="219" y="321"/>
                </a:cubicBezTo>
                <a:cubicBezTo>
                  <a:pt x="307" y="223"/>
                  <a:pt x="307" y="70"/>
                  <a:pt x="529" y="35"/>
                </a:cubicBezTo>
                <a:cubicBezTo>
                  <a:pt x="751" y="0"/>
                  <a:pt x="1311" y="36"/>
                  <a:pt x="1551" y="111"/>
                </a:cubicBezTo>
                <a:cubicBezTo>
                  <a:pt x="1791" y="186"/>
                  <a:pt x="1860" y="351"/>
                  <a:pt x="1968" y="483"/>
                </a:cubicBezTo>
                <a:cubicBezTo>
                  <a:pt x="2076" y="615"/>
                  <a:pt x="2250" y="767"/>
                  <a:pt x="2199" y="906"/>
                </a:cubicBezTo>
                <a:cubicBezTo>
                  <a:pt x="2148" y="1045"/>
                  <a:pt x="1860" y="1234"/>
                  <a:pt x="1659" y="1314"/>
                </a:cubicBezTo>
                <a:cubicBezTo>
                  <a:pt x="1458" y="1394"/>
                  <a:pt x="1192" y="1379"/>
                  <a:pt x="993" y="1386"/>
                </a:cubicBezTo>
                <a:cubicBezTo>
                  <a:pt x="794" y="1393"/>
                  <a:pt x="613" y="1409"/>
                  <a:pt x="465" y="1356"/>
                </a:cubicBezTo>
                <a:cubicBezTo>
                  <a:pt x="317" y="1303"/>
                  <a:pt x="180" y="1190"/>
                  <a:pt x="102" y="1068"/>
                </a:cubicBezTo>
                <a:cubicBezTo>
                  <a:pt x="24" y="946"/>
                  <a:pt x="21" y="716"/>
                  <a:pt x="0" y="624"/>
                </a:cubicBezTo>
                <a:close/>
              </a:path>
            </a:pathLst>
          </a:custGeom>
          <a:solidFill>
            <a:srgbClr val="9CE0FA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02" name="Freeform 5">
            <a:extLst>
              <a:ext uri="{FF2B5EF4-FFF2-40B4-BE49-F238E27FC236}">
                <a16:creationId xmlns:a16="http://schemas.microsoft.com/office/drawing/2014/main" id="{EB384ECE-A843-C347-B24C-9E275CEAC2CD}"/>
              </a:ext>
            </a:extLst>
          </p:cNvPr>
          <p:cNvSpPr>
            <a:spLocks/>
          </p:cNvSpPr>
          <p:nvPr/>
        </p:nvSpPr>
        <p:spPr bwMode="auto">
          <a:xfrm>
            <a:off x="1974545" y="3431326"/>
            <a:ext cx="542925" cy="295275"/>
          </a:xfrm>
          <a:custGeom>
            <a:avLst/>
            <a:gdLst>
              <a:gd name="T0" fmla="*/ 0 w 342"/>
              <a:gd name="T1" fmla="*/ 186 h 186"/>
              <a:gd name="T2" fmla="*/ 342 w 342"/>
              <a:gd name="T3" fmla="*/ 0 h 186"/>
              <a:gd name="T4" fmla="*/ 0 60000 65536"/>
              <a:gd name="T5" fmla="*/ 0 60000 65536"/>
              <a:gd name="T6" fmla="*/ 0 w 342"/>
              <a:gd name="T7" fmla="*/ 0 h 186"/>
              <a:gd name="T8" fmla="*/ 342 w 342"/>
              <a:gd name="T9" fmla="*/ 186 h 18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342" h="186">
                <a:moveTo>
                  <a:pt x="0" y="186"/>
                </a:moveTo>
                <a:lnTo>
                  <a:pt x="342" y="0"/>
                </a:lnTo>
              </a:path>
            </a:pathLst>
          </a:cu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03" name="Oval 6">
            <a:extLst>
              <a:ext uri="{FF2B5EF4-FFF2-40B4-BE49-F238E27FC236}">
                <a16:creationId xmlns:a16="http://schemas.microsoft.com/office/drawing/2014/main" id="{AB39D95A-2416-9A44-A4A8-038FB65B4DC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61795" y="3815501"/>
            <a:ext cx="496888" cy="128588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04" name="Line 7">
            <a:extLst>
              <a:ext uri="{FF2B5EF4-FFF2-40B4-BE49-F238E27FC236}">
                <a16:creationId xmlns:a16="http://schemas.microsoft.com/office/drawing/2014/main" id="{E78BA6E9-D2DE-3B4C-B8F0-0B60FECF113C}"/>
              </a:ext>
            </a:extLst>
          </p:cNvPr>
          <p:cNvSpPr>
            <a:spLocks noChangeShapeType="1"/>
          </p:cNvSpPr>
          <p:nvPr/>
        </p:nvSpPr>
        <p:spPr bwMode="auto">
          <a:xfrm>
            <a:off x="1561795" y="3804388"/>
            <a:ext cx="0" cy="79375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05" name="Line 8">
            <a:extLst>
              <a:ext uri="{FF2B5EF4-FFF2-40B4-BE49-F238E27FC236}">
                <a16:creationId xmlns:a16="http://schemas.microsoft.com/office/drawing/2014/main" id="{A0D47CD4-5213-7747-B8ED-B82CB1DF3F26}"/>
              </a:ext>
            </a:extLst>
          </p:cNvPr>
          <p:cNvSpPr>
            <a:spLocks noChangeShapeType="1"/>
          </p:cNvSpPr>
          <p:nvPr/>
        </p:nvSpPr>
        <p:spPr bwMode="auto">
          <a:xfrm>
            <a:off x="2058683" y="3804388"/>
            <a:ext cx="0" cy="79375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06" name="Rectangle 9">
            <a:extLst>
              <a:ext uri="{FF2B5EF4-FFF2-40B4-BE49-F238E27FC236}">
                <a16:creationId xmlns:a16="http://schemas.microsoft.com/office/drawing/2014/main" id="{9CC7A1F3-7121-9A4D-8ED5-61BE0641651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61795" y="3804388"/>
            <a:ext cx="492125" cy="77788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07" name="Oval 10">
            <a:extLst>
              <a:ext uri="{FF2B5EF4-FFF2-40B4-BE49-F238E27FC236}">
                <a16:creationId xmlns:a16="http://schemas.microsoft.com/office/drawing/2014/main" id="{942A74E2-4B12-2844-8247-4DD1081A42A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57033" y="3710726"/>
            <a:ext cx="496888" cy="150813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23" name="Oval 26">
            <a:extLst>
              <a:ext uri="{FF2B5EF4-FFF2-40B4-BE49-F238E27FC236}">
                <a16:creationId xmlns:a16="http://schemas.microsoft.com/office/drawing/2014/main" id="{74166FED-9DB6-AE4B-B5E4-19FFE33242C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08058" y="4425101"/>
            <a:ext cx="496888" cy="128588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24" name="Line 27">
            <a:extLst>
              <a:ext uri="{FF2B5EF4-FFF2-40B4-BE49-F238E27FC236}">
                <a16:creationId xmlns:a16="http://schemas.microsoft.com/office/drawing/2014/main" id="{69186391-9606-034D-9306-C735925D8202}"/>
              </a:ext>
            </a:extLst>
          </p:cNvPr>
          <p:cNvSpPr>
            <a:spLocks noChangeShapeType="1"/>
          </p:cNvSpPr>
          <p:nvPr/>
        </p:nvSpPr>
        <p:spPr bwMode="auto">
          <a:xfrm>
            <a:off x="3408058" y="4413988"/>
            <a:ext cx="0" cy="79375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25" name="Line 28">
            <a:extLst>
              <a:ext uri="{FF2B5EF4-FFF2-40B4-BE49-F238E27FC236}">
                <a16:creationId xmlns:a16="http://schemas.microsoft.com/office/drawing/2014/main" id="{75BB6334-D1C4-D94A-BA99-4367AA958123}"/>
              </a:ext>
            </a:extLst>
          </p:cNvPr>
          <p:cNvSpPr>
            <a:spLocks noChangeShapeType="1"/>
          </p:cNvSpPr>
          <p:nvPr/>
        </p:nvSpPr>
        <p:spPr bwMode="auto">
          <a:xfrm>
            <a:off x="3904945" y="4413988"/>
            <a:ext cx="0" cy="79375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26" name="Rectangle 29">
            <a:extLst>
              <a:ext uri="{FF2B5EF4-FFF2-40B4-BE49-F238E27FC236}">
                <a16:creationId xmlns:a16="http://schemas.microsoft.com/office/drawing/2014/main" id="{4D831A84-D0A6-2A4D-89B7-0B39B1BD83E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08058" y="4413988"/>
            <a:ext cx="492125" cy="77788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27" name="Oval 30">
            <a:extLst>
              <a:ext uri="{FF2B5EF4-FFF2-40B4-BE49-F238E27FC236}">
                <a16:creationId xmlns:a16="http://schemas.microsoft.com/office/drawing/2014/main" id="{D0D42B8D-5E2B-7841-A6D2-30BC21485C1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03295" y="4320326"/>
            <a:ext cx="496888" cy="150813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28" name="Oval 31">
            <a:extLst>
              <a:ext uri="{FF2B5EF4-FFF2-40B4-BE49-F238E27FC236}">
                <a16:creationId xmlns:a16="http://schemas.microsoft.com/office/drawing/2014/main" id="{12DF998B-81DA-CA49-8C5F-CC780FA09A5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04995" y="3883763"/>
            <a:ext cx="496888" cy="128588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29" name="Line 32">
            <a:extLst>
              <a:ext uri="{FF2B5EF4-FFF2-40B4-BE49-F238E27FC236}">
                <a16:creationId xmlns:a16="http://schemas.microsoft.com/office/drawing/2014/main" id="{0931E746-EEC9-4149-B22C-B128CADA6621}"/>
              </a:ext>
            </a:extLst>
          </p:cNvPr>
          <p:cNvSpPr>
            <a:spLocks noChangeShapeType="1"/>
          </p:cNvSpPr>
          <p:nvPr/>
        </p:nvSpPr>
        <p:spPr bwMode="auto">
          <a:xfrm>
            <a:off x="4304995" y="3872651"/>
            <a:ext cx="0" cy="79375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0" name="Line 33">
            <a:extLst>
              <a:ext uri="{FF2B5EF4-FFF2-40B4-BE49-F238E27FC236}">
                <a16:creationId xmlns:a16="http://schemas.microsoft.com/office/drawing/2014/main" id="{18A78410-02D9-124E-8247-E082F13220BE}"/>
              </a:ext>
            </a:extLst>
          </p:cNvPr>
          <p:cNvSpPr>
            <a:spLocks noChangeShapeType="1"/>
          </p:cNvSpPr>
          <p:nvPr/>
        </p:nvSpPr>
        <p:spPr bwMode="auto">
          <a:xfrm>
            <a:off x="4801883" y="3872651"/>
            <a:ext cx="0" cy="79375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1" name="Rectangle 34">
            <a:extLst>
              <a:ext uri="{FF2B5EF4-FFF2-40B4-BE49-F238E27FC236}">
                <a16:creationId xmlns:a16="http://schemas.microsoft.com/office/drawing/2014/main" id="{200B969E-4AA3-A14C-AF42-EAA87444EF6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04995" y="3872651"/>
            <a:ext cx="492125" cy="77788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2" name="Oval 35">
            <a:extLst>
              <a:ext uri="{FF2B5EF4-FFF2-40B4-BE49-F238E27FC236}">
                <a16:creationId xmlns:a16="http://schemas.microsoft.com/office/drawing/2014/main" id="{79F8363D-C882-3044-8464-7FCFFC28C2B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00233" y="3778988"/>
            <a:ext cx="496888" cy="150813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3" name="Freeform 36">
            <a:extLst>
              <a:ext uri="{FF2B5EF4-FFF2-40B4-BE49-F238E27FC236}">
                <a16:creationId xmlns:a16="http://schemas.microsoft.com/office/drawing/2014/main" id="{C5ED50C5-F56B-144B-B077-B4B2FEDC3660}"/>
              </a:ext>
            </a:extLst>
          </p:cNvPr>
          <p:cNvSpPr>
            <a:spLocks/>
          </p:cNvSpPr>
          <p:nvPr/>
        </p:nvSpPr>
        <p:spPr bwMode="auto">
          <a:xfrm>
            <a:off x="3655708" y="3474188"/>
            <a:ext cx="1588" cy="828675"/>
          </a:xfrm>
          <a:custGeom>
            <a:avLst/>
            <a:gdLst>
              <a:gd name="T0" fmla="*/ 0 w 1"/>
              <a:gd name="T1" fmla="*/ 0 h 522"/>
              <a:gd name="T2" fmla="*/ 0 w 1"/>
              <a:gd name="T3" fmla="*/ 522 h 522"/>
              <a:gd name="T4" fmla="*/ 0 60000 65536"/>
              <a:gd name="T5" fmla="*/ 0 60000 65536"/>
              <a:gd name="T6" fmla="*/ 0 w 1"/>
              <a:gd name="T7" fmla="*/ 0 h 522"/>
              <a:gd name="T8" fmla="*/ 1 w 1"/>
              <a:gd name="T9" fmla="*/ 522 h 522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1" h="522">
                <a:moveTo>
                  <a:pt x="0" y="0"/>
                </a:moveTo>
                <a:lnTo>
                  <a:pt x="0" y="522"/>
                </a:lnTo>
              </a:path>
            </a:pathLst>
          </a:cu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4" name="Freeform 37">
            <a:extLst>
              <a:ext uri="{FF2B5EF4-FFF2-40B4-BE49-F238E27FC236}">
                <a16:creationId xmlns:a16="http://schemas.microsoft.com/office/drawing/2014/main" id="{A19ED863-F302-4C4B-BF32-9ED18D75863D}"/>
              </a:ext>
            </a:extLst>
          </p:cNvPr>
          <p:cNvSpPr>
            <a:spLocks/>
          </p:cNvSpPr>
          <p:nvPr/>
        </p:nvSpPr>
        <p:spPr bwMode="auto">
          <a:xfrm>
            <a:off x="2555570" y="3483713"/>
            <a:ext cx="1588" cy="852488"/>
          </a:xfrm>
          <a:custGeom>
            <a:avLst/>
            <a:gdLst>
              <a:gd name="T0" fmla="*/ 0 w 1"/>
              <a:gd name="T1" fmla="*/ 0 h 537"/>
              <a:gd name="T2" fmla="*/ 0 w 1"/>
              <a:gd name="T3" fmla="*/ 537 h 537"/>
              <a:gd name="T4" fmla="*/ 0 60000 65536"/>
              <a:gd name="T5" fmla="*/ 0 60000 65536"/>
              <a:gd name="T6" fmla="*/ 0 w 1"/>
              <a:gd name="T7" fmla="*/ 0 h 537"/>
              <a:gd name="T8" fmla="*/ 1 w 1"/>
              <a:gd name="T9" fmla="*/ 537 h 537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1" h="537">
                <a:moveTo>
                  <a:pt x="0" y="0"/>
                </a:moveTo>
                <a:lnTo>
                  <a:pt x="0" y="537"/>
                </a:lnTo>
              </a:path>
            </a:pathLst>
          </a:cu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5" name="Freeform 38">
            <a:extLst>
              <a:ext uri="{FF2B5EF4-FFF2-40B4-BE49-F238E27FC236}">
                <a16:creationId xmlns:a16="http://schemas.microsoft.com/office/drawing/2014/main" id="{6BF3134C-2B3E-1548-AB3D-A3BDFF4F4A5C}"/>
              </a:ext>
            </a:extLst>
          </p:cNvPr>
          <p:cNvSpPr>
            <a:spLocks/>
          </p:cNvSpPr>
          <p:nvPr/>
        </p:nvSpPr>
        <p:spPr bwMode="auto">
          <a:xfrm>
            <a:off x="2817508" y="3459901"/>
            <a:ext cx="800100" cy="952500"/>
          </a:xfrm>
          <a:custGeom>
            <a:avLst/>
            <a:gdLst>
              <a:gd name="T0" fmla="*/ 0 w 378"/>
              <a:gd name="T1" fmla="*/ 11993521 h 174"/>
              <a:gd name="T2" fmla="*/ 5035 w 378"/>
              <a:gd name="T3" fmla="*/ 0 h 174"/>
              <a:gd name="T4" fmla="*/ 0 60000 65536"/>
              <a:gd name="T5" fmla="*/ 0 60000 65536"/>
              <a:gd name="T6" fmla="*/ 0 w 378"/>
              <a:gd name="T7" fmla="*/ 0 h 174"/>
              <a:gd name="T8" fmla="*/ 378 w 378"/>
              <a:gd name="T9" fmla="*/ 174 h 174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378" h="174">
                <a:moveTo>
                  <a:pt x="0" y="174"/>
                </a:moveTo>
                <a:lnTo>
                  <a:pt x="378" y="0"/>
                </a:lnTo>
              </a:path>
            </a:pathLst>
          </a:cu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6" name="Freeform 39">
            <a:extLst>
              <a:ext uri="{FF2B5EF4-FFF2-40B4-BE49-F238E27FC236}">
                <a16:creationId xmlns:a16="http://schemas.microsoft.com/office/drawing/2014/main" id="{C6245707-E1A1-D049-ABCA-63F805299AF1}"/>
              </a:ext>
            </a:extLst>
          </p:cNvPr>
          <p:cNvSpPr>
            <a:spLocks/>
          </p:cNvSpPr>
          <p:nvPr/>
        </p:nvSpPr>
        <p:spPr bwMode="auto">
          <a:xfrm>
            <a:off x="3908120" y="4012351"/>
            <a:ext cx="581025" cy="428625"/>
          </a:xfrm>
          <a:custGeom>
            <a:avLst/>
            <a:gdLst>
              <a:gd name="T0" fmla="*/ 0 w 366"/>
              <a:gd name="T1" fmla="*/ 270 h 270"/>
              <a:gd name="T2" fmla="*/ 366 w 366"/>
              <a:gd name="T3" fmla="*/ 0 h 270"/>
              <a:gd name="T4" fmla="*/ 0 60000 65536"/>
              <a:gd name="T5" fmla="*/ 0 60000 65536"/>
              <a:gd name="T6" fmla="*/ 0 w 366"/>
              <a:gd name="T7" fmla="*/ 0 h 270"/>
              <a:gd name="T8" fmla="*/ 366 w 366"/>
              <a:gd name="T9" fmla="*/ 270 h 270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366" h="270">
                <a:moveTo>
                  <a:pt x="0" y="270"/>
                </a:moveTo>
                <a:lnTo>
                  <a:pt x="366" y="0"/>
                </a:lnTo>
              </a:path>
            </a:pathLst>
          </a:cu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7" name="Freeform 40">
            <a:extLst>
              <a:ext uri="{FF2B5EF4-FFF2-40B4-BE49-F238E27FC236}">
                <a16:creationId xmlns:a16="http://schemas.microsoft.com/office/drawing/2014/main" id="{4B76FA55-0E59-6C45-8AD8-BE40BC0A5648}"/>
              </a:ext>
            </a:extLst>
          </p:cNvPr>
          <p:cNvSpPr>
            <a:spLocks/>
          </p:cNvSpPr>
          <p:nvPr/>
        </p:nvSpPr>
        <p:spPr bwMode="auto">
          <a:xfrm>
            <a:off x="2827033" y="4460026"/>
            <a:ext cx="581025" cy="1588"/>
          </a:xfrm>
          <a:custGeom>
            <a:avLst/>
            <a:gdLst>
              <a:gd name="T0" fmla="*/ 366 w 366"/>
              <a:gd name="T1" fmla="*/ 0 h 1"/>
              <a:gd name="T2" fmla="*/ 0 w 366"/>
              <a:gd name="T3" fmla="*/ 0 h 1"/>
              <a:gd name="T4" fmla="*/ 0 60000 65536"/>
              <a:gd name="T5" fmla="*/ 0 60000 65536"/>
              <a:gd name="T6" fmla="*/ 0 w 366"/>
              <a:gd name="T7" fmla="*/ 0 h 1"/>
              <a:gd name="T8" fmla="*/ 366 w 366"/>
              <a:gd name="T9" fmla="*/ 1 h 1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366" h="1">
                <a:moveTo>
                  <a:pt x="366" y="0"/>
                </a:moveTo>
                <a:lnTo>
                  <a:pt x="0" y="0"/>
                </a:lnTo>
              </a:path>
            </a:pathLst>
          </a:cu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8" name="Freeform 41">
            <a:extLst>
              <a:ext uri="{FF2B5EF4-FFF2-40B4-BE49-F238E27FC236}">
                <a16:creationId xmlns:a16="http://schemas.microsoft.com/office/drawing/2014/main" id="{478F5CA3-540D-704B-A0A9-843221692BFB}"/>
              </a:ext>
            </a:extLst>
          </p:cNvPr>
          <p:cNvSpPr>
            <a:spLocks/>
          </p:cNvSpPr>
          <p:nvPr/>
        </p:nvSpPr>
        <p:spPr bwMode="auto">
          <a:xfrm>
            <a:off x="1888820" y="3945676"/>
            <a:ext cx="438150" cy="419100"/>
          </a:xfrm>
          <a:custGeom>
            <a:avLst/>
            <a:gdLst>
              <a:gd name="T0" fmla="*/ 276 w 276"/>
              <a:gd name="T1" fmla="*/ 264 h 264"/>
              <a:gd name="T2" fmla="*/ 0 w 276"/>
              <a:gd name="T3" fmla="*/ 0 h 264"/>
              <a:gd name="T4" fmla="*/ 0 60000 65536"/>
              <a:gd name="T5" fmla="*/ 0 60000 65536"/>
              <a:gd name="T6" fmla="*/ 0 w 276"/>
              <a:gd name="T7" fmla="*/ 0 h 264"/>
              <a:gd name="T8" fmla="*/ 276 w 276"/>
              <a:gd name="T9" fmla="*/ 264 h 264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276" h="264">
                <a:moveTo>
                  <a:pt x="276" y="264"/>
                </a:moveTo>
                <a:lnTo>
                  <a:pt x="0" y="0"/>
                </a:lnTo>
              </a:path>
            </a:pathLst>
          </a:cu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9" name="Freeform 42">
            <a:extLst>
              <a:ext uri="{FF2B5EF4-FFF2-40B4-BE49-F238E27FC236}">
                <a16:creationId xmlns:a16="http://schemas.microsoft.com/office/drawing/2014/main" id="{09441A01-DB3D-8849-9E6E-B61A9E1DF7A5}"/>
              </a:ext>
            </a:extLst>
          </p:cNvPr>
          <p:cNvSpPr>
            <a:spLocks/>
          </p:cNvSpPr>
          <p:nvPr/>
        </p:nvSpPr>
        <p:spPr bwMode="auto">
          <a:xfrm>
            <a:off x="2817508" y="3364651"/>
            <a:ext cx="581025" cy="1588"/>
          </a:xfrm>
          <a:custGeom>
            <a:avLst/>
            <a:gdLst>
              <a:gd name="T0" fmla="*/ 366 w 366"/>
              <a:gd name="T1" fmla="*/ 0 h 1"/>
              <a:gd name="T2" fmla="*/ 0 w 366"/>
              <a:gd name="T3" fmla="*/ 0 h 1"/>
              <a:gd name="T4" fmla="*/ 0 60000 65536"/>
              <a:gd name="T5" fmla="*/ 0 60000 65536"/>
              <a:gd name="T6" fmla="*/ 0 w 366"/>
              <a:gd name="T7" fmla="*/ 0 h 1"/>
              <a:gd name="T8" fmla="*/ 366 w 366"/>
              <a:gd name="T9" fmla="*/ 1 h 1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366" h="1">
                <a:moveTo>
                  <a:pt x="366" y="0"/>
                </a:moveTo>
                <a:lnTo>
                  <a:pt x="0" y="0"/>
                </a:lnTo>
              </a:path>
            </a:pathLst>
          </a:cu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40" name="Freeform 43">
            <a:extLst>
              <a:ext uri="{FF2B5EF4-FFF2-40B4-BE49-F238E27FC236}">
                <a16:creationId xmlns:a16="http://schemas.microsoft.com/office/drawing/2014/main" id="{FFD32857-C28D-9847-80E0-9E7FFFB0893C}"/>
              </a:ext>
            </a:extLst>
          </p:cNvPr>
          <p:cNvSpPr>
            <a:spLocks/>
          </p:cNvSpPr>
          <p:nvPr/>
        </p:nvSpPr>
        <p:spPr bwMode="auto">
          <a:xfrm>
            <a:off x="3889070" y="3359888"/>
            <a:ext cx="628650" cy="423863"/>
          </a:xfrm>
          <a:custGeom>
            <a:avLst/>
            <a:gdLst>
              <a:gd name="T0" fmla="*/ 396 w 396"/>
              <a:gd name="T1" fmla="*/ 267 h 267"/>
              <a:gd name="T2" fmla="*/ 0 w 396"/>
              <a:gd name="T3" fmla="*/ 0 h 267"/>
              <a:gd name="T4" fmla="*/ 0 60000 65536"/>
              <a:gd name="T5" fmla="*/ 0 60000 65536"/>
              <a:gd name="T6" fmla="*/ 0 w 396"/>
              <a:gd name="T7" fmla="*/ 0 h 267"/>
              <a:gd name="T8" fmla="*/ 396 w 396"/>
              <a:gd name="T9" fmla="*/ 267 h 267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396" h="267">
                <a:moveTo>
                  <a:pt x="396" y="267"/>
                </a:moveTo>
                <a:lnTo>
                  <a:pt x="0" y="0"/>
                </a:lnTo>
              </a:path>
            </a:pathLst>
          </a:cu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41" name="Freeform 44">
            <a:extLst>
              <a:ext uri="{FF2B5EF4-FFF2-40B4-BE49-F238E27FC236}">
                <a16:creationId xmlns:a16="http://schemas.microsoft.com/office/drawing/2014/main" id="{95317AFD-8425-9047-82D2-5C53D86FC4B1}"/>
              </a:ext>
            </a:extLst>
          </p:cNvPr>
          <p:cNvSpPr>
            <a:spLocks/>
          </p:cNvSpPr>
          <p:nvPr/>
        </p:nvSpPr>
        <p:spPr bwMode="auto">
          <a:xfrm>
            <a:off x="1798333" y="2678851"/>
            <a:ext cx="1762125" cy="1023938"/>
          </a:xfrm>
          <a:custGeom>
            <a:avLst/>
            <a:gdLst>
              <a:gd name="T0" fmla="*/ 1110 w 1110"/>
              <a:gd name="T1" fmla="*/ 342 h 645"/>
              <a:gd name="T2" fmla="*/ 0 w 1110"/>
              <a:gd name="T3" fmla="*/ 645 h 645"/>
              <a:gd name="T4" fmla="*/ 0 60000 65536"/>
              <a:gd name="T5" fmla="*/ 0 60000 65536"/>
              <a:gd name="T6" fmla="*/ 0 w 1110"/>
              <a:gd name="T7" fmla="*/ 0 h 645"/>
              <a:gd name="T8" fmla="*/ 1110 w 1110"/>
              <a:gd name="T9" fmla="*/ 645 h 645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1110" h="645">
                <a:moveTo>
                  <a:pt x="1110" y="342"/>
                </a:moveTo>
                <a:cubicBezTo>
                  <a:pt x="1104" y="0"/>
                  <a:pt x="21" y="63"/>
                  <a:pt x="0" y="645"/>
                </a:cubicBezTo>
              </a:path>
            </a:pathLst>
          </a:cu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142" name="Group 45">
            <a:extLst>
              <a:ext uri="{FF2B5EF4-FFF2-40B4-BE49-F238E27FC236}">
                <a16:creationId xmlns:a16="http://schemas.microsoft.com/office/drawing/2014/main" id="{8EA0B5C0-FA92-A244-9016-9BA3D6889A5F}"/>
              </a:ext>
            </a:extLst>
          </p:cNvPr>
          <p:cNvGrpSpPr>
            <a:grpSpLocks/>
          </p:cNvGrpSpPr>
          <p:nvPr/>
        </p:nvGrpSpPr>
        <p:grpSpPr bwMode="auto">
          <a:xfrm>
            <a:off x="1639583" y="3628176"/>
            <a:ext cx="325438" cy="396875"/>
            <a:chOff x="2954" y="2425"/>
            <a:chExt cx="208" cy="250"/>
          </a:xfrm>
        </p:grpSpPr>
        <p:sp>
          <p:nvSpPr>
            <p:cNvPr id="168" name="Rectangle 46">
              <a:extLst>
                <a:ext uri="{FF2B5EF4-FFF2-40B4-BE49-F238E27FC236}">
                  <a16:creationId xmlns:a16="http://schemas.microsoft.com/office/drawing/2014/main" id="{F6376756-4852-A74B-A929-795C12362D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2" y="2490"/>
              <a:ext cx="144" cy="132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69" name="Text Box 47">
              <a:extLst>
                <a:ext uri="{FF2B5EF4-FFF2-40B4-BE49-F238E27FC236}">
                  <a16:creationId xmlns:a16="http://schemas.microsoft.com/office/drawing/2014/main" id="{8D21A96D-93CD-CC4E-9802-65B183FC94A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54" y="2425"/>
              <a:ext cx="208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u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143" name="Group 48">
            <a:extLst>
              <a:ext uri="{FF2B5EF4-FFF2-40B4-BE49-F238E27FC236}">
                <a16:creationId xmlns:a16="http://schemas.microsoft.com/office/drawing/2014/main" id="{BAEC1726-7585-D84C-8544-8B19570BB0D1}"/>
              </a:ext>
            </a:extLst>
          </p:cNvPr>
          <p:cNvGrpSpPr>
            <a:grpSpLocks/>
          </p:cNvGrpSpPr>
          <p:nvPr/>
        </p:nvGrpSpPr>
        <p:grpSpPr bwMode="auto">
          <a:xfrm>
            <a:off x="3503308" y="4237776"/>
            <a:ext cx="311150" cy="396875"/>
            <a:chOff x="2958" y="2425"/>
            <a:chExt cx="199" cy="250"/>
          </a:xfrm>
        </p:grpSpPr>
        <p:sp>
          <p:nvSpPr>
            <p:cNvPr id="166" name="Rectangle 49">
              <a:extLst>
                <a:ext uri="{FF2B5EF4-FFF2-40B4-BE49-F238E27FC236}">
                  <a16:creationId xmlns:a16="http://schemas.microsoft.com/office/drawing/2014/main" id="{30D6A47E-3051-2642-B778-56D0A6ADF6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2" y="2490"/>
              <a:ext cx="142" cy="132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67" name="Text Box 50">
              <a:extLst>
                <a:ext uri="{FF2B5EF4-FFF2-40B4-BE49-F238E27FC236}">
                  <a16:creationId xmlns:a16="http://schemas.microsoft.com/office/drawing/2014/main" id="{657B88CD-80B6-9149-A47C-0E4E47210BD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58" y="2425"/>
              <a:ext cx="199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y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147" name="Group 60">
            <a:extLst>
              <a:ext uri="{FF2B5EF4-FFF2-40B4-BE49-F238E27FC236}">
                <a16:creationId xmlns:a16="http://schemas.microsoft.com/office/drawing/2014/main" id="{C6605578-FE95-B24F-BADA-356BBFD8BB95}"/>
              </a:ext>
            </a:extLst>
          </p:cNvPr>
          <p:cNvGrpSpPr>
            <a:grpSpLocks/>
          </p:cNvGrpSpPr>
          <p:nvPr/>
        </p:nvGrpSpPr>
        <p:grpSpPr bwMode="auto">
          <a:xfrm>
            <a:off x="4398658" y="3647226"/>
            <a:ext cx="336550" cy="457200"/>
            <a:chOff x="2949" y="2395"/>
            <a:chExt cx="214" cy="288"/>
          </a:xfrm>
        </p:grpSpPr>
        <p:sp>
          <p:nvSpPr>
            <p:cNvPr id="158" name="Rectangle 61">
              <a:extLst>
                <a:ext uri="{FF2B5EF4-FFF2-40B4-BE49-F238E27FC236}">
                  <a16:creationId xmlns:a16="http://schemas.microsoft.com/office/drawing/2014/main" id="{41CF463B-AC90-B448-AB77-AD1A2A48F0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2" y="2490"/>
              <a:ext cx="142" cy="132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59" name="Text Box 62">
              <a:extLst>
                <a:ext uri="{FF2B5EF4-FFF2-40B4-BE49-F238E27FC236}">
                  <a16:creationId xmlns:a16="http://schemas.microsoft.com/office/drawing/2014/main" id="{6948C996-9399-804D-A0BC-5489BB15AF6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49" y="2395"/>
              <a:ext cx="214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z</a:t>
              </a:r>
            </a:p>
          </p:txBody>
        </p:sp>
      </p:grpSp>
      <p:sp>
        <p:nvSpPr>
          <p:cNvPr id="148" name="Text Box 63">
            <a:extLst>
              <a:ext uri="{FF2B5EF4-FFF2-40B4-BE49-F238E27FC236}">
                <a16:creationId xmlns:a16="http://schemas.microsoft.com/office/drawing/2014/main" id="{5119DE63-46A3-DA49-98F8-27DCAD97989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66608" y="3348776"/>
            <a:ext cx="3111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2</a:t>
            </a: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49" name="Text Box 64">
            <a:extLst>
              <a:ext uri="{FF2B5EF4-FFF2-40B4-BE49-F238E27FC236}">
                <a16:creationId xmlns:a16="http://schemas.microsoft.com/office/drawing/2014/main" id="{C6DA4233-38DD-5642-A09A-BB31A7CEF55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19058" y="3696438"/>
            <a:ext cx="3111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2</a:t>
            </a: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50" name="Text Box 65">
            <a:extLst>
              <a:ext uri="{FF2B5EF4-FFF2-40B4-BE49-F238E27FC236}">
                <a16:creationId xmlns:a16="http://schemas.microsoft.com/office/drawing/2014/main" id="{6E303301-D563-6140-AA2B-70CA3406E2C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28495" y="4034576"/>
            <a:ext cx="3111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1</a:t>
            </a: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51" name="Text Box 66">
            <a:extLst>
              <a:ext uri="{FF2B5EF4-FFF2-40B4-BE49-F238E27FC236}">
                <a16:creationId xmlns:a16="http://schemas.microsoft.com/office/drawing/2014/main" id="{CBC99722-8514-834D-85FC-347C82160B5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28658" y="3844076"/>
            <a:ext cx="3111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3</a:t>
            </a: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52" name="Text Box 67">
            <a:extLst>
              <a:ext uri="{FF2B5EF4-FFF2-40B4-BE49-F238E27FC236}">
                <a16:creationId xmlns:a16="http://schemas.microsoft.com/office/drawing/2014/main" id="{83B046CC-9905-9C43-9054-62843B40FB2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28645" y="4406051"/>
            <a:ext cx="3111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1</a:t>
            </a: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53" name="Text Box 68">
            <a:extLst>
              <a:ext uri="{FF2B5EF4-FFF2-40B4-BE49-F238E27FC236}">
                <a16:creationId xmlns:a16="http://schemas.microsoft.com/office/drawing/2014/main" id="{534112F7-D709-B040-8EB3-28DABCD693F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600145" y="3725013"/>
            <a:ext cx="3111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1</a:t>
            </a: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54" name="Text Box 69">
            <a:extLst>
              <a:ext uri="{FF2B5EF4-FFF2-40B4-BE49-F238E27FC236}">
                <a16:creationId xmlns:a16="http://schemas.microsoft.com/office/drawing/2014/main" id="{23747841-C3BA-4F4A-AF0C-5509D7AD1A1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171645" y="4144113"/>
            <a:ext cx="3111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2</a:t>
            </a: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55" name="Text Box 70">
            <a:extLst>
              <a:ext uri="{FF2B5EF4-FFF2-40B4-BE49-F238E27FC236}">
                <a16:creationId xmlns:a16="http://schemas.microsoft.com/office/drawing/2014/main" id="{505A16BA-1B4E-2946-BF56-95BF07F6629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128783" y="3291626"/>
            <a:ext cx="3111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5</a:t>
            </a: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56" name="Text Box 71">
            <a:extLst>
              <a:ext uri="{FF2B5EF4-FFF2-40B4-BE49-F238E27FC236}">
                <a16:creationId xmlns:a16="http://schemas.microsoft.com/office/drawing/2014/main" id="{629902D3-50B9-0949-B491-4ABB181418A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61970" y="3053501"/>
            <a:ext cx="3111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3</a:t>
            </a: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57" name="Text Box 72">
            <a:extLst>
              <a:ext uri="{FF2B5EF4-FFF2-40B4-BE49-F238E27FC236}">
                <a16:creationId xmlns:a16="http://schemas.microsoft.com/office/drawing/2014/main" id="{165ABB11-551D-C643-B086-8CDB0076CFD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04758" y="2629638"/>
            <a:ext cx="3111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5</a:t>
            </a: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70" name="Text Box 73">
            <a:extLst>
              <a:ext uri="{FF2B5EF4-FFF2-40B4-BE49-F238E27FC236}">
                <a16:creationId xmlns:a16="http://schemas.microsoft.com/office/drawing/2014/main" id="{50793FC3-EA52-8A46-B2EB-EA9264E29B9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26718" y="1453057"/>
            <a:ext cx="11060482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rPr>
              <a:t>Suppose that </a:t>
            </a:r>
            <a:r>
              <a:rPr kumimoji="0" lang="en-US" sz="2800" b="0" i="1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rPr>
              <a:t>u</a:t>
            </a:r>
            <a:r>
              <a: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rPr>
              <a:t>’s neighboring node</a:t>
            </a:r>
            <a:r>
              <a:rPr kumimoji="0" lang="en-US" sz="28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rPr>
              <a:t>s, x,v,w, </a:t>
            </a:r>
            <a:r>
              <a: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rPr>
              <a:t>know that for destination</a:t>
            </a:r>
            <a:r>
              <a:rPr kumimoji="0" lang="en-US" sz="28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rPr>
              <a:t> z</a:t>
            </a:r>
            <a:r>
              <a: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rPr>
              <a:t>:</a:t>
            </a:r>
          </a:p>
        </p:txBody>
      </p:sp>
      <p:grpSp>
        <p:nvGrpSpPr>
          <p:cNvPr id="198" name="Group 197">
            <a:extLst>
              <a:ext uri="{FF2B5EF4-FFF2-40B4-BE49-F238E27FC236}">
                <a16:creationId xmlns:a16="http://schemas.microsoft.com/office/drawing/2014/main" id="{B6EDB62A-BA4E-E241-91FE-0B3F85B42586}"/>
              </a:ext>
            </a:extLst>
          </p:cNvPr>
          <p:cNvGrpSpPr/>
          <p:nvPr/>
        </p:nvGrpSpPr>
        <p:grpSpPr>
          <a:xfrm>
            <a:off x="5954236" y="2228981"/>
            <a:ext cx="4331635" cy="1775026"/>
            <a:chOff x="5954236" y="2228981"/>
            <a:chExt cx="4331635" cy="1775026"/>
          </a:xfrm>
        </p:grpSpPr>
        <p:sp>
          <p:nvSpPr>
            <p:cNvPr id="171" name="Text Box 74">
              <a:extLst>
                <a:ext uri="{FF2B5EF4-FFF2-40B4-BE49-F238E27FC236}">
                  <a16:creationId xmlns:a16="http://schemas.microsoft.com/office/drawing/2014/main" id="{08AC163F-B177-6F4C-8CFD-A821A782FAB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467193" y="2803678"/>
              <a:ext cx="3595856" cy="120032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D</a:t>
              </a:r>
              <a:r>
                <a:rPr kumimoji="0" lang="en-US" sz="2400" b="0" i="1" u="none" strike="noStrike" kern="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u</a:t>
              </a:r>
              <a:r>
                <a:rPr kumimoji="0" lang="en-US" sz="24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(z) </a:t>
              </a: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= min { </a:t>
              </a:r>
              <a:r>
                <a:rPr kumimoji="0" lang="en-US" sz="24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c</a:t>
              </a:r>
              <a:r>
                <a:rPr kumimoji="0" lang="en-US" sz="2400" b="0" i="1" u="none" strike="noStrike" kern="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u,v </a:t>
              </a:r>
              <a:r>
                <a:rPr kumimoji="0" lang="en-US" sz="24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+ D</a:t>
              </a:r>
              <a:r>
                <a:rPr kumimoji="0" lang="en-US" sz="2400" b="0" i="1" u="none" strike="noStrike" kern="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v</a:t>
              </a:r>
              <a:r>
                <a:rPr kumimoji="0" lang="en-US" sz="24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(z),</a:t>
              </a:r>
            </a:p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                    c</a:t>
              </a:r>
              <a:r>
                <a:rPr kumimoji="0" lang="en-US" sz="2400" b="0" i="1" u="none" strike="noStrike" kern="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u,x </a:t>
              </a:r>
              <a:r>
                <a:rPr kumimoji="0" lang="en-US" sz="24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+ D</a:t>
              </a:r>
              <a:r>
                <a:rPr kumimoji="0" lang="en-US" sz="2400" b="0" i="1" u="none" strike="noStrike" kern="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x</a:t>
              </a:r>
              <a:r>
                <a:rPr kumimoji="0" lang="en-US" sz="24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(z),</a:t>
              </a:r>
            </a:p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                    c</a:t>
              </a:r>
              <a:r>
                <a:rPr kumimoji="0" lang="en-US" sz="2400" b="0" i="1" u="none" strike="noStrike" kern="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u,w </a:t>
              </a:r>
              <a:r>
                <a:rPr kumimoji="0" lang="en-US" sz="24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+ D</a:t>
              </a:r>
              <a:r>
                <a:rPr kumimoji="0" lang="en-US" sz="2400" b="0" i="1" u="none" strike="noStrike" kern="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w</a:t>
              </a:r>
              <a:r>
                <a:rPr kumimoji="0" lang="en-US" sz="24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(z) </a:t>
              </a: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}</a:t>
              </a:r>
            </a:p>
          </p:txBody>
        </p:sp>
        <p:sp>
          <p:nvSpPr>
            <p:cNvPr id="173" name="Text Box 76">
              <a:extLst>
                <a:ext uri="{FF2B5EF4-FFF2-40B4-BE49-F238E27FC236}">
                  <a16:creationId xmlns:a16="http://schemas.microsoft.com/office/drawing/2014/main" id="{75683FA0-BB30-1143-8370-A231590ECC6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54236" y="2228981"/>
              <a:ext cx="4331635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Bellman-Ford equation says:</a:t>
              </a:r>
            </a:p>
          </p:txBody>
        </p:sp>
      </p:grpSp>
      <p:sp>
        <p:nvSpPr>
          <p:cNvPr id="11" name="Oval 10">
            <a:extLst>
              <a:ext uri="{FF2B5EF4-FFF2-40B4-BE49-F238E27FC236}">
                <a16:creationId xmlns:a16="http://schemas.microsoft.com/office/drawing/2014/main" id="{D0322153-8ADE-0E45-A262-AA9A6F947B78}"/>
              </a:ext>
            </a:extLst>
          </p:cNvPr>
          <p:cNvSpPr/>
          <p:nvPr/>
        </p:nvSpPr>
        <p:spPr>
          <a:xfrm>
            <a:off x="1490598" y="3507287"/>
            <a:ext cx="613776" cy="613776"/>
          </a:xfrm>
          <a:prstGeom prst="ellipse">
            <a:avLst/>
          </a:prstGeom>
          <a:noFill/>
          <a:ln w="3492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19" name="Group 18">
            <a:extLst>
              <a:ext uri="{FF2B5EF4-FFF2-40B4-BE49-F238E27FC236}">
                <a16:creationId xmlns:a16="http://schemas.microsoft.com/office/drawing/2014/main" id="{05CDC77B-12CB-3641-B097-13A93B9A5519}"/>
              </a:ext>
            </a:extLst>
          </p:cNvPr>
          <p:cNvGrpSpPr/>
          <p:nvPr/>
        </p:nvGrpSpPr>
        <p:grpSpPr>
          <a:xfrm>
            <a:off x="764088" y="2192055"/>
            <a:ext cx="1691013" cy="1127342"/>
            <a:chOff x="764088" y="2192055"/>
            <a:chExt cx="1691013" cy="1127342"/>
          </a:xfrm>
        </p:grpSpPr>
        <p:sp>
          <p:nvSpPr>
            <p:cNvPr id="17" name="Freeform 16">
              <a:extLst>
                <a:ext uri="{FF2B5EF4-FFF2-40B4-BE49-F238E27FC236}">
                  <a16:creationId xmlns:a16="http://schemas.microsoft.com/office/drawing/2014/main" id="{2F6815DA-1947-6340-8445-6A386E65C0A9}"/>
                </a:ext>
              </a:extLst>
            </p:cNvPr>
            <p:cNvSpPr/>
            <p:nvPr/>
          </p:nvSpPr>
          <p:spPr>
            <a:xfrm>
              <a:off x="851770" y="2630466"/>
              <a:ext cx="1603331" cy="688931"/>
            </a:xfrm>
            <a:custGeom>
              <a:avLst/>
              <a:gdLst>
                <a:gd name="connsiteX0" fmla="*/ 1603331 w 1603331"/>
                <a:gd name="connsiteY0" fmla="*/ 626301 h 688931"/>
                <a:gd name="connsiteX1" fmla="*/ 1453019 w 1603331"/>
                <a:gd name="connsiteY1" fmla="*/ 688931 h 688931"/>
                <a:gd name="connsiteX2" fmla="*/ 0 w 1603331"/>
                <a:gd name="connsiteY2" fmla="*/ 0 h 688931"/>
                <a:gd name="connsiteX3" fmla="*/ 1240077 w 1603331"/>
                <a:gd name="connsiteY3" fmla="*/ 0 h 688931"/>
                <a:gd name="connsiteX4" fmla="*/ 1603331 w 1603331"/>
                <a:gd name="connsiteY4" fmla="*/ 626301 h 688931"/>
                <a:gd name="connsiteX0" fmla="*/ 1603331 w 1603331"/>
                <a:gd name="connsiteY0" fmla="*/ 626301 h 688931"/>
                <a:gd name="connsiteX1" fmla="*/ 1453019 w 1603331"/>
                <a:gd name="connsiteY1" fmla="*/ 688931 h 688931"/>
                <a:gd name="connsiteX2" fmla="*/ 0 w 1603331"/>
                <a:gd name="connsiteY2" fmla="*/ 0 h 688931"/>
                <a:gd name="connsiteX3" fmla="*/ 1240077 w 1603331"/>
                <a:gd name="connsiteY3" fmla="*/ 0 h 688931"/>
                <a:gd name="connsiteX4" fmla="*/ 1603331 w 1603331"/>
                <a:gd name="connsiteY4" fmla="*/ 626301 h 688931"/>
                <a:gd name="connsiteX0" fmla="*/ 1603331 w 1603331"/>
                <a:gd name="connsiteY0" fmla="*/ 626301 h 688931"/>
                <a:gd name="connsiteX1" fmla="*/ 1453019 w 1603331"/>
                <a:gd name="connsiteY1" fmla="*/ 688931 h 688931"/>
                <a:gd name="connsiteX2" fmla="*/ 0 w 1603331"/>
                <a:gd name="connsiteY2" fmla="*/ 0 h 688931"/>
                <a:gd name="connsiteX3" fmla="*/ 1240077 w 1603331"/>
                <a:gd name="connsiteY3" fmla="*/ 0 h 688931"/>
                <a:gd name="connsiteX4" fmla="*/ 1603331 w 1603331"/>
                <a:gd name="connsiteY4" fmla="*/ 626301 h 688931"/>
                <a:gd name="connsiteX0" fmla="*/ 1603331 w 1603331"/>
                <a:gd name="connsiteY0" fmla="*/ 626301 h 688931"/>
                <a:gd name="connsiteX1" fmla="*/ 1453019 w 1603331"/>
                <a:gd name="connsiteY1" fmla="*/ 688931 h 688931"/>
                <a:gd name="connsiteX2" fmla="*/ 0 w 1603331"/>
                <a:gd name="connsiteY2" fmla="*/ 0 h 688931"/>
                <a:gd name="connsiteX3" fmla="*/ 1240077 w 1603331"/>
                <a:gd name="connsiteY3" fmla="*/ 0 h 688931"/>
                <a:gd name="connsiteX4" fmla="*/ 1603331 w 1603331"/>
                <a:gd name="connsiteY4" fmla="*/ 626301 h 688931"/>
                <a:gd name="connsiteX0" fmla="*/ 1603331 w 1603331"/>
                <a:gd name="connsiteY0" fmla="*/ 626301 h 688931"/>
                <a:gd name="connsiteX1" fmla="*/ 1453019 w 1603331"/>
                <a:gd name="connsiteY1" fmla="*/ 688931 h 688931"/>
                <a:gd name="connsiteX2" fmla="*/ 0 w 1603331"/>
                <a:gd name="connsiteY2" fmla="*/ 0 h 688931"/>
                <a:gd name="connsiteX3" fmla="*/ 1240077 w 1603331"/>
                <a:gd name="connsiteY3" fmla="*/ 0 h 688931"/>
                <a:gd name="connsiteX4" fmla="*/ 1603331 w 1603331"/>
                <a:gd name="connsiteY4" fmla="*/ 626301 h 6889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03331" h="688931">
                  <a:moveTo>
                    <a:pt x="1603331" y="626301"/>
                  </a:moveTo>
                  <a:lnTo>
                    <a:pt x="1453019" y="688931"/>
                  </a:lnTo>
                  <a:cubicBezTo>
                    <a:pt x="1028055" y="405848"/>
                    <a:pt x="858413" y="306834"/>
                    <a:pt x="0" y="0"/>
                  </a:cubicBezTo>
                  <a:lnTo>
                    <a:pt x="1240077" y="0"/>
                  </a:lnTo>
                  <a:cubicBezTo>
                    <a:pt x="1367100" y="327520"/>
                    <a:pt x="1416932" y="417534"/>
                    <a:pt x="1603331" y="626301"/>
                  </a:cubicBezTo>
                  <a:close/>
                </a:path>
              </a:pathLst>
            </a:custGeom>
            <a:gradFill>
              <a:gsLst>
                <a:gs pos="0">
                  <a:schemeClr val="bg1"/>
                </a:gs>
                <a:gs pos="98000">
                  <a:schemeClr val="bg1">
                    <a:lumMod val="85000"/>
                  </a:schemeClr>
                </a:gs>
              </a:gsLst>
              <a:lin ang="1620000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18" name="Group 17">
              <a:extLst>
                <a:ext uri="{FF2B5EF4-FFF2-40B4-BE49-F238E27FC236}">
                  <a16:creationId xmlns:a16="http://schemas.microsoft.com/office/drawing/2014/main" id="{B6668ED3-D130-3D45-B084-001DB41CD429}"/>
                </a:ext>
              </a:extLst>
            </p:cNvPr>
            <p:cNvGrpSpPr/>
            <p:nvPr/>
          </p:nvGrpSpPr>
          <p:grpSpPr>
            <a:xfrm>
              <a:off x="764088" y="2192055"/>
              <a:ext cx="1346844" cy="461665"/>
              <a:chOff x="764088" y="2192055"/>
              <a:chExt cx="1346844" cy="461665"/>
            </a:xfrm>
          </p:grpSpPr>
          <p:sp>
            <p:nvSpPr>
              <p:cNvPr id="16" name="Rectangle 15">
                <a:extLst>
                  <a:ext uri="{FF2B5EF4-FFF2-40B4-BE49-F238E27FC236}">
                    <a16:creationId xmlns:a16="http://schemas.microsoft.com/office/drawing/2014/main" id="{3BEA4562-9169-7C42-BB3A-DDCF769E8C27}"/>
                  </a:ext>
                </a:extLst>
              </p:cNvPr>
              <p:cNvSpPr/>
              <p:nvPr/>
            </p:nvSpPr>
            <p:spPr>
              <a:xfrm>
                <a:off x="851770" y="2242159"/>
                <a:ext cx="1240077" cy="388307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" name="TextBox 3">
                <a:extLst>
                  <a:ext uri="{FF2B5EF4-FFF2-40B4-BE49-F238E27FC236}">
                    <a16:creationId xmlns:a16="http://schemas.microsoft.com/office/drawing/2014/main" id="{CFA04257-DEFD-8540-BF6E-236DE2C4C53F}"/>
                  </a:ext>
                </a:extLst>
              </p:cNvPr>
              <p:cNvSpPr txBox="1"/>
              <p:nvPr/>
            </p:nvSpPr>
            <p:spPr>
              <a:xfrm>
                <a:off x="764088" y="2192055"/>
                <a:ext cx="1346844" cy="4616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123825" lvl="0" eaLnBrk="0" fontAlgn="base" hangingPunct="0">
                  <a:spcBef>
                    <a:spcPct val="0"/>
                  </a:spcBef>
                  <a:spcAft>
                    <a:spcPct val="0"/>
                  </a:spcAft>
                  <a:defRPr/>
                </a:pPr>
                <a:r>
                  <a:rPr lang="en-US" sz="2400" i="1" kern="0" dirty="0">
                    <a:solidFill>
                      <a:srgbClr val="000000"/>
                    </a:solidFill>
                    <a:ea typeface="ＭＳ Ｐゴシック" charset="0"/>
                  </a:rPr>
                  <a:t>D</a:t>
                </a:r>
                <a:r>
                  <a:rPr lang="en-US" sz="2400" i="1" kern="0" baseline="-25000" dirty="0">
                    <a:solidFill>
                      <a:srgbClr val="000000"/>
                    </a:solidFill>
                    <a:ea typeface="ＭＳ Ｐゴシック" charset="0"/>
                  </a:rPr>
                  <a:t>v</a:t>
                </a:r>
                <a:r>
                  <a:rPr lang="en-US" sz="2400" i="1" kern="0" dirty="0">
                    <a:solidFill>
                      <a:srgbClr val="000000"/>
                    </a:solidFill>
                    <a:ea typeface="ＭＳ Ｐゴシック" charset="0"/>
                  </a:rPr>
                  <a:t>(z) </a:t>
                </a:r>
                <a:r>
                  <a:rPr lang="en-US" sz="2400" kern="0" dirty="0">
                    <a:solidFill>
                      <a:srgbClr val="000000"/>
                    </a:solidFill>
                    <a:ea typeface="ＭＳ Ｐゴシック" charset="0"/>
                  </a:rPr>
                  <a:t>= 5</a:t>
                </a:r>
                <a:endParaRPr lang="en-US" sz="2400" kern="0" dirty="0">
                  <a:solidFill>
                    <a:srgbClr val="000000"/>
                  </a:solidFill>
                </a:endParaRPr>
              </a:p>
            </p:txBody>
          </p:sp>
        </p:grpSp>
      </p:grpSp>
      <p:grpSp>
        <p:nvGrpSpPr>
          <p:cNvPr id="180" name="Group 179">
            <a:extLst>
              <a:ext uri="{FF2B5EF4-FFF2-40B4-BE49-F238E27FC236}">
                <a16:creationId xmlns:a16="http://schemas.microsoft.com/office/drawing/2014/main" id="{C721CBAE-72DC-0B4C-AC71-D468764AA3F0}"/>
              </a:ext>
            </a:extLst>
          </p:cNvPr>
          <p:cNvGrpSpPr/>
          <p:nvPr/>
        </p:nvGrpSpPr>
        <p:grpSpPr>
          <a:xfrm>
            <a:off x="2315033" y="3160213"/>
            <a:ext cx="501650" cy="396875"/>
            <a:chOff x="836555" y="3112712"/>
            <a:chExt cx="501650" cy="396875"/>
          </a:xfrm>
        </p:grpSpPr>
        <p:grpSp>
          <p:nvGrpSpPr>
            <p:cNvPr id="179" name="Group 178">
              <a:extLst>
                <a:ext uri="{FF2B5EF4-FFF2-40B4-BE49-F238E27FC236}">
                  <a16:creationId xmlns:a16="http://schemas.microsoft.com/office/drawing/2014/main" id="{A465F243-8453-E94C-A8EB-000E66654551}"/>
                </a:ext>
              </a:extLst>
            </p:cNvPr>
            <p:cNvGrpSpPr/>
            <p:nvPr/>
          </p:nvGrpSpPr>
          <p:grpSpPr>
            <a:xfrm>
              <a:off x="836555" y="3205962"/>
              <a:ext cx="501650" cy="233363"/>
              <a:chOff x="2303158" y="3229713"/>
              <a:chExt cx="501650" cy="233363"/>
            </a:xfrm>
          </p:grpSpPr>
          <p:sp>
            <p:nvSpPr>
              <p:cNvPr id="113" name="Oval 16">
                <a:extLst>
                  <a:ext uri="{FF2B5EF4-FFF2-40B4-BE49-F238E27FC236}">
                    <a16:creationId xmlns:a16="http://schemas.microsoft.com/office/drawing/2014/main" id="{0853C746-773B-9B4B-9E9D-1A3FFD58F8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07920" y="3334488"/>
                <a:ext cx="496888" cy="128588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14" name="Line 17">
                <a:extLst>
                  <a:ext uri="{FF2B5EF4-FFF2-40B4-BE49-F238E27FC236}">
                    <a16:creationId xmlns:a16="http://schemas.microsoft.com/office/drawing/2014/main" id="{02D5EB0A-0D47-D64A-94C0-9489ADD634C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07920" y="3323376"/>
                <a:ext cx="0" cy="7937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15" name="Line 18">
                <a:extLst>
                  <a:ext uri="{FF2B5EF4-FFF2-40B4-BE49-F238E27FC236}">
                    <a16:creationId xmlns:a16="http://schemas.microsoft.com/office/drawing/2014/main" id="{19267F03-A18E-E94D-AFBE-D362644035B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04808" y="3323376"/>
                <a:ext cx="0" cy="7937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16" name="Rectangle 19">
                <a:extLst>
                  <a:ext uri="{FF2B5EF4-FFF2-40B4-BE49-F238E27FC236}">
                    <a16:creationId xmlns:a16="http://schemas.microsoft.com/office/drawing/2014/main" id="{5775B4BF-7190-E346-A0C4-3136C4FDFA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07920" y="3323376"/>
                <a:ext cx="492125" cy="77788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17" name="Oval 20">
                <a:extLst>
                  <a:ext uri="{FF2B5EF4-FFF2-40B4-BE49-F238E27FC236}">
                    <a16:creationId xmlns:a16="http://schemas.microsoft.com/office/drawing/2014/main" id="{527A7EAA-5AB1-D541-8B8E-A74D44BA75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03158" y="3229713"/>
                <a:ext cx="496888" cy="150813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146" name="Group 57">
              <a:extLst>
                <a:ext uri="{FF2B5EF4-FFF2-40B4-BE49-F238E27FC236}">
                  <a16:creationId xmlns:a16="http://schemas.microsoft.com/office/drawing/2014/main" id="{E5EC63B4-77F4-0244-AFB9-0658A6C7E1D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29455" y="3112712"/>
              <a:ext cx="311150" cy="396875"/>
              <a:chOff x="2958" y="2425"/>
              <a:chExt cx="199" cy="250"/>
            </a:xfrm>
          </p:grpSpPr>
          <p:sp>
            <p:nvSpPr>
              <p:cNvPr id="160" name="Rectangle 58">
                <a:extLst>
                  <a:ext uri="{FF2B5EF4-FFF2-40B4-BE49-F238E27FC236}">
                    <a16:creationId xmlns:a16="http://schemas.microsoft.com/office/drawing/2014/main" id="{DD912960-89ED-D147-B665-AC6CCFCE5F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61" name="Text Box 59">
                <a:extLst>
                  <a:ext uri="{FF2B5EF4-FFF2-40B4-BE49-F238E27FC236}">
                    <a16:creationId xmlns:a16="http://schemas.microsoft.com/office/drawing/2014/main" id="{540DB369-7FE9-DE41-B6CA-42B11EC1DA6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8" y="2425"/>
                <a:ext cx="199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v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</p:grpSp>
      <p:grpSp>
        <p:nvGrpSpPr>
          <p:cNvPr id="187" name="Group 186">
            <a:extLst>
              <a:ext uri="{FF2B5EF4-FFF2-40B4-BE49-F238E27FC236}">
                <a16:creationId xmlns:a16="http://schemas.microsoft.com/office/drawing/2014/main" id="{F0B3B02B-083F-B544-92D3-D4A53099AC16}"/>
              </a:ext>
            </a:extLst>
          </p:cNvPr>
          <p:cNvGrpSpPr/>
          <p:nvPr/>
        </p:nvGrpSpPr>
        <p:grpSpPr>
          <a:xfrm>
            <a:off x="3717682" y="2156537"/>
            <a:ext cx="1617434" cy="1131193"/>
            <a:chOff x="3717682" y="2156537"/>
            <a:chExt cx="1617434" cy="1131193"/>
          </a:xfrm>
        </p:grpSpPr>
        <p:sp>
          <p:nvSpPr>
            <p:cNvPr id="182" name="Freeform 181">
              <a:extLst>
                <a:ext uri="{FF2B5EF4-FFF2-40B4-BE49-F238E27FC236}">
                  <a16:creationId xmlns:a16="http://schemas.microsoft.com/office/drawing/2014/main" id="{ADC690BC-B355-8B44-A59E-02C693DA19C7}"/>
                </a:ext>
              </a:extLst>
            </p:cNvPr>
            <p:cNvSpPr/>
            <p:nvPr/>
          </p:nvSpPr>
          <p:spPr>
            <a:xfrm flipH="1">
              <a:off x="3717682" y="2598799"/>
              <a:ext cx="1603331" cy="688931"/>
            </a:xfrm>
            <a:custGeom>
              <a:avLst/>
              <a:gdLst>
                <a:gd name="connsiteX0" fmla="*/ 1603331 w 1603331"/>
                <a:gd name="connsiteY0" fmla="*/ 626301 h 688931"/>
                <a:gd name="connsiteX1" fmla="*/ 1453019 w 1603331"/>
                <a:gd name="connsiteY1" fmla="*/ 688931 h 688931"/>
                <a:gd name="connsiteX2" fmla="*/ 0 w 1603331"/>
                <a:gd name="connsiteY2" fmla="*/ 0 h 688931"/>
                <a:gd name="connsiteX3" fmla="*/ 1240077 w 1603331"/>
                <a:gd name="connsiteY3" fmla="*/ 0 h 688931"/>
                <a:gd name="connsiteX4" fmla="*/ 1603331 w 1603331"/>
                <a:gd name="connsiteY4" fmla="*/ 626301 h 688931"/>
                <a:gd name="connsiteX0" fmla="*/ 1603331 w 1603331"/>
                <a:gd name="connsiteY0" fmla="*/ 626301 h 688931"/>
                <a:gd name="connsiteX1" fmla="*/ 1453019 w 1603331"/>
                <a:gd name="connsiteY1" fmla="*/ 688931 h 688931"/>
                <a:gd name="connsiteX2" fmla="*/ 0 w 1603331"/>
                <a:gd name="connsiteY2" fmla="*/ 0 h 688931"/>
                <a:gd name="connsiteX3" fmla="*/ 1240077 w 1603331"/>
                <a:gd name="connsiteY3" fmla="*/ 0 h 688931"/>
                <a:gd name="connsiteX4" fmla="*/ 1603331 w 1603331"/>
                <a:gd name="connsiteY4" fmla="*/ 626301 h 688931"/>
                <a:gd name="connsiteX0" fmla="*/ 1603331 w 1603331"/>
                <a:gd name="connsiteY0" fmla="*/ 626301 h 688931"/>
                <a:gd name="connsiteX1" fmla="*/ 1453019 w 1603331"/>
                <a:gd name="connsiteY1" fmla="*/ 688931 h 688931"/>
                <a:gd name="connsiteX2" fmla="*/ 0 w 1603331"/>
                <a:gd name="connsiteY2" fmla="*/ 0 h 688931"/>
                <a:gd name="connsiteX3" fmla="*/ 1240077 w 1603331"/>
                <a:gd name="connsiteY3" fmla="*/ 0 h 688931"/>
                <a:gd name="connsiteX4" fmla="*/ 1603331 w 1603331"/>
                <a:gd name="connsiteY4" fmla="*/ 626301 h 688931"/>
                <a:gd name="connsiteX0" fmla="*/ 1603331 w 1603331"/>
                <a:gd name="connsiteY0" fmla="*/ 626301 h 688931"/>
                <a:gd name="connsiteX1" fmla="*/ 1453019 w 1603331"/>
                <a:gd name="connsiteY1" fmla="*/ 688931 h 688931"/>
                <a:gd name="connsiteX2" fmla="*/ 0 w 1603331"/>
                <a:gd name="connsiteY2" fmla="*/ 0 h 688931"/>
                <a:gd name="connsiteX3" fmla="*/ 1240077 w 1603331"/>
                <a:gd name="connsiteY3" fmla="*/ 0 h 688931"/>
                <a:gd name="connsiteX4" fmla="*/ 1603331 w 1603331"/>
                <a:gd name="connsiteY4" fmla="*/ 626301 h 688931"/>
                <a:gd name="connsiteX0" fmla="*/ 1603331 w 1603331"/>
                <a:gd name="connsiteY0" fmla="*/ 626301 h 688931"/>
                <a:gd name="connsiteX1" fmla="*/ 1453019 w 1603331"/>
                <a:gd name="connsiteY1" fmla="*/ 688931 h 688931"/>
                <a:gd name="connsiteX2" fmla="*/ 0 w 1603331"/>
                <a:gd name="connsiteY2" fmla="*/ 0 h 688931"/>
                <a:gd name="connsiteX3" fmla="*/ 1240077 w 1603331"/>
                <a:gd name="connsiteY3" fmla="*/ 0 h 688931"/>
                <a:gd name="connsiteX4" fmla="*/ 1603331 w 1603331"/>
                <a:gd name="connsiteY4" fmla="*/ 626301 h 6889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03331" h="688931">
                  <a:moveTo>
                    <a:pt x="1603331" y="626301"/>
                  </a:moveTo>
                  <a:lnTo>
                    <a:pt x="1453019" y="688931"/>
                  </a:lnTo>
                  <a:cubicBezTo>
                    <a:pt x="1028055" y="405848"/>
                    <a:pt x="858413" y="306834"/>
                    <a:pt x="0" y="0"/>
                  </a:cubicBezTo>
                  <a:lnTo>
                    <a:pt x="1240077" y="0"/>
                  </a:lnTo>
                  <a:cubicBezTo>
                    <a:pt x="1367100" y="327520"/>
                    <a:pt x="1416932" y="417534"/>
                    <a:pt x="1603331" y="626301"/>
                  </a:cubicBezTo>
                  <a:close/>
                </a:path>
              </a:pathLst>
            </a:custGeom>
            <a:gradFill>
              <a:gsLst>
                <a:gs pos="0">
                  <a:schemeClr val="bg1"/>
                </a:gs>
                <a:gs pos="98000">
                  <a:schemeClr val="bg1">
                    <a:lumMod val="85000"/>
                  </a:schemeClr>
                </a:gs>
              </a:gsLst>
              <a:lin ang="1620000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186" name="Group 185">
              <a:extLst>
                <a:ext uri="{FF2B5EF4-FFF2-40B4-BE49-F238E27FC236}">
                  <a16:creationId xmlns:a16="http://schemas.microsoft.com/office/drawing/2014/main" id="{28A5A808-82DD-BB42-BA0F-146BE0A1F565}"/>
                </a:ext>
              </a:extLst>
            </p:cNvPr>
            <p:cNvGrpSpPr/>
            <p:nvPr/>
          </p:nvGrpSpPr>
          <p:grpSpPr>
            <a:xfrm>
              <a:off x="3933770" y="2156537"/>
              <a:ext cx="1401346" cy="461665"/>
              <a:chOff x="5257869" y="2364355"/>
              <a:chExt cx="1401346" cy="461665"/>
            </a:xfrm>
          </p:grpSpPr>
          <p:sp>
            <p:nvSpPr>
              <p:cNvPr id="177" name="Rectangle 176">
                <a:extLst>
                  <a:ext uri="{FF2B5EF4-FFF2-40B4-BE49-F238E27FC236}">
                    <a16:creationId xmlns:a16="http://schemas.microsoft.com/office/drawing/2014/main" id="{549EF23C-2FFE-C14C-951E-E59A0690CED4}"/>
                  </a:ext>
                </a:extLst>
              </p:cNvPr>
              <p:cNvSpPr/>
              <p:nvPr/>
            </p:nvSpPr>
            <p:spPr>
              <a:xfrm>
                <a:off x="5402893" y="2421699"/>
                <a:ext cx="1240077" cy="388307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75" name="TextBox 174">
                <a:extLst>
                  <a:ext uri="{FF2B5EF4-FFF2-40B4-BE49-F238E27FC236}">
                    <a16:creationId xmlns:a16="http://schemas.microsoft.com/office/drawing/2014/main" id="{649CD771-2F80-AF41-B52D-63EB08A14300}"/>
                  </a:ext>
                </a:extLst>
              </p:cNvPr>
              <p:cNvSpPr txBox="1"/>
              <p:nvPr/>
            </p:nvSpPr>
            <p:spPr>
              <a:xfrm>
                <a:off x="5257869" y="2364355"/>
                <a:ext cx="1401346" cy="4616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123825" lvl="0" eaLnBrk="0" fontAlgn="base" hangingPunct="0">
                  <a:spcBef>
                    <a:spcPct val="0"/>
                  </a:spcBef>
                  <a:spcAft>
                    <a:spcPct val="0"/>
                  </a:spcAft>
                  <a:defRPr/>
                </a:pPr>
                <a:r>
                  <a:rPr lang="en-US" sz="2400" i="1" kern="0" dirty="0">
                    <a:solidFill>
                      <a:srgbClr val="000000"/>
                    </a:solidFill>
                    <a:ea typeface="ＭＳ Ｐゴシック" charset="0"/>
                  </a:rPr>
                  <a:t>D</a:t>
                </a:r>
                <a:r>
                  <a:rPr lang="en-US" sz="2400" i="1" kern="0" baseline="-25000" dirty="0">
                    <a:solidFill>
                      <a:srgbClr val="000000"/>
                    </a:solidFill>
                    <a:ea typeface="ＭＳ Ｐゴシック" charset="0"/>
                  </a:rPr>
                  <a:t>w</a:t>
                </a:r>
                <a:r>
                  <a:rPr lang="en-US" sz="2400" i="1" kern="0" dirty="0">
                    <a:solidFill>
                      <a:srgbClr val="000000"/>
                    </a:solidFill>
                    <a:ea typeface="ＭＳ Ｐゴシック" charset="0"/>
                  </a:rPr>
                  <a:t>(z) = </a:t>
                </a:r>
                <a:r>
                  <a:rPr lang="en-US" sz="2400" kern="0" dirty="0">
                    <a:solidFill>
                      <a:srgbClr val="000000"/>
                    </a:solidFill>
                    <a:ea typeface="ＭＳ Ｐゴシック" charset="0"/>
                  </a:rPr>
                  <a:t>3</a:t>
                </a:r>
              </a:p>
            </p:txBody>
          </p:sp>
        </p:grpSp>
      </p:grpSp>
      <p:grpSp>
        <p:nvGrpSpPr>
          <p:cNvPr id="188" name="Group 187">
            <a:extLst>
              <a:ext uri="{FF2B5EF4-FFF2-40B4-BE49-F238E27FC236}">
                <a16:creationId xmlns:a16="http://schemas.microsoft.com/office/drawing/2014/main" id="{D186D734-0E35-0848-877D-0B8A6851C7C0}"/>
              </a:ext>
            </a:extLst>
          </p:cNvPr>
          <p:cNvGrpSpPr/>
          <p:nvPr/>
        </p:nvGrpSpPr>
        <p:grpSpPr>
          <a:xfrm>
            <a:off x="3392183" y="3123351"/>
            <a:ext cx="500062" cy="396875"/>
            <a:chOff x="3392183" y="3123351"/>
            <a:chExt cx="500062" cy="396875"/>
          </a:xfrm>
        </p:grpSpPr>
        <p:sp>
          <p:nvSpPr>
            <p:cNvPr id="118" name="Oval 21">
              <a:extLst>
                <a:ext uri="{FF2B5EF4-FFF2-40B4-BE49-F238E27FC236}">
                  <a16:creationId xmlns:a16="http://schemas.microsoft.com/office/drawing/2014/main" id="{CA014D69-6A3C-9242-91D0-7DCB5FF134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2183" y="3328138"/>
              <a:ext cx="495300" cy="128588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19" name="Line 22">
              <a:extLst>
                <a:ext uri="{FF2B5EF4-FFF2-40B4-BE49-F238E27FC236}">
                  <a16:creationId xmlns:a16="http://schemas.microsoft.com/office/drawing/2014/main" id="{A6BCF00D-E263-8C4C-AD85-5BD8F55AD87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92183" y="3317026"/>
              <a:ext cx="0" cy="79375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20" name="Line 23">
              <a:extLst>
                <a:ext uri="{FF2B5EF4-FFF2-40B4-BE49-F238E27FC236}">
                  <a16:creationId xmlns:a16="http://schemas.microsoft.com/office/drawing/2014/main" id="{CDCA1E47-6B43-D144-9AB7-28160C22D56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87483" y="3317026"/>
              <a:ext cx="0" cy="79375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21" name="Rectangle 24">
              <a:extLst>
                <a:ext uri="{FF2B5EF4-FFF2-40B4-BE49-F238E27FC236}">
                  <a16:creationId xmlns:a16="http://schemas.microsoft.com/office/drawing/2014/main" id="{B3CD70A8-E93D-AC46-8A88-E9576AB397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2183" y="3317026"/>
              <a:ext cx="490538" cy="77788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22" name="Oval 25">
              <a:extLst>
                <a:ext uri="{FF2B5EF4-FFF2-40B4-BE49-F238E27FC236}">
                  <a16:creationId xmlns:a16="http://schemas.microsoft.com/office/drawing/2014/main" id="{C2A5705E-82DA-3146-B8C6-31D210861B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6945" y="3228126"/>
              <a:ext cx="495300" cy="150813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145" name="Group 54">
              <a:extLst>
                <a:ext uri="{FF2B5EF4-FFF2-40B4-BE49-F238E27FC236}">
                  <a16:creationId xmlns:a16="http://schemas.microsoft.com/office/drawing/2014/main" id="{10D52570-25C6-A74A-94B9-5AE0B127BCD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466795" y="3123351"/>
              <a:ext cx="368300" cy="396875"/>
              <a:chOff x="2941" y="2413"/>
              <a:chExt cx="235" cy="250"/>
            </a:xfrm>
          </p:grpSpPr>
          <p:sp>
            <p:nvSpPr>
              <p:cNvPr id="162" name="Rectangle 55">
                <a:extLst>
                  <a:ext uri="{FF2B5EF4-FFF2-40B4-BE49-F238E27FC236}">
                    <a16:creationId xmlns:a16="http://schemas.microsoft.com/office/drawing/2014/main" id="{E048F283-E3E7-474A-9EB5-932E8F2E8A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6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63" name="Text Box 56">
                <a:extLst>
                  <a:ext uri="{FF2B5EF4-FFF2-40B4-BE49-F238E27FC236}">
                    <a16:creationId xmlns:a16="http://schemas.microsoft.com/office/drawing/2014/main" id="{44012ACC-934B-934B-8D00-F664ACDB7DE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41" y="2413"/>
                <a:ext cx="235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w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</p:grpSp>
      <p:grpSp>
        <p:nvGrpSpPr>
          <p:cNvPr id="195" name="Group 194">
            <a:extLst>
              <a:ext uri="{FF2B5EF4-FFF2-40B4-BE49-F238E27FC236}">
                <a16:creationId xmlns:a16="http://schemas.microsoft.com/office/drawing/2014/main" id="{860B586A-B5CC-CE4A-9EA2-334F6AEAC3E2}"/>
              </a:ext>
            </a:extLst>
          </p:cNvPr>
          <p:cNvGrpSpPr/>
          <p:nvPr/>
        </p:nvGrpSpPr>
        <p:grpSpPr>
          <a:xfrm>
            <a:off x="848468" y="4372180"/>
            <a:ext cx="1691740" cy="1106944"/>
            <a:chOff x="848468" y="4372180"/>
            <a:chExt cx="1691740" cy="1106944"/>
          </a:xfrm>
        </p:grpSpPr>
        <p:sp>
          <p:nvSpPr>
            <p:cNvPr id="190" name="Freeform 189">
              <a:extLst>
                <a:ext uri="{FF2B5EF4-FFF2-40B4-BE49-F238E27FC236}">
                  <a16:creationId xmlns:a16="http://schemas.microsoft.com/office/drawing/2014/main" id="{0FDAB56E-7C26-614E-9058-3AA449B7210D}"/>
                </a:ext>
              </a:extLst>
            </p:cNvPr>
            <p:cNvSpPr/>
            <p:nvPr/>
          </p:nvSpPr>
          <p:spPr>
            <a:xfrm flipV="1">
              <a:off x="936877" y="4372180"/>
              <a:ext cx="1603331" cy="688931"/>
            </a:xfrm>
            <a:custGeom>
              <a:avLst/>
              <a:gdLst>
                <a:gd name="connsiteX0" fmla="*/ 1603331 w 1603331"/>
                <a:gd name="connsiteY0" fmla="*/ 626301 h 688931"/>
                <a:gd name="connsiteX1" fmla="*/ 1453019 w 1603331"/>
                <a:gd name="connsiteY1" fmla="*/ 688931 h 688931"/>
                <a:gd name="connsiteX2" fmla="*/ 0 w 1603331"/>
                <a:gd name="connsiteY2" fmla="*/ 0 h 688931"/>
                <a:gd name="connsiteX3" fmla="*/ 1240077 w 1603331"/>
                <a:gd name="connsiteY3" fmla="*/ 0 h 688931"/>
                <a:gd name="connsiteX4" fmla="*/ 1603331 w 1603331"/>
                <a:gd name="connsiteY4" fmla="*/ 626301 h 688931"/>
                <a:gd name="connsiteX0" fmla="*/ 1603331 w 1603331"/>
                <a:gd name="connsiteY0" fmla="*/ 626301 h 688931"/>
                <a:gd name="connsiteX1" fmla="*/ 1453019 w 1603331"/>
                <a:gd name="connsiteY1" fmla="*/ 688931 h 688931"/>
                <a:gd name="connsiteX2" fmla="*/ 0 w 1603331"/>
                <a:gd name="connsiteY2" fmla="*/ 0 h 688931"/>
                <a:gd name="connsiteX3" fmla="*/ 1240077 w 1603331"/>
                <a:gd name="connsiteY3" fmla="*/ 0 h 688931"/>
                <a:gd name="connsiteX4" fmla="*/ 1603331 w 1603331"/>
                <a:gd name="connsiteY4" fmla="*/ 626301 h 688931"/>
                <a:gd name="connsiteX0" fmla="*/ 1603331 w 1603331"/>
                <a:gd name="connsiteY0" fmla="*/ 626301 h 688931"/>
                <a:gd name="connsiteX1" fmla="*/ 1453019 w 1603331"/>
                <a:gd name="connsiteY1" fmla="*/ 688931 h 688931"/>
                <a:gd name="connsiteX2" fmla="*/ 0 w 1603331"/>
                <a:gd name="connsiteY2" fmla="*/ 0 h 688931"/>
                <a:gd name="connsiteX3" fmla="*/ 1240077 w 1603331"/>
                <a:gd name="connsiteY3" fmla="*/ 0 h 688931"/>
                <a:gd name="connsiteX4" fmla="*/ 1603331 w 1603331"/>
                <a:gd name="connsiteY4" fmla="*/ 626301 h 688931"/>
                <a:gd name="connsiteX0" fmla="*/ 1603331 w 1603331"/>
                <a:gd name="connsiteY0" fmla="*/ 626301 h 688931"/>
                <a:gd name="connsiteX1" fmla="*/ 1453019 w 1603331"/>
                <a:gd name="connsiteY1" fmla="*/ 688931 h 688931"/>
                <a:gd name="connsiteX2" fmla="*/ 0 w 1603331"/>
                <a:gd name="connsiteY2" fmla="*/ 0 h 688931"/>
                <a:gd name="connsiteX3" fmla="*/ 1240077 w 1603331"/>
                <a:gd name="connsiteY3" fmla="*/ 0 h 688931"/>
                <a:gd name="connsiteX4" fmla="*/ 1603331 w 1603331"/>
                <a:gd name="connsiteY4" fmla="*/ 626301 h 688931"/>
                <a:gd name="connsiteX0" fmla="*/ 1603331 w 1603331"/>
                <a:gd name="connsiteY0" fmla="*/ 626301 h 688931"/>
                <a:gd name="connsiteX1" fmla="*/ 1453019 w 1603331"/>
                <a:gd name="connsiteY1" fmla="*/ 688931 h 688931"/>
                <a:gd name="connsiteX2" fmla="*/ 0 w 1603331"/>
                <a:gd name="connsiteY2" fmla="*/ 0 h 688931"/>
                <a:gd name="connsiteX3" fmla="*/ 1240077 w 1603331"/>
                <a:gd name="connsiteY3" fmla="*/ 0 h 688931"/>
                <a:gd name="connsiteX4" fmla="*/ 1603331 w 1603331"/>
                <a:gd name="connsiteY4" fmla="*/ 626301 h 6889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03331" h="688931">
                  <a:moveTo>
                    <a:pt x="1603331" y="626301"/>
                  </a:moveTo>
                  <a:lnTo>
                    <a:pt x="1453019" y="688931"/>
                  </a:lnTo>
                  <a:cubicBezTo>
                    <a:pt x="1028055" y="405848"/>
                    <a:pt x="858413" y="306834"/>
                    <a:pt x="0" y="0"/>
                  </a:cubicBezTo>
                  <a:lnTo>
                    <a:pt x="1240077" y="0"/>
                  </a:lnTo>
                  <a:cubicBezTo>
                    <a:pt x="1367100" y="327520"/>
                    <a:pt x="1416932" y="417534"/>
                    <a:pt x="1603331" y="626301"/>
                  </a:cubicBezTo>
                  <a:close/>
                </a:path>
              </a:pathLst>
            </a:custGeom>
            <a:gradFill>
              <a:gsLst>
                <a:gs pos="0">
                  <a:schemeClr val="bg1"/>
                </a:gs>
                <a:gs pos="98000">
                  <a:schemeClr val="bg1">
                    <a:lumMod val="85000"/>
                  </a:schemeClr>
                </a:gs>
              </a:gsLst>
              <a:lin ang="1620000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194" name="Group 193">
              <a:extLst>
                <a:ext uri="{FF2B5EF4-FFF2-40B4-BE49-F238E27FC236}">
                  <a16:creationId xmlns:a16="http://schemas.microsoft.com/office/drawing/2014/main" id="{31779409-6F55-874D-8E5A-3B311FFB355F}"/>
                </a:ext>
              </a:extLst>
            </p:cNvPr>
            <p:cNvGrpSpPr/>
            <p:nvPr/>
          </p:nvGrpSpPr>
          <p:grpSpPr>
            <a:xfrm>
              <a:off x="848468" y="5017459"/>
              <a:ext cx="1342034" cy="461665"/>
              <a:chOff x="296266" y="4536509"/>
              <a:chExt cx="1342034" cy="461665"/>
            </a:xfrm>
          </p:grpSpPr>
          <p:sp>
            <p:nvSpPr>
              <p:cNvPr id="178" name="Rectangle 177">
                <a:extLst>
                  <a:ext uri="{FF2B5EF4-FFF2-40B4-BE49-F238E27FC236}">
                    <a16:creationId xmlns:a16="http://schemas.microsoft.com/office/drawing/2014/main" id="{6D48F49C-5FEB-D94C-B56E-06D13EA9B5E1}"/>
                  </a:ext>
                </a:extLst>
              </p:cNvPr>
              <p:cNvSpPr/>
              <p:nvPr/>
            </p:nvSpPr>
            <p:spPr>
              <a:xfrm>
                <a:off x="398223" y="4576176"/>
                <a:ext cx="1240077" cy="388307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74" name="TextBox 173">
                <a:extLst>
                  <a:ext uri="{FF2B5EF4-FFF2-40B4-BE49-F238E27FC236}">
                    <a16:creationId xmlns:a16="http://schemas.microsoft.com/office/drawing/2014/main" id="{1DB737CC-056A-554D-A2BB-CD3B4E0B69C1}"/>
                  </a:ext>
                </a:extLst>
              </p:cNvPr>
              <p:cNvSpPr txBox="1"/>
              <p:nvPr/>
            </p:nvSpPr>
            <p:spPr>
              <a:xfrm>
                <a:off x="296266" y="4536509"/>
                <a:ext cx="1342034" cy="4616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123825" lvl="0" eaLnBrk="0" fontAlgn="base" hangingPunct="0">
                  <a:spcBef>
                    <a:spcPct val="0"/>
                  </a:spcBef>
                  <a:spcAft>
                    <a:spcPct val="0"/>
                  </a:spcAft>
                  <a:defRPr/>
                </a:pPr>
                <a:r>
                  <a:rPr lang="en-US" sz="2400" i="1" kern="0" dirty="0">
                    <a:solidFill>
                      <a:srgbClr val="000000"/>
                    </a:solidFill>
                    <a:ea typeface="ＭＳ Ｐゴシック" charset="0"/>
                  </a:rPr>
                  <a:t>D</a:t>
                </a:r>
                <a:r>
                  <a:rPr lang="en-US" sz="2400" i="1" kern="0" baseline="-25000" dirty="0">
                    <a:solidFill>
                      <a:srgbClr val="000000"/>
                    </a:solidFill>
                    <a:ea typeface="ＭＳ Ｐゴシック" charset="0"/>
                  </a:rPr>
                  <a:t>x</a:t>
                </a:r>
                <a:r>
                  <a:rPr lang="en-US" sz="2400" i="1" kern="0" dirty="0">
                    <a:solidFill>
                      <a:srgbClr val="000000"/>
                    </a:solidFill>
                    <a:ea typeface="ＭＳ Ｐゴシック" charset="0"/>
                  </a:rPr>
                  <a:t>(z)</a:t>
                </a:r>
                <a:r>
                  <a:rPr lang="en-US" sz="2400" kern="0" dirty="0">
                    <a:solidFill>
                      <a:srgbClr val="000000"/>
                    </a:solidFill>
                    <a:ea typeface="ＭＳ Ｐゴシック" charset="0"/>
                  </a:rPr>
                  <a:t> = 3</a:t>
                </a:r>
                <a:endParaRPr lang="en-US" sz="2400" kern="0" dirty="0">
                  <a:solidFill>
                    <a:srgbClr val="000000"/>
                  </a:solidFill>
                </a:endParaRPr>
              </a:p>
            </p:txBody>
          </p:sp>
        </p:grpSp>
      </p:grpSp>
      <p:grpSp>
        <p:nvGrpSpPr>
          <p:cNvPr id="196" name="Group 195">
            <a:extLst>
              <a:ext uri="{FF2B5EF4-FFF2-40B4-BE49-F238E27FC236}">
                <a16:creationId xmlns:a16="http://schemas.microsoft.com/office/drawing/2014/main" id="{58A5A6F4-5535-7044-9045-AFBC8693D3DD}"/>
              </a:ext>
            </a:extLst>
          </p:cNvPr>
          <p:cNvGrpSpPr/>
          <p:nvPr/>
        </p:nvGrpSpPr>
        <p:grpSpPr>
          <a:xfrm>
            <a:off x="2309508" y="4185388"/>
            <a:ext cx="501650" cy="457200"/>
            <a:chOff x="2309508" y="4185388"/>
            <a:chExt cx="501650" cy="457200"/>
          </a:xfrm>
        </p:grpSpPr>
        <p:sp>
          <p:nvSpPr>
            <p:cNvPr id="108" name="Oval 11">
              <a:extLst>
                <a:ext uri="{FF2B5EF4-FFF2-40B4-BE49-F238E27FC236}">
                  <a16:creationId xmlns:a16="http://schemas.microsoft.com/office/drawing/2014/main" id="{470E1052-993B-F24E-9782-67DE07D0D0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14270" y="4429863"/>
              <a:ext cx="496888" cy="128588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09" name="Line 12">
              <a:extLst>
                <a:ext uri="{FF2B5EF4-FFF2-40B4-BE49-F238E27FC236}">
                  <a16:creationId xmlns:a16="http://schemas.microsoft.com/office/drawing/2014/main" id="{31D48756-4D3F-4547-BA38-955DF048F8F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14270" y="4418751"/>
              <a:ext cx="0" cy="79375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10" name="Line 13">
              <a:extLst>
                <a:ext uri="{FF2B5EF4-FFF2-40B4-BE49-F238E27FC236}">
                  <a16:creationId xmlns:a16="http://schemas.microsoft.com/office/drawing/2014/main" id="{739610AA-5AAB-D14A-A48E-0A54C959A9D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11158" y="4418751"/>
              <a:ext cx="0" cy="79375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11" name="Rectangle 14">
              <a:extLst>
                <a:ext uri="{FF2B5EF4-FFF2-40B4-BE49-F238E27FC236}">
                  <a16:creationId xmlns:a16="http://schemas.microsoft.com/office/drawing/2014/main" id="{360C5DF9-4C76-A744-9F0B-26316821C7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14270" y="4418751"/>
              <a:ext cx="492125" cy="77788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12" name="Oval 15">
              <a:extLst>
                <a:ext uri="{FF2B5EF4-FFF2-40B4-BE49-F238E27FC236}">
                  <a16:creationId xmlns:a16="http://schemas.microsoft.com/office/drawing/2014/main" id="{2CD5FE5E-F3FC-794D-801F-716C311354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09508" y="4325088"/>
              <a:ext cx="496888" cy="150813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144" name="Group 51">
              <a:extLst>
                <a:ext uri="{FF2B5EF4-FFF2-40B4-BE49-F238E27FC236}">
                  <a16:creationId xmlns:a16="http://schemas.microsoft.com/office/drawing/2014/main" id="{0ED4F197-C93F-DA4E-8544-F01425D7A98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409520" y="4185388"/>
              <a:ext cx="336550" cy="457200"/>
              <a:chOff x="2951" y="2395"/>
              <a:chExt cx="213" cy="288"/>
            </a:xfrm>
          </p:grpSpPr>
          <p:sp>
            <p:nvSpPr>
              <p:cNvPr id="164" name="Rectangle 52">
                <a:extLst>
                  <a:ext uri="{FF2B5EF4-FFF2-40B4-BE49-F238E27FC236}">
                    <a16:creationId xmlns:a16="http://schemas.microsoft.com/office/drawing/2014/main" id="{CE500E28-5EFE-184C-AFDD-8A846D3584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65" name="Text Box 53">
                <a:extLst>
                  <a:ext uri="{FF2B5EF4-FFF2-40B4-BE49-F238E27FC236}">
                    <a16:creationId xmlns:a16="http://schemas.microsoft.com/office/drawing/2014/main" id="{37535D4F-07D0-264C-A07C-015C89C49EF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1" y="2395"/>
                <a:ext cx="213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x</a:t>
                </a:r>
              </a:p>
            </p:txBody>
          </p:sp>
        </p:grpSp>
      </p:grpSp>
      <p:sp>
        <p:nvSpPr>
          <p:cNvPr id="197" name="Text Box 74">
            <a:extLst>
              <a:ext uri="{FF2B5EF4-FFF2-40B4-BE49-F238E27FC236}">
                <a16:creationId xmlns:a16="http://schemas.microsoft.com/office/drawing/2014/main" id="{6F64D06C-3D4A-B04D-8692-766E31CD85C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446311" y="3940800"/>
            <a:ext cx="2605200" cy="12003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= min {2 + 5,</a:t>
            </a:r>
          </a:p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           1 + 3,</a:t>
            </a:r>
          </a:p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           5 + 3}  = 4</a:t>
            </a:r>
          </a:p>
        </p:txBody>
      </p:sp>
      <p:grpSp>
        <p:nvGrpSpPr>
          <p:cNvPr id="204" name="Group 203">
            <a:extLst>
              <a:ext uri="{FF2B5EF4-FFF2-40B4-BE49-F238E27FC236}">
                <a16:creationId xmlns:a16="http://schemas.microsoft.com/office/drawing/2014/main" id="{8A292125-2EE5-8447-8FF0-AEFFAC0F3684}"/>
              </a:ext>
            </a:extLst>
          </p:cNvPr>
          <p:cNvGrpSpPr/>
          <p:nvPr/>
        </p:nvGrpSpPr>
        <p:grpSpPr>
          <a:xfrm>
            <a:off x="6270932" y="2745287"/>
            <a:ext cx="4777024" cy="3733537"/>
            <a:chOff x="6270932" y="2745287"/>
            <a:chExt cx="4777024" cy="3733537"/>
          </a:xfrm>
        </p:grpSpPr>
        <p:sp>
          <p:nvSpPr>
            <p:cNvPr id="172" name="Text Box 75">
              <a:extLst>
                <a:ext uri="{FF2B5EF4-FFF2-40B4-BE49-F238E27FC236}">
                  <a16:creationId xmlns:a16="http://schemas.microsoft.com/office/drawing/2014/main" id="{D4C1EC73-3BE9-374D-9155-88EE026DCC1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70932" y="5284523"/>
              <a:ext cx="4777024" cy="119430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eaLnBrk="0" fontAlgn="base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en-US" sz="2800" i="1" dirty="0">
                  <a:solidFill>
                    <a:srgbClr val="000000"/>
                  </a:solidFill>
                  <a:latin typeface="+mn-lt"/>
                </a:rPr>
                <a:t>node achieving minimum (x) is next hop on estimated least-cost path to destination (z)</a:t>
              </a:r>
            </a:p>
          </p:txBody>
        </p:sp>
        <p:grpSp>
          <p:nvGrpSpPr>
            <p:cNvPr id="203" name="Group 202">
              <a:extLst>
                <a:ext uri="{FF2B5EF4-FFF2-40B4-BE49-F238E27FC236}">
                  <a16:creationId xmlns:a16="http://schemas.microsoft.com/office/drawing/2014/main" id="{2177DC18-8CDE-BA4F-8FF1-5BE42EF07A19}"/>
                </a:ext>
              </a:extLst>
            </p:cNvPr>
            <p:cNvGrpSpPr/>
            <p:nvPr/>
          </p:nvGrpSpPr>
          <p:grpSpPr>
            <a:xfrm>
              <a:off x="6465518" y="2745287"/>
              <a:ext cx="3645073" cy="2469715"/>
              <a:chOff x="6465518" y="2745287"/>
              <a:chExt cx="3645073" cy="2469715"/>
            </a:xfrm>
          </p:grpSpPr>
          <p:sp>
            <p:nvSpPr>
              <p:cNvPr id="200" name="Oval 199">
                <a:extLst>
                  <a:ext uri="{FF2B5EF4-FFF2-40B4-BE49-F238E27FC236}">
                    <a16:creationId xmlns:a16="http://schemas.microsoft.com/office/drawing/2014/main" id="{CF226A95-9353-0345-B51C-FDB35A8DBEBD}"/>
                  </a:ext>
                </a:extLst>
              </p:cNvPr>
              <p:cNvSpPr/>
              <p:nvPr/>
            </p:nvSpPr>
            <p:spPr>
              <a:xfrm>
                <a:off x="6465518" y="2745287"/>
                <a:ext cx="874734" cy="613776"/>
              </a:xfrm>
              <a:prstGeom prst="ellipse">
                <a:avLst/>
              </a:prstGeom>
              <a:noFill/>
              <a:ln w="3492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01" name="Oval 200">
                <a:extLst>
                  <a:ext uri="{FF2B5EF4-FFF2-40B4-BE49-F238E27FC236}">
                    <a16:creationId xmlns:a16="http://schemas.microsoft.com/office/drawing/2014/main" id="{700A119D-A8CE-A24F-8ACD-5859569B99F4}"/>
                  </a:ext>
                </a:extLst>
              </p:cNvPr>
              <p:cNvSpPr/>
              <p:nvPr/>
            </p:nvSpPr>
            <p:spPr>
              <a:xfrm>
                <a:off x="9235857" y="4601226"/>
                <a:ext cx="874734" cy="613776"/>
              </a:xfrm>
              <a:prstGeom prst="ellipse">
                <a:avLst/>
              </a:prstGeom>
              <a:noFill/>
              <a:ln w="3492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02" name="Oval 201">
                <a:extLst>
                  <a:ext uri="{FF2B5EF4-FFF2-40B4-BE49-F238E27FC236}">
                    <a16:creationId xmlns:a16="http://schemas.microsoft.com/office/drawing/2014/main" id="{02459B3A-8E65-7640-A5B7-E7540BECDC06}"/>
                  </a:ext>
                </a:extLst>
              </p:cNvPr>
              <p:cNvSpPr/>
              <p:nvPr/>
            </p:nvSpPr>
            <p:spPr>
              <a:xfrm>
                <a:off x="8098076" y="3187872"/>
                <a:ext cx="1722329" cy="482254"/>
              </a:xfrm>
              <a:prstGeom prst="ellipse">
                <a:avLst/>
              </a:prstGeom>
              <a:noFill/>
              <a:ln w="3492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67886487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2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7" dur="500"/>
                                        <p:tgtEl>
                                          <p:spTgt spid="1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2" dur="500"/>
                                        <p:tgtEl>
                                          <p:spTgt spid="1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1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500"/>
                                        <p:tgtEl>
                                          <p:spTgt spid="1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7" dur="500"/>
                                        <p:tgtEl>
                                          <p:spTgt spid="2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" grpId="0" animBg="1"/>
      <p:bldP spid="197" grpId="0"/>
    </p:bldLst>
  </p:timing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CE544A75-190C-D540-8EFD-BF5721DA6B9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Distance vector algorithm 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99B8655F-134F-9941-B2F1-519DACDBD5A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33</a:t>
            </a:fld>
            <a:endParaRPr lang="en-US" dirty="0"/>
          </a:p>
        </p:txBody>
      </p:sp>
      <p:sp>
        <p:nvSpPr>
          <p:cNvPr id="21" name="Rectangle 3">
            <a:extLst>
              <a:ext uri="{FF2B5EF4-FFF2-40B4-BE49-F238E27FC236}">
                <a16:creationId xmlns:a16="http://schemas.microsoft.com/office/drawing/2014/main" id="{E33E7BCD-C9D1-7D45-9F57-213BDDBFDBF8}"/>
              </a:ext>
            </a:extLst>
          </p:cNvPr>
          <p:cNvSpPr txBox="1">
            <a:spLocks noChangeArrowheads="1"/>
          </p:cNvSpPr>
          <p:nvPr/>
        </p:nvSpPr>
        <p:spPr>
          <a:xfrm>
            <a:off x="696238" y="1449887"/>
            <a:ext cx="10815181" cy="1380995"/>
          </a:xfrm>
          <a:prstGeom prst="rect">
            <a:avLst/>
          </a:prstGeom>
        </p:spPr>
        <p:txBody>
          <a:bodyPr vert="horz" lIns="91440" tIns="45720" rIns="91440" bIns="45720" rtlCol="0">
            <a:normAutofit lnSpcReduction="100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charset="0"/>
              <a:buNone/>
              <a:defRPr/>
            </a:pPr>
            <a:r>
              <a:rPr lang="en-US" sz="3200" dirty="0">
                <a:solidFill>
                  <a:srgbClr val="CC0000"/>
                </a:solidFill>
              </a:rPr>
              <a:t>key idea: </a:t>
            </a:r>
          </a:p>
          <a:p>
            <a:pPr marL="460375" indent="-330200">
              <a:defRPr/>
            </a:pPr>
            <a:r>
              <a:rPr lang="en-US" dirty="0"/>
              <a:t>from time-to-time, each node sends its own distance vector estimate to neighbors</a:t>
            </a:r>
          </a:p>
        </p:txBody>
      </p:sp>
      <p:sp>
        <p:nvSpPr>
          <p:cNvPr id="23" name="Rectangle 5">
            <a:extLst>
              <a:ext uri="{FF2B5EF4-FFF2-40B4-BE49-F238E27FC236}">
                <a16:creationId xmlns:a16="http://schemas.microsoft.com/office/drawing/2014/main" id="{64DF72B6-39CC-344C-9D00-C68FD6E10584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4173" y="4778050"/>
            <a:ext cx="10674719" cy="15001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marL="347663" indent="-347663">
              <a:lnSpc>
                <a:spcPct val="90000"/>
              </a:lnSpc>
              <a:spcBef>
                <a:spcPct val="20000"/>
              </a:spcBef>
              <a:buClr>
                <a:srgbClr val="0000A8"/>
              </a:buClr>
              <a:buSzPct val="100000"/>
              <a:buFont typeface="Wingdings" pitchFamily="2" charset="2"/>
              <a:buChar char="§"/>
            </a:pPr>
            <a:r>
              <a:rPr lang="en-US" sz="2800" dirty="0"/>
              <a:t>under minor, natural conditions, the estimate </a:t>
            </a:r>
            <a:r>
              <a:rPr lang="en-US" sz="2800" i="1" dirty="0">
                <a:cs typeface="Times New Roman" charset="0"/>
              </a:rPr>
              <a:t>D</a:t>
            </a:r>
            <a:r>
              <a:rPr lang="en-US" sz="2800" i="1" baseline="-30000" dirty="0">
                <a:cs typeface="Times New Roman" charset="0"/>
              </a:rPr>
              <a:t>x</a:t>
            </a:r>
            <a:r>
              <a:rPr lang="en-US" sz="2800" i="1" dirty="0">
                <a:cs typeface="Times New Roman" charset="0"/>
              </a:rPr>
              <a:t>(y) converge to the actual least cost </a:t>
            </a:r>
            <a:r>
              <a:rPr lang="en-US" sz="2800" dirty="0"/>
              <a:t>d</a:t>
            </a:r>
            <a:r>
              <a:rPr lang="en-US" sz="2800" baseline="-25000" dirty="0"/>
              <a:t>x</a:t>
            </a:r>
            <a:r>
              <a:rPr lang="en-US" sz="2800" dirty="0"/>
              <a:t>(y)</a:t>
            </a:r>
            <a:r>
              <a:rPr lang="en-US" sz="2400" dirty="0"/>
              <a:t> </a:t>
            </a:r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2D26794A-966A-6D45-813B-D1EAD011046F}"/>
              </a:ext>
            </a:extLst>
          </p:cNvPr>
          <p:cNvGrpSpPr/>
          <p:nvPr/>
        </p:nvGrpSpPr>
        <p:grpSpPr>
          <a:xfrm>
            <a:off x="648222" y="2792259"/>
            <a:ext cx="10815181" cy="1412234"/>
            <a:chOff x="648222" y="2792259"/>
            <a:chExt cx="10815181" cy="1412234"/>
          </a:xfrm>
        </p:grpSpPr>
        <p:sp>
          <p:nvSpPr>
            <p:cNvPr id="22" name="Rectangle 4">
              <a:extLst>
                <a:ext uri="{FF2B5EF4-FFF2-40B4-BE49-F238E27FC236}">
                  <a16:creationId xmlns:a16="http://schemas.microsoft.com/office/drawing/2014/main" id="{8820A465-F22E-4E44-9E83-58539B59DF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6528" y="3681273"/>
              <a:ext cx="6709465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>
              <a:spAutoFit/>
            </a:bodyPr>
            <a:lstStyle/>
            <a:p>
              <a:r>
                <a:rPr lang="en-US" sz="2800" i="1" dirty="0">
                  <a:solidFill>
                    <a:srgbClr val="CC0000"/>
                  </a:solidFill>
                  <a:cs typeface="Times New Roman" charset="0"/>
                </a:rPr>
                <a:t>D</a:t>
              </a:r>
              <a:r>
                <a:rPr lang="en-US" sz="2800" i="1" baseline="-30000" dirty="0">
                  <a:solidFill>
                    <a:srgbClr val="CC0000"/>
                  </a:solidFill>
                  <a:cs typeface="Times New Roman" charset="0"/>
                </a:rPr>
                <a:t>x</a:t>
              </a:r>
              <a:r>
                <a:rPr lang="en-US" sz="2800" i="1" dirty="0">
                  <a:solidFill>
                    <a:srgbClr val="CC0000"/>
                  </a:solidFill>
                  <a:cs typeface="Times New Roman" charset="0"/>
                </a:rPr>
                <a:t>(y) ← min</a:t>
              </a:r>
              <a:r>
                <a:rPr lang="en-US" sz="2800" i="1" baseline="-30000" dirty="0">
                  <a:solidFill>
                    <a:srgbClr val="CC0000"/>
                  </a:solidFill>
                  <a:cs typeface="Times New Roman" charset="0"/>
                </a:rPr>
                <a:t>v</a:t>
              </a:r>
              <a:r>
                <a:rPr lang="en-US" sz="2800" i="1" dirty="0">
                  <a:solidFill>
                    <a:srgbClr val="CC0000"/>
                  </a:solidFill>
                  <a:cs typeface="Times New Roman" charset="0"/>
                </a:rPr>
                <a:t>{c</a:t>
              </a:r>
              <a:r>
                <a:rPr lang="en-US" sz="2800" i="1" baseline="-25000" dirty="0">
                  <a:solidFill>
                    <a:srgbClr val="CC0000"/>
                  </a:solidFill>
                  <a:cs typeface="Times New Roman" charset="0"/>
                </a:rPr>
                <a:t>x,v </a:t>
              </a:r>
              <a:r>
                <a:rPr lang="en-US" sz="2800" i="1" dirty="0">
                  <a:solidFill>
                    <a:srgbClr val="CC0000"/>
                  </a:solidFill>
                  <a:cs typeface="Times New Roman" charset="0"/>
                </a:rPr>
                <a:t>+ D</a:t>
              </a:r>
              <a:r>
                <a:rPr lang="en-US" sz="2800" i="1" baseline="-30000" dirty="0">
                  <a:solidFill>
                    <a:srgbClr val="CC0000"/>
                  </a:solidFill>
                  <a:cs typeface="Times New Roman" charset="0"/>
                </a:rPr>
                <a:t>v</a:t>
              </a:r>
              <a:r>
                <a:rPr lang="en-US" sz="2800" i="1" dirty="0">
                  <a:solidFill>
                    <a:srgbClr val="CC0000"/>
                  </a:solidFill>
                  <a:cs typeface="Times New Roman" charset="0"/>
                </a:rPr>
                <a:t>(y)}  </a:t>
              </a:r>
              <a:r>
                <a:rPr lang="en-US" sz="2800" dirty="0">
                  <a:cs typeface="Times New Roman" charset="0"/>
                </a:rPr>
                <a:t>for each node </a:t>
              </a:r>
              <a:r>
                <a:rPr lang="en-US" sz="2800" i="1" dirty="0">
                  <a:cs typeface="Times New Roman" charset="0"/>
                </a:rPr>
                <a:t>y</a:t>
              </a:r>
              <a:r>
                <a:rPr lang="en-US" sz="2800" dirty="0">
                  <a:cs typeface="Times New Roman" charset="0"/>
                </a:rPr>
                <a:t> </a:t>
              </a:r>
              <a:r>
                <a:rPr lang="en-US" sz="2800" dirty="0">
                  <a:ea typeface="MS Mincho" charset="0"/>
                  <a:cs typeface="MS Mincho" charset="0"/>
                </a:rPr>
                <a:t>∊</a:t>
              </a:r>
              <a:r>
                <a:rPr lang="en-US" sz="2800" dirty="0">
                  <a:cs typeface="Times New Roman" charset="0"/>
                </a:rPr>
                <a:t> </a:t>
              </a:r>
              <a:r>
                <a:rPr lang="en-US" sz="2800" i="1" dirty="0">
                  <a:cs typeface="Times New Roman" charset="0"/>
                </a:rPr>
                <a:t>N</a:t>
              </a:r>
            </a:p>
          </p:txBody>
        </p:sp>
        <p:sp>
          <p:nvSpPr>
            <p:cNvPr id="26" name="Rectangle 3">
              <a:extLst>
                <a:ext uri="{FF2B5EF4-FFF2-40B4-BE49-F238E27FC236}">
                  <a16:creationId xmlns:a16="http://schemas.microsoft.com/office/drawing/2014/main" id="{76402688-900A-584B-96BE-A2D2A8F80C55}"/>
                </a:ext>
              </a:extLst>
            </p:cNvPr>
            <p:cNvSpPr txBox="1">
              <a:spLocks noChangeArrowheads="1"/>
            </p:cNvSpPr>
            <p:nvPr/>
          </p:nvSpPr>
          <p:spPr>
            <a:xfrm>
              <a:off x="648222" y="2792259"/>
              <a:ext cx="10815181" cy="1015653"/>
            </a:xfrm>
            <a:prstGeom prst="rect">
              <a:avLst/>
            </a:prstGeom>
          </p:spPr>
          <p:txBody>
            <a:bodyPr vert="horz" lIns="91440" tIns="45720" rIns="91440" bIns="45720" rtlCol="0">
              <a:normAutofit/>
            </a:bodyPr>
            <a:lstStyle>
              <a:lvl1pPr marL="352425" indent="-222250" algn="l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Clr>
                  <a:srgbClr val="0000A3"/>
                </a:buClr>
                <a:buFont typeface="Wingdings" pitchFamily="2" charset="2"/>
                <a:buChar char="§"/>
                <a:tabLst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695325" indent="-231775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rgbClr val="0000A8"/>
                </a:buClr>
                <a:buFont typeface="Arial" panose="020B0604020202020204" pitchFamily="34" charset="0"/>
                <a:buChar char="•"/>
                <a:tabLst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460375" indent="-330200">
                <a:defRPr/>
              </a:pPr>
              <a:r>
                <a:rPr lang="en-US" dirty="0"/>
                <a:t>when </a:t>
              </a:r>
              <a:r>
                <a:rPr lang="en-US" i="1" dirty="0"/>
                <a:t>x</a:t>
              </a:r>
              <a:r>
                <a:rPr lang="en-US" dirty="0"/>
                <a:t> receives new DV estimate from any neighbor, it updates its own DV using B-F equation: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35367623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" grpId="0"/>
    </p:bldLst>
  </p:timing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CE544A75-190C-D540-8EFD-BF5721DA6B9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Distance vector algorithm:  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99B8655F-134F-9941-B2F1-519DACDBD5A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34</a:t>
            </a:fld>
            <a:endParaRPr lang="en-US" dirty="0"/>
          </a:p>
        </p:txBody>
      </p:sp>
      <p:sp>
        <p:nvSpPr>
          <p:cNvPr id="9" name="Rectangle 3">
            <a:extLst>
              <a:ext uri="{FF2B5EF4-FFF2-40B4-BE49-F238E27FC236}">
                <a16:creationId xmlns:a16="http://schemas.microsoft.com/office/drawing/2014/main" id="{5F891EAD-A289-0847-8476-12FDB9A2A09E}"/>
              </a:ext>
            </a:extLst>
          </p:cNvPr>
          <p:cNvSpPr txBox="1">
            <a:spLocks noChangeArrowheads="1"/>
          </p:cNvSpPr>
          <p:nvPr/>
        </p:nvSpPr>
        <p:spPr>
          <a:xfrm>
            <a:off x="6173635" y="1530372"/>
            <a:ext cx="5400414" cy="1976915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charset="0"/>
              <a:buNone/>
            </a:pPr>
            <a:r>
              <a:rPr lang="en-US" dirty="0">
                <a:solidFill>
                  <a:srgbClr val="CC0000"/>
                </a:solidFill>
              </a:rPr>
              <a:t>iterative, asynchronous:</a:t>
            </a:r>
            <a:r>
              <a:rPr lang="en-US" dirty="0">
                <a:solidFill>
                  <a:srgbClr val="FF0000"/>
                </a:solidFill>
              </a:rPr>
              <a:t> </a:t>
            </a:r>
            <a:r>
              <a:rPr lang="en-US" sz="2400" dirty="0"/>
              <a:t>each local iteration caused by: </a:t>
            </a:r>
          </a:p>
          <a:p>
            <a:pPr marL="460375" indent="-223838"/>
            <a:r>
              <a:rPr lang="en-US" sz="2400" dirty="0"/>
              <a:t>local link cost change </a:t>
            </a:r>
          </a:p>
          <a:p>
            <a:pPr marL="460375" indent="-223838"/>
            <a:r>
              <a:rPr lang="en-US" sz="2400" dirty="0"/>
              <a:t>DV update message from neighbor</a:t>
            </a:r>
          </a:p>
        </p:txBody>
      </p:sp>
      <p:sp>
        <p:nvSpPr>
          <p:cNvPr id="10" name="Text Box 4">
            <a:extLst>
              <a:ext uri="{FF2B5EF4-FFF2-40B4-BE49-F238E27FC236}">
                <a16:creationId xmlns:a16="http://schemas.microsoft.com/office/drawing/2014/main" id="{B41893AC-4325-F74F-8450-C793E4D0024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77577" y="2097023"/>
            <a:ext cx="4622104" cy="234525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algn="ctr">
              <a:spcBef>
                <a:spcPct val="50000"/>
              </a:spcBef>
            </a:pPr>
            <a:endParaRPr lang="en-US" dirty="0">
              <a:latin typeface="Times New Roman" charset="0"/>
            </a:endParaRPr>
          </a:p>
          <a:p>
            <a:pPr algn="ctr">
              <a:lnSpc>
                <a:spcPct val="90000"/>
              </a:lnSpc>
            </a:pPr>
            <a:r>
              <a:rPr lang="en-US" sz="2800" i="1" dirty="0">
                <a:solidFill>
                  <a:srgbClr val="000099"/>
                </a:solidFill>
                <a:latin typeface="+mn-lt"/>
              </a:rPr>
              <a:t>wait</a:t>
            </a:r>
            <a:r>
              <a:rPr lang="en-US" dirty="0">
                <a:solidFill>
                  <a:srgbClr val="000099"/>
                </a:solidFill>
                <a:latin typeface="+mn-lt"/>
              </a:rPr>
              <a:t> </a:t>
            </a:r>
            <a:r>
              <a:rPr lang="en-US" sz="2800" dirty="0">
                <a:latin typeface="+mn-lt"/>
              </a:rPr>
              <a:t>for (change in local link cost or msg from neighbor)</a:t>
            </a:r>
          </a:p>
          <a:p>
            <a:pPr>
              <a:lnSpc>
                <a:spcPct val="90000"/>
              </a:lnSpc>
            </a:pPr>
            <a:endParaRPr lang="en-US" sz="2000" dirty="0">
              <a:latin typeface="+mn-lt"/>
            </a:endParaRPr>
          </a:p>
          <a:p>
            <a:pPr>
              <a:lnSpc>
                <a:spcPct val="90000"/>
              </a:lnSpc>
            </a:pPr>
            <a:endParaRPr lang="en-US" sz="2000" dirty="0">
              <a:latin typeface="+mn-lt"/>
            </a:endParaRPr>
          </a:p>
          <a:p>
            <a:pPr algn="ctr">
              <a:spcBef>
                <a:spcPct val="50000"/>
              </a:spcBef>
            </a:pPr>
            <a:endParaRPr lang="en-US" dirty="0">
              <a:latin typeface="Times New Roman" charset="0"/>
            </a:endParaRPr>
          </a:p>
        </p:txBody>
      </p:sp>
      <p:sp>
        <p:nvSpPr>
          <p:cNvPr id="14" name="Text Box 8">
            <a:extLst>
              <a:ext uri="{FF2B5EF4-FFF2-40B4-BE49-F238E27FC236}">
                <a16:creationId xmlns:a16="http://schemas.microsoft.com/office/drawing/2014/main" id="{71AD5EDC-87FD-634A-9465-87600AAFC2A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77032" y="1397588"/>
            <a:ext cx="2031326" cy="584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algn="ctr"/>
            <a:r>
              <a:rPr lang="en-US" sz="3200" dirty="0">
                <a:solidFill>
                  <a:srgbClr val="CC0000"/>
                </a:solidFill>
                <a:latin typeface="+mn-lt"/>
              </a:rPr>
              <a:t>each node:</a:t>
            </a:r>
          </a:p>
        </p:txBody>
      </p:sp>
      <p:sp>
        <p:nvSpPr>
          <p:cNvPr id="15" name="Rectangle 3">
            <a:extLst>
              <a:ext uri="{FF2B5EF4-FFF2-40B4-BE49-F238E27FC236}">
                <a16:creationId xmlns:a16="http://schemas.microsoft.com/office/drawing/2014/main" id="{5302920D-3833-AE4E-83FE-DE8AB636259C}"/>
              </a:ext>
            </a:extLst>
          </p:cNvPr>
          <p:cNvSpPr txBox="1">
            <a:spLocks noChangeArrowheads="1"/>
          </p:cNvSpPr>
          <p:nvPr/>
        </p:nvSpPr>
        <p:spPr>
          <a:xfrm>
            <a:off x="6138145" y="3549151"/>
            <a:ext cx="4936951" cy="2914279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charset="0"/>
              <a:buNone/>
            </a:pPr>
            <a:r>
              <a:rPr lang="en-US" dirty="0">
                <a:solidFill>
                  <a:srgbClr val="CC0000"/>
                </a:solidFill>
              </a:rPr>
              <a:t>distributed, self-stopping: </a:t>
            </a:r>
            <a:r>
              <a:rPr lang="en-US" sz="2400" dirty="0"/>
              <a:t>each node notifies neighbors </a:t>
            </a:r>
            <a:r>
              <a:rPr lang="en-US" sz="2400" i="1" dirty="0"/>
              <a:t>only</a:t>
            </a:r>
            <a:r>
              <a:rPr lang="en-US" sz="2400" dirty="0"/>
              <a:t> when its DV changes</a:t>
            </a:r>
          </a:p>
          <a:p>
            <a:pPr marL="522288" lvl="1" indent="-236538">
              <a:buFont typeface="Wingdings" pitchFamily="2" charset="2"/>
              <a:buChar char="§"/>
            </a:pPr>
            <a:r>
              <a:rPr lang="en-US" dirty="0"/>
              <a:t>neighbors then notify their neighbors – </a:t>
            </a:r>
            <a:r>
              <a:rPr lang="en-US" i="1" dirty="0"/>
              <a:t>only if necessary</a:t>
            </a:r>
          </a:p>
          <a:p>
            <a:pPr marL="522288" lvl="1" indent="-236538">
              <a:buFont typeface="Wingdings" pitchFamily="2" charset="2"/>
              <a:buChar char="§"/>
            </a:pPr>
            <a:r>
              <a:rPr lang="en-US" dirty="0"/>
              <a:t>no notification received, no actions taken!</a:t>
            </a: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B53C11C6-D826-5F43-A2B4-6804C1E58E41}"/>
              </a:ext>
            </a:extLst>
          </p:cNvPr>
          <p:cNvGrpSpPr/>
          <p:nvPr/>
        </p:nvGrpSpPr>
        <p:grpSpPr>
          <a:xfrm>
            <a:off x="1092191" y="3294344"/>
            <a:ext cx="4622104" cy="1554474"/>
            <a:chOff x="1317659" y="3169084"/>
            <a:chExt cx="4622104" cy="1554474"/>
          </a:xfrm>
        </p:grpSpPr>
        <p:sp>
          <p:nvSpPr>
            <p:cNvPr id="11" name="Line 5">
              <a:extLst>
                <a:ext uri="{FF2B5EF4-FFF2-40B4-BE49-F238E27FC236}">
                  <a16:creationId xmlns:a16="http://schemas.microsoft.com/office/drawing/2014/main" id="{3F1A2ABA-C0FF-3042-AB19-EBB20A32C1C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01463" y="3169084"/>
              <a:ext cx="0" cy="422581"/>
            </a:xfrm>
            <a:prstGeom prst="line">
              <a:avLst/>
            </a:prstGeom>
            <a:noFill/>
            <a:ln w="19050">
              <a:solidFill>
                <a:srgbClr val="000099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 dirty="0"/>
            </a:p>
          </p:txBody>
        </p:sp>
        <p:sp>
          <p:nvSpPr>
            <p:cNvPr id="17" name="Text Box 4">
              <a:extLst>
                <a:ext uri="{FF2B5EF4-FFF2-40B4-BE49-F238E27FC236}">
                  <a16:creationId xmlns:a16="http://schemas.microsoft.com/office/drawing/2014/main" id="{0127FDB6-1E7E-B747-9FF9-706AF3DA67E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317659" y="3301630"/>
              <a:ext cx="4622104" cy="142192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>
                <a:lnSpc>
                  <a:spcPct val="90000"/>
                </a:lnSpc>
              </a:pPr>
              <a:endParaRPr lang="en-US" sz="2000" dirty="0">
                <a:latin typeface="+mn-lt"/>
              </a:endParaRPr>
            </a:p>
            <a:p>
              <a:pPr algn="ctr">
                <a:lnSpc>
                  <a:spcPct val="90000"/>
                </a:lnSpc>
              </a:pPr>
              <a:r>
                <a:rPr lang="en-US" sz="2800" i="1" dirty="0">
                  <a:solidFill>
                    <a:srgbClr val="000099"/>
                  </a:solidFill>
                  <a:latin typeface="+mn-lt"/>
                </a:rPr>
                <a:t>recompute</a:t>
              </a:r>
              <a:r>
                <a:rPr lang="en-US" sz="2800" dirty="0">
                  <a:latin typeface="+mn-lt"/>
                </a:rPr>
                <a:t> DV estimates using DV received from neighbor</a:t>
              </a:r>
            </a:p>
            <a:p>
              <a:pPr>
                <a:lnSpc>
                  <a:spcPct val="90000"/>
                </a:lnSpc>
              </a:pPr>
              <a:endParaRPr lang="en-US" sz="2000" dirty="0">
                <a:latin typeface="+mn-lt"/>
              </a:endParaRPr>
            </a:p>
          </p:txBody>
        </p:sp>
      </p:grpSp>
      <p:grpSp>
        <p:nvGrpSpPr>
          <p:cNvPr id="7" name="Group 6">
            <a:extLst>
              <a:ext uri="{FF2B5EF4-FFF2-40B4-BE49-F238E27FC236}">
                <a16:creationId xmlns:a16="http://schemas.microsoft.com/office/drawing/2014/main" id="{7AB2E6A7-BBBF-E942-BD5C-47863B3A0DE5}"/>
              </a:ext>
            </a:extLst>
          </p:cNvPr>
          <p:cNvGrpSpPr/>
          <p:nvPr/>
        </p:nvGrpSpPr>
        <p:grpSpPr>
          <a:xfrm>
            <a:off x="1054612" y="4521895"/>
            <a:ext cx="4622104" cy="1284197"/>
            <a:chOff x="1280080" y="4396635"/>
            <a:chExt cx="4622104" cy="1284197"/>
          </a:xfrm>
        </p:grpSpPr>
        <p:sp>
          <p:nvSpPr>
            <p:cNvPr id="12" name="Line 6">
              <a:extLst>
                <a:ext uri="{FF2B5EF4-FFF2-40B4-BE49-F238E27FC236}">
                  <a16:creationId xmlns:a16="http://schemas.microsoft.com/office/drawing/2014/main" id="{D8667227-75F3-2946-9800-49EF5E66E79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78268" y="4396635"/>
              <a:ext cx="0" cy="439673"/>
            </a:xfrm>
            <a:prstGeom prst="line">
              <a:avLst/>
            </a:prstGeom>
            <a:noFill/>
            <a:ln w="19050">
              <a:solidFill>
                <a:srgbClr val="000099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 dirty="0"/>
            </a:p>
          </p:txBody>
        </p:sp>
        <p:sp>
          <p:nvSpPr>
            <p:cNvPr id="18" name="Text Box 4">
              <a:extLst>
                <a:ext uri="{FF2B5EF4-FFF2-40B4-BE49-F238E27FC236}">
                  <a16:creationId xmlns:a16="http://schemas.microsoft.com/office/drawing/2014/main" id="{397A11E9-C3A3-2347-8FE5-1B38BBB5C81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280080" y="4535903"/>
              <a:ext cx="4622104" cy="114492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>
                <a:lnSpc>
                  <a:spcPct val="90000"/>
                </a:lnSpc>
              </a:pPr>
              <a:endParaRPr lang="en-US" sz="2000" dirty="0">
                <a:latin typeface="+mn-lt"/>
              </a:endParaRPr>
            </a:p>
            <a:p>
              <a:pPr algn="ctr">
                <a:lnSpc>
                  <a:spcPct val="90000"/>
                </a:lnSpc>
              </a:pPr>
              <a:r>
                <a:rPr lang="en-US" sz="2800" dirty="0">
                  <a:latin typeface="+mn-lt"/>
                </a:rPr>
                <a:t>if DV to any destination has changed, </a:t>
              </a:r>
              <a:r>
                <a:rPr lang="en-US" sz="2800" i="1" dirty="0">
                  <a:solidFill>
                    <a:srgbClr val="000099"/>
                  </a:solidFill>
                  <a:latin typeface="+mn-lt"/>
                </a:rPr>
                <a:t>notify</a:t>
              </a:r>
              <a:r>
                <a:rPr lang="en-US" sz="2800" dirty="0">
                  <a:latin typeface="+mn-lt"/>
                </a:rPr>
                <a:t> neighbors </a:t>
              </a:r>
            </a:p>
          </p:txBody>
        </p:sp>
      </p:grpSp>
      <p:cxnSp>
        <p:nvCxnSpPr>
          <p:cNvPr id="16" name="Straight Connector 15">
            <a:extLst>
              <a:ext uri="{FF2B5EF4-FFF2-40B4-BE49-F238E27FC236}">
                <a16:creationId xmlns:a16="http://schemas.microsoft.com/office/drawing/2014/main" id="{A5F1EEA1-E3D6-FE44-9DE6-5BA118248F5E}"/>
              </a:ext>
            </a:extLst>
          </p:cNvPr>
          <p:cNvCxnSpPr/>
          <p:nvPr/>
        </p:nvCxnSpPr>
        <p:spPr>
          <a:xfrm flipV="1">
            <a:off x="3369501" y="5718132"/>
            <a:ext cx="0" cy="454068"/>
          </a:xfrm>
          <a:prstGeom prst="line">
            <a:avLst/>
          </a:prstGeom>
          <a:ln w="19050">
            <a:solidFill>
              <a:srgbClr val="0000A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" name="Straight Arrow Connector 19">
            <a:extLst>
              <a:ext uri="{FF2B5EF4-FFF2-40B4-BE49-F238E27FC236}">
                <a16:creationId xmlns:a16="http://schemas.microsoft.com/office/drawing/2014/main" id="{E1A9ECAE-CD60-CD4E-8453-32556903D047}"/>
              </a:ext>
            </a:extLst>
          </p:cNvPr>
          <p:cNvCxnSpPr/>
          <p:nvPr/>
        </p:nvCxnSpPr>
        <p:spPr>
          <a:xfrm>
            <a:off x="3352800" y="2179529"/>
            <a:ext cx="0" cy="338203"/>
          </a:xfrm>
          <a:prstGeom prst="straightConnector1">
            <a:avLst/>
          </a:prstGeom>
          <a:ln w="19050"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" name="Straight Connector 26">
            <a:extLst>
              <a:ext uri="{FF2B5EF4-FFF2-40B4-BE49-F238E27FC236}">
                <a16:creationId xmlns:a16="http://schemas.microsoft.com/office/drawing/2014/main" id="{2E0990E6-E4F6-004A-983C-35F56F91D474}"/>
              </a:ext>
            </a:extLst>
          </p:cNvPr>
          <p:cNvCxnSpPr/>
          <p:nvPr/>
        </p:nvCxnSpPr>
        <p:spPr>
          <a:xfrm>
            <a:off x="1052186" y="6172200"/>
            <a:ext cx="2300614" cy="0"/>
          </a:xfrm>
          <a:prstGeom prst="line">
            <a:avLst/>
          </a:prstGeom>
          <a:ln w="1905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8" name="Straight Connector 27">
            <a:extLst>
              <a:ext uri="{FF2B5EF4-FFF2-40B4-BE49-F238E27FC236}">
                <a16:creationId xmlns:a16="http://schemas.microsoft.com/office/drawing/2014/main" id="{81994047-8DFC-3848-A093-707102890135}"/>
              </a:ext>
            </a:extLst>
          </p:cNvPr>
          <p:cNvCxnSpPr/>
          <p:nvPr/>
        </p:nvCxnSpPr>
        <p:spPr>
          <a:xfrm>
            <a:off x="1052186" y="2178485"/>
            <a:ext cx="2300614" cy="0"/>
          </a:xfrm>
          <a:prstGeom prst="line">
            <a:avLst/>
          </a:prstGeom>
          <a:ln w="1905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0" name="Straight Connector 29">
            <a:extLst>
              <a:ext uri="{FF2B5EF4-FFF2-40B4-BE49-F238E27FC236}">
                <a16:creationId xmlns:a16="http://schemas.microsoft.com/office/drawing/2014/main" id="{6BD0BEAE-AFEE-C84E-B69C-BA9C126D7B96}"/>
              </a:ext>
            </a:extLst>
          </p:cNvPr>
          <p:cNvCxnSpPr>
            <a:cxnSpLocks/>
          </p:cNvCxnSpPr>
          <p:nvPr/>
        </p:nvCxnSpPr>
        <p:spPr>
          <a:xfrm>
            <a:off x="1039660" y="2167003"/>
            <a:ext cx="0" cy="4005197"/>
          </a:xfrm>
          <a:prstGeom prst="line">
            <a:avLst/>
          </a:prstGeom>
          <a:ln w="1905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61141475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2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500"/>
                            </p:stCondLst>
                            <p:childTnLst>
                              <p:par>
                                <p:cTn id="24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6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000"/>
                            </p:stCondLst>
                            <p:childTnLst>
                              <p:par>
                                <p:cTn id="28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0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1500"/>
                            </p:stCondLst>
                            <p:childTnLst>
                              <p:par>
                                <p:cTn id="32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4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>
                            <p:stCondLst>
                              <p:cond delay="2000"/>
                            </p:stCondLst>
                            <p:childTnLst>
                              <p:par>
                                <p:cTn id="36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8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3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>
                      <p:stCondLst>
                        <p:cond delay="indefinite"/>
                      </p:stCondLst>
                      <p:childTnLst>
                        <p:par>
                          <p:cTn id="45" fill="hold">
                            <p:stCondLst>
                              <p:cond delay="0"/>
                            </p:stCondLst>
                            <p:childTnLst>
                              <p:par>
                                <p:cTn id="46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8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/>
      <p:bldP spid="10" grpId="0"/>
      <p:bldP spid="15" grpId="0"/>
    </p:bldLst>
  </p:timing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58" name="Group 357">
            <a:extLst>
              <a:ext uri="{FF2B5EF4-FFF2-40B4-BE49-F238E27FC236}">
                <a16:creationId xmlns:a16="http://schemas.microsoft.com/office/drawing/2014/main" id="{EFC6901E-6625-8845-BE3F-534E18DC96EB}"/>
              </a:ext>
            </a:extLst>
          </p:cNvPr>
          <p:cNvGrpSpPr/>
          <p:nvPr/>
        </p:nvGrpSpPr>
        <p:grpSpPr>
          <a:xfrm>
            <a:off x="2822712" y="1130710"/>
            <a:ext cx="1552644" cy="2620631"/>
            <a:chOff x="3216002" y="1012723"/>
            <a:chExt cx="1552644" cy="2620631"/>
          </a:xfrm>
        </p:grpSpPr>
        <p:sp>
          <p:nvSpPr>
            <p:cNvPr id="359" name="Freeform 358">
              <a:extLst>
                <a:ext uri="{FF2B5EF4-FFF2-40B4-BE49-F238E27FC236}">
                  <a16:creationId xmlns:a16="http://schemas.microsoft.com/office/drawing/2014/main" id="{4CD71459-EB0F-DA48-840A-CE1D12C897D0}"/>
                </a:ext>
              </a:extLst>
            </p:cNvPr>
            <p:cNvSpPr/>
            <p:nvPr/>
          </p:nvSpPr>
          <p:spPr>
            <a:xfrm>
              <a:off x="4316362" y="1042219"/>
              <a:ext cx="452284" cy="2389239"/>
            </a:xfrm>
            <a:custGeom>
              <a:avLst/>
              <a:gdLst>
                <a:gd name="connsiteX0" fmla="*/ 0 w 491613"/>
                <a:gd name="connsiteY0" fmla="*/ 0 h 2389239"/>
                <a:gd name="connsiteX1" fmla="*/ 491613 w 491613"/>
                <a:gd name="connsiteY1" fmla="*/ 904568 h 2389239"/>
                <a:gd name="connsiteX2" fmla="*/ 491613 w 491613"/>
                <a:gd name="connsiteY2" fmla="*/ 1052052 h 2389239"/>
                <a:gd name="connsiteX3" fmla="*/ 19665 w 491613"/>
                <a:gd name="connsiteY3" fmla="*/ 2389239 h 2389239"/>
                <a:gd name="connsiteX4" fmla="*/ 0 w 491613"/>
                <a:gd name="connsiteY4" fmla="*/ 0 h 2389239"/>
                <a:gd name="connsiteX0" fmla="*/ 19664 w 471948"/>
                <a:gd name="connsiteY0" fmla="*/ 0 h 2389239"/>
                <a:gd name="connsiteX1" fmla="*/ 471948 w 471948"/>
                <a:gd name="connsiteY1" fmla="*/ 904568 h 2389239"/>
                <a:gd name="connsiteX2" fmla="*/ 471948 w 471948"/>
                <a:gd name="connsiteY2" fmla="*/ 1052052 h 2389239"/>
                <a:gd name="connsiteX3" fmla="*/ 0 w 471948"/>
                <a:gd name="connsiteY3" fmla="*/ 2389239 h 2389239"/>
                <a:gd name="connsiteX4" fmla="*/ 19664 w 471948"/>
                <a:gd name="connsiteY4" fmla="*/ 0 h 2389239"/>
                <a:gd name="connsiteX0" fmla="*/ 19664 w 471948"/>
                <a:gd name="connsiteY0" fmla="*/ 0 h 2389239"/>
                <a:gd name="connsiteX1" fmla="*/ 471948 w 471948"/>
                <a:gd name="connsiteY1" fmla="*/ 904568 h 2389239"/>
                <a:gd name="connsiteX2" fmla="*/ 471948 w 471948"/>
                <a:gd name="connsiteY2" fmla="*/ 1052052 h 2389239"/>
                <a:gd name="connsiteX3" fmla="*/ 0 w 471948"/>
                <a:gd name="connsiteY3" fmla="*/ 2389239 h 2389239"/>
                <a:gd name="connsiteX4" fmla="*/ 19664 w 471948"/>
                <a:gd name="connsiteY4" fmla="*/ 0 h 2389239"/>
                <a:gd name="connsiteX0" fmla="*/ 19664 w 471948"/>
                <a:gd name="connsiteY0" fmla="*/ 0 h 2389239"/>
                <a:gd name="connsiteX1" fmla="*/ 471948 w 471948"/>
                <a:gd name="connsiteY1" fmla="*/ 904568 h 2389239"/>
                <a:gd name="connsiteX2" fmla="*/ 471948 w 471948"/>
                <a:gd name="connsiteY2" fmla="*/ 1052052 h 2389239"/>
                <a:gd name="connsiteX3" fmla="*/ 0 w 471948"/>
                <a:gd name="connsiteY3" fmla="*/ 2389239 h 2389239"/>
                <a:gd name="connsiteX4" fmla="*/ 19664 w 471948"/>
                <a:gd name="connsiteY4" fmla="*/ 0 h 2389239"/>
                <a:gd name="connsiteX0" fmla="*/ 19664 w 471948"/>
                <a:gd name="connsiteY0" fmla="*/ 0 h 2389239"/>
                <a:gd name="connsiteX1" fmla="*/ 471948 w 471948"/>
                <a:gd name="connsiteY1" fmla="*/ 904568 h 2389239"/>
                <a:gd name="connsiteX2" fmla="*/ 471948 w 471948"/>
                <a:gd name="connsiteY2" fmla="*/ 1052052 h 2389239"/>
                <a:gd name="connsiteX3" fmla="*/ 0 w 471948"/>
                <a:gd name="connsiteY3" fmla="*/ 2389239 h 2389239"/>
                <a:gd name="connsiteX4" fmla="*/ 19664 w 471948"/>
                <a:gd name="connsiteY4" fmla="*/ 0 h 2389239"/>
                <a:gd name="connsiteX0" fmla="*/ 0 w 452284"/>
                <a:gd name="connsiteY0" fmla="*/ 0 h 2389239"/>
                <a:gd name="connsiteX1" fmla="*/ 452284 w 452284"/>
                <a:gd name="connsiteY1" fmla="*/ 904568 h 2389239"/>
                <a:gd name="connsiteX2" fmla="*/ 452284 w 452284"/>
                <a:gd name="connsiteY2" fmla="*/ 1052052 h 2389239"/>
                <a:gd name="connsiteX3" fmla="*/ 9833 w 452284"/>
                <a:gd name="connsiteY3" fmla="*/ 2389239 h 2389239"/>
                <a:gd name="connsiteX4" fmla="*/ 0 w 452284"/>
                <a:gd name="connsiteY4" fmla="*/ 0 h 2389239"/>
                <a:gd name="connsiteX0" fmla="*/ 0 w 452284"/>
                <a:gd name="connsiteY0" fmla="*/ 0 h 2389239"/>
                <a:gd name="connsiteX1" fmla="*/ 452284 w 452284"/>
                <a:gd name="connsiteY1" fmla="*/ 904568 h 2389239"/>
                <a:gd name="connsiteX2" fmla="*/ 452284 w 452284"/>
                <a:gd name="connsiteY2" fmla="*/ 1052052 h 2389239"/>
                <a:gd name="connsiteX3" fmla="*/ 9833 w 452284"/>
                <a:gd name="connsiteY3" fmla="*/ 2389239 h 2389239"/>
                <a:gd name="connsiteX4" fmla="*/ 0 w 452284"/>
                <a:gd name="connsiteY4" fmla="*/ 0 h 2389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2284" h="2389239">
                  <a:moveTo>
                    <a:pt x="0" y="0"/>
                  </a:moveTo>
                  <a:cubicBezTo>
                    <a:pt x="170425" y="625988"/>
                    <a:pt x="242530" y="681703"/>
                    <a:pt x="452284" y="904568"/>
                  </a:cubicBezTo>
                  <a:lnTo>
                    <a:pt x="452284" y="1052052"/>
                  </a:lnTo>
                  <a:cubicBezTo>
                    <a:pt x="206477" y="1507613"/>
                    <a:pt x="137653" y="1825523"/>
                    <a:pt x="9833" y="2389239"/>
                  </a:cubicBezTo>
                  <a:cubicBezTo>
                    <a:pt x="6555" y="1592826"/>
                    <a:pt x="3278" y="796413"/>
                    <a:pt x="0" y="0"/>
                  </a:cubicBezTo>
                  <a:close/>
                </a:path>
              </a:pathLst>
            </a:cu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chemeClr val="bg1">
                    <a:lumMod val="75000"/>
                  </a:schemeClr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360" name="Group 359">
              <a:extLst>
                <a:ext uri="{FF2B5EF4-FFF2-40B4-BE49-F238E27FC236}">
                  <a16:creationId xmlns:a16="http://schemas.microsoft.com/office/drawing/2014/main" id="{0EDC177C-D23A-4F4C-864F-FFDFF6E33129}"/>
                </a:ext>
              </a:extLst>
            </p:cNvPr>
            <p:cNvGrpSpPr/>
            <p:nvPr/>
          </p:nvGrpSpPr>
          <p:grpSpPr>
            <a:xfrm>
              <a:off x="3216002" y="1012723"/>
              <a:ext cx="1130292" cy="2620631"/>
              <a:chOff x="3216002" y="1012723"/>
              <a:chExt cx="1130292" cy="2620631"/>
            </a:xfrm>
          </p:grpSpPr>
          <p:sp>
            <p:nvSpPr>
              <p:cNvPr id="361" name="Rectangle 360">
                <a:extLst>
                  <a:ext uri="{FF2B5EF4-FFF2-40B4-BE49-F238E27FC236}">
                    <a16:creationId xmlns:a16="http://schemas.microsoft.com/office/drawing/2014/main" id="{F9DA473D-F5CB-3B48-B236-B65636E0B23E}"/>
                  </a:ext>
                </a:extLst>
              </p:cNvPr>
              <p:cNvSpPr/>
              <p:nvPr/>
            </p:nvSpPr>
            <p:spPr>
              <a:xfrm>
                <a:off x="3224981" y="1012723"/>
                <a:ext cx="1111045" cy="2418735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362" name="Group 361">
                <a:extLst>
                  <a:ext uri="{FF2B5EF4-FFF2-40B4-BE49-F238E27FC236}">
                    <a16:creationId xmlns:a16="http://schemas.microsoft.com/office/drawing/2014/main" id="{FBAC5385-3193-A948-B616-246766D0C301}"/>
                  </a:ext>
                </a:extLst>
              </p:cNvPr>
              <p:cNvGrpSpPr/>
              <p:nvPr/>
            </p:nvGrpSpPr>
            <p:grpSpPr>
              <a:xfrm>
                <a:off x="3216002" y="1017253"/>
                <a:ext cx="1130292" cy="2616101"/>
                <a:chOff x="9472118" y="702026"/>
                <a:chExt cx="1130292" cy="2616101"/>
              </a:xfrm>
            </p:grpSpPr>
            <p:sp>
              <p:nvSpPr>
                <p:cNvPr id="363" name="Rectangle 362">
                  <a:extLst>
                    <a:ext uri="{FF2B5EF4-FFF2-40B4-BE49-F238E27FC236}">
                      <a16:creationId xmlns:a16="http://schemas.microsoft.com/office/drawing/2014/main" id="{62FD532C-FB8E-AD49-9559-40749CB0E8D6}"/>
                    </a:ext>
                  </a:extLst>
                </p:cNvPr>
                <p:cNvSpPr/>
                <p:nvPr/>
              </p:nvSpPr>
              <p:spPr>
                <a:xfrm>
                  <a:off x="9485428" y="706056"/>
                  <a:ext cx="1116982" cy="370390"/>
                </a:xfrm>
                <a:prstGeom prst="rect">
                  <a:avLst/>
                </a:prstGeom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364" name="TextBox 363">
                  <a:extLst>
                    <a:ext uri="{FF2B5EF4-FFF2-40B4-BE49-F238E27FC236}">
                      <a16:creationId xmlns:a16="http://schemas.microsoft.com/office/drawing/2014/main" id="{21E168E0-497F-9044-9F81-6819E97B423F}"/>
                    </a:ext>
                  </a:extLst>
                </p:cNvPr>
                <p:cNvSpPr txBox="1"/>
                <p:nvPr/>
              </p:nvSpPr>
              <p:spPr>
                <a:xfrm>
                  <a:off x="9472118" y="702026"/>
                  <a:ext cx="1117197" cy="261610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algn="ctr"/>
                  <a:r>
                    <a:rPr lang="en-US" sz="2000" dirty="0">
                      <a:solidFill>
                        <a:schemeClr val="bg1"/>
                      </a:solidFill>
                    </a:rPr>
                    <a:t>DV in a: </a:t>
                  </a:r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(a)=0</a:t>
                  </a:r>
                </a:p>
                <a:p>
                  <a:pPr algn="ctr"/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(b) = 8</a:t>
                  </a:r>
                  <a:endParaRPr lang="en-US" sz="1600" dirty="0">
                    <a:cs typeface="Arial" charset="0"/>
                  </a:endParaRPr>
                </a:p>
                <a:p>
                  <a:pPr algn="ctr"/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(c)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pPr algn="ctr"/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(d) =</a:t>
                  </a:r>
                  <a:r>
                    <a:rPr lang="en-US" sz="1600" dirty="0">
                      <a:cs typeface="Arial" charset="0"/>
                    </a:rPr>
                    <a:t> 1</a:t>
                  </a:r>
                </a:p>
                <a:p>
                  <a:pPr algn="ctr"/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(e)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pPr algn="ctr"/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(f)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pPr algn="ctr"/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(g)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pPr algn="ctr"/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(h)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pPr algn="ctr"/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(i)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</p:txBody>
            </p:sp>
            <p:cxnSp>
              <p:nvCxnSpPr>
                <p:cNvPr id="365" name="Straight Connector 364">
                  <a:extLst>
                    <a:ext uri="{FF2B5EF4-FFF2-40B4-BE49-F238E27FC236}">
                      <a16:creationId xmlns:a16="http://schemas.microsoft.com/office/drawing/2014/main" id="{B09A1AE0-8356-D74F-B5C2-A657CA3ED6A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477371" y="1076444"/>
                  <a:ext cx="1123866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66" name="Rectangle 365">
                  <a:extLst>
                    <a:ext uri="{FF2B5EF4-FFF2-40B4-BE49-F238E27FC236}">
                      <a16:creationId xmlns:a16="http://schemas.microsoft.com/office/drawing/2014/main" id="{06F76BBD-7406-A34C-951B-FADCC0FF3664}"/>
                    </a:ext>
                  </a:extLst>
                </p:cNvPr>
                <p:cNvSpPr/>
                <p:nvPr/>
              </p:nvSpPr>
              <p:spPr>
                <a:xfrm>
                  <a:off x="9479666" y="706056"/>
                  <a:ext cx="1122744" cy="2589450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252B9189-7CDF-0741-9858-A79357149B7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6625" y="174028"/>
            <a:ext cx="10515600" cy="894622"/>
          </a:xfrm>
        </p:spPr>
        <p:txBody>
          <a:bodyPr/>
          <a:lstStyle/>
          <a:p>
            <a:r>
              <a:rPr lang="en-US" dirty="0"/>
              <a:t>Distance vector: example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98E05715-B0AC-CF47-B242-18018B71339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35</a:t>
            </a:fld>
            <a:endParaRPr lang="en-US" dirty="0"/>
          </a:p>
        </p:txBody>
      </p:sp>
      <p:cxnSp>
        <p:nvCxnSpPr>
          <p:cNvPr id="82" name="Straight Connector 81">
            <a:extLst>
              <a:ext uri="{FF2B5EF4-FFF2-40B4-BE49-F238E27FC236}">
                <a16:creationId xmlns:a16="http://schemas.microsoft.com/office/drawing/2014/main" id="{374B35E8-95B6-B946-8240-59B747B607B3}"/>
              </a:ext>
            </a:extLst>
          </p:cNvPr>
          <p:cNvCxnSpPr>
            <a:cxnSpLocks/>
            <a:stCxn id="76" idx="2"/>
            <a:endCxn id="76" idx="0"/>
          </p:cNvCxnSpPr>
          <p:nvPr/>
        </p:nvCxnSpPr>
        <p:spPr>
          <a:xfrm flipV="1">
            <a:off x="6530326" y="2129120"/>
            <a:ext cx="0" cy="3863111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6" name="Straight Connector 95">
            <a:extLst>
              <a:ext uri="{FF2B5EF4-FFF2-40B4-BE49-F238E27FC236}">
                <a16:creationId xmlns:a16="http://schemas.microsoft.com/office/drawing/2014/main" id="{DE34EA38-AB93-704A-ACF2-764D62663226}"/>
              </a:ext>
            </a:extLst>
          </p:cNvPr>
          <p:cNvCxnSpPr>
            <a:cxnSpLocks/>
            <a:stCxn id="76" idx="1"/>
            <a:endCxn id="76" idx="3"/>
          </p:cNvCxnSpPr>
          <p:nvPr/>
        </p:nvCxnSpPr>
        <p:spPr>
          <a:xfrm>
            <a:off x="4598770" y="4060675"/>
            <a:ext cx="3863111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6" name="Rectangle 75">
            <a:extLst>
              <a:ext uri="{FF2B5EF4-FFF2-40B4-BE49-F238E27FC236}">
                <a16:creationId xmlns:a16="http://schemas.microsoft.com/office/drawing/2014/main" id="{A169888C-5E10-3E40-BC1D-A5D0DB850712}"/>
              </a:ext>
            </a:extLst>
          </p:cNvPr>
          <p:cNvSpPr/>
          <p:nvPr/>
        </p:nvSpPr>
        <p:spPr>
          <a:xfrm>
            <a:off x="4598770" y="2129120"/>
            <a:ext cx="3863111" cy="3863111"/>
          </a:xfrm>
          <a:prstGeom prst="rect">
            <a:avLst/>
          </a:prstGeom>
          <a:noFill/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dirty="0"/>
          </a:p>
        </p:txBody>
      </p:sp>
      <p:sp>
        <p:nvSpPr>
          <p:cNvPr id="150" name="Rectangle 149">
            <a:extLst>
              <a:ext uri="{FF2B5EF4-FFF2-40B4-BE49-F238E27FC236}">
                <a16:creationId xmlns:a16="http://schemas.microsoft.com/office/drawing/2014/main" id="{CB39BACF-E4D1-6641-8B8C-0274EDEFA113}"/>
              </a:ext>
            </a:extLst>
          </p:cNvPr>
          <p:cNvSpPr/>
          <p:nvPr/>
        </p:nvSpPr>
        <p:spPr>
          <a:xfrm>
            <a:off x="8380337" y="2200470"/>
            <a:ext cx="132508" cy="1855109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dirty="0"/>
          </a:p>
        </p:txBody>
      </p:sp>
      <p:grpSp>
        <p:nvGrpSpPr>
          <p:cNvPr id="1034" name="Group 1033">
            <a:extLst>
              <a:ext uri="{FF2B5EF4-FFF2-40B4-BE49-F238E27FC236}">
                <a16:creationId xmlns:a16="http://schemas.microsoft.com/office/drawing/2014/main" id="{B4BFA757-E5EA-9A42-8A16-AA2091E708C8}"/>
              </a:ext>
            </a:extLst>
          </p:cNvPr>
          <p:cNvGrpSpPr/>
          <p:nvPr/>
        </p:nvGrpSpPr>
        <p:grpSpPr>
          <a:xfrm>
            <a:off x="4333785" y="5772213"/>
            <a:ext cx="4395351" cy="404576"/>
            <a:chOff x="4333785" y="5772213"/>
            <a:chExt cx="4395351" cy="404576"/>
          </a:xfrm>
        </p:grpSpPr>
        <p:grpSp>
          <p:nvGrpSpPr>
            <p:cNvPr id="184" name="Group 183">
              <a:extLst>
                <a:ext uri="{FF2B5EF4-FFF2-40B4-BE49-F238E27FC236}">
                  <a16:creationId xmlns:a16="http://schemas.microsoft.com/office/drawing/2014/main" id="{600795BD-C1B6-1748-B28A-001A8505BE86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205" name="Group 204">
                <a:extLst>
                  <a:ext uri="{FF2B5EF4-FFF2-40B4-BE49-F238E27FC236}">
                    <a16:creationId xmlns:a16="http://schemas.microsoft.com/office/drawing/2014/main" id="{CE81AFB3-2346-434C-A463-93F9C295562A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09" name="Oval 5">
                  <a:extLst>
                    <a:ext uri="{FF2B5EF4-FFF2-40B4-BE49-F238E27FC236}">
                      <a16:creationId xmlns:a16="http://schemas.microsoft.com/office/drawing/2014/main" id="{7918ED2E-E380-6C4E-86AA-0BF9D761441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0" name="Line 6">
                  <a:extLst>
                    <a:ext uri="{FF2B5EF4-FFF2-40B4-BE49-F238E27FC236}">
                      <a16:creationId xmlns:a16="http://schemas.microsoft.com/office/drawing/2014/main" id="{45F96407-8127-654C-9C52-5B626907562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1" name="Line 7">
                  <a:extLst>
                    <a:ext uri="{FF2B5EF4-FFF2-40B4-BE49-F238E27FC236}">
                      <a16:creationId xmlns:a16="http://schemas.microsoft.com/office/drawing/2014/main" id="{F1C01DA2-272A-CD4F-87F1-779C30F3555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2" name="Rectangle 8">
                  <a:extLst>
                    <a:ext uri="{FF2B5EF4-FFF2-40B4-BE49-F238E27FC236}">
                      <a16:creationId xmlns:a16="http://schemas.microsoft.com/office/drawing/2014/main" id="{7969C970-9697-A847-B375-82D629934D5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3" name="Oval 9">
                  <a:extLst>
                    <a:ext uri="{FF2B5EF4-FFF2-40B4-BE49-F238E27FC236}">
                      <a16:creationId xmlns:a16="http://schemas.microsoft.com/office/drawing/2014/main" id="{F8D02D26-0EA1-FD40-AD1F-E4E8635F47C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06" name="Group 44">
                <a:extLst>
                  <a:ext uri="{FF2B5EF4-FFF2-40B4-BE49-F238E27FC236}">
                    <a16:creationId xmlns:a16="http://schemas.microsoft.com/office/drawing/2014/main" id="{02C0B744-445A-A04E-812A-2D60476C152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207" name="Rectangle 45">
                  <a:extLst>
                    <a:ext uri="{FF2B5EF4-FFF2-40B4-BE49-F238E27FC236}">
                      <a16:creationId xmlns:a16="http://schemas.microsoft.com/office/drawing/2014/main" id="{83E6E4B2-940F-B749-91D8-19B033341D5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8" name="Text Box 46">
                  <a:extLst>
                    <a:ext uri="{FF2B5EF4-FFF2-40B4-BE49-F238E27FC236}">
                      <a16:creationId xmlns:a16="http://schemas.microsoft.com/office/drawing/2014/main" id="{16D546E0-A23E-174D-8F0D-BFB691AF1D6C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g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185" name="Group 184">
              <a:extLst>
                <a:ext uri="{FF2B5EF4-FFF2-40B4-BE49-F238E27FC236}">
                  <a16:creationId xmlns:a16="http://schemas.microsoft.com/office/drawing/2014/main" id="{34A0F8A7-FCD0-9A45-80B9-24CC78B561FE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196" name="Group 195">
                <a:extLst>
                  <a:ext uri="{FF2B5EF4-FFF2-40B4-BE49-F238E27FC236}">
                    <a16:creationId xmlns:a16="http://schemas.microsoft.com/office/drawing/2014/main" id="{18AECA76-7F06-F84A-928B-C13839D9F43F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00" name="Oval 5">
                  <a:extLst>
                    <a:ext uri="{FF2B5EF4-FFF2-40B4-BE49-F238E27FC236}">
                      <a16:creationId xmlns:a16="http://schemas.microsoft.com/office/drawing/2014/main" id="{04917013-CC10-D043-8A71-34F24813049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1" name="Line 6">
                  <a:extLst>
                    <a:ext uri="{FF2B5EF4-FFF2-40B4-BE49-F238E27FC236}">
                      <a16:creationId xmlns:a16="http://schemas.microsoft.com/office/drawing/2014/main" id="{7E7DEF49-D295-8547-9FE7-8CBB42CEB81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2" name="Line 7">
                  <a:extLst>
                    <a:ext uri="{FF2B5EF4-FFF2-40B4-BE49-F238E27FC236}">
                      <a16:creationId xmlns:a16="http://schemas.microsoft.com/office/drawing/2014/main" id="{5633B25D-6786-5A4A-A44E-E4A1EE3575B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3" name="Rectangle 8">
                  <a:extLst>
                    <a:ext uri="{FF2B5EF4-FFF2-40B4-BE49-F238E27FC236}">
                      <a16:creationId xmlns:a16="http://schemas.microsoft.com/office/drawing/2014/main" id="{968E012E-E513-8340-9324-11A79B223E2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4" name="Oval 9">
                  <a:extLst>
                    <a:ext uri="{FF2B5EF4-FFF2-40B4-BE49-F238E27FC236}">
                      <a16:creationId xmlns:a16="http://schemas.microsoft.com/office/drawing/2014/main" id="{7AFB2A7E-90B7-454F-BABB-E2A39AC7C95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197" name="Group 44">
                <a:extLst>
                  <a:ext uri="{FF2B5EF4-FFF2-40B4-BE49-F238E27FC236}">
                    <a16:creationId xmlns:a16="http://schemas.microsoft.com/office/drawing/2014/main" id="{5567606D-D82D-2A4D-A3C8-A7D0703B3CC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198" name="Rectangle 45">
                  <a:extLst>
                    <a:ext uri="{FF2B5EF4-FFF2-40B4-BE49-F238E27FC236}">
                      <a16:creationId xmlns:a16="http://schemas.microsoft.com/office/drawing/2014/main" id="{39206D20-AD6D-3242-8865-2C6680CB410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9" name="Text Box 46">
                  <a:extLst>
                    <a:ext uri="{FF2B5EF4-FFF2-40B4-BE49-F238E27FC236}">
                      <a16:creationId xmlns:a16="http://schemas.microsoft.com/office/drawing/2014/main" id="{E3BB3556-A335-984F-978A-FECE515B6702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h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186" name="Group 185">
              <a:extLst>
                <a:ext uri="{FF2B5EF4-FFF2-40B4-BE49-F238E27FC236}">
                  <a16:creationId xmlns:a16="http://schemas.microsoft.com/office/drawing/2014/main" id="{3B620D34-7BA8-EF49-AC1C-93F5BBC84AEC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187" name="Group 186">
                <a:extLst>
                  <a:ext uri="{FF2B5EF4-FFF2-40B4-BE49-F238E27FC236}">
                    <a16:creationId xmlns:a16="http://schemas.microsoft.com/office/drawing/2014/main" id="{A6C2F80D-43A1-5746-B518-C0C4F1A20ACD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191" name="Oval 5">
                  <a:extLst>
                    <a:ext uri="{FF2B5EF4-FFF2-40B4-BE49-F238E27FC236}">
                      <a16:creationId xmlns:a16="http://schemas.microsoft.com/office/drawing/2014/main" id="{442E1AFF-BC2C-C849-85D1-13E42B701CE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2" name="Line 6">
                  <a:extLst>
                    <a:ext uri="{FF2B5EF4-FFF2-40B4-BE49-F238E27FC236}">
                      <a16:creationId xmlns:a16="http://schemas.microsoft.com/office/drawing/2014/main" id="{C2994154-DB6D-E247-8511-C6FE8D9665F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3" name="Line 7">
                  <a:extLst>
                    <a:ext uri="{FF2B5EF4-FFF2-40B4-BE49-F238E27FC236}">
                      <a16:creationId xmlns:a16="http://schemas.microsoft.com/office/drawing/2014/main" id="{C730A3ED-5222-5348-831E-092DE7D6CEE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4" name="Rectangle 8">
                  <a:extLst>
                    <a:ext uri="{FF2B5EF4-FFF2-40B4-BE49-F238E27FC236}">
                      <a16:creationId xmlns:a16="http://schemas.microsoft.com/office/drawing/2014/main" id="{BED424F7-1928-5F41-831D-417161F220B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5" name="Oval 9">
                  <a:extLst>
                    <a:ext uri="{FF2B5EF4-FFF2-40B4-BE49-F238E27FC236}">
                      <a16:creationId xmlns:a16="http://schemas.microsoft.com/office/drawing/2014/main" id="{76DDF5F9-ACB7-E642-ACEA-223EE2F5F41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188" name="Group 44">
                <a:extLst>
                  <a:ext uri="{FF2B5EF4-FFF2-40B4-BE49-F238E27FC236}">
                    <a16:creationId xmlns:a16="http://schemas.microsoft.com/office/drawing/2014/main" id="{495DC56F-8C0E-6549-849D-6D43F4F8BC0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500196" y="2507397"/>
                <a:ext cx="267548" cy="419100"/>
                <a:chOff x="2972" y="2425"/>
                <a:chExt cx="171" cy="264"/>
              </a:xfrm>
            </p:grpSpPr>
            <p:sp>
              <p:nvSpPr>
                <p:cNvPr id="189" name="Rectangle 45">
                  <a:extLst>
                    <a:ext uri="{FF2B5EF4-FFF2-40B4-BE49-F238E27FC236}">
                      <a16:creationId xmlns:a16="http://schemas.microsoft.com/office/drawing/2014/main" id="{892DBBAB-E011-FD4A-BA7E-105CEF9075A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0" name="Text Box 46">
                  <a:extLst>
                    <a:ext uri="{FF2B5EF4-FFF2-40B4-BE49-F238E27FC236}">
                      <a16:creationId xmlns:a16="http://schemas.microsoft.com/office/drawing/2014/main" id="{173A4036-1DC3-BD4D-9E66-D9BC48C58BA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72" y="2425"/>
                  <a:ext cx="171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i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sp>
        <p:nvSpPr>
          <p:cNvPr id="215" name="TextBox 214">
            <a:extLst>
              <a:ext uri="{FF2B5EF4-FFF2-40B4-BE49-F238E27FC236}">
                <a16:creationId xmlns:a16="http://schemas.microsoft.com/office/drawing/2014/main" id="{74A89238-377F-A840-BB03-52D53CBBC3F3}"/>
              </a:ext>
            </a:extLst>
          </p:cNvPr>
          <p:cNvSpPr txBox="1"/>
          <p:nvPr/>
        </p:nvSpPr>
        <p:spPr>
          <a:xfrm>
            <a:off x="4305782" y="2870522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6" name="TextBox 215">
            <a:extLst>
              <a:ext uri="{FF2B5EF4-FFF2-40B4-BE49-F238E27FC236}">
                <a16:creationId xmlns:a16="http://schemas.microsoft.com/office/drawing/2014/main" id="{3D3F7215-9DE8-0542-8CCA-A9CEDC8717E2}"/>
              </a:ext>
            </a:extLst>
          </p:cNvPr>
          <p:cNvSpPr txBox="1"/>
          <p:nvPr/>
        </p:nvSpPr>
        <p:spPr>
          <a:xfrm>
            <a:off x="6217534" y="2860877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7" name="TextBox 216">
            <a:extLst>
              <a:ext uri="{FF2B5EF4-FFF2-40B4-BE49-F238E27FC236}">
                <a16:creationId xmlns:a16="http://schemas.microsoft.com/office/drawing/2014/main" id="{FC342D48-14A2-BA4E-A191-060C4177F678}"/>
              </a:ext>
            </a:extLst>
          </p:cNvPr>
          <p:cNvSpPr txBox="1"/>
          <p:nvPr/>
        </p:nvSpPr>
        <p:spPr>
          <a:xfrm>
            <a:off x="4296138" y="4886446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8" name="TextBox 217">
            <a:extLst>
              <a:ext uri="{FF2B5EF4-FFF2-40B4-BE49-F238E27FC236}">
                <a16:creationId xmlns:a16="http://schemas.microsoft.com/office/drawing/2014/main" id="{C9336A94-9BC9-8F41-95A7-69E18360DF3D}"/>
              </a:ext>
            </a:extLst>
          </p:cNvPr>
          <p:cNvSpPr txBox="1"/>
          <p:nvPr/>
        </p:nvSpPr>
        <p:spPr>
          <a:xfrm>
            <a:off x="6231040" y="4888376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9" name="TextBox 218">
            <a:extLst>
              <a:ext uri="{FF2B5EF4-FFF2-40B4-BE49-F238E27FC236}">
                <a16:creationId xmlns:a16="http://schemas.microsoft.com/office/drawing/2014/main" id="{E11EFAA3-3025-6E40-9F7B-8AEC8E44C52D}"/>
              </a:ext>
            </a:extLst>
          </p:cNvPr>
          <p:cNvSpPr txBox="1"/>
          <p:nvPr/>
        </p:nvSpPr>
        <p:spPr>
          <a:xfrm>
            <a:off x="8154365" y="4890306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1" name="TextBox 220">
            <a:extLst>
              <a:ext uri="{FF2B5EF4-FFF2-40B4-BE49-F238E27FC236}">
                <a16:creationId xmlns:a16="http://schemas.microsoft.com/office/drawing/2014/main" id="{EECDCBF1-5ACC-CF43-B981-907337945BA2}"/>
              </a:ext>
            </a:extLst>
          </p:cNvPr>
          <p:cNvSpPr txBox="1"/>
          <p:nvPr/>
        </p:nvSpPr>
        <p:spPr>
          <a:xfrm>
            <a:off x="5442030" y="4029920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2" name="TextBox 221">
            <a:extLst>
              <a:ext uri="{FF2B5EF4-FFF2-40B4-BE49-F238E27FC236}">
                <a16:creationId xmlns:a16="http://schemas.microsoft.com/office/drawing/2014/main" id="{2DD32315-0DAF-354B-ADE2-76F406D6A871}"/>
              </a:ext>
            </a:extLst>
          </p:cNvPr>
          <p:cNvSpPr txBox="1"/>
          <p:nvPr/>
        </p:nvSpPr>
        <p:spPr>
          <a:xfrm>
            <a:off x="7353782" y="4020275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3" name="TextBox 222">
            <a:extLst>
              <a:ext uri="{FF2B5EF4-FFF2-40B4-BE49-F238E27FC236}">
                <a16:creationId xmlns:a16="http://schemas.microsoft.com/office/drawing/2014/main" id="{25B3E8DA-82E1-B746-9524-A8B47546C7B7}"/>
              </a:ext>
            </a:extLst>
          </p:cNvPr>
          <p:cNvSpPr txBox="1"/>
          <p:nvPr/>
        </p:nvSpPr>
        <p:spPr>
          <a:xfrm>
            <a:off x="5443958" y="5953247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4" name="TextBox 223">
            <a:extLst>
              <a:ext uri="{FF2B5EF4-FFF2-40B4-BE49-F238E27FC236}">
                <a16:creationId xmlns:a16="http://schemas.microsoft.com/office/drawing/2014/main" id="{51516E14-40A2-B34F-B880-05B80B68D6FC}"/>
              </a:ext>
            </a:extLst>
          </p:cNvPr>
          <p:cNvSpPr txBox="1"/>
          <p:nvPr/>
        </p:nvSpPr>
        <p:spPr>
          <a:xfrm>
            <a:off x="7355710" y="5943602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5" name="TextBox 224">
            <a:extLst>
              <a:ext uri="{FF2B5EF4-FFF2-40B4-BE49-F238E27FC236}">
                <a16:creationId xmlns:a16="http://schemas.microsoft.com/office/drawing/2014/main" id="{9174059A-E895-E740-9A26-AA7943E4A64F}"/>
              </a:ext>
            </a:extLst>
          </p:cNvPr>
          <p:cNvSpPr txBox="1"/>
          <p:nvPr/>
        </p:nvSpPr>
        <p:spPr>
          <a:xfrm>
            <a:off x="5445886" y="2123956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8</a:t>
            </a:r>
          </a:p>
        </p:txBody>
      </p:sp>
      <p:sp>
        <p:nvSpPr>
          <p:cNvPr id="226" name="TextBox 225">
            <a:extLst>
              <a:ext uri="{FF2B5EF4-FFF2-40B4-BE49-F238E27FC236}">
                <a16:creationId xmlns:a16="http://schemas.microsoft.com/office/drawing/2014/main" id="{F7510488-7C59-7449-A4EE-C5A32BFCB3A5}"/>
              </a:ext>
            </a:extLst>
          </p:cNvPr>
          <p:cNvSpPr txBox="1"/>
          <p:nvPr/>
        </p:nvSpPr>
        <p:spPr>
          <a:xfrm>
            <a:off x="7357638" y="2114311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grpSp>
        <p:nvGrpSpPr>
          <p:cNvPr id="254" name="Group 253">
            <a:extLst>
              <a:ext uri="{FF2B5EF4-FFF2-40B4-BE49-F238E27FC236}">
                <a16:creationId xmlns:a16="http://schemas.microsoft.com/office/drawing/2014/main" id="{20D98609-9181-0C4A-AE2C-346DD87867AA}"/>
              </a:ext>
            </a:extLst>
          </p:cNvPr>
          <p:cNvGrpSpPr/>
          <p:nvPr/>
        </p:nvGrpSpPr>
        <p:grpSpPr>
          <a:xfrm>
            <a:off x="584365" y="1859143"/>
            <a:ext cx="736099" cy="1229581"/>
            <a:chOff x="10030307" y="3444875"/>
            <a:chExt cx="736099" cy="1229581"/>
          </a:xfrm>
        </p:grpSpPr>
        <p:sp>
          <p:nvSpPr>
            <p:cNvPr id="227" name="TextBox 226">
              <a:extLst>
                <a:ext uri="{FF2B5EF4-FFF2-40B4-BE49-F238E27FC236}">
                  <a16:creationId xmlns:a16="http://schemas.microsoft.com/office/drawing/2014/main" id="{28F628B2-E287-644F-9022-BD27AE29D1B1}"/>
                </a:ext>
              </a:extLst>
            </p:cNvPr>
            <p:cNvSpPr txBox="1"/>
            <p:nvPr/>
          </p:nvSpPr>
          <p:spPr>
            <a:xfrm>
              <a:off x="10030307" y="4089681"/>
              <a:ext cx="736099" cy="58477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3200" dirty="0"/>
                <a:t>t=0</a:t>
              </a:r>
            </a:p>
          </p:txBody>
        </p:sp>
        <p:grpSp>
          <p:nvGrpSpPr>
            <p:cNvPr id="253" name="Group 252">
              <a:extLst>
                <a:ext uri="{FF2B5EF4-FFF2-40B4-BE49-F238E27FC236}">
                  <a16:creationId xmlns:a16="http://schemas.microsoft.com/office/drawing/2014/main" id="{CC49A0EA-8708-104C-8A7B-0A0875E68DB4}"/>
                </a:ext>
              </a:extLst>
            </p:cNvPr>
            <p:cNvGrpSpPr/>
            <p:nvPr/>
          </p:nvGrpSpPr>
          <p:grpSpPr>
            <a:xfrm>
              <a:off x="10034588" y="3444875"/>
              <a:ext cx="682627" cy="682625"/>
              <a:chOff x="10034588" y="3444875"/>
              <a:chExt cx="682627" cy="682625"/>
            </a:xfrm>
          </p:grpSpPr>
          <p:sp>
            <p:nvSpPr>
              <p:cNvPr id="228" name="Oval 227">
                <a:extLst>
                  <a:ext uri="{FF2B5EF4-FFF2-40B4-BE49-F238E27FC236}">
                    <a16:creationId xmlns:a16="http://schemas.microsoft.com/office/drawing/2014/main" id="{17BA58CB-2477-BE4F-97AD-F6234ACEAEAE}"/>
                  </a:ext>
                </a:extLst>
              </p:cNvPr>
              <p:cNvSpPr/>
              <p:nvPr/>
            </p:nvSpPr>
            <p:spPr>
              <a:xfrm>
                <a:off x="10039551" y="3449256"/>
                <a:ext cx="671332" cy="671332"/>
              </a:xfrm>
              <a:prstGeom prst="ellipse">
                <a:avLst/>
              </a:prstGeom>
              <a:noFill/>
              <a:ln w="3492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cxnSp>
            <p:nvCxnSpPr>
              <p:cNvPr id="230" name="Straight Connector 229">
                <a:extLst>
                  <a:ext uri="{FF2B5EF4-FFF2-40B4-BE49-F238E27FC236}">
                    <a16:creationId xmlns:a16="http://schemas.microsoft.com/office/drawing/2014/main" id="{A83B3BF1-2FE7-D941-8F17-F53DF698D3D4}"/>
                  </a:ext>
                </a:extLst>
              </p:cNvPr>
              <p:cNvCxnSpPr/>
              <p:nvPr/>
            </p:nvCxnSpPr>
            <p:spPr>
              <a:xfrm>
                <a:off x="10372725" y="344487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2" name="Straight Connector 231">
                <a:extLst>
                  <a:ext uri="{FF2B5EF4-FFF2-40B4-BE49-F238E27FC236}">
                    <a16:creationId xmlns:a16="http://schemas.microsoft.com/office/drawing/2014/main" id="{809C848E-61D7-604B-904F-F46B1F70915E}"/>
                  </a:ext>
                </a:extLst>
              </p:cNvPr>
              <p:cNvCxnSpPr/>
              <p:nvPr/>
            </p:nvCxnSpPr>
            <p:spPr>
              <a:xfrm>
                <a:off x="10372725" y="406717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3" name="Straight Connector 232">
                <a:extLst>
                  <a:ext uri="{FF2B5EF4-FFF2-40B4-BE49-F238E27FC236}">
                    <a16:creationId xmlns:a16="http://schemas.microsoft.com/office/drawing/2014/main" id="{6E443275-F9DD-D04E-8D60-BAD1DFBA800E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>
                <a:off x="10064751" y="375602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4" name="Straight Connector 233">
                <a:extLst>
                  <a:ext uri="{FF2B5EF4-FFF2-40B4-BE49-F238E27FC236}">
                    <a16:creationId xmlns:a16="http://schemas.microsoft.com/office/drawing/2014/main" id="{1A40FE45-C3D5-8644-80E7-3A6FF3B0D482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>
                <a:off x="10687053" y="375602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5" name="Straight Connector 234">
                <a:extLst>
                  <a:ext uri="{FF2B5EF4-FFF2-40B4-BE49-F238E27FC236}">
                    <a16:creationId xmlns:a16="http://schemas.microsoft.com/office/drawing/2014/main" id="{A92626E3-5D76-4747-8F59-14CDEC81341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523542" y="4037013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9" name="Straight Connector 238">
                <a:extLst>
                  <a:ext uri="{FF2B5EF4-FFF2-40B4-BE49-F238E27FC236}">
                    <a16:creationId xmlns:a16="http://schemas.microsoft.com/office/drawing/2014/main" id="{4BE49970-1DAF-8145-AC4C-92BBC982EFA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202867" y="3490913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0" name="Straight Connector 239">
                <a:extLst>
                  <a:ext uri="{FF2B5EF4-FFF2-40B4-BE49-F238E27FC236}">
                    <a16:creationId xmlns:a16="http://schemas.microsoft.com/office/drawing/2014/main" id="{1D7190C8-8824-E245-88FF-07416CD845EC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196517" y="4033838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1" name="Straight Connector 240">
                <a:extLst>
                  <a:ext uri="{FF2B5EF4-FFF2-40B4-BE49-F238E27FC236}">
                    <a16:creationId xmlns:a16="http://schemas.microsoft.com/office/drawing/2014/main" id="{B93D5913-A28D-6F4C-84E5-4BFBB5E94829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517192" y="3487738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2" name="Straight Connector 241">
                <a:extLst>
                  <a:ext uri="{FF2B5EF4-FFF2-40B4-BE49-F238E27FC236}">
                    <a16:creationId xmlns:a16="http://schemas.microsoft.com/office/drawing/2014/main" id="{0DAC6B31-B886-0043-8195-9BFF5909EE55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631493" y="3611565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7" name="Straight Connector 246">
                <a:extLst>
                  <a:ext uri="{FF2B5EF4-FFF2-40B4-BE49-F238E27FC236}">
                    <a16:creationId xmlns:a16="http://schemas.microsoft.com/office/drawing/2014/main" id="{FE8501E0-4894-EB46-9A8C-90438C4B458B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085393" y="3929065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8" name="Straight Connector 247">
                <a:extLst>
                  <a:ext uri="{FF2B5EF4-FFF2-40B4-BE49-F238E27FC236}">
                    <a16:creationId xmlns:a16="http://schemas.microsoft.com/office/drawing/2014/main" id="{7D05F761-1E2D-D242-8145-FA6CB5216129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10094918" y="3614740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9" name="Straight Connector 248">
                <a:extLst>
                  <a:ext uri="{FF2B5EF4-FFF2-40B4-BE49-F238E27FC236}">
                    <a16:creationId xmlns:a16="http://schemas.microsoft.com/office/drawing/2014/main" id="{E8E9805E-BE5E-D841-AC71-C07001BD4DBA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10631493" y="3932240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50" name="Oval 249">
                <a:extLst>
                  <a:ext uri="{FF2B5EF4-FFF2-40B4-BE49-F238E27FC236}">
                    <a16:creationId xmlns:a16="http://schemas.microsoft.com/office/drawing/2014/main" id="{FC54B5C3-6CE5-0444-91FF-053BF6CE589C}"/>
                  </a:ext>
                </a:extLst>
              </p:cNvPr>
              <p:cNvSpPr/>
              <p:nvPr/>
            </p:nvSpPr>
            <p:spPr>
              <a:xfrm>
                <a:off x="10331450" y="3743325"/>
                <a:ext cx="82550" cy="87136"/>
              </a:xfrm>
              <a:prstGeom prst="ellipse">
                <a:avLst/>
              </a:prstGeom>
              <a:solidFill>
                <a:srgbClr val="C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cxnSp>
            <p:nvCxnSpPr>
              <p:cNvPr id="252" name="Straight Connector 251">
                <a:extLst>
                  <a:ext uri="{FF2B5EF4-FFF2-40B4-BE49-F238E27FC236}">
                    <a16:creationId xmlns:a16="http://schemas.microsoft.com/office/drawing/2014/main" id="{1FFD0838-0271-4340-8F0B-74EF500112A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72725" y="3548510"/>
                <a:ext cx="0" cy="207515"/>
              </a:xfrm>
              <a:prstGeom prst="line">
                <a:avLst/>
              </a:prstGeom>
              <a:ln w="25400" cap="flat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255" name="TextBox 254">
            <a:extLst>
              <a:ext uri="{FF2B5EF4-FFF2-40B4-BE49-F238E27FC236}">
                <a16:creationId xmlns:a16="http://schemas.microsoft.com/office/drawing/2014/main" id="{748F6DEF-668E-5841-A6A2-B63A0C4711C1}"/>
              </a:ext>
            </a:extLst>
          </p:cNvPr>
          <p:cNvSpPr txBox="1"/>
          <p:nvPr/>
        </p:nvSpPr>
        <p:spPr>
          <a:xfrm flipH="1">
            <a:off x="427284" y="3275636"/>
            <a:ext cx="2195814" cy="10895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indent="-285750">
              <a:lnSpc>
                <a:spcPct val="90000"/>
              </a:lnSpc>
              <a:buClr>
                <a:srgbClr val="0000A8"/>
              </a:buClr>
              <a:buFont typeface="Wingdings" pitchFamily="2" charset="2"/>
              <a:buChar char="§"/>
            </a:pPr>
            <a:r>
              <a:rPr lang="en-US" dirty="0"/>
              <a:t>All nodes have distance estimates to nearest neighbors (only)</a:t>
            </a:r>
          </a:p>
        </p:txBody>
      </p:sp>
      <p:grpSp>
        <p:nvGrpSpPr>
          <p:cNvPr id="1029" name="Group 1028">
            <a:extLst>
              <a:ext uri="{FF2B5EF4-FFF2-40B4-BE49-F238E27FC236}">
                <a16:creationId xmlns:a16="http://schemas.microsoft.com/office/drawing/2014/main" id="{317D5632-B975-3440-BACC-A257B3D4043E}"/>
              </a:ext>
            </a:extLst>
          </p:cNvPr>
          <p:cNvGrpSpPr/>
          <p:nvPr/>
        </p:nvGrpSpPr>
        <p:grpSpPr>
          <a:xfrm>
            <a:off x="5663694" y="2293717"/>
            <a:ext cx="5624685" cy="2298788"/>
            <a:chOff x="5663694" y="2293717"/>
            <a:chExt cx="5624685" cy="2298788"/>
          </a:xfrm>
        </p:grpSpPr>
        <p:sp>
          <p:nvSpPr>
            <p:cNvPr id="1024" name="TextBox 1023">
              <a:extLst>
                <a:ext uri="{FF2B5EF4-FFF2-40B4-BE49-F238E27FC236}">
                  <a16:creationId xmlns:a16="http://schemas.microsoft.com/office/drawing/2014/main" id="{F3693395-6389-7A45-93DD-EF462B33B043}"/>
                </a:ext>
              </a:extLst>
            </p:cNvPr>
            <p:cNvSpPr txBox="1"/>
            <p:nvPr/>
          </p:nvSpPr>
          <p:spPr>
            <a:xfrm>
              <a:off x="9259747" y="3669175"/>
              <a:ext cx="2028632" cy="92333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dirty="0"/>
                <a:t>A few asymmetries:</a:t>
              </a:r>
            </a:p>
            <a:p>
              <a:pPr marL="285750" indent="-285750">
                <a:buClr>
                  <a:srgbClr val="0000A8"/>
                </a:buClr>
                <a:buFont typeface="Wingdings" pitchFamily="2" charset="2"/>
                <a:buChar char="§"/>
              </a:pPr>
              <a:r>
                <a:rPr lang="en-US" dirty="0"/>
                <a:t>missing link</a:t>
              </a:r>
            </a:p>
            <a:p>
              <a:pPr marL="285750" indent="-285750">
                <a:buClr>
                  <a:srgbClr val="0000A8"/>
                </a:buClr>
                <a:buFont typeface="Wingdings" pitchFamily="2" charset="2"/>
                <a:buChar char="§"/>
              </a:pPr>
              <a:r>
                <a:rPr lang="en-US" dirty="0"/>
                <a:t>larger cost</a:t>
              </a:r>
            </a:p>
          </p:txBody>
        </p:sp>
        <p:cxnSp>
          <p:nvCxnSpPr>
            <p:cNvPr id="1027" name="Straight Arrow Connector 1026">
              <a:extLst>
                <a:ext uri="{FF2B5EF4-FFF2-40B4-BE49-F238E27FC236}">
                  <a16:creationId xmlns:a16="http://schemas.microsoft.com/office/drawing/2014/main" id="{4E929335-40BB-CB40-86CA-FAACFF10EC6F}"/>
                </a:ext>
              </a:extLst>
            </p:cNvPr>
            <p:cNvCxnSpPr/>
            <p:nvPr/>
          </p:nvCxnSpPr>
          <p:spPr>
            <a:xfrm flipH="1" flipV="1">
              <a:off x="8414795" y="3032568"/>
              <a:ext cx="995423" cy="1111169"/>
            </a:xfrm>
            <a:prstGeom prst="straightConnector1">
              <a:avLst/>
            </a:prstGeom>
            <a:ln>
              <a:solidFill>
                <a:srgbClr val="0000A8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0" name="Straight Arrow Connector 259">
              <a:extLst>
                <a:ext uri="{FF2B5EF4-FFF2-40B4-BE49-F238E27FC236}">
                  <a16:creationId xmlns:a16="http://schemas.microsoft.com/office/drawing/2014/main" id="{8C615253-8FD8-C347-9EAB-9A57486BFFB0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5663694" y="2293717"/>
              <a:ext cx="3726112" cy="2091470"/>
            </a:xfrm>
            <a:prstGeom prst="straightConnector1">
              <a:avLst/>
            </a:prstGeom>
            <a:ln>
              <a:solidFill>
                <a:srgbClr val="0000A8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032" name="Right Arrow 1031">
            <a:extLst>
              <a:ext uri="{FF2B5EF4-FFF2-40B4-BE49-F238E27FC236}">
                <a16:creationId xmlns:a16="http://schemas.microsoft.com/office/drawing/2014/main" id="{48701230-5EB3-4E4B-BEE9-CAD81136ECFC}"/>
              </a:ext>
            </a:extLst>
          </p:cNvPr>
          <p:cNvSpPr/>
          <p:nvPr/>
        </p:nvSpPr>
        <p:spPr>
          <a:xfrm rot="5400000">
            <a:off x="4399933" y="2561304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67" name="Right Arrow 266">
            <a:extLst>
              <a:ext uri="{FF2B5EF4-FFF2-40B4-BE49-F238E27FC236}">
                <a16:creationId xmlns:a16="http://schemas.microsoft.com/office/drawing/2014/main" id="{39C7E016-9840-8340-9D5C-7C9BC5953296}"/>
              </a:ext>
            </a:extLst>
          </p:cNvPr>
          <p:cNvSpPr/>
          <p:nvPr/>
        </p:nvSpPr>
        <p:spPr>
          <a:xfrm rot="16200000">
            <a:off x="4395017" y="3470788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68" name="Right Arrow 267">
            <a:extLst>
              <a:ext uri="{FF2B5EF4-FFF2-40B4-BE49-F238E27FC236}">
                <a16:creationId xmlns:a16="http://schemas.microsoft.com/office/drawing/2014/main" id="{0E4D6E8C-7EAB-9E44-AEFC-4FA875BCA32C}"/>
              </a:ext>
            </a:extLst>
          </p:cNvPr>
          <p:cNvSpPr/>
          <p:nvPr/>
        </p:nvSpPr>
        <p:spPr>
          <a:xfrm rot="5400000">
            <a:off x="6302474" y="2546557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69" name="Right Arrow 268">
            <a:extLst>
              <a:ext uri="{FF2B5EF4-FFF2-40B4-BE49-F238E27FC236}">
                <a16:creationId xmlns:a16="http://schemas.microsoft.com/office/drawing/2014/main" id="{F17D421F-D0A1-B94A-8B49-27953D5C8366}"/>
              </a:ext>
            </a:extLst>
          </p:cNvPr>
          <p:cNvSpPr/>
          <p:nvPr/>
        </p:nvSpPr>
        <p:spPr>
          <a:xfrm rot="16200000">
            <a:off x="6297558" y="3456041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0" name="Right Arrow 269">
            <a:extLst>
              <a:ext uri="{FF2B5EF4-FFF2-40B4-BE49-F238E27FC236}">
                <a16:creationId xmlns:a16="http://schemas.microsoft.com/office/drawing/2014/main" id="{C0BFDAF2-0356-354B-8B44-188593FB5A37}"/>
              </a:ext>
            </a:extLst>
          </p:cNvPr>
          <p:cNvSpPr/>
          <p:nvPr/>
        </p:nvSpPr>
        <p:spPr>
          <a:xfrm rot="5400000">
            <a:off x="4370435" y="4458934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1" name="Right Arrow 270">
            <a:extLst>
              <a:ext uri="{FF2B5EF4-FFF2-40B4-BE49-F238E27FC236}">
                <a16:creationId xmlns:a16="http://schemas.microsoft.com/office/drawing/2014/main" id="{112F6083-F42A-6740-A147-C25BA92606DD}"/>
              </a:ext>
            </a:extLst>
          </p:cNvPr>
          <p:cNvSpPr/>
          <p:nvPr/>
        </p:nvSpPr>
        <p:spPr>
          <a:xfrm rot="16200000">
            <a:off x="4365519" y="5368418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2" name="Right Arrow 271">
            <a:extLst>
              <a:ext uri="{FF2B5EF4-FFF2-40B4-BE49-F238E27FC236}">
                <a16:creationId xmlns:a16="http://schemas.microsoft.com/office/drawing/2014/main" id="{D340F2D5-4C4A-D441-99F4-FD489A89E6ED}"/>
              </a:ext>
            </a:extLst>
          </p:cNvPr>
          <p:cNvSpPr/>
          <p:nvPr/>
        </p:nvSpPr>
        <p:spPr>
          <a:xfrm rot="5400000">
            <a:off x="6312308" y="4454022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3" name="Right Arrow 272">
            <a:extLst>
              <a:ext uri="{FF2B5EF4-FFF2-40B4-BE49-F238E27FC236}">
                <a16:creationId xmlns:a16="http://schemas.microsoft.com/office/drawing/2014/main" id="{487BF544-1248-5D4C-B9E4-2B3ACA80EA1C}"/>
              </a:ext>
            </a:extLst>
          </p:cNvPr>
          <p:cNvSpPr/>
          <p:nvPr/>
        </p:nvSpPr>
        <p:spPr>
          <a:xfrm rot="16200000">
            <a:off x="6307392" y="5363506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4" name="Right Arrow 273">
            <a:extLst>
              <a:ext uri="{FF2B5EF4-FFF2-40B4-BE49-F238E27FC236}">
                <a16:creationId xmlns:a16="http://schemas.microsoft.com/office/drawing/2014/main" id="{0DF6A182-C1F7-C14D-900B-3242DA6B4D96}"/>
              </a:ext>
            </a:extLst>
          </p:cNvPr>
          <p:cNvSpPr/>
          <p:nvPr/>
        </p:nvSpPr>
        <p:spPr>
          <a:xfrm rot="5400000">
            <a:off x="8254181" y="4449110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5" name="Right Arrow 274">
            <a:extLst>
              <a:ext uri="{FF2B5EF4-FFF2-40B4-BE49-F238E27FC236}">
                <a16:creationId xmlns:a16="http://schemas.microsoft.com/office/drawing/2014/main" id="{EEAD3E84-70CC-2A46-87CC-F69A6D50ED35}"/>
              </a:ext>
            </a:extLst>
          </p:cNvPr>
          <p:cNvSpPr/>
          <p:nvPr/>
        </p:nvSpPr>
        <p:spPr>
          <a:xfrm rot="16200000">
            <a:off x="8249265" y="5358594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9" name="Right Arrow 278">
            <a:extLst>
              <a:ext uri="{FF2B5EF4-FFF2-40B4-BE49-F238E27FC236}">
                <a16:creationId xmlns:a16="http://schemas.microsoft.com/office/drawing/2014/main" id="{A7B19411-E5F9-AC49-9C67-23093CF98D95}"/>
              </a:ext>
            </a:extLst>
          </p:cNvPr>
          <p:cNvSpPr/>
          <p:nvPr/>
        </p:nvSpPr>
        <p:spPr>
          <a:xfrm rot="10800000">
            <a:off x="7582395" y="5829665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80" name="Right Arrow 279">
            <a:extLst>
              <a:ext uri="{FF2B5EF4-FFF2-40B4-BE49-F238E27FC236}">
                <a16:creationId xmlns:a16="http://schemas.microsoft.com/office/drawing/2014/main" id="{19CD2293-67D5-3048-9FAC-78E0AEE8C310}"/>
              </a:ext>
            </a:extLst>
          </p:cNvPr>
          <p:cNvSpPr/>
          <p:nvPr/>
        </p:nvSpPr>
        <p:spPr>
          <a:xfrm>
            <a:off x="6819704" y="5834582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283" name="Group 282">
            <a:extLst>
              <a:ext uri="{FF2B5EF4-FFF2-40B4-BE49-F238E27FC236}">
                <a16:creationId xmlns:a16="http://schemas.microsoft.com/office/drawing/2014/main" id="{A665C0C8-7FDD-0A42-80A3-CC602804C042}"/>
              </a:ext>
            </a:extLst>
          </p:cNvPr>
          <p:cNvGrpSpPr/>
          <p:nvPr/>
        </p:nvGrpSpPr>
        <p:grpSpPr>
          <a:xfrm>
            <a:off x="4336458" y="3833790"/>
            <a:ext cx="4395351" cy="404576"/>
            <a:chOff x="4333785" y="5772213"/>
            <a:chExt cx="4395351" cy="404576"/>
          </a:xfrm>
        </p:grpSpPr>
        <p:grpSp>
          <p:nvGrpSpPr>
            <p:cNvPr id="284" name="Group 283">
              <a:extLst>
                <a:ext uri="{FF2B5EF4-FFF2-40B4-BE49-F238E27FC236}">
                  <a16:creationId xmlns:a16="http://schemas.microsoft.com/office/drawing/2014/main" id="{4C02DC92-2A83-AC4D-B9F0-2BCDE917BDBC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305" name="Group 304">
                <a:extLst>
                  <a:ext uri="{FF2B5EF4-FFF2-40B4-BE49-F238E27FC236}">
                    <a16:creationId xmlns:a16="http://schemas.microsoft.com/office/drawing/2014/main" id="{F01EB862-010E-A34F-8D39-25BC2BED2A6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09" name="Oval 5">
                  <a:extLst>
                    <a:ext uri="{FF2B5EF4-FFF2-40B4-BE49-F238E27FC236}">
                      <a16:creationId xmlns:a16="http://schemas.microsoft.com/office/drawing/2014/main" id="{C2A61603-05BC-1E4D-99AA-0AB1CC49473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0" name="Line 6">
                  <a:extLst>
                    <a:ext uri="{FF2B5EF4-FFF2-40B4-BE49-F238E27FC236}">
                      <a16:creationId xmlns:a16="http://schemas.microsoft.com/office/drawing/2014/main" id="{7043DA0E-702D-CD4E-BA28-9341275851D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1" name="Line 7">
                  <a:extLst>
                    <a:ext uri="{FF2B5EF4-FFF2-40B4-BE49-F238E27FC236}">
                      <a16:creationId xmlns:a16="http://schemas.microsoft.com/office/drawing/2014/main" id="{CE93F761-782C-C640-B2B6-8CA7492B28B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2" name="Rectangle 8">
                  <a:extLst>
                    <a:ext uri="{FF2B5EF4-FFF2-40B4-BE49-F238E27FC236}">
                      <a16:creationId xmlns:a16="http://schemas.microsoft.com/office/drawing/2014/main" id="{723858D6-68CF-1C4E-A28B-A9FF5D728F2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3" name="Oval 9">
                  <a:extLst>
                    <a:ext uri="{FF2B5EF4-FFF2-40B4-BE49-F238E27FC236}">
                      <a16:creationId xmlns:a16="http://schemas.microsoft.com/office/drawing/2014/main" id="{70A7292E-FC97-924B-9010-8079BEC6219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06" name="Group 44">
                <a:extLst>
                  <a:ext uri="{FF2B5EF4-FFF2-40B4-BE49-F238E27FC236}">
                    <a16:creationId xmlns:a16="http://schemas.microsoft.com/office/drawing/2014/main" id="{DA3B2173-D171-E340-B704-06A3FE481C7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307" name="Rectangle 45">
                  <a:extLst>
                    <a:ext uri="{FF2B5EF4-FFF2-40B4-BE49-F238E27FC236}">
                      <a16:creationId xmlns:a16="http://schemas.microsoft.com/office/drawing/2014/main" id="{A7CA85B6-08AA-4840-AE2B-A3321A49B6F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8" name="Text Box 46">
                  <a:extLst>
                    <a:ext uri="{FF2B5EF4-FFF2-40B4-BE49-F238E27FC236}">
                      <a16:creationId xmlns:a16="http://schemas.microsoft.com/office/drawing/2014/main" id="{68812F5E-7A92-7B45-BBDE-2068A3A134D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d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285" name="Group 284">
              <a:extLst>
                <a:ext uri="{FF2B5EF4-FFF2-40B4-BE49-F238E27FC236}">
                  <a16:creationId xmlns:a16="http://schemas.microsoft.com/office/drawing/2014/main" id="{5E3B07EB-D89E-C542-85F0-D68A3698AEC4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296" name="Group 295">
                <a:extLst>
                  <a:ext uri="{FF2B5EF4-FFF2-40B4-BE49-F238E27FC236}">
                    <a16:creationId xmlns:a16="http://schemas.microsoft.com/office/drawing/2014/main" id="{CE2D511A-9878-0E42-B4E3-97548A8A67A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00" name="Oval 5">
                  <a:extLst>
                    <a:ext uri="{FF2B5EF4-FFF2-40B4-BE49-F238E27FC236}">
                      <a16:creationId xmlns:a16="http://schemas.microsoft.com/office/drawing/2014/main" id="{C66E96DA-F1B1-9A41-8B0D-2F21B3B7ACB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1" name="Line 6">
                  <a:extLst>
                    <a:ext uri="{FF2B5EF4-FFF2-40B4-BE49-F238E27FC236}">
                      <a16:creationId xmlns:a16="http://schemas.microsoft.com/office/drawing/2014/main" id="{A2387D1F-7EF0-9443-8128-6FF284EC9AF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2" name="Line 7">
                  <a:extLst>
                    <a:ext uri="{FF2B5EF4-FFF2-40B4-BE49-F238E27FC236}">
                      <a16:creationId xmlns:a16="http://schemas.microsoft.com/office/drawing/2014/main" id="{4B183F70-EB28-A94F-BF31-54B939F6B75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3" name="Rectangle 8">
                  <a:extLst>
                    <a:ext uri="{FF2B5EF4-FFF2-40B4-BE49-F238E27FC236}">
                      <a16:creationId xmlns:a16="http://schemas.microsoft.com/office/drawing/2014/main" id="{84BE29FD-A805-D348-99C3-8D3C650618E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4" name="Oval 9">
                  <a:extLst>
                    <a:ext uri="{FF2B5EF4-FFF2-40B4-BE49-F238E27FC236}">
                      <a16:creationId xmlns:a16="http://schemas.microsoft.com/office/drawing/2014/main" id="{BF5D685A-16D6-5B40-9EEF-970D3CDCE37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97" name="Group 44">
                <a:extLst>
                  <a:ext uri="{FF2B5EF4-FFF2-40B4-BE49-F238E27FC236}">
                    <a16:creationId xmlns:a16="http://schemas.microsoft.com/office/drawing/2014/main" id="{058B095B-B9C0-F84A-B78C-FE9DCA729C7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298" name="Rectangle 45">
                  <a:extLst>
                    <a:ext uri="{FF2B5EF4-FFF2-40B4-BE49-F238E27FC236}">
                      <a16:creationId xmlns:a16="http://schemas.microsoft.com/office/drawing/2014/main" id="{7FBA9119-2A14-E84A-A39B-55E9D6AE939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9" name="Text Box 46">
                  <a:extLst>
                    <a:ext uri="{FF2B5EF4-FFF2-40B4-BE49-F238E27FC236}">
                      <a16:creationId xmlns:a16="http://schemas.microsoft.com/office/drawing/2014/main" id="{2944FA12-D5D2-E241-A9FC-D4A85A350D0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e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286" name="Group 285">
              <a:extLst>
                <a:ext uri="{FF2B5EF4-FFF2-40B4-BE49-F238E27FC236}">
                  <a16:creationId xmlns:a16="http://schemas.microsoft.com/office/drawing/2014/main" id="{B9D4EE61-1CC1-6D4C-822D-300C73469B48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287" name="Group 286">
                <a:extLst>
                  <a:ext uri="{FF2B5EF4-FFF2-40B4-BE49-F238E27FC236}">
                    <a16:creationId xmlns:a16="http://schemas.microsoft.com/office/drawing/2014/main" id="{75D4F492-E56A-6541-9F9D-1D85B09999F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91" name="Oval 5">
                  <a:extLst>
                    <a:ext uri="{FF2B5EF4-FFF2-40B4-BE49-F238E27FC236}">
                      <a16:creationId xmlns:a16="http://schemas.microsoft.com/office/drawing/2014/main" id="{190A087A-A659-3E4D-B4FE-1EA13D56BE4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2" name="Line 6">
                  <a:extLst>
                    <a:ext uri="{FF2B5EF4-FFF2-40B4-BE49-F238E27FC236}">
                      <a16:creationId xmlns:a16="http://schemas.microsoft.com/office/drawing/2014/main" id="{E7E9FE4A-5449-D244-A5A8-DEB5E1D8494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3" name="Line 7">
                  <a:extLst>
                    <a:ext uri="{FF2B5EF4-FFF2-40B4-BE49-F238E27FC236}">
                      <a16:creationId xmlns:a16="http://schemas.microsoft.com/office/drawing/2014/main" id="{8C243F83-93B5-2C49-9D61-2E8E8652A48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4" name="Rectangle 8">
                  <a:extLst>
                    <a:ext uri="{FF2B5EF4-FFF2-40B4-BE49-F238E27FC236}">
                      <a16:creationId xmlns:a16="http://schemas.microsoft.com/office/drawing/2014/main" id="{B0B61A2E-99AA-324F-8224-CB0B3B44042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5" name="Oval 9">
                  <a:extLst>
                    <a:ext uri="{FF2B5EF4-FFF2-40B4-BE49-F238E27FC236}">
                      <a16:creationId xmlns:a16="http://schemas.microsoft.com/office/drawing/2014/main" id="{2F485C77-8179-0B4E-B93A-E5C91296B44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88" name="Group 44">
                <a:extLst>
                  <a:ext uri="{FF2B5EF4-FFF2-40B4-BE49-F238E27FC236}">
                    <a16:creationId xmlns:a16="http://schemas.microsoft.com/office/drawing/2014/main" id="{0826EA6F-730D-8C47-8DDA-2C65DD6716B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92372" y="2507397"/>
                <a:ext cx="283194" cy="419100"/>
                <a:chOff x="2967" y="2425"/>
                <a:chExt cx="181" cy="264"/>
              </a:xfrm>
            </p:grpSpPr>
            <p:sp>
              <p:nvSpPr>
                <p:cNvPr id="289" name="Rectangle 45">
                  <a:extLst>
                    <a:ext uri="{FF2B5EF4-FFF2-40B4-BE49-F238E27FC236}">
                      <a16:creationId xmlns:a16="http://schemas.microsoft.com/office/drawing/2014/main" id="{C3E85E15-4F40-FF40-89C4-0E851470FA4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0" name="Text Box 46">
                  <a:extLst>
                    <a:ext uri="{FF2B5EF4-FFF2-40B4-BE49-F238E27FC236}">
                      <a16:creationId xmlns:a16="http://schemas.microsoft.com/office/drawing/2014/main" id="{1905E332-CD71-E748-AE06-2A274A0D7B1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67" y="2425"/>
                  <a:ext cx="181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f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grpSp>
        <p:nvGrpSpPr>
          <p:cNvPr id="314" name="Group 313">
            <a:extLst>
              <a:ext uri="{FF2B5EF4-FFF2-40B4-BE49-F238E27FC236}">
                <a16:creationId xmlns:a16="http://schemas.microsoft.com/office/drawing/2014/main" id="{917871C2-1731-FE43-944D-6364CCE85DA9}"/>
              </a:ext>
            </a:extLst>
          </p:cNvPr>
          <p:cNvGrpSpPr/>
          <p:nvPr/>
        </p:nvGrpSpPr>
        <p:grpSpPr>
          <a:xfrm>
            <a:off x="4333785" y="1906063"/>
            <a:ext cx="4395351" cy="404576"/>
            <a:chOff x="4333785" y="5772213"/>
            <a:chExt cx="4395351" cy="404576"/>
          </a:xfrm>
        </p:grpSpPr>
        <p:grpSp>
          <p:nvGrpSpPr>
            <p:cNvPr id="315" name="Group 314">
              <a:extLst>
                <a:ext uri="{FF2B5EF4-FFF2-40B4-BE49-F238E27FC236}">
                  <a16:creationId xmlns:a16="http://schemas.microsoft.com/office/drawing/2014/main" id="{68E7B419-D4D3-3A4B-86E1-D40C76B2BB2C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336" name="Group 335">
                <a:extLst>
                  <a:ext uri="{FF2B5EF4-FFF2-40B4-BE49-F238E27FC236}">
                    <a16:creationId xmlns:a16="http://schemas.microsoft.com/office/drawing/2014/main" id="{93705575-DDBD-3D44-B843-C77E28CEAAD2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40" name="Oval 5">
                  <a:extLst>
                    <a:ext uri="{FF2B5EF4-FFF2-40B4-BE49-F238E27FC236}">
                      <a16:creationId xmlns:a16="http://schemas.microsoft.com/office/drawing/2014/main" id="{AF888CEF-6837-CD45-809F-91550C92C80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1" name="Line 6">
                  <a:extLst>
                    <a:ext uri="{FF2B5EF4-FFF2-40B4-BE49-F238E27FC236}">
                      <a16:creationId xmlns:a16="http://schemas.microsoft.com/office/drawing/2014/main" id="{4535759C-A65E-D84B-9508-03E1DC0B824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2" name="Line 7">
                  <a:extLst>
                    <a:ext uri="{FF2B5EF4-FFF2-40B4-BE49-F238E27FC236}">
                      <a16:creationId xmlns:a16="http://schemas.microsoft.com/office/drawing/2014/main" id="{FFA7BAB7-E53C-EC41-ACE7-66FCD862969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3" name="Rectangle 8">
                  <a:extLst>
                    <a:ext uri="{FF2B5EF4-FFF2-40B4-BE49-F238E27FC236}">
                      <a16:creationId xmlns:a16="http://schemas.microsoft.com/office/drawing/2014/main" id="{69E05203-3EC0-6447-8988-D4F7C2150FA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4" name="Oval 9">
                  <a:extLst>
                    <a:ext uri="{FF2B5EF4-FFF2-40B4-BE49-F238E27FC236}">
                      <a16:creationId xmlns:a16="http://schemas.microsoft.com/office/drawing/2014/main" id="{D9043B05-A159-7D41-90D4-718D621EA02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37" name="Group 44">
                <a:extLst>
                  <a:ext uri="{FF2B5EF4-FFF2-40B4-BE49-F238E27FC236}">
                    <a16:creationId xmlns:a16="http://schemas.microsoft.com/office/drawing/2014/main" id="{230264F8-C92F-C344-8341-A92C3D105F2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338" name="Rectangle 45">
                  <a:extLst>
                    <a:ext uri="{FF2B5EF4-FFF2-40B4-BE49-F238E27FC236}">
                      <a16:creationId xmlns:a16="http://schemas.microsoft.com/office/drawing/2014/main" id="{F2B81453-DE5E-984D-B97A-6884B0BDD35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9" name="Text Box 46">
                  <a:extLst>
                    <a:ext uri="{FF2B5EF4-FFF2-40B4-BE49-F238E27FC236}">
                      <a16:creationId xmlns:a16="http://schemas.microsoft.com/office/drawing/2014/main" id="{35E945F9-D699-744B-ACB7-587B2AA668D3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a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316" name="Group 315">
              <a:extLst>
                <a:ext uri="{FF2B5EF4-FFF2-40B4-BE49-F238E27FC236}">
                  <a16:creationId xmlns:a16="http://schemas.microsoft.com/office/drawing/2014/main" id="{1CE7BA36-0E22-4F41-B503-121F0E8FF751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327" name="Group 326">
                <a:extLst>
                  <a:ext uri="{FF2B5EF4-FFF2-40B4-BE49-F238E27FC236}">
                    <a16:creationId xmlns:a16="http://schemas.microsoft.com/office/drawing/2014/main" id="{ABA31A37-F3CD-1746-9C86-0557D36C5404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31" name="Oval 5">
                  <a:extLst>
                    <a:ext uri="{FF2B5EF4-FFF2-40B4-BE49-F238E27FC236}">
                      <a16:creationId xmlns:a16="http://schemas.microsoft.com/office/drawing/2014/main" id="{39C9919B-E459-6946-BAB3-A266303D27E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2" name="Line 6">
                  <a:extLst>
                    <a:ext uri="{FF2B5EF4-FFF2-40B4-BE49-F238E27FC236}">
                      <a16:creationId xmlns:a16="http://schemas.microsoft.com/office/drawing/2014/main" id="{61A62C09-3017-A541-9429-460C1A7F6B5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3" name="Line 7">
                  <a:extLst>
                    <a:ext uri="{FF2B5EF4-FFF2-40B4-BE49-F238E27FC236}">
                      <a16:creationId xmlns:a16="http://schemas.microsoft.com/office/drawing/2014/main" id="{86063EB7-D2C3-3447-B2FD-57FC1E74D32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4" name="Rectangle 8">
                  <a:extLst>
                    <a:ext uri="{FF2B5EF4-FFF2-40B4-BE49-F238E27FC236}">
                      <a16:creationId xmlns:a16="http://schemas.microsoft.com/office/drawing/2014/main" id="{BD5BCC42-3550-DF4A-BB55-F643AEBFD9A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5" name="Oval 9">
                  <a:extLst>
                    <a:ext uri="{FF2B5EF4-FFF2-40B4-BE49-F238E27FC236}">
                      <a16:creationId xmlns:a16="http://schemas.microsoft.com/office/drawing/2014/main" id="{74611398-E647-494F-A7BD-186BB5CB545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28" name="Group 44">
                <a:extLst>
                  <a:ext uri="{FF2B5EF4-FFF2-40B4-BE49-F238E27FC236}">
                    <a16:creationId xmlns:a16="http://schemas.microsoft.com/office/drawing/2014/main" id="{B57BC638-F090-114B-B8BF-7E2F4A6CC8F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329" name="Rectangle 45">
                  <a:extLst>
                    <a:ext uri="{FF2B5EF4-FFF2-40B4-BE49-F238E27FC236}">
                      <a16:creationId xmlns:a16="http://schemas.microsoft.com/office/drawing/2014/main" id="{0F91A427-A1B7-A54C-8320-A92F425DFC7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0" name="Text Box 46">
                  <a:extLst>
                    <a:ext uri="{FF2B5EF4-FFF2-40B4-BE49-F238E27FC236}">
                      <a16:creationId xmlns:a16="http://schemas.microsoft.com/office/drawing/2014/main" id="{E600E15A-04DE-4F44-AD3B-D284039393AF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b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317" name="Group 316">
              <a:extLst>
                <a:ext uri="{FF2B5EF4-FFF2-40B4-BE49-F238E27FC236}">
                  <a16:creationId xmlns:a16="http://schemas.microsoft.com/office/drawing/2014/main" id="{2EB87748-B820-0349-A8AC-FE8BBD55B257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318" name="Group 317">
                <a:extLst>
                  <a:ext uri="{FF2B5EF4-FFF2-40B4-BE49-F238E27FC236}">
                    <a16:creationId xmlns:a16="http://schemas.microsoft.com/office/drawing/2014/main" id="{EB6E4C7D-CDAA-7F47-A797-1E5FB2A80494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22" name="Oval 5">
                  <a:extLst>
                    <a:ext uri="{FF2B5EF4-FFF2-40B4-BE49-F238E27FC236}">
                      <a16:creationId xmlns:a16="http://schemas.microsoft.com/office/drawing/2014/main" id="{F9943B67-FB21-3647-869F-669BE6A721C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3" name="Line 6">
                  <a:extLst>
                    <a:ext uri="{FF2B5EF4-FFF2-40B4-BE49-F238E27FC236}">
                      <a16:creationId xmlns:a16="http://schemas.microsoft.com/office/drawing/2014/main" id="{57CCD935-17C4-B04B-B482-9A946E848EC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4" name="Line 7">
                  <a:extLst>
                    <a:ext uri="{FF2B5EF4-FFF2-40B4-BE49-F238E27FC236}">
                      <a16:creationId xmlns:a16="http://schemas.microsoft.com/office/drawing/2014/main" id="{2FE8EAFF-CC53-364C-974F-2F913B960D6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5" name="Rectangle 8">
                  <a:extLst>
                    <a:ext uri="{FF2B5EF4-FFF2-40B4-BE49-F238E27FC236}">
                      <a16:creationId xmlns:a16="http://schemas.microsoft.com/office/drawing/2014/main" id="{B25B691E-9E1D-1E4F-9419-9156013814C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6" name="Oval 9">
                  <a:extLst>
                    <a:ext uri="{FF2B5EF4-FFF2-40B4-BE49-F238E27FC236}">
                      <a16:creationId xmlns:a16="http://schemas.microsoft.com/office/drawing/2014/main" id="{9CB3B73F-9E39-EC4E-83F7-FBE10697408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19" name="Group 44">
                <a:extLst>
                  <a:ext uri="{FF2B5EF4-FFF2-40B4-BE49-F238E27FC236}">
                    <a16:creationId xmlns:a16="http://schemas.microsoft.com/office/drawing/2014/main" id="{0F42679C-ED56-BC45-8C82-597609DBD4D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64202" y="2507397"/>
                <a:ext cx="341084" cy="419100"/>
                <a:chOff x="2949" y="2425"/>
                <a:chExt cx="218" cy="264"/>
              </a:xfrm>
            </p:grpSpPr>
            <p:sp>
              <p:nvSpPr>
                <p:cNvPr id="320" name="Rectangle 45">
                  <a:extLst>
                    <a:ext uri="{FF2B5EF4-FFF2-40B4-BE49-F238E27FC236}">
                      <a16:creationId xmlns:a16="http://schemas.microsoft.com/office/drawing/2014/main" id="{CF557465-1C6C-1245-9762-D6D2D9F891F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1" name="Text Box 46">
                  <a:extLst>
                    <a:ext uri="{FF2B5EF4-FFF2-40B4-BE49-F238E27FC236}">
                      <a16:creationId xmlns:a16="http://schemas.microsoft.com/office/drawing/2014/main" id="{CEEF1658-9381-E84D-81A0-1A501484FB8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9" y="2425"/>
                  <a:ext cx="218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c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sp>
        <p:nvSpPr>
          <p:cNvPr id="346" name="Right Arrow 345">
            <a:extLst>
              <a:ext uri="{FF2B5EF4-FFF2-40B4-BE49-F238E27FC236}">
                <a16:creationId xmlns:a16="http://schemas.microsoft.com/office/drawing/2014/main" id="{042BFE25-0F60-794A-B634-E33D42BAAD21}"/>
              </a:ext>
            </a:extLst>
          </p:cNvPr>
          <p:cNvSpPr/>
          <p:nvPr/>
        </p:nvSpPr>
        <p:spPr>
          <a:xfrm rot="10800000">
            <a:off x="5660017" y="5843033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47" name="Right Arrow 346">
            <a:extLst>
              <a:ext uri="{FF2B5EF4-FFF2-40B4-BE49-F238E27FC236}">
                <a16:creationId xmlns:a16="http://schemas.microsoft.com/office/drawing/2014/main" id="{E9AE3BA5-DCA8-5D4F-A6D6-75EF46834F58}"/>
              </a:ext>
            </a:extLst>
          </p:cNvPr>
          <p:cNvSpPr/>
          <p:nvPr/>
        </p:nvSpPr>
        <p:spPr>
          <a:xfrm>
            <a:off x="4897326" y="5847950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48" name="Right Arrow 347">
            <a:extLst>
              <a:ext uri="{FF2B5EF4-FFF2-40B4-BE49-F238E27FC236}">
                <a16:creationId xmlns:a16="http://schemas.microsoft.com/office/drawing/2014/main" id="{80E704B5-3D0B-2A41-AF24-0F438DFF3159}"/>
              </a:ext>
            </a:extLst>
          </p:cNvPr>
          <p:cNvSpPr/>
          <p:nvPr/>
        </p:nvSpPr>
        <p:spPr>
          <a:xfrm rot="10800000">
            <a:off x="5651998" y="3904611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49" name="Right Arrow 348">
            <a:extLst>
              <a:ext uri="{FF2B5EF4-FFF2-40B4-BE49-F238E27FC236}">
                <a16:creationId xmlns:a16="http://schemas.microsoft.com/office/drawing/2014/main" id="{D96C2F6A-C449-3E42-9B4A-5B9F8178C165}"/>
              </a:ext>
            </a:extLst>
          </p:cNvPr>
          <p:cNvSpPr/>
          <p:nvPr/>
        </p:nvSpPr>
        <p:spPr>
          <a:xfrm>
            <a:off x="4905348" y="3909528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50" name="Right Arrow 349">
            <a:extLst>
              <a:ext uri="{FF2B5EF4-FFF2-40B4-BE49-F238E27FC236}">
                <a16:creationId xmlns:a16="http://schemas.microsoft.com/office/drawing/2014/main" id="{39F8950B-5EB1-4B4E-A0EF-73943A219C7C}"/>
              </a:ext>
            </a:extLst>
          </p:cNvPr>
          <p:cNvSpPr/>
          <p:nvPr/>
        </p:nvSpPr>
        <p:spPr>
          <a:xfrm rot="10800000">
            <a:off x="5660020" y="1966189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51" name="Right Arrow 350">
            <a:extLst>
              <a:ext uri="{FF2B5EF4-FFF2-40B4-BE49-F238E27FC236}">
                <a16:creationId xmlns:a16="http://schemas.microsoft.com/office/drawing/2014/main" id="{DF406DB6-2900-7C44-9860-A0ADA23E2211}"/>
              </a:ext>
            </a:extLst>
          </p:cNvPr>
          <p:cNvSpPr/>
          <p:nvPr/>
        </p:nvSpPr>
        <p:spPr>
          <a:xfrm>
            <a:off x="4924064" y="1987147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52" name="Right Arrow 351">
            <a:extLst>
              <a:ext uri="{FF2B5EF4-FFF2-40B4-BE49-F238E27FC236}">
                <a16:creationId xmlns:a16="http://schemas.microsoft.com/office/drawing/2014/main" id="{EE34E15B-D663-B047-93CF-9B1CD724C0A5}"/>
              </a:ext>
            </a:extLst>
          </p:cNvPr>
          <p:cNvSpPr/>
          <p:nvPr/>
        </p:nvSpPr>
        <p:spPr>
          <a:xfrm rot="10800000">
            <a:off x="7582399" y="1968862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53" name="Right Arrow 352">
            <a:extLst>
              <a:ext uri="{FF2B5EF4-FFF2-40B4-BE49-F238E27FC236}">
                <a16:creationId xmlns:a16="http://schemas.microsoft.com/office/drawing/2014/main" id="{C5E35028-9133-1F45-82D3-DD70357904CF}"/>
              </a:ext>
            </a:extLst>
          </p:cNvPr>
          <p:cNvSpPr/>
          <p:nvPr/>
        </p:nvSpPr>
        <p:spPr>
          <a:xfrm>
            <a:off x="6819708" y="1973779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54" name="Right Arrow 353">
            <a:extLst>
              <a:ext uri="{FF2B5EF4-FFF2-40B4-BE49-F238E27FC236}">
                <a16:creationId xmlns:a16="http://schemas.microsoft.com/office/drawing/2014/main" id="{F9910D40-9F0B-7C47-BDEC-508FFA6BCFDB}"/>
              </a:ext>
            </a:extLst>
          </p:cNvPr>
          <p:cNvSpPr/>
          <p:nvPr/>
        </p:nvSpPr>
        <p:spPr>
          <a:xfrm rot="10800000">
            <a:off x="7595769" y="3907283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55" name="Right Arrow 354">
            <a:extLst>
              <a:ext uri="{FF2B5EF4-FFF2-40B4-BE49-F238E27FC236}">
                <a16:creationId xmlns:a16="http://schemas.microsoft.com/office/drawing/2014/main" id="{EBB9FB89-D51A-8145-8D43-15C959806E3C}"/>
              </a:ext>
            </a:extLst>
          </p:cNvPr>
          <p:cNvSpPr/>
          <p:nvPr/>
        </p:nvSpPr>
        <p:spPr>
          <a:xfrm>
            <a:off x="6833078" y="3912200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56" name="TextBox 355">
            <a:extLst>
              <a:ext uri="{FF2B5EF4-FFF2-40B4-BE49-F238E27FC236}">
                <a16:creationId xmlns:a16="http://schemas.microsoft.com/office/drawing/2014/main" id="{51404446-23C0-2D44-BCD1-6A216A38E9F1}"/>
              </a:ext>
            </a:extLst>
          </p:cNvPr>
          <p:cNvSpPr txBox="1"/>
          <p:nvPr/>
        </p:nvSpPr>
        <p:spPr>
          <a:xfrm flipH="1">
            <a:off x="435306" y="4375569"/>
            <a:ext cx="2195814" cy="10895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indent="-285750">
              <a:lnSpc>
                <a:spcPct val="90000"/>
              </a:lnSpc>
              <a:buClr>
                <a:srgbClr val="0000A8"/>
              </a:buClr>
              <a:buFont typeface="Wingdings" pitchFamily="2" charset="2"/>
              <a:buChar char="§"/>
            </a:pPr>
            <a:r>
              <a:rPr lang="en-US" dirty="0"/>
              <a:t>All nodes send their local distance vector to their neighbors</a:t>
            </a:r>
          </a:p>
        </p:txBody>
      </p:sp>
    </p:spTree>
    <p:extLst>
      <p:ext uri="{BB962C8B-B14F-4D97-AF65-F5344CB8AC3E}">
        <p14:creationId xmlns:p14="http://schemas.microsoft.com/office/powerpoint/2010/main" val="43018722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1000"/>
                                        <p:tgtEl>
                                          <p:spTgt spid="10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3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4" dur="500"/>
                                        <p:tgtEl>
                                          <p:spTgt spid="102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7" dur="500"/>
                                        <p:tgtEl>
                                          <p:spTgt spid="35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3" dur="500"/>
                                        <p:tgtEl>
                                          <p:spTgt spid="10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6" dur="500"/>
                                        <p:tgtEl>
                                          <p:spTgt spid="3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500"/>
                            </p:stCondLst>
                            <p:childTnLst>
                              <p:par>
                                <p:cTn id="28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0" dur="500"/>
                                        <p:tgtEl>
                                          <p:spTgt spid="3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3" dur="500"/>
                                        <p:tgtEl>
                                          <p:spTgt spid="2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6" dur="500"/>
                                        <p:tgtEl>
                                          <p:spTgt spid="3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1000"/>
                            </p:stCondLst>
                            <p:childTnLst>
                              <p:par>
                                <p:cTn id="38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0" dur="500"/>
                                        <p:tgtEl>
                                          <p:spTgt spid="3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1" fill="hold">
                            <p:stCondLst>
                              <p:cond delay="1500"/>
                            </p:stCondLst>
                            <p:childTnLst>
                              <p:par>
                                <p:cTn id="42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4" dur="500"/>
                                        <p:tgtEl>
                                          <p:spTgt spid="2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7" dur="500"/>
                                        <p:tgtEl>
                                          <p:spTgt spid="3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0" dur="500"/>
                                        <p:tgtEl>
                                          <p:spTgt spid="2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1" fill="hold">
                            <p:stCondLst>
                              <p:cond delay="2000"/>
                            </p:stCondLst>
                            <p:childTnLst>
                              <p:par>
                                <p:cTn id="52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54" dur="500"/>
                                        <p:tgtEl>
                                          <p:spTgt spid="3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7" dur="500"/>
                                        <p:tgtEl>
                                          <p:spTgt spid="2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0" dur="500"/>
                                        <p:tgtEl>
                                          <p:spTgt spid="3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3" dur="500"/>
                                        <p:tgtEl>
                                          <p:spTgt spid="2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2500"/>
                            </p:stCondLst>
                            <p:childTnLst>
                              <p:par>
                                <p:cTn id="65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67" dur="500"/>
                                        <p:tgtEl>
                                          <p:spTgt spid="3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0" dur="500"/>
                                        <p:tgtEl>
                                          <p:spTgt spid="2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3000"/>
                            </p:stCondLst>
                            <p:childTnLst>
                              <p:par>
                                <p:cTn id="72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4" dur="500"/>
                                        <p:tgtEl>
                                          <p:spTgt spid="2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5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7" dur="500"/>
                                        <p:tgtEl>
                                          <p:spTgt spid="3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8" fill="hold">
                            <p:stCondLst>
                              <p:cond delay="3500"/>
                            </p:stCondLst>
                            <p:childTnLst>
                              <p:par>
                                <p:cTn id="79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81" dur="500"/>
                                        <p:tgtEl>
                                          <p:spTgt spid="3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2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84" dur="500"/>
                                        <p:tgtEl>
                                          <p:spTgt spid="2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5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7" dur="500"/>
                                        <p:tgtEl>
                                          <p:spTgt spid="2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4000"/>
                            </p:stCondLst>
                            <p:childTnLst>
                              <p:par>
                                <p:cTn id="89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91" dur="500"/>
                                        <p:tgtEl>
                                          <p:spTgt spid="2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2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94" dur="500"/>
                                        <p:tgtEl>
                                          <p:spTgt spid="2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32" grpId="0" animBg="1"/>
      <p:bldP spid="267" grpId="0" animBg="1"/>
      <p:bldP spid="268" grpId="0" animBg="1"/>
      <p:bldP spid="269" grpId="0" animBg="1"/>
      <p:bldP spid="270" grpId="0" animBg="1"/>
      <p:bldP spid="271" grpId="0" animBg="1"/>
      <p:bldP spid="272" grpId="0" animBg="1"/>
      <p:bldP spid="273" grpId="0" animBg="1"/>
      <p:bldP spid="274" grpId="0" animBg="1"/>
      <p:bldP spid="275" grpId="0" animBg="1"/>
      <p:bldP spid="279" grpId="0" animBg="1"/>
      <p:bldP spid="280" grpId="0" animBg="1"/>
      <p:bldP spid="346" grpId="0" animBg="1"/>
      <p:bldP spid="347" grpId="0" animBg="1"/>
      <p:bldP spid="348" grpId="0" animBg="1"/>
      <p:bldP spid="349" grpId="0" animBg="1"/>
      <p:bldP spid="350" grpId="0" animBg="1"/>
      <p:bldP spid="351" grpId="0" animBg="1"/>
      <p:bldP spid="352" grpId="0" animBg="1"/>
      <p:bldP spid="353" grpId="0" animBg="1"/>
      <p:bldP spid="354" grpId="0" animBg="1"/>
      <p:bldP spid="355" grpId="0" animBg="1"/>
      <p:bldP spid="356" grpId="0"/>
    </p:bldLst>
  </p:timing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52B9189-7CDF-0741-9858-A79357149B7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6625" y="174028"/>
            <a:ext cx="10515600" cy="894622"/>
          </a:xfrm>
        </p:spPr>
        <p:txBody>
          <a:bodyPr/>
          <a:lstStyle/>
          <a:p>
            <a:r>
              <a:rPr lang="en-US" dirty="0">
                <a:solidFill>
                  <a:srgbClr val="0000A8"/>
                </a:solidFill>
              </a:rPr>
              <a:t>Distance vector example: iteration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98E05715-B0AC-CF47-B242-18018B71339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36</a:t>
            </a:fld>
            <a:endParaRPr lang="en-US" dirty="0"/>
          </a:p>
        </p:txBody>
      </p:sp>
      <p:sp>
        <p:nvSpPr>
          <p:cNvPr id="158" name="TextBox 157">
            <a:extLst>
              <a:ext uri="{FF2B5EF4-FFF2-40B4-BE49-F238E27FC236}">
                <a16:creationId xmlns:a16="http://schemas.microsoft.com/office/drawing/2014/main" id="{B5592DAF-A3B4-9F43-84E1-39575A7F870C}"/>
              </a:ext>
            </a:extLst>
          </p:cNvPr>
          <p:cNvSpPr txBox="1"/>
          <p:nvPr/>
        </p:nvSpPr>
        <p:spPr>
          <a:xfrm flipH="1">
            <a:off x="476445" y="3078991"/>
            <a:ext cx="2195814" cy="258532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90000"/>
              </a:lnSpc>
              <a:buClr>
                <a:srgbClr val="0000A8"/>
              </a:buClr>
            </a:pPr>
            <a:r>
              <a:rPr lang="en-US" dirty="0"/>
              <a:t>All nodes:</a:t>
            </a:r>
          </a:p>
          <a:p>
            <a:pPr marL="174625" indent="-174625">
              <a:lnSpc>
                <a:spcPct val="90000"/>
              </a:lnSpc>
              <a:buClr>
                <a:srgbClr val="0000A8"/>
              </a:buClr>
              <a:buFont typeface="Wingdings" pitchFamily="2" charset="2"/>
              <a:buChar char="§"/>
            </a:pPr>
            <a:r>
              <a:rPr lang="en-US" dirty="0"/>
              <a:t>receive distance vectors from neighbors</a:t>
            </a:r>
          </a:p>
          <a:p>
            <a:pPr marL="174625" indent="-174625">
              <a:lnSpc>
                <a:spcPct val="90000"/>
              </a:lnSpc>
              <a:buClr>
                <a:schemeClr val="bg1">
                  <a:lumMod val="75000"/>
                </a:schemeClr>
              </a:buClr>
              <a:buFont typeface="Wingdings" pitchFamily="2" charset="2"/>
              <a:buChar char="§"/>
            </a:pPr>
            <a:r>
              <a:rPr lang="en-US" dirty="0">
                <a:solidFill>
                  <a:schemeClr val="bg1">
                    <a:lumMod val="75000"/>
                  </a:schemeClr>
                </a:solidFill>
              </a:rPr>
              <a:t>compute their new local  distance vector</a:t>
            </a:r>
          </a:p>
          <a:p>
            <a:pPr marL="174625" indent="-174625">
              <a:lnSpc>
                <a:spcPct val="90000"/>
              </a:lnSpc>
              <a:buClr>
                <a:schemeClr val="bg1">
                  <a:lumMod val="75000"/>
                </a:schemeClr>
              </a:buClr>
              <a:buFont typeface="Wingdings" pitchFamily="2" charset="2"/>
              <a:buChar char="§"/>
            </a:pPr>
            <a:r>
              <a:rPr lang="en-US" dirty="0">
                <a:solidFill>
                  <a:schemeClr val="bg1">
                    <a:lumMod val="75000"/>
                  </a:schemeClr>
                </a:solidFill>
              </a:rPr>
              <a:t>send their new local distance vector to neighbors</a:t>
            </a:r>
          </a:p>
        </p:txBody>
      </p:sp>
      <p:grpSp>
        <p:nvGrpSpPr>
          <p:cNvPr id="159" name="Group 158">
            <a:extLst>
              <a:ext uri="{FF2B5EF4-FFF2-40B4-BE49-F238E27FC236}">
                <a16:creationId xmlns:a16="http://schemas.microsoft.com/office/drawing/2014/main" id="{51D9C22B-8B5F-5C4F-B836-7B225BEBAA34}"/>
              </a:ext>
            </a:extLst>
          </p:cNvPr>
          <p:cNvGrpSpPr/>
          <p:nvPr/>
        </p:nvGrpSpPr>
        <p:grpSpPr>
          <a:xfrm>
            <a:off x="584365" y="1859143"/>
            <a:ext cx="736099" cy="1229581"/>
            <a:chOff x="10030307" y="3444875"/>
            <a:chExt cx="736099" cy="1229581"/>
          </a:xfrm>
        </p:grpSpPr>
        <p:sp>
          <p:nvSpPr>
            <p:cNvPr id="160" name="TextBox 159">
              <a:extLst>
                <a:ext uri="{FF2B5EF4-FFF2-40B4-BE49-F238E27FC236}">
                  <a16:creationId xmlns:a16="http://schemas.microsoft.com/office/drawing/2014/main" id="{8B6727C7-2D65-214B-AC24-3FD638275EC1}"/>
                </a:ext>
              </a:extLst>
            </p:cNvPr>
            <p:cNvSpPr txBox="1"/>
            <p:nvPr/>
          </p:nvSpPr>
          <p:spPr>
            <a:xfrm>
              <a:off x="10030307" y="4089681"/>
              <a:ext cx="736099" cy="58477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3200" dirty="0"/>
                <a:t>t=1</a:t>
              </a:r>
            </a:p>
          </p:txBody>
        </p:sp>
        <p:grpSp>
          <p:nvGrpSpPr>
            <p:cNvPr id="161" name="Group 160">
              <a:extLst>
                <a:ext uri="{FF2B5EF4-FFF2-40B4-BE49-F238E27FC236}">
                  <a16:creationId xmlns:a16="http://schemas.microsoft.com/office/drawing/2014/main" id="{7CD0CB56-7686-194E-9336-87E7A7D97331}"/>
                </a:ext>
              </a:extLst>
            </p:cNvPr>
            <p:cNvGrpSpPr/>
            <p:nvPr/>
          </p:nvGrpSpPr>
          <p:grpSpPr>
            <a:xfrm>
              <a:off x="10034588" y="3444875"/>
              <a:ext cx="682627" cy="682625"/>
              <a:chOff x="10034588" y="3444875"/>
              <a:chExt cx="682627" cy="682625"/>
            </a:xfrm>
          </p:grpSpPr>
          <p:sp>
            <p:nvSpPr>
              <p:cNvPr id="162" name="Oval 161">
                <a:extLst>
                  <a:ext uri="{FF2B5EF4-FFF2-40B4-BE49-F238E27FC236}">
                    <a16:creationId xmlns:a16="http://schemas.microsoft.com/office/drawing/2014/main" id="{C4B2CF33-A55A-7045-88D1-AF4148705A10}"/>
                  </a:ext>
                </a:extLst>
              </p:cNvPr>
              <p:cNvSpPr/>
              <p:nvPr/>
            </p:nvSpPr>
            <p:spPr>
              <a:xfrm>
                <a:off x="10039551" y="3449256"/>
                <a:ext cx="671332" cy="671332"/>
              </a:xfrm>
              <a:prstGeom prst="ellipse">
                <a:avLst/>
              </a:prstGeom>
              <a:noFill/>
              <a:ln w="3492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cxnSp>
            <p:nvCxnSpPr>
              <p:cNvPr id="163" name="Straight Connector 162">
                <a:extLst>
                  <a:ext uri="{FF2B5EF4-FFF2-40B4-BE49-F238E27FC236}">
                    <a16:creationId xmlns:a16="http://schemas.microsoft.com/office/drawing/2014/main" id="{71D12050-6F8E-D441-9EB3-D43C862E2FF7}"/>
                  </a:ext>
                </a:extLst>
              </p:cNvPr>
              <p:cNvCxnSpPr/>
              <p:nvPr/>
            </p:nvCxnSpPr>
            <p:spPr>
              <a:xfrm>
                <a:off x="10372725" y="344487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4" name="Straight Connector 163">
                <a:extLst>
                  <a:ext uri="{FF2B5EF4-FFF2-40B4-BE49-F238E27FC236}">
                    <a16:creationId xmlns:a16="http://schemas.microsoft.com/office/drawing/2014/main" id="{9039BE19-8C89-2249-9429-12D66FAF87EA}"/>
                  </a:ext>
                </a:extLst>
              </p:cNvPr>
              <p:cNvCxnSpPr/>
              <p:nvPr/>
            </p:nvCxnSpPr>
            <p:spPr>
              <a:xfrm>
                <a:off x="10372725" y="406717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5" name="Straight Connector 164">
                <a:extLst>
                  <a:ext uri="{FF2B5EF4-FFF2-40B4-BE49-F238E27FC236}">
                    <a16:creationId xmlns:a16="http://schemas.microsoft.com/office/drawing/2014/main" id="{E88497C8-6A73-4341-AC9C-EB6512208F74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>
                <a:off x="10064751" y="375602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6" name="Straight Connector 165">
                <a:extLst>
                  <a:ext uri="{FF2B5EF4-FFF2-40B4-BE49-F238E27FC236}">
                    <a16:creationId xmlns:a16="http://schemas.microsoft.com/office/drawing/2014/main" id="{9E4797E5-1D6F-BE4B-A4F2-9F8C5FC9970D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>
                <a:off x="10687053" y="375602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7" name="Straight Connector 166">
                <a:extLst>
                  <a:ext uri="{FF2B5EF4-FFF2-40B4-BE49-F238E27FC236}">
                    <a16:creationId xmlns:a16="http://schemas.microsoft.com/office/drawing/2014/main" id="{A5E708AC-BFD0-124E-B7DC-30966CA8590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523542" y="4037013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8" name="Straight Connector 167">
                <a:extLst>
                  <a:ext uri="{FF2B5EF4-FFF2-40B4-BE49-F238E27FC236}">
                    <a16:creationId xmlns:a16="http://schemas.microsoft.com/office/drawing/2014/main" id="{6DFE5143-74BA-6D49-9376-30F7E9D0995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202867" y="3490913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9" name="Straight Connector 168">
                <a:extLst>
                  <a:ext uri="{FF2B5EF4-FFF2-40B4-BE49-F238E27FC236}">
                    <a16:creationId xmlns:a16="http://schemas.microsoft.com/office/drawing/2014/main" id="{6B211398-DB9E-FC45-8FDC-6F0E1B1A67F5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196517" y="4033838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0" name="Straight Connector 169">
                <a:extLst>
                  <a:ext uri="{FF2B5EF4-FFF2-40B4-BE49-F238E27FC236}">
                    <a16:creationId xmlns:a16="http://schemas.microsoft.com/office/drawing/2014/main" id="{BF9AF430-A741-DC49-89C7-CC090ABEF1B3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517192" y="3487738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1" name="Straight Connector 170">
                <a:extLst>
                  <a:ext uri="{FF2B5EF4-FFF2-40B4-BE49-F238E27FC236}">
                    <a16:creationId xmlns:a16="http://schemas.microsoft.com/office/drawing/2014/main" id="{EE082992-203D-C64B-9E89-DB664E573851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631493" y="3611565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2" name="Straight Connector 171">
                <a:extLst>
                  <a:ext uri="{FF2B5EF4-FFF2-40B4-BE49-F238E27FC236}">
                    <a16:creationId xmlns:a16="http://schemas.microsoft.com/office/drawing/2014/main" id="{03B2445A-DC24-3247-8057-F3854B08E81A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085393" y="3929065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3" name="Straight Connector 172">
                <a:extLst>
                  <a:ext uri="{FF2B5EF4-FFF2-40B4-BE49-F238E27FC236}">
                    <a16:creationId xmlns:a16="http://schemas.microsoft.com/office/drawing/2014/main" id="{DFE122BB-AC85-9446-ACDF-58E64316BE8D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10094918" y="3614740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4" name="Straight Connector 173">
                <a:extLst>
                  <a:ext uri="{FF2B5EF4-FFF2-40B4-BE49-F238E27FC236}">
                    <a16:creationId xmlns:a16="http://schemas.microsoft.com/office/drawing/2014/main" id="{B8F11881-407E-8D46-A809-9BB9CFD37039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10631493" y="3932240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5" name="Oval 174">
                <a:extLst>
                  <a:ext uri="{FF2B5EF4-FFF2-40B4-BE49-F238E27FC236}">
                    <a16:creationId xmlns:a16="http://schemas.microsoft.com/office/drawing/2014/main" id="{4FEE74AE-C9E3-9243-8316-465947D1AAB3}"/>
                  </a:ext>
                </a:extLst>
              </p:cNvPr>
              <p:cNvSpPr/>
              <p:nvPr/>
            </p:nvSpPr>
            <p:spPr>
              <a:xfrm>
                <a:off x="10331450" y="3743325"/>
                <a:ext cx="82550" cy="87136"/>
              </a:xfrm>
              <a:prstGeom prst="ellipse">
                <a:avLst/>
              </a:prstGeom>
              <a:solidFill>
                <a:srgbClr val="C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cxnSp>
            <p:nvCxnSpPr>
              <p:cNvPr id="176" name="Straight Connector 175">
                <a:extLst>
                  <a:ext uri="{FF2B5EF4-FFF2-40B4-BE49-F238E27FC236}">
                    <a16:creationId xmlns:a16="http://schemas.microsoft.com/office/drawing/2014/main" id="{4DC6920A-A583-934A-B8F7-D01CB5A4F755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361752" y="3564494"/>
                <a:ext cx="137579" cy="231764"/>
              </a:xfrm>
              <a:prstGeom prst="line">
                <a:avLst/>
              </a:prstGeom>
              <a:ln w="25400" cap="flat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cxnSp>
        <p:nvCxnSpPr>
          <p:cNvPr id="178" name="Straight Connector 177">
            <a:extLst>
              <a:ext uri="{FF2B5EF4-FFF2-40B4-BE49-F238E27FC236}">
                <a16:creationId xmlns:a16="http://schemas.microsoft.com/office/drawing/2014/main" id="{AB5E9CBF-AF97-5D48-B9CB-2EC5C2C526F5}"/>
              </a:ext>
            </a:extLst>
          </p:cNvPr>
          <p:cNvCxnSpPr>
            <a:cxnSpLocks/>
            <a:stCxn id="180" idx="2"/>
            <a:endCxn id="180" idx="0"/>
          </p:cNvCxnSpPr>
          <p:nvPr/>
        </p:nvCxnSpPr>
        <p:spPr>
          <a:xfrm flipV="1">
            <a:off x="6530326" y="2129120"/>
            <a:ext cx="0" cy="3863111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9" name="Straight Connector 178">
            <a:extLst>
              <a:ext uri="{FF2B5EF4-FFF2-40B4-BE49-F238E27FC236}">
                <a16:creationId xmlns:a16="http://schemas.microsoft.com/office/drawing/2014/main" id="{D7EFE419-3569-2941-B21B-FEE938B00519}"/>
              </a:ext>
            </a:extLst>
          </p:cNvPr>
          <p:cNvCxnSpPr>
            <a:cxnSpLocks/>
            <a:stCxn id="180" idx="1"/>
            <a:endCxn id="180" idx="3"/>
          </p:cNvCxnSpPr>
          <p:nvPr/>
        </p:nvCxnSpPr>
        <p:spPr>
          <a:xfrm>
            <a:off x="4598770" y="4060675"/>
            <a:ext cx="3863111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0" name="Rectangle 179">
            <a:extLst>
              <a:ext uri="{FF2B5EF4-FFF2-40B4-BE49-F238E27FC236}">
                <a16:creationId xmlns:a16="http://schemas.microsoft.com/office/drawing/2014/main" id="{4E468BF4-771A-9F4F-B78A-F622D4132D71}"/>
              </a:ext>
            </a:extLst>
          </p:cNvPr>
          <p:cNvSpPr/>
          <p:nvPr/>
        </p:nvSpPr>
        <p:spPr>
          <a:xfrm>
            <a:off x="4598770" y="2129120"/>
            <a:ext cx="3863111" cy="3863111"/>
          </a:xfrm>
          <a:prstGeom prst="rect">
            <a:avLst/>
          </a:prstGeom>
          <a:noFill/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dirty="0"/>
          </a:p>
        </p:txBody>
      </p:sp>
      <p:sp>
        <p:nvSpPr>
          <p:cNvPr id="181" name="Rectangle 180">
            <a:extLst>
              <a:ext uri="{FF2B5EF4-FFF2-40B4-BE49-F238E27FC236}">
                <a16:creationId xmlns:a16="http://schemas.microsoft.com/office/drawing/2014/main" id="{CE684AEF-59A3-F546-87AC-81E722615FE7}"/>
              </a:ext>
            </a:extLst>
          </p:cNvPr>
          <p:cNvSpPr/>
          <p:nvPr/>
        </p:nvSpPr>
        <p:spPr>
          <a:xfrm>
            <a:off x="8380337" y="2200470"/>
            <a:ext cx="132508" cy="1855109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dirty="0"/>
          </a:p>
        </p:txBody>
      </p:sp>
      <p:grpSp>
        <p:nvGrpSpPr>
          <p:cNvPr id="182" name="Group 181">
            <a:extLst>
              <a:ext uri="{FF2B5EF4-FFF2-40B4-BE49-F238E27FC236}">
                <a16:creationId xmlns:a16="http://schemas.microsoft.com/office/drawing/2014/main" id="{90024695-3FDD-964E-B152-496C22A4D46B}"/>
              </a:ext>
            </a:extLst>
          </p:cNvPr>
          <p:cNvGrpSpPr/>
          <p:nvPr/>
        </p:nvGrpSpPr>
        <p:grpSpPr>
          <a:xfrm>
            <a:off x="4333785" y="5772213"/>
            <a:ext cx="4395351" cy="404576"/>
            <a:chOff x="4333785" y="5772213"/>
            <a:chExt cx="4395351" cy="404576"/>
          </a:xfrm>
        </p:grpSpPr>
        <p:grpSp>
          <p:nvGrpSpPr>
            <p:cNvPr id="183" name="Group 182">
              <a:extLst>
                <a:ext uri="{FF2B5EF4-FFF2-40B4-BE49-F238E27FC236}">
                  <a16:creationId xmlns:a16="http://schemas.microsoft.com/office/drawing/2014/main" id="{6C8EE3F3-AE25-054F-9105-9B7FA34FFD32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265" name="Group 264">
                <a:extLst>
                  <a:ext uri="{FF2B5EF4-FFF2-40B4-BE49-F238E27FC236}">
                    <a16:creationId xmlns:a16="http://schemas.microsoft.com/office/drawing/2014/main" id="{5D6CC66D-1EF8-A444-9970-9D45735DBF98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78" name="Oval 5">
                  <a:extLst>
                    <a:ext uri="{FF2B5EF4-FFF2-40B4-BE49-F238E27FC236}">
                      <a16:creationId xmlns:a16="http://schemas.microsoft.com/office/drawing/2014/main" id="{19EC7CC2-5F3C-F044-855B-3528C76254F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81" name="Line 6">
                  <a:extLst>
                    <a:ext uri="{FF2B5EF4-FFF2-40B4-BE49-F238E27FC236}">
                      <a16:creationId xmlns:a16="http://schemas.microsoft.com/office/drawing/2014/main" id="{6779C44F-E1F7-DF44-9610-B2A0F6F2797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82" name="Line 7">
                  <a:extLst>
                    <a:ext uri="{FF2B5EF4-FFF2-40B4-BE49-F238E27FC236}">
                      <a16:creationId xmlns:a16="http://schemas.microsoft.com/office/drawing/2014/main" id="{D14FB091-AFB7-A944-A8E6-CDE6BB062C5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5" name="Rectangle 8">
                  <a:extLst>
                    <a:ext uri="{FF2B5EF4-FFF2-40B4-BE49-F238E27FC236}">
                      <a16:creationId xmlns:a16="http://schemas.microsoft.com/office/drawing/2014/main" id="{3C11373B-941E-A341-8B50-3B1BAB28832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57" name="Oval 9">
                  <a:extLst>
                    <a:ext uri="{FF2B5EF4-FFF2-40B4-BE49-F238E27FC236}">
                      <a16:creationId xmlns:a16="http://schemas.microsoft.com/office/drawing/2014/main" id="{59F44B8F-8F72-CD4B-B450-03B98435A4D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66" name="Group 44">
                <a:extLst>
                  <a:ext uri="{FF2B5EF4-FFF2-40B4-BE49-F238E27FC236}">
                    <a16:creationId xmlns:a16="http://schemas.microsoft.com/office/drawing/2014/main" id="{C69DC42A-1FAB-8243-B34F-E94F334C76B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276" name="Rectangle 45">
                  <a:extLst>
                    <a:ext uri="{FF2B5EF4-FFF2-40B4-BE49-F238E27FC236}">
                      <a16:creationId xmlns:a16="http://schemas.microsoft.com/office/drawing/2014/main" id="{70E25FC2-8CD7-BD46-8EEF-1398E7F97E7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77" name="Text Box 46">
                  <a:extLst>
                    <a:ext uri="{FF2B5EF4-FFF2-40B4-BE49-F238E27FC236}">
                      <a16:creationId xmlns:a16="http://schemas.microsoft.com/office/drawing/2014/main" id="{F9BD9777-D95A-EA46-92E1-12A0C4095B9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g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214" name="Group 213">
              <a:extLst>
                <a:ext uri="{FF2B5EF4-FFF2-40B4-BE49-F238E27FC236}">
                  <a16:creationId xmlns:a16="http://schemas.microsoft.com/office/drawing/2014/main" id="{1916AC98-2221-2E46-9C20-FABA3737D42E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251" name="Group 250">
                <a:extLst>
                  <a:ext uri="{FF2B5EF4-FFF2-40B4-BE49-F238E27FC236}">
                    <a16:creationId xmlns:a16="http://schemas.microsoft.com/office/drawing/2014/main" id="{276E517F-B609-7C4D-AF44-D726D3196676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59" name="Oval 5">
                  <a:extLst>
                    <a:ext uri="{FF2B5EF4-FFF2-40B4-BE49-F238E27FC236}">
                      <a16:creationId xmlns:a16="http://schemas.microsoft.com/office/drawing/2014/main" id="{DB42A8EC-C196-C840-A504-2428E394768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61" name="Line 6">
                  <a:extLst>
                    <a:ext uri="{FF2B5EF4-FFF2-40B4-BE49-F238E27FC236}">
                      <a16:creationId xmlns:a16="http://schemas.microsoft.com/office/drawing/2014/main" id="{3F365F5A-D6EA-D742-8402-8A4394B313B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62" name="Line 7">
                  <a:extLst>
                    <a:ext uri="{FF2B5EF4-FFF2-40B4-BE49-F238E27FC236}">
                      <a16:creationId xmlns:a16="http://schemas.microsoft.com/office/drawing/2014/main" id="{9177141B-66C5-2C42-A137-216B8B13C8B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63" name="Rectangle 8">
                  <a:extLst>
                    <a:ext uri="{FF2B5EF4-FFF2-40B4-BE49-F238E27FC236}">
                      <a16:creationId xmlns:a16="http://schemas.microsoft.com/office/drawing/2014/main" id="{AE62DE18-0008-9444-9562-C4F5BAA6887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64" name="Oval 9">
                  <a:extLst>
                    <a:ext uri="{FF2B5EF4-FFF2-40B4-BE49-F238E27FC236}">
                      <a16:creationId xmlns:a16="http://schemas.microsoft.com/office/drawing/2014/main" id="{152F8C8A-0D1A-8B45-807C-D91E5356788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56" name="Group 44">
                <a:extLst>
                  <a:ext uri="{FF2B5EF4-FFF2-40B4-BE49-F238E27FC236}">
                    <a16:creationId xmlns:a16="http://schemas.microsoft.com/office/drawing/2014/main" id="{B39FA0FD-C7BF-0944-A9C2-76560B3C571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257" name="Rectangle 45">
                  <a:extLst>
                    <a:ext uri="{FF2B5EF4-FFF2-40B4-BE49-F238E27FC236}">
                      <a16:creationId xmlns:a16="http://schemas.microsoft.com/office/drawing/2014/main" id="{EC0865B6-5078-B846-B9A1-B22AF242AEC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58" name="Text Box 46">
                  <a:extLst>
                    <a:ext uri="{FF2B5EF4-FFF2-40B4-BE49-F238E27FC236}">
                      <a16:creationId xmlns:a16="http://schemas.microsoft.com/office/drawing/2014/main" id="{31AE0430-51CF-024F-9407-1E001488D4F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h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220" name="Group 219">
              <a:extLst>
                <a:ext uri="{FF2B5EF4-FFF2-40B4-BE49-F238E27FC236}">
                  <a16:creationId xmlns:a16="http://schemas.microsoft.com/office/drawing/2014/main" id="{117B399C-7375-8C45-B153-5E0DDE79A730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229" name="Group 228">
                <a:extLst>
                  <a:ext uri="{FF2B5EF4-FFF2-40B4-BE49-F238E27FC236}">
                    <a16:creationId xmlns:a16="http://schemas.microsoft.com/office/drawing/2014/main" id="{4F9AB240-E175-A144-B6B9-2DEE10D553A2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38" name="Oval 5">
                  <a:extLst>
                    <a:ext uri="{FF2B5EF4-FFF2-40B4-BE49-F238E27FC236}">
                      <a16:creationId xmlns:a16="http://schemas.microsoft.com/office/drawing/2014/main" id="{3D7BCFC3-725F-A347-AF8E-208167808DC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43" name="Line 6">
                  <a:extLst>
                    <a:ext uri="{FF2B5EF4-FFF2-40B4-BE49-F238E27FC236}">
                      <a16:creationId xmlns:a16="http://schemas.microsoft.com/office/drawing/2014/main" id="{A8673090-13F7-EA46-8F52-E998712551F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44" name="Line 7">
                  <a:extLst>
                    <a:ext uri="{FF2B5EF4-FFF2-40B4-BE49-F238E27FC236}">
                      <a16:creationId xmlns:a16="http://schemas.microsoft.com/office/drawing/2014/main" id="{CA6A678E-A8F1-4341-B140-0132895B819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45" name="Rectangle 8">
                  <a:extLst>
                    <a:ext uri="{FF2B5EF4-FFF2-40B4-BE49-F238E27FC236}">
                      <a16:creationId xmlns:a16="http://schemas.microsoft.com/office/drawing/2014/main" id="{CB19ADB2-AFF7-0341-97AC-822A6436561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46" name="Oval 9">
                  <a:extLst>
                    <a:ext uri="{FF2B5EF4-FFF2-40B4-BE49-F238E27FC236}">
                      <a16:creationId xmlns:a16="http://schemas.microsoft.com/office/drawing/2014/main" id="{129E19EF-F5CE-AE49-A59D-F98EA32F73F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31" name="Group 44">
                <a:extLst>
                  <a:ext uri="{FF2B5EF4-FFF2-40B4-BE49-F238E27FC236}">
                    <a16:creationId xmlns:a16="http://schemas.microsoft.com/office/drawing/2014/main" id="{33BC9284-082A-C547-80A2-CE5B3318394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500196" y="2507397"/>
                <a:ext cx="267548" cy="419100"/>
                <a:chOff x="2972" y="2425"/>
                <a:chExt cx="171" cy="264"/>
              </a:xfrm>
            </p:grpSpPr>
            <p:sp>
              <p:nvSpPr>
                <p:cNvPr id="236" name="Rectangle 45">
                  <a:extLst>
                    <a:ext uri="{FF2B5EF4-FFF2-40B4-BE49-F238E27FC236}">
                      <a16:creationId xmlns:a16="http://schemas.microsoft.com/office/drawing/2014/main" id="{4193C60B-BF7A-AF45-81F6-7D7BE48E1BA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37" name="Text Box 46">
                  <a:extLst>
                    <a:ext uri="{FF2B5EF4-FFF2-40B4-BE49-F238E27FC236}">
                      <a16:creationId xmlns:a16="http://schemas.microsoft.com/office/drawing/2014/main" id="{5F25081C-318C-894D-91F5-40D4DDBE2A94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72" y="2425"/>
                  <a:ext cx="171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i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sp>
        <p:nvSpPr>
          <p:cNvPr id="358" name="TextBox 357">
            <a:extLst>
              <a:ext uri="{FF2B5EF4-FFF2-40B4-BE49-F238E27FC236}">
                <a16:creationId xmlns:a16="http://schemas.microsoft.com/office/drawing/2014/main" id="{39063DBA-AA21-B940-821D-0DA362ACBFD2}"/>
              </a:ext>
            </a:extLst>
          </p:cNvPr>
          <p:cNvSpPr txBox="1"/>
          <p:nvPr/>
        </p:nvSpPr>
        <p:spPr>
          <a:xfrm>
            <a:off x="4305782" y="2870522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359" name="TextBox 358">
            <a:extLst>
              <a:ext uri="{FF2B5EF4-FFF2-40B4-BE49-F238E27FC236}">
                <a16:creationId xmlns:a16="http://schemas.microsoft.com/office/drawing/2014/main" id="{B6173759-393F-EF41-BF23-9FF3A6808F43}"/>
              </a:ext>
            </a:extLst>
          </p:cNvPr>
          <p:cNvSpPr txBox="1"/>
          <p:nvPr/>
        </p:nvSpPr>
        <p:spPr>
          <a:xfrm>
            <a:off x="6217534" y="2860877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360" name="TextBox 359">
            <a:extLst>
              <a:ext uri="{FF2B5EF4-FFF2-40B4-BE49-F238E27FC236}">
                <a16:creationId xmlns:a16="http://schemas.microsoft.com/office/drawing/2014/main" id="{A2333B97-3D20-6A48-A225-3ECD3BF3BDCC}"/>
              </a:ext>
            </a:extLst>
          </p:cNvPr>
          <p:cNvSpPr txBox="1"/>
          <p:nvPr/>
        </p:nvSpPr>
        <p:spPr>
          <a:xfrm>
            <a:off x="4296138" y="4886446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361" name="TextBox 360">
            <a:extLst>
              <a:ext uri="{FF2B5EF4-FFF2-40B4-BE49-F238E27FC236}">
                <a16:creationId xmlns:a16="http://schemas.microsoft.com/office/drawing/2014/main" id="{FDA085E2-BBF4-1640-BBF7-8F6C365AFCD6}"/>
              </a:ext>
            </a:extLst>
          </p:cNvPr>
          <p:cNvSpPr txBox="1"/>
          <p:nvPr/>
        </p:nvSpPr>
        <p:spPr>
          <a:xfrm>
            <a:off x="6231040" y="4888376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362" name="TextBox 361">
            <a:extLst>
              <a:ext uri="{FF2B5EF4-FFF2-40B4-BE49-F238E27FC236}">
                <a16:creationId xmlns:a16="http://schemas.microsoft.com/office/drawing/2014/main" id="{703C7E13-37F5-E945-B01D-1D28211C2728}"/>
              </a:ext>
            </a:extLst>
          </p:cNvPr>
          <p:cNvSpPr txBox="1"/>
          <p:nvPr/>
        </p:nvSpPr>
        <p:spPr>
          <a:xfrm>
            <a:off x="8154365" y="4890306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363" name="TextBox 362">
            <a:extLst>
              <a:ext uri="{FF2B5EF4-FFF2-40B4-BE49-F238E27FC236}">
                <a16:creationId xmlns:a16="http://schemas.microsoft.com/office/drawing/2014/main" id="{0ABBA765-6FBF-C847-827C-2F752F3AAE10}"/>
              </a:ext>
            </a:extLst>
          </p:cNvPr>
          <p:cNvSpPr txBox="1"/>
          <p:nvPr/>
        </p:nvSpPr>
        <p:spPr>
          <a:xfrm>
            <a:off x="5442030" y="4029920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364" name="TextBox 363">
            <a:extLst>
              <a:ext uri="{FF2B5EF4-FFF2-40B4-BE49-F238E27FC236}">
                <a16:creationId xmlns:a16="http://schemas.microsoft.com/office/drawing/2014/main" id="{EBDE6AFC-30C3-2441-8BF5-2620B9D87DE9}"/>
              </a:ext>
            </a:extLst>
          </p:cNvPr>
          <p:cNvSpPr txBox="1"/>
          <p:nvPr/>
        </p:nvSpPr>
        <p:spPr>
          <a:xfrm>
            <a:off x="7353782" y="4020275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365" name="TextBox 364">
            <a:extLst>
              <a:ext uri="{FF2B5EF4-FFF2-40B4-BE49-F238E27FC236}">
                <a16:creationId xmlns:a16="http://schemas.microsoft.com/office/drawing/2014/main" id="{CDA0FD3D-74E3-A34A-B988-BFD2BFA0DE3D}"/>
              </a:ext>
            </a:extLst>
          </p:cNvPr>
          <p:cNvSpPr txBox="1"/>
          <p:nvPr/>
        </p:nvSpPr>
        <p:spPr>
          <a:xfrm>
            <a:off x="5443958" y="5953247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366" name="TextBox 365">
            <a:extLst>
              <a:ext uri="{FF2B5EF4-FFF2-40B4-BE49-F238E27FC236}">
                <a16:creationId xmlns:a16="http://schemas.microsoft.com/office/drawing/2014/main" id="{43EDD2E3-77B9-4648-A935-D42AA319AD53}"/>
              </a:ext>
            </a:extLst>
          </p:cNvPr>
          <p:cNvSpPr txBox="1"/>
          <p:nvPr/>
        </p:nvSpPr>
        <p:spPr>
          <a:xfrm>
            <a:off x="7355710" y="5943602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367" name="TextBox 366">
            <a:extLst>
              <a:ext uri="{FF2B5EF4-FFF2-40B4-BE49-F238E27FC236}">
                <a16:creationId xmlns:a16="http://schemas.microsoft.com/office/drawing/2014/main" id="{CDBF86C5-B9CE-4442-83BB-63B8F31E7B05}"/>
              </a:ext>
            </a:extLst>
          </p:cNvPr>
          <p:cNvSpPr txBox="1"/>
          <p:nvPr/>
        </p:nvSpPr>
        <p:spPr>
          <a:xfrm>
            <a:off x="5445886" y="2123956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8</a:t>
            </a:r>
          </a:p>
        </p:txBody>
      </p:sp>
      <p:sp>
        <p:nvSpPr>
          <p:cNvPr id="368" name="TextBox 367">
            <a:extLst>
              <a:ext uri="{FF2B5EF4-FFF2-40B4-BE49-F238E27FC236}">
                <a16:creationId xmlns:a16="http://schemas.microsoft.com/office/drawing/2014/main" id="{A7F4D230-4375-284D-93AF-56B3816424D0}"/>
              </a:ext>
            </a:extLst>
          </p:cNvPr>
          <p:cNvSpPr txBox="1"/>
          <p:nvPr/>
        </p:nvSpPr>
        <p:spPr>
          <a:xfrm>
            <a:off x="7357638" y="2114311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369" name="Right Arrow 368">
            <a:extLst>
              <a:ext uri="{FF2B5EF4-FFF2-40B4-BE49-F238E27FC236}">
                <a16:creationId xmlns:a16="http://schemas.microsoft.com/office/drawing/2014/main" id="{BA6E4B87-B0D2-584A-8275-944F9B27A998}"/>
              </a:ext>
            </a:extLst>
          </p:cNvPr>
          <p:cNvSpPr/>
          <p:nvPr/>
        </p:nvSpPr>
        <p:spPr>
          <a:xfrm rot="16200000" flipV="1">
            <a:off x="4399933" y="2561304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70" name="Right Arrow 369">
            <a:extLst>
              <a:ext uri="{FF2B5EF4-FFF2-40B4-BE49-F238E27FC236}">
                <a16:creationId xmlns:a16="http://schemas.microsoft.com/office/drawing/2014/main" id="{25938079-A318-4141-A85D-C146526D6BA5}"/>
              </a:ext>
            </a:extLst>
          </p:cNvPr>
          <p:cNvSpPr/>
          <p:nvPr/>
        </p:nvSpPr>
        <p:spPr>
          <a:xfrm rot="5400000" flipV="1">
            <a:off x="4395017" y="3470788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71" name="Right Arrow 370">
            <a:extLst>
              <a:ext uri="{FF2B5EF4-FFF2-40B4-BE49-F238E27FC236}">
                <a16:creationId xmlns:a16="http://schemas.microsoft.com/office/drawing/2014/main" id="{92A84268-7A7F-1141-806B-F9720C1E86BA}"/>
              </a:ext>
            </a:extLst>
          </p:cNvPr>
          <p:cNvSpPr/>
          <p:nvPr/>
        </p:nvSpPr>
        <p:spPr>
          <a:xfrm rot="16200000" flipV="1">
            <a:off x="6302474" y="2546557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72" name="Right Arrow 371">
            <a:extLst>
              <a:ext uri="{FF2B5EF4-FFF2-40B4-BE49-F238E27FC236}">
                <a16:creationId xmlns:a16="http://schemas.microsoft.com/office/drawing/2014/main" id="{5DCF7BEA-490D-7745-BC10-20C900207F60}"/>
              </a:ext>
            </a:extLst>
          </p:cNvPr>
          <p:cNvSpPr/>
          <p:nvPr/>
        </p:nvSpPr>
        <p:spPr>
          <a:xfrm rot="5400000" flipV="1">
            <a:off x="6297558" y="3456041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73" name="Right Arrow 372">
            <a:extLst>
              <a:ext uri="{FF2B5EF4-FFF2-40B4-BE49-F238E27FC236}">
                <a16:creationId xmlns:a16="http://schemas.microsoft.com/office/drawing/2014/main" id="{093DBBC2-F1D6-0B4E-A923-77744DD15C01}"/>
              </a:ext>
            </a:extLst>
          </p:cNvPr>
          <p:cNvSpPr/>
          <p:nvPr/>
        </p:nvSpPr>
        <p:spPr>
          <a:xfrm rot="16200000" flipV="1">
            <a:off x="4370435" y="4458934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74" name="Right Arrow 373">
            <a:extLst>
              <a:ext uri="{FF2B5EF4-FFF2-40B4-BE49-F238E27FC236}">
                <a16:creationId xmlns:a16="http://schemas.microsoft.com/office/drawing/2014/main" id="{0F571382-3562-BB46-B385-29691871F5CE}"/>
              </a:ext>
            </a:extLst>
          </p:cNvPr>
          <p:cNvSpPr/>
          <p:nvPr/>
        </p:nvSpPr>
        <p:spPr>
          <a:xfrm rot="5400000" flipV="1">
            <a:off x="4365519" y="5368418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75" name="Right Arrow 374">
            <a:extLst>
              <a:ext uri="{FF2B5EF4-FFF2-40B4-BE49-F238E27FC236}">
                <a16:creationId xmlns:a16="http://schemas.microsoft.com/office/drawing/2014/main" id="{876E6BAE-D896-7444-8D9A-FECC0D13BE6B}"/>
              </a:ext>
            </a:extLst>
          </p:cNvPr>
          <p:cNvSpPr/>
          <p:nvPr/>
        </p:nvSpPr>
        <p:spPr>
          <a:xfrm rot="16200000" flipV="1">
            <a:off x="6312308" y="4454022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76" name="Right Arrow 375">
            <a:extLst>
              <a:ext uri="{FF2B5EF4-FFF2-40B4-BE49-F238E27FC236}">
                <a16:creationId xmlns:a16="http://schemas.microsoft.com/office/drawing/2014/main" id="{8005B430-D654-C548-A728-7231A3350154}"/>
              </a:ext>
            </a:extLst>
          </p:cNvPr>
          <p:cNvSpPr/>
          <p:nvPr/>
        </p:nvSpPr>
        <p:spPr>
          <a:xfrm rot="5400000" flipV="1">
            <a:off x="6307392" y="5363506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77" name="Right Arrow 376">
            <a:extLst>
              <a:ext uri="{FF2B5EF4-FFF2-40B4-BE49-F238E27FC236}">
                <a16:creationId xmlns:a16="http://schemas.microsoft.com/office/drawing/2014/main" id="{07B2F373-535A-9748-8358-0787A35EDF9D}"/>
              </a:ext>
            </a:extLst>
          </p:cNvPr>
          <p:cNvSpPr/>
          <p:nvPr/>
        </p:nvSpPr>
        <p:spPr>
          <a:xfrm rot="16200000" flipV="1">
            <a:off x="8254181" y="4449110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78" name="Right Arrow 377">
            <a:extLst>
              <a:ext uri="{FF2B5EF4-FFF2-40B4-BE49-F238E27FC236}">
                <a16:creationId xmlns:a16="http://schemas.microsoft.com/office/drawing/2014/main" id="{52E07261-BA5A-9643-AF15-22A0B236F904}"/>
              </a:ext>
            </a:extLst>
          </p:cNvPr>
          <p:cNvSpPr/>
          <p:nvPr/>
        </p:nvSpPr>
        <p:spPr>
          <a:xfrm rot="5400000" flipV="1">
            <a:off x="8249265" y="5358594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79" name="Right Arrow 378">
            <a:extLst>
              <a:ext uri="{FF2B5EF4-FFF2-40B4-BE49-F238E27FC236}">
                <a16:creationId xmlns:a16="http://schemas.microsoft.com/office/drawing/2014/main" id="{2402EEBC-A1F3-1446-AA76-F9332E751545}"/>
              </a:ext>
            </a:extLst>
          </p:cNvPr>
          <p:cNvSpPr/>
          <p:nvPr/>
        </p:nvSpPr>
        <p:spPr>
          <a:xfrm rot="10800000" flipH="1">
            <a:off x="7582395" y="5829665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80" name="Right Arrow 379">
            <a:extLst>
              <a:ext uri="{FF2B5EF4-FFF2-40B4-BE49-F238E27FC236}">
                <a16:creationId xmlns:a16="http://schemas.microsoft.com/office/drawing/2014/main" id="{C1018A25-D7FD-F941-918C-CEFF20CD7430}"/>
              </a:ext>
            </a:extLst>
          </p:cNvPr>
          <p:cNvSpPr/>
          <p:nvPr/>
        </p:nvSpPr>
        <p:spPr>
          <a:xfrm flipH="1">
            <a:off x="6819704" y="5834582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381" name="Group 380">
            <a:extLst>
              <a:ext uri="{FF2B5EF4-FFF2-40B4-BE49-F238E27FC236}">
                <a16:creationId xmlns:a16="http://schemas.microsoft.com/office/drawing/2014/main" id="{2C52FCE5-76B4-7B4F-BED3-D2285766D778}"/>
              </a:ext>
            </a:extLst>
          </p:cNvPr>
          <p:cNvGrpSpPr/>
          <p:nvPr/>
        </p:nvGrpSpPr>
        <p:grpSpPr>
          <a:xfrm>
            <a:off x="4336458" y="3833790"/>
            <a:ext cx="4395351" cy="404576"/>
            <a:chOff x="4333785" y="5772213"/>
            <a:chExt cx="4395351" cy="404576"/>
          </a:xfrm>
        </p:grpSpPr>
        <p:grpSp>
          <p:nvGrpSpPr>
            <p:cNvPr id="382" name="Group 381">
              <a:extLst>
                <a:ext uri="{FF2B5EF4-FFF2-40B4-BE49-F238E27FC236}">
                  <a16:creationId xmlns:a16="http://schemas.microsoft.com/office/drawing/2014/main" id="{E5B74157-FBC4-9B41-9413-6A9523B4475D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403" name="Group 402">
                <a:extLst>
                  <a:ext uri="{FF2B5EF4-FFF2-40B4-BE49-F238E27FC236}">
                    <a16:creationId xmlns:a16="http://schemas.microsoft.com/office/drawing/2014/main" id="{BE1F897A-859B-D840-8C66-A7F185CFDEE9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407" name="Oval 5">
                  <a:extLst>
                    <a:ext uri="{FF2B5EF4-FFF2-40B4-BE49-F238E27FC236}">
                      <a16:creationId xmlns:a16="http://schemas.microsoft.com/office/drawing/2014/main" id="{44AFD1B0-34FB-A345-9A4A-558E115EE38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08" name="Line 6">
                  <a:extLst>
                    <a:ext uri="{FF2B5EF4-FFF2-40B4-BE49-F238E27FC236}">
                      <a16:creationId xmlns:a16="http://schemas.microsoft.com/office/drawing/2014/main" id="{92EE8670-6890-3E48-81E2-F2529036970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09" name="Line 7">
                  <a:extLst>
                    <a:ext uri="{FF2B5EF4-FFF2-40B4-BE49-F238E27FC236}">
                      <a16:creationId xmlns:a16="http://schemas.microsoft.com/office/drawing/2014/main" id="{B5C3C8FB-696B-B740-A582-1BC475E8AD2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10" name="Rectangle 8">
                  <a:extLst>
                    <a:ext uri="{FF2B5EF4-FFF2-40B4-BE49-F238E27FC236}">
                      <a16:creationId xmlns:a16="http://schemas.microsoft.com/office/drawing/2014/main" id="{4B0E4D59-1BC8-C542-BCF2-181FC4E1DD8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11" name="Oval 9">
                  <a:extLst>
                    <a:ext uri="{FF2B5EF4-FFF2-40B4-BE49-F238E27FC236}">
                      <a16:creationId xmlns:a16="http://schemas.microsoft.com/office/drawing/2014/main" id="{60D48562-6FC2-394A-9762-DB852AC205C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404" name="Group 44">
                <a:extLst>
                  <a:ext uri="{FF2B5EF4-FFF2-40B4-BE49-F238E27FC236}">
                    <a16:creationId xmlns:a16="http://schemas.microsoft.com/office/drawing/2014/main" id="{74519609-955F-A840-86C0-6A339E537DA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405" name="Rectangle 45">
                  <a:extLst>
                    <a:ext uri="{FF2B5EF4-FFF2-40B4-BE49-F238E27FC236}">
                      <a16:creationId xmlns:a16="http://schemas.microsoft.com/office/drawing/2014/main" id="{3E79CB50-C86A-B743-885D-FCF36192F37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06" name="Text Box 46">
                  <a:extLst>
                    <a:ext uri="{FF2B5EF4-FFF2-40B4-BE49-F238E27FC236}">
                      <a16:creationId xmlns:a16="http://schemas.microsoft.com/office/drawing/2014/main" id="{AD8E9D3F-52FF-4D4D-A215-818DE194277F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d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383" name="Group 382">
              <a:extLst>
                <a:ext uri="{FF2B5EF4-FFF2-40B4-BE49-F238E27FC236}">
                  <a16:creationId xmlns:a16="http://schemas.microsoft.com/office/drawing/2014/main" id="{20A7C2A6-7DD0-0445-AF7C-F9E28B75F235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394" name="Group 393">
                <a:extLst>
                  <a:ext uri="{FF2B5EF4-FFF2-40B4-BE49-F238E27FC236}">
                    <a16:creationId xmlns:a16="http://schemas.microsoft.com/office/drawing/2014/main" id="{5E0509C9-19D8-1641-9666-B248C5EAA158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98" name="Oval 5">
                  <a:extLst>
                    <a:ext uri="{FF2B5EF4-FFF2-40B4-BE49-F238E27FC236}">
                      <a16:creationId xmlns:a16="http://schemas.microsoft.com/office/drawing/2014/main" id="{F800737F-8972-794E-8C64-2C8CDAC4836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99" name="Line 6">
                  <a:extLst>
                    <a:ext uri="{FF2B5EF4-FFF2-40B4-BE49-F238E27FC236}">
                      <a16:creationId xmlns:a16="http://schemas.microsoft.com/office/drawing/2014/main" id="{0099617B-FF31-3340-810C-247A1ED3196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00" name="Line 7">
                  <a:extLst>
                    <a:ext uri="{FF2B5EF4-FFF2-40B4-BE49-F238E27FC236}">
                      <a16:creationId xmlns:a16="http://schemas.microsoft.com/office/drawing/2014/main" id="{AEB4753D-35A0-4B4F-AAE8-4B80DF356C1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01" name="Rectangle 8">
                  <a:extLst>
                    <a:ext uri="{FF2B5EF4-FFF2-40B4-BE49-F238E27FC236}">
                      <a16:creationId xmlns:a16="http://schemas.microsoft.com/office/drawing/2014/main" id="{4BEFDEDD-8E64-8543-BC9A-2BCF6DAD652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02" name="Oval 9">
                  <a:extLst>
                    <a:ext uri="{FF2B5EF4-FFF2-40B4-BE49-F238E27FC236}">
                      <a16:creationId xmlns:a16="http://schemas.microsoft.com/office/drawing/2014/main" id="{D2A5D1FC-C342-FF42-8178-52927BF00B9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95" name="Group 44">
                <a:extLst>
                  <a:ext uri="{FF2B5EF4-FFF2-40B4-BE49-F238E27FC236}">
                    <a16:creationId xmlns:a16="http://schemas.microsoft.com/office/drawing/2014/main" id="{FF45955A-4D2C-0E44-91D6-2BEA7A78D82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396" name="Rectangle 45">
                  <a:extLst>
                    <a:ext uri="{FF2B5EF4-FFF2-40B4-BE49-F238E27FC236}">
                      <a16:creationId xmlns:a16="http://schemas.microsoft.com/office/drawing/2014/main" id="{77268971-CD1F-DD41-BB7D-8BAB708D2CA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97" name="Text Box 46">
                  <a:extLst>
                    <a:ext uri="{FF2B5EF4-FFF2-40B4-BE49-F238E27FC236}">
                      <a16:creationId xmlns:a16="http://schemas.microsoft.com/office/drawing/2014/main" id="{FD2F45D0-872F-6A45-A595-CB348ADD2161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e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384" name="Group 383">
              <a:extLst>
                <a:ext uri="{FF2B5EF4-FFF2-40B4-BE49-F238E27FC236}">
                  <a16:creationId xmlns:a16="http://schemas.microsoft.com/office/drawing/2014/main" id="{7CB50BA4-E6E4-A54D-B90C-A0EA7DDA6E81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385" name="Group 384">
                <a:extLst>
                  <a:ext uri="{FF2B5EF4-FFF2-40B4-BE49-F238E27FC236}">
                    <a16:creationId xmlns:a16="http://schemas.microsoft.com/office/drawing/2014/main" id="{F0C7D337-D5DC-B146-B6A0-5EAD66350917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89" name="Oval 5">
                  <a:extLst>
                    <a:ext uri="{FF2B5EF4-FFF2-40B4-BE49-F238E27FC236}">
                      <a16:creationId xmlns:a16="http://schemas.microsoft.com/office/drawing/2014/main" id="{4E201FD3-CC75-2B4F-83C6-9C945200DA4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90" name="Line 6">
                  <a:extLst>
                    <a:ext uri="{FF2B5EF4-FFF2-40B4-BE49-F238E27FC236}">
                      <a16:creationId xmlns:a16="http://schemas.microsoft.com/office/drawing/2014/main" id="{A2B75435-5655-8E4D-A5FD-B37E0BE1D86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91" name="Line 7">
                  <a:extLst>
                    <a:ext uri="{FF2B5EF4-FFF2-40B4-BE49-F238E27FC236}">
                      <a16:creationId xmlns:a16="http://schemas.microsoft.com/office/drawing/2014/main" id="{84B12EFB-7BAE-C446-AAAD-5507060FFE9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92" name="Rectangle 8">
                  <a:extLst>
                    <a:ext uri="{FF2B5EF4-FFF2-40B4-BE49-F238E27FC236}">
                      <a16:creationId xmlns:a16="http://schemas.microsoft.com/office/drawing/2014/main" id="{3F9824EC-B6A0-EA4F-97FB-E73B52F6A00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93" name="Oval 9">
                  <a:extLst>
                    <a:ext uri="{FF2B5EF4-FFF2-40B4-BE49-F238E27FC236}">
                      <a16:creationId xmlns:a16="http://schemas.microsoft.com/office/drawing/2014/main" id="{9BB965F5-6CB9-8945-9FD8-314A82137BF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86" name="Group 44">
                <a:extLst>
                  <a:ext uri="{FF2B5EF4-FFF2-40B4-BE49-F238E27FC236}">
                    <a16:creationId xmlns:a16="http://schemas.microsoft.com/office/drawing/2014/main" id="{78550AC4-ABD8-394D-8ED0-A5E3144FAD6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92372" y="2507397"/>
                <a:ext cx="283194" cy="419100"/>
                <a:chOff x="2967" y="2425"/>
                <a:chExt cx="181" cy="264"/>
              </a:xfrm>
            </p:grpSpPr>
            <p:sp>
              <p:nvSpPr>
                <p:cNvPr id="387" name="Rectangle 45">
                  <a:extLst>
                    <a:ext uri="{FF2B5EF4-FFF2-40B4-BE49-F238E27FC236}">
                      <a16:creationId xmlns:a16="http://schemas.microsoft.com/office/drawing/2014/main" id="{97E14D4A-6296-D445-802B-C680BA36145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88" name="Text Box 46">
                  <a:extLst>
                    <a:ext uri="{FF2B5EF4-FFF2-40B4-BE49-F238E27FC236}">
                      <a16:creationId xmlns:a16="http://schemas.microsoft.com/office/drawing/2014/main" id="{AAD06BA3-96DB-BD47-BF7B-5CEB82B1BB3B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67" y="2425"/>
                  <a:ext cx="181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f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grpSp>
        <p:nvGrpSpPr>
          <p:cNvPr id="412" name="Group 411">
            <a:extLst>
              <a:ext uri="{FF2B5EF4-FFF2-40B4-BE49-F238E27FC236}">
                <a16:creationId xmlns:a16="http://schemas.microsoft.com/office/drawing/2014/main" id="{D6141904-3F73-4D45-A9C2-BEB109B06772}"/>
              </a:ext>
            </a:extLst>
          </p:cNvPr>
          <p:cNvGrpSpPr/>
          <p:nvPr/>
        </p:nvGrpSpPr>
        <p:grpSpPr>
          <a:xfrm>
            <a:off x="4333785" y="1906063"/>
            <a:ext cx="4395351" cy="404576"/>
            <a:chOff x="4333785" y="5772213"/>
            <a:chExt cx="4395351" cy="404576"/>
          </a:xfrm>
        </p:grpSpPr>
        <p:grpSp>
          <p:nvGrpSpPr>
            <p:cNvPr id="413" name="Group 412">
              <a:extLst>
                <a:ext uri="{FF2B5EF4-FFF2-40B4-BE49-F238E27FC236}">
                  <a16:creationId xmlns:a16="http://schemas.microsoft.com/office/drawing/2014/main" id="{930A2AFF-1070-E64E-9D6A-1403FCE21009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434" name="Group 433">
                <a:extLst>
                  <a:ext uri="{FF2B5EF4-FFF2-40B4-BE49-F238E27FC236}">
                    <a16:creationId xmlns:a16="http://schemas.microsoft.com/office/drawing/2014/main" id="{24483B8D-6CBB-CD46-8745-5EBE21AF8697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438" name="Oval 5">
                  <a:extLst>
                    <a:ext uri="{FF2B5EF4-FFF2-40B4-BE49-F238E27FC236}">
                      <a16:creationId xmlns:a16="http://schemas.microsoft.com/office/drawing/2014/main" id="{6FDC2129-9A8F-5A45-8E76-775246AE325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39" name="Line 6">
                  <a:extLst>
                    <a:ext uri="{FF2B5EF4-FFF2-40B4-BE49-F238E27FC236}">
                      <a16:creationId xmlns:a16="http://schemas.microsoft.com/office/drawing/2014/main" id="{E05E39C5-0238-1446-A5B0-A3A1B984A50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40" name="Line 7">
                  <a:extLst>
                    <a:ext uri="{FF2B5EF4-FFF2-40B4-BE49-F238E27FC236}">
                      <a16:creationId xmlns:a16="http://schemas.microsoft.com/office/drawing/2014/main" id="{60B86382-D07D-7040-A2F7-505F52DA766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41" name="Rectangle 8">
                  <a:extLst>
                    <a:ext uri="{FF2B5EF4-FFF2-40B4-BE49-F238E27FC236}">
                      <a16:creationId xmlns:a16="http://schemas.microsoft.com/office/drawing/2014/main" id="{07BC4E59-E5C2-AC45-9E61-0CAEAC713A3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42" name="Oval 9">
                  <a:extLst>
                    <a:ext uri="{FF2B5EF4-FFF2-40B4-BE49-F238E27FC236}">
                      <a16:creationId xmlns:a16="http://schemas.microsoft.com/office/drawing/2014/main" id="{D15E7F48-03A4-C644-AB3D-9A07A4F2FF1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435" name="Group 44">
                <a:extLst>
                  <a:ext uri="{FF2B5EF4-FFF2-40B4-BE49-F238E27FC236}">
                    <a16:creationId xmlns:a16="http://schemas.microsoft.com/office/drawing/2014/main" id="{0F84DC72-6B88-3747-8140-C35EAAD006F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436" name="Rectangle 45">
                  <a:extLst>
                    <a:ext uri="{FF2B5EF4-FFF2-40B4-BE49-F238E27FC236}">
                      <a16:creationId xmlns:a16="http://schemas.microsoft.com/office/drawing/2014/main" id="{F778FC4B-8EF8-414B-9536-D30CF641FFD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37" name="Text Box 46">
                  <a:extLst>
                    <a:ext uri="{FF2B5EF4-FFF2-40B4-BE49-F238E27FC236}">
                      <a16:creationId xmlns:a16="http://schemas.microsoft.com/office/drawing/2014/main" id="{912A3E35-D77A-6A40-B073-4EA003CCDF7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a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414" name="Group 413">
              <a:extLst>
                <a:ext uri="{FF2B5EF4-FFF2-40B4-BE49-F238E27FC236}">
                  <a16:creationId xmlns:a16="http://schemas.microsoft.com/office/drawing/2014/main" id="{5CC18FC4-2A37-CC43-84F4-2E4969E1E18C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425" name="Group 424">
                <a:extLst>
                  <a:ext uri="{FF2B5EF4-FFF2-40B4-BE49-F238E27FC236}">
                    <a16:creationId xmlns:a16="http://schemas.microsoft.com/office/drawing/2014/main" id="{571FFDA0-7CCD-6541-9470-2DAA896E540D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429" name="Oval 5">
                  <a:extLst>
                    <a:ext uri="{FF2B5EF4-FFF2-40B4-BE49-F238E27FC236}">
                      <a16:creationId xmlns:a16="http://schemas.microsoft.com/office/drawing/2014/main" id="{890F9138-93A9-9E4A-B33F-A3118CA22F9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30" name="Line 6">
                  <a:extLst>
                    <a:ext uri="{FF2B5EF4-FFF2-40B4-BE49-F238E27FC236}">
                      <a16:creationId xmlns:a16="http://schemas.microsoft.com/office/drawing/2014/main" id="{5898E9B3-AFBD-234D-8D95-0C6F496ABDB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31" name="Line 7">
                  <a:extLst>
                    <a:ext uri="{FF2B5EF4-FFF2-40B4-BE49-F238E27FC236}">
                      <a16:creationId xmlns:a16="http://schemas.microsoft.com/office/drawing/2014/main" id="{2FA91DB3-B0C8-CE4B-AD03-14386A8F0C9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32" name="Rectangle 8">
                  <a:extLst>
                    <a:ext uri="{FF2B5EF4-FFF2-40B4-BE49-F238E27FC236}">
                      <a16:creationId xmlns:a16="http://schemas.microsoft.com/office/drawing/2014/main" id="{75D7AA85-AA3C-9A41-8DDF-35ED561A005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33" name="Oval 9">
                  <a:extLst>
                    <a:ext uri="{FF2B5EF4-FFF2-40B4-BE49-F238E27FC236}">
                      <a16:creationId xmlns:a16="http://schemas.microsoft.com/office/drawing/2014/main" id="{FFDDC1A2-DDBC-D54C-899E-4ED7244E742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426" name="Group 44">
                <a:extLst>
                  <a:ext uri="{FF2B5EF4-FFF2-40B4-BE49-F238E27FC236}">
                    <a16:creationId xmlns:a16="http://schemas.microsoft.com/office/drawing/2014/main" id="{8AC75149-FF4E-FF47-B9D1-2A503E9A2BB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427" name="Rectangle 45">
                  <a:extLst>
                    <a:ext uri="{FF2B5EF4-FFF2-40B4-BE49-F238E27FC236}">
                      <a16:creationId xmlns:a16="http://schemas.microsoft.com/office/drawing/2014/main" id="{A1C72749-E916-C743-95AD-77A7093C54C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28" name="Text Box 46">
                  <a:extLst>
                    <a:ext uri="{FF2B5EF4-FFF2-40B4-BE49-F238E27FC236}">
                      <a16:creationId xmlns:a16="http://schemas.microsoft.com/office/drawing/2014/main" id="{61C11CB2-AF11-A34A-BC61-DAC0A8724F5D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b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415" name="Group 414">
              <a:extLst>
                <a:ext uri="{FF2B5EF4-FFF2-40B4-BE49-F238E27FC236}">
                  <a16:creationId xmlns:a16="http://schemas.microsoft.com/office/drawing/2014/main" id="{F92775E6-8E4A-DC47-8C00-D7CDF3BF3A89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416" name="Group 415">
                <a:extLst>
                  <a:ext uri="{FF2B5EF4-FFF2-40B4-BE49-F238E27FC236}">
                    <a16:creationId xmlns:a16="http://schemas.microsoft.com/office/drawing/2014/main" id="{DF065D3B-3767-8B4A-9038-653B9F8AEE7B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420" name="Oval 5">
                  <a:extLst>
                    <a:ext uri="{FF2B5EF4-FFF2-40B4-BE49-F238E27FC236}">
                      <a16:creationId xmlns:a16="http://schemas.microsoft.com/office/drawing/2014/main" id="{D0A3835C-514D-5140-9584-0164B8BAB86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21" name="Line 6">
                  <a:extLst>
                    <a:ext uri="{FF2B5EF4-FFF2-40B4-BE49-F238E27FC236}">
                      <a16:creationId xmlns:a16="http://schemas.microsoft.com/office/drawing/2014/main" id="{6401BEF0-9CAC-7843-8992-54C5933DC35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22" name="Line 7">
                  <a:extLst>
                    <a:ext uri="{FF2B5EF4-FFF2-40B4-BE49-F238E27FC236}">
                      <a16:creationId xmlns:a16="http://schemas.microsoft.com/office/drawing/2014/main" id="{081C22D9-FA0D-3545-860C-4BCDAC6A950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23" name="Rectangle 8">
                  <a:extLst>
                    <a:ext uri="{FF2B5EF4-FFF2-40B4-BE49-F238E27FC236}">
                      <a16:creationId xmlns:a16="http://schemas.microsoft.com/office/drawing/2014/main" id="{A27FBD24-DB32-FF46-A024-AA93825D4A3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24" name="Oval 9">
                  <a:extLst>
                    <a:ext uri="{FF2B5EF4-FFF2-40B4-BE49-F238E27FC236}">
                      <a16:creationId xmlns:a16="http://schemas.microsoft.com/office/drawing/2014/main" id="{C5D9CABA-76B6-FD40-A227-AF591EA2E46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417" name="Group 44">
                <a:extLst>
                  <a:ext uri="{FF2B5EF4-FFF2-40B4-BE49-F238E27FC236}">
                    <a16:creationId xmlns:a16="http://schemas.microsoft.com/office/drawing/2014/main" id="{B927058A-3D5D-DD42-8DDB-77B48BB33DA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64202" y="2507397"/>
                <a:ext cx="341084" cy="419100"/>
                <a:chOff x="2949" y="2425"/>
                <a:chExt cx="218" cy="264"/>
              </a:xfrm>
            </p:grpSpPr>
            <p:sp>
              <p:nvSpPr>
                <p:cNvPr id="418" name="Rectangle 45">
                  <a:extLst>
                    <a:ext uri="{FF2B5EF4-FFF2-40B4-BE49-F238E27FC236}">
                      <a16:creationId xmlns:a16="http://schemas.microsoft.com/office/drawing/2014/main" id="{3F62028C-EF22-0244-93E4-6925CE49FE3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19" name="Text Box 46">
                  <a:extLst>
                    <a:ext uri="{FF2B5EF4-FFF2-40B4-BE49-F238E27FC236}">
                      <a16:creationId xmlns:a16="http://schemas.microsoft.com/office/drawing/2014/main" id="{07E837AC-92AC-014D-85FB-20B861230354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9" y="2425"/>
                  <a:ext cx="218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c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sp>
        <p:nvSpPr>
          <p:cNvPr id="443" name="Right Arrow 442">
            <a:extLst>
              <a:ext uri="{FF2B5EF4-FFF2-40B4-BE49-F238E27FC236}">
                <a16:creationId xmlns:a16="http://schemas.microsoft.com/office/drawing/2014/main" id="{08994EEC-226A-DA44-9536-FEE4129AED34}"/>
              </a:ext>
            </a:extLst>
          </p:cNvPr>
          <p:cNvSpPr/>
          <p:nvPr/>
        </p:nvSpPr>
        <p:spPr>
          <a:xfrm rot="10800000" flipH="1">
            <a:off x="5660017" y="5843033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444" name="Right Arrow 443">
            <a:extLst>
              <a:ext uri="{FF2B5EF4-FFF2-40B4-BE49-F238E27FC236}">
                <a16:creationId xmlns:a16="http://schemas.microsoft.com/office/drawing/2014/main" id="{A48E270D-862C-1C45-BEF7-EC00D39823A7}"/>
              </a:ext>
            </a:extLst>
          </p:cNvPr>
          <p:cNvSpPr/>
          <p:nvPr/>
        </p:nvSpPr>
        <p:spPr>
          <a:xfrm flipH="1">
            <a:off x="4897326" y="5847950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445" name="Right Arrow 444">
            <a:extLst>
              <a:ext uri="{FF2B5EF4-FFF2-40B4-BE49-F238E27FC236}">
                <a16:creationId xmlns:a16="http://schemas.microsoft.com/office/drawing/2014/main" id="{BC4763BF-FECA-554B-AFF7-E2BC3FABA73B}"/>
              </a:ext>
            </a:extLst>
          </p:cNvPr>
          <p:cNvSpPr/>
          <p:nvPr/>
        </p:nvSpPr>
        <p:spPr>
          <a:xfrm rot="10800000" flipH="1">
            <a:off x="5651998" y="3904611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446" name="Right Arrow 445">
            <a:extLst>
              <a:ext uri="{FF2B5EF4-FFF2-40B4-BE49-F238E27FC236}">
                <a16:creationId xmlns:a16="http://schemas.microsoft.com/office/drawing/2014/main" id="{B6066F19-55AA-384C-BDDF-80DC7824160A}"/>
              </a:ext>
            </a:extLst>
          </p:cNvPr>
          <p:cNvSpPr/>
          <p:nvPr/>
        </p:nvSpPr>
        <p:spPr>
          <a:xfrm flipH="1">
            <a:off x="4905348" y="3909528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447" name="Right Arrow 446">
            <a:extLst>
              <a:ext uri="{FF2B5EF4-FFF2-40B4-BE49-F238E27FC236}">
                <a16:creationId xmlns:a16="http://schemas.microsoft.com/office/drawing/2014/main" id="{CD8CACDD-8F79-BE47-96D9-8C52DBCA67F7}"/>
              </a:ext>
            </a:extLst>
          </p:cNvPr>
          <p:cNvSpPr/>
          <p:nvPr/>
        </p:nvSpPr>
        <p:spPr>
          <a:xfrm>
            <a:off x="5660020" y="1966189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448" name="Right Arrow 447">
            <a:extLst>
              <a:ext uri="{FF2B5EF4-FFF2-40B4-BE49-F238E27FC236}">
                <a16:creationId xmlns:a16="http://schemas.microsoft.com/office/drawing/2014/main" id="{0E6CECC5-E326-E14B-A49E-FA2AB4DFBA5F}"/>
              </a:ext>
            </a:extLst>
          </p:cNvPr>
          <p:cNvSpPr/>
          <p:nvPr/>
        </p:nvSpPr>
        <p:spPr>
          <a:xfrm rot="10800000">
            <a:off x="4924064" y="1987147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449" name="Right Arrow 448">
            <a:extLst>
              <a:ext uri="{FF2B5EF4-FFF2-40B4-BE49-F238E27FC236}">
                <a16:creationId xmlns:a16="http://schemas.microsoft.com/office/drawing/2014/main" id="{80466F61-87C0-9E4D-B619-90D68FA0F69E}"/>
              </a:ext>
            </a:extLst>
          </p:cNvPr>
          <p:cNvSpPr/>
          <p:nvPr/>
        </p:nvSpPr>
        <p:spPr>
          <a:xfrm rot="10800000" flipH="1">
            <a:off x="7582399" y="1968862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450" name="Right Arrow 449">
            <a:extLst>
              <a:ext uri="{FF2B5EF4-FFF2-40B4-BE49-F238E27FC236}">
                <a16:creationId xmlns:a16="http://schemas.microsoft.com/office/drawing/2014/main" id="{841A6B82-10F1-7644-AE66-76DBC46F143D}"/>
              </a:ext>
            </a:extLst>
          </p:cNvPr>
          <p:cNvSpPr/>
          <p:nvPr/>
        </p:nvSpPr>
        <p:spPr>
          <a:xfrm rot="10800000">
            <a:off x="6819708" y="1973779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451" name="Right Arrow 450">
            <a:extLst>
              <a:ext uri="{FF2B5EF4-FFF2-40B4-BE49-F238E27FC236}">
                <a16:creationId xmlns:a16="http://schemas.microsoft.com/office/drawing/2014/main" id="{7609754F-07F6-FA45-93A2-C8E47D2319FE}"/>
              </a:ext>
            </a:extLst>
          </p:cNvPr>
          <p:cNvSpPr/>
          <p:nvPr/>
        </p:nvSpPr>
        <p:spPr>
          <a:xfrm rot="10800000" flipH="1">
            <a:off x="7595769" y="3907283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452" name="Right Arrow 451">
            <a:extLst>
              <a:ext uri="{FF2B5EF4-FFF2-40B4-BE49-F238E27FC236}">
                <a16:creationId xmlns:a16="http://schemas.microsoft.com/office/drawing/2014/main" id="{5C844F20-C817-CD45-8859-550B71FF0669}"/>
              </a:ext>
            </a:extLst>
          </p:cNvPr>
          <p:cNvSpPr/>
          <p:nvPr/>
        </p:nvSpPr>
        <p:spPr>
          <a:xfrm flipH="1">
            <a:off x="6833078" y="3912200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8013692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1000"/>
                                        <p:tgtEl>
                                          <p:spTgt spid="3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0" dur="1000"/>
                                        <p:tgtEl>
                                          <p:spTgt spid="4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" dur="1000"/>
                                        <p:tgtEl>
                                          <p:spTgt spid="4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6" dur="1000"/>
                                        <p:tgtEl>
                                          <p:spTgt spid="3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9" dur="1000"/>
                                        <p:tgtEl>
                                          <p:spTgt spid="4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1000"/>
                                        <p:tgtEl>
                                          <p:spTgt spid="4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5" dur="1000"/>
                                        <p:tgtEl>
                                          <p:spTgt spid="3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8" dur="1000"/>
                                        <p:tgtEl>
                                          <p:spTgt spid="4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1" dur="1000"/>
                                        <p:tgtEl>
                                          <p:spTgt spid="3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4" dur="1000"/>
                                        <p:tgtEl>
                                          <p:spTgt spid="4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7" dur="1000"/>
                                        <p:tgtEl>
                                          <p:spTgt spid="3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0" dur="1000"/>
                                        <p:tgtEl>
                                          <p:spTgt spid="4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3" dur="1000"/>
                                        <p:tgtEl>
                                          <p:spTgt spid="3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6" dur="1000"/>
                                        <p:tgtEl>
                                          <p:spTgt spid="4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9" dur="1000"/>
                                        <p:tgtEl>
                                          <p:spTgt spid="3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2" dur="1000"/>
                                        <p:tgtEl>
                                          <p:spTgt spid="3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55" dur="1000"/>
                                        <p:tgtEl>
                                          <p:spTgt spid="4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8" dur="1000"/>
                                        <p:tgtEl>
                                          <p:spTgt spid="4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9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1" dur="1000"/>
                                        <p:tgtEl>
                                          <p:spTgt spid="3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2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64" dur="1000"/>
                                        <p:tgtEl>
                                          <p:spTgt spid="3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7" dur="1000"/>
                                        <p:tgtEl>
                                          <p:spTgt spid="3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0" dur="1000"/>
                                        <p:tgtEl>
                                          <p:spTgt spid="3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69" grpId="0" animBg="1"/>
      <p:bldP spid="370" grpId="0" animBg="1"/>
      <p:bldP spid="371" grpId="0" animBg="1"/>
      <p:bldP spid="372" grpId="0" animBg="1"/>
      <p:bldP spid="373" grpId="0" animBg="1"/>
      <p:bldP spid="374" grpId="0" animBg="1"/>
      <p:bldP spid="375" grpId="0" animBg="1"/>
      <p:bldP spid="376" grpId="0" animBg="1"/>
      <p:bldP spid="377" grpId="0" animBg="1"/>
      <p:bldP spid="378" grpId="0" animBg="1"/>
      <p:bldP spid="379" grpId="0" animBg="1"/>
      <p:bldP spid="380" grpId="0" animBg="1"/>
      <p:bldP spid="443" grpId="0" animBg="1"/>
      <p:bldP spid="444" grpId="0" animBg="1"/>
      <p:bldP spid="445" grpId="0" animBg="1"/>
      <p:bldP spid="446" grpId="0" animBg="1"/>
      <p:bldP spid="447" grpId="0" animBg="1"/>
      <p:bldP spid="448" grpId="0" animBg="1"/>
      <p:bldP spid="449" grpId="0" animBg="1"/>
      <p:bldP spid="450" grpId="0" animBg="1"/>
      <p:bldP spid="451" grpId="0" animBg="1"/>
      <p:bldP spid="452" grpId="0" animBg="1"/>
    </p:bldLst>
  </p:timing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52B9189-7CDF-0741-9858-A79357149B7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6625" y="174028"/>
            <a:ext cx="10515600" cy="894622"/>
          </a:xfrm>
        </p:spPr>
        <p:txBody>
          <a:bodyPr/>
          <a:lstStyle/>
          <a:p>
            <a:r>
              <a:rPr lang="en-US" dirty="0">
                <a:solidFill>
                  <a:srgbClr val="0000A8"/>
                </a:solidFill>
              </a:rPr>
              <a:t>Distance vector example: iteration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98E05715-B0AC-CF47-B242-18018B71339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37</a:t>
            </a:fld>
            <a:endParaRPr lang="en-US" dirty="0"/>
          </a:p>
        </p:txBody>
      </p:sp>
      <p:cxnSp>
        <p:nvCxnSpPr>
          <p:cNvPr id="82" name="Straight Connector 81">
            <a:extLst>
              <a:ext uri="{FF2B5EF4-FFF2-40B4-BE49-F238E27FC236}">
                <a16:creationId xmlns:a16="http://schemas.microsoft.com/office/drawing/2014/main" id="{374B35E8-95B6-B946-8240-59B747B607B3}"/>
              </a:ext>
            </a:extLst>
          </p:cNvPr>
          <p:cNvCxnSpPr>
            <a:cxnSpLocks/>
            <a:stCxn id="76" idx="2"/>
            <a:endCxn id="76" idx="0"/>
          </p:cNvCxnSpPr>
          <p:nvPr/>
        </p:nvCxnSpPr>
        <p:spPr>
          <a:xfrm flipV="1">
            <a:off x="6530326" y="2129120"/>
            <a:ext cx="0" cy="3863111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6" name="Straight Connector 95">
            <a:extLst>
              <a:ext uri="{FF2B5EF4-FFF2-40B4-BE49-F238E27FC236}">
                <a16:creationId xmlns:a16="http://schemas.microsoft.com/office/drawing/2014/main" id="{DE34EA38-AB93-704A-ACF2-764D62663226}"/>
              </a:ext>
            </a:extLst>
          </p:cNvPr>
          <p:cNvCxnSpPr>
            <a:cxnSpLocks/>
            <a:stCxn id="76" idx="1"/>
            <a:endCxn id="76" idx="3"/>
          </p:cNvCxnSpPr>
          <p:nvPr/>
        </p:nvCxnSpPr>
        <p:spPr>
          <a:xfrm>
            <a:off x="4598770" y="4060675"/>
            <a:ext cx="3863111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6" name="Rectangle 75">
            <a:extLst>
              <a:ext uri="{FF2B5EF4-FFF2-40B4-BE49-F238E27FC236}">
                <a16:creationId xmlns:a16="http://schemas.microsoft.com/office/drawing/2014/main" id="{A169888C-5E10-3E40-BC1D-A5D0DB850712}"/>
              </a:ext>
            </a:extLst>
          </p:cNvPr>
          <p:cNvSpPr/>
          <p:nvPr/>
        </p:nvSpPr>
        <p:spPr>
          <a:xfrm>
            <a:off x="4598770" y="2129120"/>
            <a:ext cx="3863111" cy="3863111"/>
          </a:xfrm>
          <a:prstGeom prst="rect">
            <a:avLst/>
          </a:prstGeom>
          <a:noFill/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dirty="0"/>
          </a:p>
        </p:txBody>
      </p:sp>
      <p:sp>
        <p:nvSpPr>
          <p:cNvPr id="150" name="Rectangle 149">
            <a:extLst>
              <a:ext uri="{FF2B5EF4-FFF2-40B4-BE49-F238E27FC236}">
                <a16:creationId xmlns:a16="http://schemas.microsoft.com/office/drawing/2014/main" id="{CB39BACF-E4D1-6641-8B8C-0274EDEFA113}"/>
              </a:ext>
            </a:extLst>
          </p:cNvPr>
          <p:cNvSpPr/>
          <p:nvPr/>
        </p:nvSpPr>
        <p:spPr>
          <a:xfrm>
            <a:off x="8380337" y="2200470"/>
            <a:ext cx="132508" cy="1855109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dirty="0"/>
          </a:p>
        </p:txBody>
      </p:sp>
      <p:grpSp>
        <p:nvGrpSpPr>
          <p:cNvPr id="1034" name="Group 1033">
            <a:extLst>
              <a:ext uri="{FF2B5EF4-FFF2-40B4-BE49-F238E27FC236}">
                <a16:creationId xmlns:a16="http://schemas.microsoft.com/office/drawing/2014/main" id="{B4BFA757-E5EA-9A42-8A16-AA2091E708C8}"/>
              </a:ext>
            </a:extLst>
          </p:cNvPr>
          <p:cNvGrpSpPr/>
          <p:nvPr/>
        </p:nvGrpSpPr>
        <p:grpSpPr>
          <a:xfrm>
            <a:off x="4333785" y="5772213"/>
            <a:ext cx="4395351" cy="404576"/>
            <a:chOff x="4333785" y="5772213"/>
            <a:chExt cx="4395351" cy="404576"/>
          </a:xfrm>
        </p:grpSpPr>
        <p:grpSp>
          <p:nvGrpSpPr>
            <p:cNvPr id="184" name="Group 183">
              <a:extLst>
                <a:ext uri="{FF2B5EF4-FFF2-40B4-BE49-F238E27FC236}">
                  <a16:creationId xmlns:a16="http://schemas.microsoft.com/office/drawing/2014/main" id="{600795BD-C1B6-1748-B28A-001A8505BE86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205" name="Group 204">
                <a:extLst>
                  <a:ext uri="{FF2B5EF4-FFF2-40B4-BE49-F238E27FC236}">
                    <a16:creationId xmlns:a16="http://schemas.microsoft.com/office/drawing/2014/main" id="{CE81AFB3-2346-434C-A463-93F9C295562A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09" name="Oval 5">
                  <a:extLst>
                    <a:ext uri="{FF2B5EF4-FFF2-40B4-BE49-F238E27FC236}">
                      <a16:creationId xmlns:a16="http://schemas.microsoft.com/office/drawing/2014/main" id="{7918ED2E-E380-6C4E-86AA-0BF9D761441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0" name="Line 6">
                  <a:extLst>
                    <a:ext uri="{FF2B5EF4-FFF2-40B4-BE49-F238E27FC236}">
                      <a16:creationId xmlns:a16="http://schemas.microsoft.com/office/drawing/2014/main" id="{45F96407-8127-654C-9C52-5B626907562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1" name="Line 7">
                  <a:extLst>
                    <a:ext uri="{FF2B5EF4-FFF2-40B4-BE49-F238E27FC236}">
                      <a16:creationId xmlns:a16="http://schemas.microsoft.com/office/drawing/2014/main" id="{F1C01DA2-272A-CD4F-87F1-779C30F3555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2" name="Rectangle 8">
                  <a:extLst>
                    <a:ext uri="{FF2B5EF4-FFF2-40B4-BE49-F238E27FC236}">
                      <a16:creationId xmlns:a16="http://schemas.microsoft.com/office/drawing/2014/main" id="{7969C970-9697-A847-B375-82D629934D5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3" name="Oval 9">
                  <a:extLst>
                    <a:ext uri="{FF2B5EF4-FFF2-40B4-BE49-F238E27FC236}">
                      <a16:creationId xmlns:a16="http://schemas.microsoft.com/office/drawing/2014/main" id="{F8D02D26-0EA1-FD40-AD1F-E4E8635F47C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06" name="Group 44">
                <a:extLst>
                  <a:ext uri="{FF2B5EF4-FFF2-40B4-BE49-F238E27FC236}">
                    <a16:creationId xmlns:a16="http://schemas.microsoft.com/office/drawing/2014/main" id="{02C0B744-445A-A04E-812A-2D60476C152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207" name="Rectangle 45">
                  <a:extLst>
                    <a:ext uri="{FF2B5EF4-FFF2-40B4-BE49-F238E27FC236}">
                      <a16:creationId xmlns:a16="http://schemas.microsoft.com/office/drawing/2014/main" id="{83E6E4B2-940F-B749-91D8-19B033341D5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8" name="Text Box 46">
                  <a:extLst>
                    <a:ext uri="{FF2B5EF4-FFF2-40B4-BE49-F238E27FC236}">
                      <a16:creationId xmlns:a16="http://schemas.microsoft.com/office/drawing/2014/main" id="{16D546E0-A23E-174D-8F0D-BFB691AF1D6C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g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185" name="Group 184">
              <a:extLst>
                <a:ext uri="{FF2B5EF4-FFF2-40B4-BE49-F238E27FC236}">
                  <a16:creationId xmlns:a16="http://schemas.microsoft.com/office/drawing/2014/main" id="{34A0F8A7-FCD0-9A45-80B9-24CC78B561FE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196" name="Group 195">
                <a:extLst>
                  <a:ext uri="{FF2B5EF4-FFF2-40B4-BE49-F238E27FC236}">
                    <a16:creationId xmlns:a16="http://schemas.microsoft.com/office/drawing/2014/main" id="{18AECA76-7F06-F84A-928B-C13839D9F43F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00" name="Oval 5">
                  <a:extLst>
                    <a:ext uri="{FF2B5EF4-FFF2-40B4-BE49-F238E27FC236}">
                      <a16:creationId xmlns:a16="http://schemas.microsoft.com/office/drawing/2014/main" id="{04917013-CC10-D043-8A71-34F24813049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1" name="Line 6">
                  <a:extLst>
                    <a:ext uri="{FF2B5EF4-FFF2-40B4-BE49-F238E27FC236}">
                      <a16:creationId xmlns:a16="http://schemas.microsoft.com/office/drawing/2014/main" id="{7E7DEF49-D295-8547-9FE7-8CBB42CEB81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2" name="Line 7">
                  <a:extLst>
                    <a:ext uri="{FF2B5EF4-FFF2-40B4-BE49-F238E27FC236}">
                      <a16:creationId xmlns:a16="http://schemas.microsoft.com/office/drawing/2014/main" id="{5633B25D-6786-5A4A-A44E-E4A1EE3575B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3" name="Rectangle 8">
                  <a:extLst>
                    <a:ext uri="{FF2B5EF4-FFF2-40B4-BE49-F238E27FC236}">
                      <a16:creationId xmlns:a16="http://schemas.microsoft.com/office/drawing/2014/main" id="{968E012E-E513-8340-9324-11A79B223E2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4" name="Oval 9">
                  <a:extLst>
                    <a:ext uri="{FF2B5EF4-FFF2-40B4-BE49-F238E27FC236}">
                      <a16:creationId xmlns:a16="http://schemas.microsoft.com/office/drawing/2014/main" id="{7AFB2A7E-90B7-454F-BABB-E2A39AC7C95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197" name="Group 44">
                <a:extLst>
                  <a:ext uri="{FF2B5EF4-FFF2-40B4-BE49-F238E27FC236}">
                    <a16:creationId xmlns:a16="http://schemas.microsoft.com/office/drawing/2014/main" id="{5567606D-D82D-2A4D-A3C8-A7D0703B3CC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198" name="Rectangle 45">
                  <a:extLst>
                    <a:ext uri="{FF2B5EF4-FFF2-40B4-BE49-F238E27FC236}">
                      <a16:creationId xmlns:a16="http://schemas.microsoft.com/office/drawing/2014/main" id="{39206D20-AD6D-3242-8865-2C6680CB410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9" name="Text Box 46">
                  <a:extLst>
                    <a:ext uri="{FF2B5EF4-FFF2-40B4-BE49-F238E27FC236}">
                      <a16:creationId xmlns:a16="http://schemas.microsoft.com/office/drawing/2014/main" id="{E3BB3556-A335-984F-978A-FECE515B6702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h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186" name="Group 185">
              <a:extLst>
                <a:ext uri="{FF2B5EF4-FFF2-40B4-BE49-F238E27FC236}">
                  <a16:creationId xmlns:a16="http://schemas.microsoft.com/office/drawing/2014/main" id="{3B620D34-7BA8-EF49-AC1C-93F5BBC84AEC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187" name="Group 186">
                <a:extLst>
                  <a:ext uri="{FF2B5EF4-FFF2-40B4-BE49-F238E27FC236}">
                    <a16:creationId xmlns:a16="http://schemas.microsoft.com/office/drawing/2014/main" id="{A6C2F80D-43A1-5746-B518-C0C4F1A20ACD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191" name="Oval 5">
                  <a:extLst>
                    <a:ext uri="{FF2B5EF4-FFF2-40B4-BE49-F238E27FC236}">
                      <a16:creationId xmlns:a16="http://schemas.microsoft.com/office/drawing/2014/main" id="{442E1AFF-BC2C-C849-85D1-13E42B701CE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2" name="Line 6">
                  <a:extLst>
                    <a:ext uri="{FF2B5EF4-FFF2-40B4-BE49-F238E27FC236}">
                      <a16:creationId xmlns:a16="http://schemas.microsoft.com/office/drawing/2014/main" id="{C2994154-DB6D-E247-8511-C6FE8D9665F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3" name="Line 7">
                  <a:extLst>
                    <a:ext uri="{FF2B5EF4-FFF2-40B4-BE49-F238E27FC236}">
                      <a16:creationId xmlns:a16="http://schemas.microsoft.com/office/drawing/2014/main" id="{C730A3ED-5222-5348-831E-092DE7D6CEE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4" name="Rectangle 8">
                  <a:extLst>
                    <a:ext uri="{FF2B5EF4-FFF2-40B4-BE49-F238E27FC236}">
                      <a16:creationId xmlns:a16="http://schemas.microsoft.com/office/drawing/2014/main" id="{BED424F7-1928-5F41-831D-417161F220B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5" name="Oval 9">
                  <a:extLst>
                    <a:ext uri="{FF2B5EF4-FFF2-40B4-BE49-F238E27FC236}">
                      <a16:creationId xmlns:a16="http://schemas.microsoft.com/office/drawing/2014/main" id="{76DDF5F9-ACB7-E642-ACEA-223EE2F5F41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188" name="Group 44">
                <a:extLst>
                  <a:ext uri="{FF2B5EF4-FFF2-40B4-BE49-F238E27FC236}">
                    <a16:creationId xmlns:a16="http://schemas.microsoft.com/office/drawing/2014/main" id="{495DC56F-8C0E-6549-849D-6D43F4F8BC0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500196" y="2507397"/>
                <a:ext cx="267548" cy="419100"/>
                <a:chOff x="2972" y="2425"/>
                <a:chExt cx="171" cy="264"/>
              </a:xfrm>
            </p:grpSpPr>
            <p:sp>
              <p:nvSpPr>
                <p:cNvPr id="189" name="Rectangle 45">
                  <a:extLst>
                    <a:ext uri="{FF2B5EF4-FFF2-40B4-BE49-F238E27FC236}">
                      <a16:creationId xmlns:a16="http://schemas.microsoft.com/office/drawing/2014/main" id="{892DBBAB-E011-FD4A-BA7E-105CEF9075A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0" name="Text Box 46">
                  <a:extLst>
                    <a:ext uri="{FF2B5EF4-FFF2-40B4-BE49-F238E27FC236}">
                      <a16:creationId xmlns:a16="http://schemas.microsoft.com/office/drawing/2014/main" id="{173A4036-1DC3-BD4D-9E66-D9BC48C58BA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72" y="2425"/>
                  <a:ext cx="171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i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sp>
        <p:nvSpPr>
          <p:cNvPr id="215" name="TextBox 214">
            <a:extLst>
              <a:ext uri="{FF2B5EF4-FFF2-40B4-BE49-F238E27FC236}">
                <a16:creationId xmlns:a16="http://schemas.microsoft.com/office/drawing/2014/main" id="{74A89238-377F-A840-BB03-52D53CBBC3F3}"/>
              </a:ext>
            </a:extLst>
          </p:cNvPr>
          <p:cNvSpPr txBox="1"/>
          <p:nvPr/>
        </p:nvSpPr>
        <p:spPr>
          <a:xfrm>
            <a:off x="4305782" y="2870522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6" name="TextBox 215">
            <a:extLst>
              <a:ext uri="{FF2B5EF4-FFF2-40B4-BE49-F238E27FC236}">
                <a16:creationId xmlns:a16="http://schemas.microsoft.com/office/drawing/2014/main" id="{3D3F7215-9DE8-0542-8CCA-A9CEDC8717E2}"/>
              </a:ext>
            </a:extLst>
          </p:cNvPr>
          <p:cNvSpPr txBox="1"/>
          <p:nvPr/>
        </p:nvSpPr>
        <p:spPr>
          <a:xfrm>
            <a:off x="6217534" y="2860877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7" name="TextBox 216">
            <a:extLst>
              <a:ext uri="{FF2B5EF4-FFF2-40B4-BE49-F238E27FC236}">
                <a16:creationId xmlns:a16="http://schemas.microsoft.com/office/drawing/2014/main" id="{FC342D48-14A2-BA4E-A191-060C4177F678}"/>
              </a:ext>
            </a:extLst>
          </p:cNvPr>
          <p:cNvSpPr txBox="1"/>
          <p:nvPr/>
        </p:nvSpPr>
        <p:spPr>
          <a:xfrm>
            <a:off x="4296138" y="4886446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8" name="TextBox 217">
            <a:extLst>
              <a:ext uri="{FF2B5EF4-FFF2-40B4-BE49-F238E27FC236}">
                <a16:creationId xmlns:a16="http://schemas.microsoft.com/office/drawing/2014/main" id="{C9336A94-9BC9-8F41-95A7-69E18360DF3D}"/>
              </a:ext>
            </a:extLst>
          </p:cNvPr>
          <p:cNvSpPr txBox="1"/>
          <p:nvPr/>
        </p:nvSpPr>
        <p:spPr>
          <a:xfrm>
            <a:off x="6231040" y="4888376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9" name="TextBox 218">
            <a:extLst>
              <a:ext uri="{FF2B5EF4-FFF2-40B4-BE49-F238E27FC236}">
                <a16:creationId xmlns:a16="http://schemas.microsoft.com/office/drawing/2014/main" id="{E11EFAA3-3025-6E40-9F7B-8AEC8E44C52D}"/>
              </a:ext>
            </a:extLst>
          </p:cNvPr>
          <p:cNvSpPr txBox="1"/>
          <p:nvPr/>
        </p:nvSpPr>
        <p:spPr>
          <a:xfrm>
            <a:off x="8154365" y="4890306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1" name="TextBox 220">
            <a:extLst>
              <a:ext uri="{FF2B5EF4-FFF2-40B4-BE49-F238E27FC236}">
                <a16:creationId xmlns:a16="http://schemas.microsoft.com/office/drawing/2014/main" id="{EECDCBF1-5ACC-CF43-B981-907337945BA2}"/>
              </a:ext>
            </a:extLst>
          </p:cNvPr>
          <p:cNvSpPr txBox="1"/>
          <p:nvPr/>
        </p:nvSpPr>
        <p:spPr>
          <a:xfrm>
            <a:off x="5442030" y="4029920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2" name="TextBox 221">
            <a:extLst>
              <a:ext uri="{FF2B5EF4-FFF2-40B4-BE49-F238E27FC236}">
                <a16:creationId xmlns:a16="http://schemas.microsoft.com/office/drawing/2014/main" id="{2DD32315-0DAF-354B-ADE2-76F406D6A871}"/>
              </a:ext>
            </a:extLst>
          </p:cNvPr>
          <p:cNvSpPr txBox="1"/>
          <p:nvPr/>
        </p:nvSpPr>
        <p:spPr>
          <a:xfrm>
            <a:off x="7353782" y="4020275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3" name="TextBox 222">
            <a:extLst>
              <a:ext uri="{FF2B5EF4-FFF2-40B4-BE49-F238E27FC236}">
                <a16:creationId xmlns:a16="http://schemas.microsoft.com/office/drawing/2014/main" id="{25B3E8DA-82E1-B746-9524-A8B47546C7B7}"/>
              </a:ext>
            </a:extLst>
          </p:cNvPr>
          <p:cNvSpPr txBox="1"/>
          <p:nvPr/>
        </p:nvSpPr>
        <p:spPr>
          <a:xfrm>
            <a:off x="5443958" y="5953247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4" name="TextBox 223">
            <a:extLst>
              <a:ext uri="{FF2B5EF4-FFF2-40B4-BE49-F238E27FC236}">
                <a16:creationId xmlns:a16="http://schemas.microsoft.com/office/drawing/2014/main" id="{51516E14-40A2-B34F-B880-05B80B68D6FC}"/>
              </a:ext>
            </a:extLst>
          </p:cNvPr>
          <p:cNvSpPr txBox="1"/>
          <p:nvPr/>
        </p:nvSpPr>
        <p:spPr>
          <a:xfrm>
            <a:off x="7355710" y="5943602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5" name="TextBox 224">
            <a:extLst>
              <a:ext uri="{FF2B5EF4-FFF2-40B4-BE49-F238E27FC236}">
                <a16:creationId xmlns:a16="http://schemas.microsoft.com/office/drawing/2014/main" id="{9174059A-E895-E740-9A26-AA7943E4A64F}"/>
              </a:ext>
            </a:extLst>
          </p:cNvPr>
          <p:cNvSpPr txBox="1"/>
          <p:nvPr/>
        </p:nvSpPr>
        <p:spPr>
          <a:xfrm>
            <a:off x="5445886" y="2123956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8</a:t>
            </a:r>
          </a:p>
        </p:txBody>
      </p:sp>
      <p:sp>
        <p:nvSpPr>
          <p:cNvPr id="226" name="TextBox 225">
            <a:extLst>
              <a:ext uri="{FF2B5EF4-FFF2-40B4-BE49-F238E27FC236}">
                <a16:creationId xmlns:a16="http://schemas.microsoft.com/office/drawing/2014/main" id="{F7510488-7C59-7449-A4EE-C5A32BFCB3A5}"/>
              </a:ext>
            </a:extLst>
          </p:cNvPr>
          <p:cNvSpPr txBox="1"/>
          <p:nvPr/>
        </p:nvSpPr>
        <p:spPr>
          <a:xfrm>
            <a:off x="7357638" y="2114311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grpSp>
        <p:nvGrpSpPr>
          <p:cNvPr id="283" name="Group 282">
            <a:extLst>
              <a:ext uri="{FF2B5EF4-FFF2-40B4-BE49-F238E27FC236}">
                <a16:creationId xmlns:a16="http://schemas.microsoft.com/office/drawing/2014/main" id="{A665C0C8-7FDD-0A42-80A3-CC602804C042}"/>
              </a:ext>
            </a:extLst>
          </p:cNvPr>
          <p:cNvGrpSpPr/>
          <p:nvPr/>
        </p:nvGrpSpPr>
        <p:grpSpPr>
          <a:xfrm>
            <a:off x="4336458" y="3833790"/>
            <a:ext cx="4395351" cy="404576"/>
            <a:chOff x="4333785" y="5772213"/>
            <a:chExt cx="4395351" cy="404576"/>
          </a:xfrm>
        </p:grpSpPr>
        <p:grpSp>
          <p:nvGrpSpPr>
            <p:cNvPr id="284" name="Group 283">
              <a:extLst>
                <a:ext uri="{FF2B5EF4-FFF2-40B4-BE49-F238E27FC236}">
                  <a16:creationId xmlns:a16="http://schemas.microsoft.com/office/drawing/2014/main" id="{4C02DC92-2A83-AC4D-B9F0-2BCDE917BDBC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305" name="Group 304">
                <a:extLst>
                  <a:ext uri="{FF2B5EF4-FFF2-40B4-BE49-F238E27FC236}">
                    <a16:creationId xmlns:a16="http://schemas.microsoft.com/office/drawing/2014/main" id="{F01EB862-010E-A34F-8D39-25BC2BED2A6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09" name="Oval 5">
                  <a:extLst>
                    <a:ext uri="{FF2B5EF4-FFF2-40B4-BE49-F238E27FC236}">
                      <a16:creationId xmlns:a16="http://schemas.microsoft.com/office/drawing/2014/main" id="{C2A61603-05BC-1E4D-99AA-0AB1CC49473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0" name="Line 6">
                  <a:extLst>
                    <a:ext uri="{FF2B5EF4-FFF2-40B4-BE49-F238E27FC236}">
                      <a16:creationId xmlns:a16="http://schemas.microsoft.com/office/drawing/2014/main" id="{7043DA0E-702D-CD4E-BA28-9341275851D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1" name="Line 7">
                  <a:extLst>
                    <a:ext uri="{FF2B5EF4-FFF2-40B4-BE49-F238E27FC236}">
                      <a16:creationId xmlns:a16="http://schemas.microsoft.com/office/drawing/2014/main" id="{CE93F761-782C-C640-B2B6-8CA7492B28B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2" name="Rectangle 8">
                  <a:extLst>
                    <a:ext uri="{FF2B5EF4-FFF2-40B4-BE49-F238E27FC236}">
                      <a16:creationId xmlns:a16="http://schemas.microsoft.com/office/drawing/2014/main" id="{723858D6-68CF-1C4E-A28B-A9FF5D728F2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3" name="Oval 9">
                  <a:extLst>
                    <a:ext uri="{FF2B5EF4-FFF2-40B4-BE49-F238E27FC236}">
                      <a16:creationId xmlns:a16="http://schemas.microsoft.com/office/drawing/2014/main" id="{70A7292E-FC97-924B-9010-8079BEC6219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06" name="Group 44">
                <a:extLst>
                  <a:ext uri="{FF2B5EF4-FFF2-40B4-BE49-F238E27FC236}">
                    <a16:creationId xmlns:a16="http://schemas.microsoft.com/office/drawing/2014/main" id="{DA3B2173-D171-E340-B704-06A3FE481C7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307" name="Rectangle 45">
                  <a:extLst>
                    <a:ext uri="{FF2B5EF4-FFF2-40B4-BE49-F238E27FC236}">
                      <a16:creationId xmlns:a16="http://schemas.microsoft.com/office/drawing/2014/main" id="{A7CA85B6-08AA-4840-AE2B-A3321A49B6F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8" name="Text Box 46">
                  <a:extLst>
                    <a:ext uri="{FF2B5EF4-FFF2-40B4-BE49-F238E27FC236}">
                      <a16:creationId xmlns:a16="http://schemas.microsoft.com/office/drawing/2014/main" id="{68812F5E-7A92-7B45-BBDE-2068A3A134D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d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285" name="Group 284">
              <a:extLst>
                <a:ext uri="{FF2B5EF4-FFF2-40B4-BE49-F238E27FC236}">
                  <a16:creationId xmlns:a16="http://schemas.microsoft.com/office/drawing/2014/main" id="{5E3B07EB-D89E-C542-85F0-D68A3698AEC4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296" name="Group 295">
                <a:extLst>
                  <a:ext uri="{FF2B5EF4-FFF2-40B4-BE49-F238E27FC236}">
                    <a16:creationId xmlns:a16="http://schemas.microsoft.com/office/drawing/2014/main" id="{CE2D511A-9878-0E42-B4E3-97548A8A67A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00" name="Oval 5">
                  <a:extLst>
                    <a:ext uri="{FF2B5EF4-FFF2-40B4-BE49-F238E27FC236}">
                      <a16:creationId xmlns:a16="http://schemas.microsoft.com/office/drawing/2014/main" id="{C66E96DA-F1B1-9A41-8B0D-2F21B3B7ACB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1" name="Line 6">
                  <a:extLst>
                    <a:ext uri="{FF2B5EF4-FFF2-40B4-BE49-F238E27FC236}">
                      <a16:creationId xmlns:a16="http://schemas.microsoft.com/office/drawing/2014/main" id="{A2387D1F-7EF0-9443-8128-6FF284EC9AF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2" name="Line 7">
                  <a:extLst>
                    <a:ext uri="{FF2B5EF4-FFF2-40B4-BE49-F238E27FC236}">
                      <a16:creationId xmlns:a16="http://schemas.microsoft.com/office/drawing/2014/main" id="{4B183F70-EB28-A94F-BF31-54B939F6B75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3" name="Rectangle 8">
                  <a:extLst>
                    <a:ext uri="{FF2B5EF4-FFF2-40B4-BE49-F238E27FC236}">
                      <a16:creationId xmlns:a16="http://schemas.microsoft.com/office/drawing/2014/main" id="{84BE29FD-A805-D348-99C3-8D3C650618E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4" name="Oval 9">
                  <a:extLst>
                    <a:ext uri="{FF2B5EF4-FFF2-40B4-BE49-F238E27FC236}">
                      <a16:creationId xmlns:a16="http://schemas.microsoft.com/office/drawing/2014/main" id="{BF5D685A-16D6-5B40-9EEF-970D3CDCE37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97" name="Group 44">
                <a:extLst>
                  <a:ext uri="{FF2B5EF4-FFF2-40B4-BE49-F238E27FC236}">
                    <a16:creationId xmlns:a16="http://schemas.microsoft.com/office/drawing/2014/main" id="{058B095B-B9C0-F84A-B78C-FE9DCA729C7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298" name="Rectangle 45">
                  <a:extLst>
                    <a:ext uri="{FF2B5EF4-FFF2-40B4-BE49-F238E27FC236}">
                      <a16:creationId xmlns:a16="http://schemas.microsoft.com/office/drawing/2014/main" id="{7FBA9119-2A14-E84A-A39B-55E9D6AE939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9" name="Text Box 46">
                  <a:extLst>
                    <a:ext uri="{FF2B5EF4-FFF2-40B4-BE49-F238E27FC236}">
                      <a16:creationId xmlns:a16="http://schemas.microsoft.com/office/drawing/2014/main" id="{2944FA12-D5D2-E241-A9FC-D4A85A350D0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e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286" name="Group 285">
              <a:extLst>
                <a:ext uri="{FF2B5EF4-FFF2-40B4-BE49-F238E27FC236}">
                  <a16:creationId xmlns:a16="http://schemas.microsoft.com/office/drawing/2014/main" id="{B9D4EE61-1CC1-6D4C-822D-300C73469B48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287" name="Group 286">
                <a:extLst>
                  <a:ext uri="{FF2B5EF4-FFF2-40B4-BE49-F238E27FC236}">
                    <a16:creationId xmlns:a16="http://schemas.microsoft.com/office/drawing/2014/main" id="{75D4F492-E56A-6541-9F9D-1D85B09999F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91" name="Oval 5">
                  <a:extLst>
                    <a:ext uri="{FF2B5EF4-FFF2-40B4-BE49-F238E27FC236}">
                      <a16:creationId xmlns:a16="http://schemas.microsoft.com/office/drawing/2014/main" id="{190A087A-A659-3E4D-B4FE-1EA13D56BE4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2" name="Line 6">
                  <a:extLst>
                    <a:ext uri="{FF2B5EF4-FFF2-40B4-BE49-F238E27FC236}">
                      <a16:creationId xmlns:a16="http://schemas.microsoft.com/office/drawing/2014/main" id="{E7E9FE4A-5449-D244-A5A8-DEB5E1D8494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3" name="Line 7">
                  <a:extLst>
                    <a:ext uri="{FF2B5EF4-FFF2-40B4-BE49-F238E27FC236}">
                      <a16:creationId xmlns:a16="http://schemas.microsoft.com/office/drawing/2014/main" id="{8C243F83-93B5-2C49-9D61-2E8E8652A48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4" name="Rectangle 8">
                  <a:extLst>
                    <a:ext uri="{FF2B5EF4-FFF2-40B4-BE49-F238E27FC236}">
                      <a16:creationId xmlns:a16="http://schemas.microsoft.com/office/drawing/2014/main" id="{B0B61A2E-99AA-324F-8224-CB0B3B44042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5" name="Oval 9">
                  <a:extLst>
                    <a:ext uri="{FF2B5EF4-FFF2-40B4-BE49-F238E27FC236}">
                      <a16:creationId xmlns:a16="http://schemas.microsoft.com/office/drawing/2014/main" id="{2F485C77-8179-0B4E-B93A-E5C91296B44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88" name="Group 44">
                <a:extLst>
                  <a:ext uri="{FF2B5EF4-FFF2-40B4-BE49-F238E27FC236}">
                    <a16:creationId xmlns:a16="http://schemas.microsoft.com/office/drawing/2014/main" id="{0826EA6F-730D-8C47-8DDA-2C65DD6716B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92372" y="2507397"/>
                <a:ext cx="283194" cy="419100"/>
                <a:chOff x="2967" y="2425"/>
                <a:chExt cx="181" cy="264"/>
              </a:xfrm>
            </p:grpSpPr>
            <p:sp>
              <p:nvSpPr>
                <p:cNvPr id="289" name="Rectangle 45">
                  <a:extLst>
                    <a:ext uri="{FF2B5EF4-FFF2-40B4-BE49-F238E27FC236}">
                      <a16:creationId xmlns:a16="http://schemas.microsoft.com/office/drawing/2014/main" id="{C3E85E15-4F40-FF40-89C4-0E851470FA4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0" name="Text Box 46">
                  <a:extLst>
                    <a:ext uri="{FF2B5EF4-FFF2-40B4-BE49-F238E27FC236}">
                      <a16:creationId xmlns:a16="http://schemas.microsoft.com/office/drawing/2014/main" id="{1905E332-CD71-E748-AE06-2A274A0D7B1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67" y="2425"/>
                  <a:ext cx="181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f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grpSp>
        <p:nvGrpSpPr>
          <p:cNvPr id="314" name="Group 313">
            <a:extLst>
              <a:ext uri="{FF2B5EF4-FFF2-40B4-BE49-F238E27FC236}">
                <a16:creationId xmlns:a16="http://schemas.microsoft.com/office/drawing/2014/main" id="{917871C2-1731-FE43-944D-6364CCE85DA9}"/>
              </a:ext>
            </a:extLst>
          </p:cNvPr>
          <p:cNvGrpSpPr/>
          <p:nvPr/>
        </p:nvGrpSpPr>
        <p:grpSpPr>
          <a:xfrm>
            <a:off x="4333785" y="1906063"/>
            <a:ext cx="4395351" cy="404576"/>
            <a:chOff x="4333785" y="5772213"/>
            <a:chExt cx="4395351" cy="404576"/>
          </a:xfrm>
        </p:grpSpPr>
        <p:grpSp>
          <p:nvGrpSpPr>
            <p:cNvPr id="315" name="Group 314">
              <a:extLst>
                <a:ext uri="{FF2B5EF4-FFF2-40B4-BE49-F238E27FC236}">
                  <a16:creationId xmlns:a16="http://schemas.microsoft.com/office/drawing/2014/main" id="{68E7B419-D4D3-3A4B-86E1-D40C76B2BB2C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336" name="Group 335">
                <a:extLst>
                  <a:ext uri="{FF2B5EF4-FFF2-40B4-BE49-F238E27FC236}">
                    <a16:creationId xmlns:a16="http://schemas.microsoft.com/office/drawing/2014/main" id="{93705575-DDBD-3D44-B843-C77E28CEAAD2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40" name="Oval 5">
                  <a:extLst>
                    <a:ext uri="{FF2B5EF4-FFF2-40B4-BE49-F238E27FC236}">
                      <a16:creationId xmlns:a16="http://schemas.microsoft.com/office/drawing/2014/main" id="{AF888CEF-6837-CD45-809F-91550C92C80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1" name="Line 6">
                  <a:extLst>
                    <a:ext uri="{FF2B5EF4-FFF2-40B4-BE49-F238E27FC236}">
                      <a16:creationId xmlns:a16="http://schemas.microsoft.com/office/drawing/2014/main" id="{4535759C-A65E-D84B-9508-03E1DC0B824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2" name="Line 7">
                  <a:extLst>
                    <a:ext uri="{FF2B5EF4-FFF2-40B4-BE49-F238E27FC236}">
                      <a16:creationId xmlns:a16="http://schemas.microsoft.com/office/drawing/2014/main" id="{FFA7BAB7-E53C-EC41-ACE7-66FCD862969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3" name="Rectangle 8">
                  <a:extLst>
                    <a:ext uri="{FF2B5EF4-FFF2-40B4-BE49-F238E27FC236}">
                      <a16:creationId xmlns:a16="http://schemas.microsoft.com/office/drawing/2014/main" id="{69E05203-3EC0-6447-8988-D4F7C2150FA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4" name="Oval 9">
                  <a:extLst>
                    <a:ext uri="{FF2B5EF4-FFF2-40B4-BE49-F238E27FC236}">
                      <a16:creationId xmlns:a16="http://schemas.microsoft.com/office/drawing/2014/main" id="{D9043B05-A159-7D41-90D4-718D621EA02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37" name="Group 44">
                <a:extLst>
                  <a:ext uri="{FF2B5EF4-FFF2-40B4-BE49-F238E27FC236}">
                    <a16:creationId xmlns:a16="http://schemas.microsoft.com/office/drawing/2014/main" id="{230264F8-C92F-C344-8341-A92C3D105F2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338" name="Rectangle 45">
                  <a:extLst>
                    <a:ext uri="{FF2B5EF4-FFF2-40B4-BE49-F238E27FC236}">
                      <a16:creationId xmlns:a16="http://schemas.microsoft.com/office/drawing/2014/main" id="{F2B81453-DE5E-984D-B97A-6884B0BDD35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9" name="Text Box 46">
                  <a:extLst>
                    <a:ext uri="{FF2B5EF4-FFF2-40B4-BE49-F238E27FC236}">
                      <a16:creationId xmlns:a16="http://schemas.microsoft.com/office/drawing/2014/main" id="{35E945F9-D699-744B-ACB7-587B2AA668D3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a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316" name="Group 315">
              <a:extLst>
                <a:ext uri="{FF2B5EF4-FFF2-40B4-BE49-F238E27FC236}">
                  <a16:creationId xmlns:a16="http://schemas.microsoft.com/office/drawing/2014/main" id="{1CE7BA36-0E22-4F41-B503-121F0E8FF751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327" name="Group 326">
                <a:extLst>
                  <a:ext uri="{FF2B5EF4-FFF2-40B4-BE49-F238E27FC236}">
                    <a16:creationId xmlns:a16="http://schemas.microsoft.com/office/drawing/2014/main" id="{ABA31A37-F3CD-1746-9C86-0557D36C5404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31" name="Oval 5">
                  <a:extLst>
                    <a:ext uri="{FF2B5EF4-FFF2-40B4-BE49-F238E27FC236}">
                      <a16:creationId xmlns:a16="http://schemas.microsoft.com/office/drawing/2014/main" id="{39C9919B-E459-6946-BAB3-A266303D27E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2" name="Line 6">
                  <a:extLst>
                    <a:ext uri="{FF2B5EF4-FFF2-40B4-BE49-F238E27FC236}">
                      <a16:creationId xmlns:a16="http://schemas.microsoft.com/office/drawing/2014/main" id="{61A62C09-3017-A541-9429-460C1A7F6B5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3" name="Line 7">
                  <a:extLst>
                    <a:ext uri="{FF2B5EF4-FFF2-40B4-BE49-F238E27FC236}">
                      <a16:creationId xmlns:a16="http://schemas.microsoft.com/office/drawing/2014/main" id="{86063EB7-D2C3-3447-B2FD-57FC1E74D32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4" name="Rectangle 8">
                  <a:extLst>
                    <a:ext uri="{FF2B5EF4-FFF2-40B4-BE49-F238E27FC236}">
                      <a16:creationId xmlns:a16="http://schemas.microsoft.com/office/drawing/2014/main" id="{BD5BCC42-3550-DF4A-BB55-F643AEBFD9A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5" name="Oval 9">
                  <a:extLst>
                    <a:ext uri="{FF2B5EF4-FFF2-40B4-BE49-F238E27FC236}">
                      <a16:creationId xmlns:a16="http://schemas.microsoft.com/office/drawing/2014/main" id="{74611398-E647-494F-A7BD-186BB5CB545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28" name="Group 44">
                <a:extLst>
                  <a:ext uri="{FF2B5EF4-FFF2-40B4-BE49-F238E27FC236}">
                    <a16:creationId xmlns:a16="http://schemas.microsoft.com/office/drawing/2014/main" id="{B57BC638-F090-114B-B8BF-7E2F4A6CC8F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329" name="Rectangle 45">
                  <a:extLst>
                    <a:ext uri="{FF2B5EF4-FFF2-40B4-BE49-F238E27FC236}">
                      <a16:creationId xmlns:a16="http://schemas.microsoft.com/office/drawing/2014/main" id="{0F91A427-A1B7-A54C-8320-A92F425DFC7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0" name="Text Box 46">
                  <a:extLst>
                    <a:ext uri="{FF2B5EF4-FFF2-40B4-BE49-F238E27FC236}">
                      <a16:creationId xmlns:a16="http://schemas.microsoft.com/office/drawing/2014/main" id="{E600E15A-04DE-4F44-AD3B-D284039393AF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b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317" name="Group 316">
              <a:extLst>
                <a:ext uri="{FF2B5EF4-FFF2-40B4-BE49-F238E27FC236}">
                  <a16:creationId xmlns:a16="http://schemas.microsoft.com/office/drawing/2014/main" id="{2EB87748-B820-0349-A8AC-FE8BBD55B257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318" name="Group 317">
                <a:extLst>
                  <a:ext uri="{FF2B5EF4-FFF2-40B4-BE49-F238E27FC236}">
                    <a16:creationId xmlns:a16="http://schemas.microsoft.com/office/drawing/2014/main" id="{EB6E4C7D-CDAA-7F47-A797-1E5FB2A80494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22" name="Oval 5">
                  <a:extLst>
                    <a:ext uri="{FF2B5EF4-FFF2-40B4-BE49-F238E27FC236}">
                      <a16:creationId xmlns:a16="http://schemas.microsoft.com/office/drawing/2014/main" id="{F9943B67-FB21-3647-869F-669BE6A721C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3" name="Line 6">
                  <a:extLst>
                    <a:ext uri="{FF2B5EF4-FFF2-40B4-BE49-F238E27FC236}">
                      <a16:creationId xmlns:a16="http://schemas.microsoft.com/office/drawing/2014/main" id="{57CCD935-17C4-B04B-B482-9A946E848EC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4" name="Line 7">
                  <a:extLst>
                    <a:ext uri="{FF2B5EF4-FFF2-40B4-BE49-F238E27FC236}">
                      <a16:creationId xmlns:a16="http://schemas.microsoft.com/office/drawing/2014/main" id="{2FE8EAFF-CC53-364C-974F-2F913B960D6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5" name="Rectangle 8">
                  <a:extLst>
                    <a:ext uri="{FF2B5EF4-FFF2-40B4-BE49-F238E27FC236}">
                      <a16:creationId xmlns:a16="http://schemas.microsoft.com/office/drawing/2014/main" id="{B25B691E-9E1D-1E4F-9419-9156013814C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6" name="Oval 9">
                  <a:extLst>
                    <a:ext uri="{FF2B5EF4-FFF2-40B4-BE49-F238E27FC236}">
                      <a16:creationId xmlns:a16="http://schemas.microsoft.com/office/drawing/2014/main" id="{9CB3B73F-9E39-EC4E-83F7-FBE10697408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19" name="Group 44">
                <a:extLst>
                  <a:ext uri="{FF2B5EF4-FFF2-40B4-BE49-F238E27FC236}">
                    <a16:creationId xmlns:a16="http://schemas.microsoft.com/office/drawing/2014/main" id="{0F42679C-ED56-BC45-8C82-597609DBD4D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64202" y="2507397"/>
                <a:ext cx="341084" cy="419100"/>
                <a:chOff x="2949" y="2425"/>
                <a:chExt cx="218" cy="264"/>
              </a:xfrm>
            </p:grpSpPr>
            <p:sp>
              <p:nvSpPr>
                <p:cNvPr id="320" name="Rectangle 45">
                  <a:extLst>
                    <a:ext uri="{FF2B5EF4-FFF2-40B4-BE49-F238E27FC236}">
                      <a16:creationId xmlns:a16="http://schemas.microsoft.com/office/drawing/2014/main" id="{CF557465-1C6C-1245-9762-D6D2D9F891F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1" name="Text Box 46">
                  <a:extLst>
                    <a:ext uri="{FF2B5EF4-FFF2-40B4-BE49-F238E27FC236}">
                      <a16:creationId xmlns:a16="http://schemas.microsoft.com/office/drawing/2014/main" id="{CEEF1658-9381-E84D-81A0-1A501484FB8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9" y="2425"/>
                  <a:ext cx="218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c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sp>
        <p:nvSpPr>
          <p:cNvPr id="158" name="TextBox 157">
            <a:extLst>
              <a:ext uri="{FF2B5EF4-FFF2-40B4-BE49-F238E27FC236}">
                <a16:creationId xmlns:a16="http://schemas.microsoft.com/office/drawing/2014/main" id="{B5592DAF-A3B4-9F43-84E1-39575A7F870C}"/>
              </a:ext>
            </a:extLst>
          </p:cNvPr>
          <p:cNvSpPr txBox="1"/>
          <p:nvPr/>
        </p:nvSpPr>
        <p:spPr>
          <a:xfrm flipH="1">
            <a:off x="476445" y="3078991"/>
            <a:ext cx="2195814" cy="258532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90000"/>
              </a:lnSpc>
              <a:buClr>
                <a:srgbClr val="0000A8"/>
              </a:buClr>
            </a:pPr>
            <a:r>
              <a:rPr lang="en-US" dirty="0"/>
              <a:t>All nodes:</a:t>
            </a:r>
          </a:p>
          <a:p>
            <a:pPr marL="174625" indent="-174625">
              <a:lnSpc>
                <a:spcPct val="90000"/>
              </a:lnSpc>
              <a:buClr>
                <a:schemeClr val="bg1">
                  <a:lumMod val="75000"/>
                </a:schemeClr>
              </a:buClr>
              <a:buFont typeface="Wingdings" pitchFamily="2" charset="2"/>
              <a:buChar char="§"/>
            </a:pPr>
            <a:r>
              <a:rPr lang="en-US" dirty="0">
                <a:solidFill>
                  <a:schemeClr val="bg1">
                    <a:lumMod val="75000"/>
                  </a:schemeClr>
                </a:solidFill>
              </a:rPr>
              <a:t>receive distance vectors from neighbors</a:t>
            </a:r>
          </a:p>
          <a:p>
            <a:pPr marL="174625" indent="-174625">
              <a:lnSpc>
                <a:spcPct val="90000"/>
              </a:lnSpc>
              <a:buClr>
                <a:srgbClr val="0000A8"/>
              </a:buClr>
              <a:buFont typeface="Wingdings" pitchFamily="2" charset="2"/>
              <a:buChar char="§"/>
            </a:pPr>
            <a:r>
              <a:rPr lang="en-US" dirty="0"/>
              <a:t>compute their new local  distance vector</a:t>
            </a:r>
          </a:p>
          <a:p>
            <a:pPr marL="174625" indent="-174625">
              <a:lnSpc>
                <a:spcPct val="90000"/>
              </a:lnSpc>
              <a:buClr>
                <a:schemeClr val="bg1">
                  <a:lumMod val="75000"/>
                </a:schemeClr>
              </a:buClr>
              <a:buFont typeface="Wingdings" pitchFamily="2" charset="2"/>
              <a:buChar char="§"/>
            </a:pPr>
            <a:r>
              <a:rPr lang="en-US" dirty="0">
                <a:solidFill>
                  <a:schemeClr val="bg1">
                    <a:lumMod val="75000"/>
                  </a:schemeClr>
                </a:solidFill>
              </a:rPr>
              <a:t>send their new local distance vector to neighbors</a:t>
            </a:r>
          </a:p>
        </p:txBody>
      </p:sp>
      <p:grpSp>
        <p:nvGrpSpPr>
          <p:cNvPr id="159" name="Group 158">
            <a:extLst>
              <a:ext uri="{FF2B5EF4-FFF2-40B4-BE49-F238E27FC236}">
                <a16:creationId xmlns:a16="http://schemas.microsoft.com/office/drawing/2014/main" id="{51D9C22B-8B5F-5C4F-B836-7B225BEBAA34}"/>
              </a:ext>
            </a:extLst>
          </p:cNvPr>
          <p:cNvGrpSpPr/>
          <p:nvPr/>
        </p:nvGrpSpPr>
        <p:grpSpPr>
          <a:xfrm>
            <a:off x="584365" y="1859143"/>
            <a:ext cx="736099" cy="1229581"/>
            <a:chOff x="10030307" y="3444875"/>
            <a:chExt cx="736099" cy="1229581"/>
          </a:xfrm>
        </p:grpSpPr>
        <p:sp>
          <p:nvSpPr>
            <p:cNvPr id="160" name="TextBox 159">
              <a:extLst>
                <a:ext uri="{FF2B5EF4-FFF2-40B4-BE49-F238E27FC236}">
                  <a16:creationId xmlns:a16="http://schemas.microsoft.com/office/drawing/2014/main" id="{8B6727C7-2D65-214B-AC24-3FD638275EC1}"/>
                </a:ext>
              </a:extLst>
            </p:cNvPr>
            <p:cNvSpPr txBox="1"/>
            <p:nvPr/>
          </p:nvSpPr>
          <p:spPr>
            <a:xfrm>
              <a:off x="10030307" y="4089681"/>
              <a:ext cx="736099" cy="58477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3200" dirty="0"/>
                <a:t>t=1</a:t>
              </a:r>
            </a:p>
          </p:txBody>
        </p:sp>
        <p:grpSp>
          <p:nvGrpSpPr>
            <p:cNvPr id="161" name="Group 160">
              <a:extLst>
                <a:ext uri="{FF2B5EF4-FFF2-40B4-BE49-F238E27FC236}">
                  <a16:creationId xmlns:a16="http://schemas.microsoft.com/office/drawing/2014/main" id="{7CD0CB56-7686-194E-9336-87E7A7D97331}"/>
                </a:ext>
              </a:extLst>
            </p:cNvPr>
            <p:cNvGrpSpPr/>
            <p:nvPr/>
          </p:nvGrpSpPr>
          <p:grpSpPr>
            <a:xfrm>
              <a:off x="10034588" y="3444875"/>
              <a:ext cx="682627" cy="682625"/>
              <a:chOff x="10034588" y="3444875"/>
              <a:chExt cx="682627" cy="682625"/>
            </a:xfrm>
          </p:grpSpPr>
          <p:sp>
            <p:nvSpPr>
              <p:cNvPr id="162" name="Oval 161">
                <a:extLst>
                  <a:ext uri="{FF2B5EF4-FFF2-40B4-BE49-F238E27FC236}">
                    <a16:creationId xmlns:a16="http://schemas.microsoft.com/office/drawing/2014/main" id="{C4B2CF33-A55A-7045-88D1-AF4148705A10}"/>
                  </a:ext>
                </a:extLst>
              </p:cNvPr>
              <p:cNvSpPr/>
              <p:nvPr/>
            </p:nvSpPr>
            <p:spPr>
              <a:xfrm>
                <a:off x="10039551" y="3449256"/>
                <a:ext cx="671332" cy="671332"/>
              </a:xfrm>
              <a:prstGeom prst="ellipse">
                <a:avLst/>
              </a:prstGeom>
              <a:noFill/>
              <a:ln w="3492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cxnSp>
            <p:nvCxnSpPr>
              <p:cNvPr id="163" name="Straight Connector 162">
                <a:extLst>
                  <a:ext uri="{FF2B5EF4-FFF2-40B4-BE49-F238E27FC236}">
                    <a16:creationId xmlns:a16="http://schemas.microsoft.com/office/drawing/2014/main" id="{71D12050-6F8E-D441-9EB3-D43C862E2FF7}"/>
                  </a:ext>
                </a:extLst>
              </p:cNvPr>
              <p:cNvCxnSpPr/>
              <p:nvPr/>
            </p:nvCxnSpPr>
            <p:spPr>
              <a:xfrm>
                <a:off x="10372725" y="344487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4" name="Straight Connector 163">
                <a:extLst>
                  <a:ext uri="{FF2B5EF4-FFF2-40B4-BE49-F238E27FC236}">
                    <a16:creationId xmlns:a16="http://schemas.microsoft.com/office/drawing/2014/main" id="{9039BE19-8C89-2249-9429-12D66FAF87EA}"/>
                  </a:ext>
                </a:extLst>
              </p:cNvPr>
              <p:cNvCxnSpPr/>
              <p:nvPr/>
            </p:nvCxnSpPr>
            <p:spPr>
              <a:xfrm>
                <a:off x="10372725" y="406717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5" name="Straight Connector 164">
                <a:extLst>
                  <a:ext uri="{FF2B5EF4-FFF2-40B4-BE49-F238E27FC236}">
                    <a16:creationId xmlns:a16="http://schemas.microsoft.com/office/drawing/2014/main" id="{E88497C8-6A73-4341-AC9C-EB6512208F74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>
                <a:off x="10064751" y="375602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6" name="Straight Connector 165">
                <a:extLst>
                  <a:ext uri="{FF2B5EF4-FFF2-40B4-BE49-F238E27FC236}">
                    <a16:creationId xmlns:a16="http://schemas.microsoft.com/office/drawing/2014/main" id="{9E4797E5-1D6F-BE4B-A4F2-9F8C5FC9970D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>
                <a:off x="10687053" y="375602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7" name="Straight Connector 166">
                <a:extLst>
                  <a:ext uri="{FF2B5EF4-FFF2-40B4-BE49-F238E27FC236}">
                    <a16:creationId xmlns:a16="http://schemas.microsoft.com/office/drawing/2014/main" id="{A5E708AC-BFD0-124E-B7DC-30966CA8590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523542" y="4037013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8" name="Straight Connector 167">
                <a:extLst>
                  <a:ext uri="{FF2B5EF4-FFF2-40B4-BE49-F238E27FC236}">
                    <a16:creationId xmlns:a16="http://schemas.microsoft.com/office/drawing/2014/main" id="{6DFE5143-74BA-6D49-9376-30F7E9D0995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202867" y="3490913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9" name="Straight Connector 168">
                <a:extLst>
                  <a:ext uri="{FF2B5EF4-FFF2-40B4-BE49-F238E27FC236}">
                    <a16:creationId xmlns:a16="http://schemas.microsoft.com/office/drawing/2014/main" id="{6B211398-DB9E-FC45-8FDC-6F0E1B1A67F5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196517" y="4033838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0" name="Straight Connector 169">
                <a:extLst>
                  <a:ext uri="{FF2B5EF4-FFF2-40B4-BE49-F238E27FC236}">
                    <a16:creationId xmlns:a16="http://schemas.microsoft.com/office/drawing/2014/main" id="{BF9AF430-A741-DC49-89C7-CC090ABEF1B3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517192" y="3487738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1" name="Straight Connector 170">
                <a:extLst>
                  <a:ext uri="{FF2B5EF4-FFF2-40B4-BE49-F238E27FC236}">
                    <a16:creationId xmlns:a16="http://schemas.microsoft.com/office/drawing/2014/main" id="{EE082992-203D-C64B-9E89-DB664E573851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631493" y="3611565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2" name="Straight Connector 171">
                <a:extLst>
                  <a:ext uri="{FF2B5EF4-FFF2-40B4-BE49-F238E27FC236}">
                    <a16:creationId xmlns:a16="http://schemas.microsoft.com/office/drawing/2014/main" id="{03B2445A-DC24-3247-8057-F3854B08E81A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085393" y="3929065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3" name="Straight Connector 172">
                <a:extLst>
                  <a:ext uri="{FF2B5EF4-FFF2-40B4-BE49-F238E27FC236}">
                    <a16:creationId xmlns:a16="http://schemas.microsoft.com/office/drawing/2014/main" id="{DFE122BB-AC85-9446-ACDF-58E64316BE8D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10094918" y="3614740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4" name="Straight Connector 173">
                <a:extLst>
                  <a:ext uri="{FF2B5EF4-FFF2-40B4-BE49-F238E27FC236}">
                    <a16:creationId xmlns:a16="http://schemas.microsoft.com/office/drawing/2014/main" id="{B8F11881-407E-8D46-A809-9BB9CFD37039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10631493" y="3932240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5" name="Oval 174">
                <a:extLst>
                  <a:ext uri="{FF2B5EF4-FFF2-40B4-BE49-F238E27FC236}">
                    <a16:creationId xmlns:a16="http://schemas.microsoft.com/office/drawing/2014/main" id="{4FEE74AE-C9E3-9243-8316-465947D1AAB3}"/>
                  </a:ext>
                </a:extLst>
              </p:cNvPr>
              <p:cNvSpPr/>
              <p:nvPr/>
            </p:nvSpPr>
            <p:spPr>
              <a:xfrm>
                <a:off x="10331450" y="3743325"/>
                <a:ext cx="82550" cy="87136"/>
              </a:xfrm>
              <a:prstGeom prst="ellipse">
                <a:avLst/>
              </a:prstGeom>
              <a:solidFill>
                <a:srgbClr val="C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</p:grpSp>
      <p:grpSp>
        <p:nvGrpSpPr>
          <p:cNvPr id="3" name="Group 2">
            <a:extLst>
              <a:ext uri="{FF2B5EF4-FFF2-40B4-BE49-F238E27FC236}">
                <a16:creationId xmlns:a16="http://schemas.microsoft.com/office/drawing/2014/main" id="{BE3B24DF-00CD-F548-AD9E-519F13CEFE2A}"/>
              </a:ext>
            </a:extLst>
          </p:cNvPr>
          <p:cNvGrpSpPr/>
          <p:nvPr/>
        </p:nvGrpSpPr>
        <p:grpSpPr>
          <a:xfrm>
            <a:off x="3972233" y="1627242"/>
            <a:ext cx="5089626" cy="4955455"/>
            <a:chOff x="3982064" y="1612491"/>
            <a:chExt cx="5089626" cy="4955455"/>
          </a:xfrm>
        </p:grpSpPr>
        <p:grpSp>
          <p:nvGrpSpPr>
            <p:cNvPr id="7" name="Group 6">
              <a:extLst>
                <a:ext uri="{FF2B5EF4-FFF2-40B4-BE49-F238E27FC236}">
                  <a16:creationId xmlns:a16="http://schemas.microsoft.com/office/drawing/2014/main" id="{4AA8C641-B239-B74E-A56A-6FC17DD05F53}"/>
                </a:ext>
              </a:extLst>
            </p:cNvPr>
            <p:cNvGrpSpPr/>
            <p:nvPr/>
          </p:nvGrpSpPr>
          <p:grpSpPr>
            <a:xfrm>
              <a:off x="4011560" y="1641985"/>
              <a:ext cx="1196054" cy="1022555"/>
              <a:chOff x="9655277" y="2349909"/>
              <a:chExt cx="1196054" cy="1022555"/>
            </a:xfrm>
          </p:grpSpPr>
          <p:sp>
            <p:nvSpPr>
              <p:cNvPr id="4" name="Freeform 3">
                <a:extLst>
                  <a:ext uri="{FF2B5EF4-FFF2-40B4-BE49-F238E27FC236}">
                    <a16:creationId xmlns:a16="http://schemas.microsoft.com/office/drawing/2014/main" id="{00707AC5-49E7-AE40-8A46-1ACEF91E823B}"/>
                  </a:ext>
                </a:extLst>
              </p:cNvPr>
              <p:cNvSpPr/>
              <p:nvPr/>
            </p:nvSpPr>
            <p:spPr>
              <a:xfrm>
                <a:off x="9655277" y="2349909"/>
                <a:ext cx="1196054" cy="1022555"/>
              </a:xfrm>
              <a:custGeom>
                <a:avLst/>
                <a:gdLst>
                  <a:gd name="connsiteX0" fmla="*/ 1416106 w 2820074"/>
                  <a:gd name="connsiteY0" fmla="*/ 606903 h 2290046"/>
                  <a:gd name="connsiteX1" fmla="*/ 1096471 w 2820074"/>
                  <a:gd name="connsiteY1" fmla="*/ 222531 h 2290046"/>
                  <a:gd name="connsiteX2" fmla="*/ 954860 w 2820074"/>
                  <a:gd name="connsiteY2" fmla="*/ 667593 h 2290046"/>
                  <a:gd name="connsiteX3" fmla="*/ 89012 w 2820074"/>
                  <a:gd name="connsiteY3" fmla="*/ 242761 h 2290046"/>
                  <a:gd name="connsiteX4" fmla="*/ 610948 w 2820074"/>
                  <a:gd name="connsiteY4" fmla="*/ 797066 h 2290046"/>
                  <a:gd name="connsiteX5" fmla="*/ 0 w 2820074"/>
                  <a:gd name="connsiteY5" fmla="*/ 902262 h 2290046"/>
                  <a:gd name="connsiteX6" fmla="*/ 481476 w 2820074"/>
                  <a:gd name="connsiteY6" fmla="*/ 1246174 h 2290046"/>
                  <a:gd name="connsiteX7" fmla="*/ 36414 w 2820074"/>
                  <a:gd name="connsiteY7" fmla="*/ 1533441 h 2290046"/>
                  <a:gd name="connsiteX8" fmla="*/ 760651 w 2820074"/>
                  <a:gd name="connsiteY8" fmla="*/ 1476797 h 2290046"/>
                  <a:gd name="connsiteX9" fmla="*/ 623086 w 2820074"/>
                  <a:gd name="connsiteY9" fmla="*/ 1869260 h 2290046"/>
                  <a:gd name="connsiteX10" fmla="*/ 1003412 w 2820074"/>
                  <a:gd name="connsiteY10" fmla="*/ 1658867 h 2290046"/>
                  <a:gd name="connsiteX11" fmla="*/ 1104563 w 2820074"/>
                  <a:gd name="connsiteY11" fmla="*/ 2290046 h 2290046"/>
                  <a:gd name="connsiteX12" fmla="*/ 1383738 w 2820074"/>
                  <a:gd name="connsiteY12" fmla="*/ 1569855 h 2290046"/>
                  <a:gd name="connsiteX13" fmla="*/ 1743833 w 2820074"/>
                  <a:gd name="connsiteY13" fmla="*/ 2091791 h 2290046"/>
                  <a:gd name="connsiteX14" fmla="*/ 1836892 w 2820074"/>
                  <a:gd name="connsiteY14" fmla="*/ 1529395 h 2290046"/>
                  <a:gd name="connsiteX15" fmla="*/ 2375012 w 2820074"/>
                  <a:gd name="connsiteY15" fmla="*/ 1889491 h 2290046"/>
                  <a:gd name="connsiteX16" fmla="*/ 2209125 w 2820074"/>
                  <a:gd name="connsiteY16" fmla="*/ 1351370 h 2290046"/>
                  <a:gd name="connsiteX17" fmla="*/ 2820074 w 2820074"/>
                  <a:gd name="connsiteY17" fmla="*/ 1399922 h 2290046"/>
                  <a:gd name="connsiteX18" fmla="*/ 2310276 w 2820074"/>
                  <a:gd name="connsiteY18" fmla="*/ 1092425 h 2290046"/>
                  <a:gd name="connsiteX19" fmla="*/ 2775568 w 2820074"/>
                  <a:gd name="connsiteY19" fmla="*/ 837526 h 2290046"/>
                  <a:gd name="connsiteX20" fmla="*/ 2196987 w 2820074"/>
                  <a:gd name="connsiteY20" fmla="*/ 768744 h 2290046"/>
                  <a:gd name="connsiteX21" fmla="*/ 2427610 w 2820074"/>
                  <a:gd name="connsiteY21" fmla="*/ 441016 h 2290046"/>
                  <a:gd name="connsiteX22" fmla="*/ 1844984 w 2820074"/>
                  <a:gd name="connsiteY22" fmla="*/ 546213 h 2290046"/>
                  <a:gd name="connsiteX23" fmla="*/ 1901628 w 2820074"/>
                  <a:gd name="connsiteY23" fmla="*/ 0 h 2290046"/>
                  <a:gd name="connsiteX24" fmla="*/ 1416106 w 2820074"/>
                  <a:gd name="connsiteY24" fmla="*/ 606903 h 22900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2820074" h="2290046">
                    <a:moveTo>
                      <a:pt x="1416106" y="606903"/>
                    </a:moveTo>
                    <a:lnTo>
                      <a:pt x="1096471" y="222531"/>
                    </a:lnTo>
                    <a:lnTo>
                      <a:pt x="954860" y="667593"/>
                    </a:lnTo>
                    <a:lnTo>
                      <a:pt x="89012" y="242761"/>
                    </a:lnTo>
                    <a:lnTo>
                      <a:pt x="610948" y="797066"/>
                    </a:lnTo>
                    <a:lnTo>
                      <a:pt x="0" y="902262"/>
                    </a:lnTo>
                    <a:lnTo>
                      <a:pt x="481476" y="1246174"/>
                    </a:lnTo>
                    <a:lnTo>
                      <a:pt x="36414" y="1533441"/>
                    </a:lnTo>
                    <a:lnTo>
                      <a:pt x="760651" y="1476797"/>
                    </a:lnTo>
                    <a:lnTo>
                      <a:pt x="623086" y="1869260"/>
                    </a:lnTo>
                    <a:lnTo>
                      <a:pt x="1003412" y="1658867"/>
                    </a:lnTo>
                    <a:lnTo>
                      <a:pt x="1104563" y="2290046"/>
                    </a:lnTo>
                    <a:lnTo>
                      <a:pt x="1383738" y="1569855"/>
                    </a:lnTo>
                    <a:lnTo>
                      <a:pt x="1743833" y="2091791"/>
                    </a:lnTo>
                    <a:lnTo>
                      <a:pt x="1836892" y="1529395"/>
                    </a:lnTo>
                    <a:lnTo>
                      <a:pt x="2375012" y="1889491"/>
                    </a:lnTo>
                    <a:lnTo>
                      <a:pt x="2209125" y="1351370"/>
                    </a:lnTo>
                    <a:lnTo>
                      <a:pt x="2820074" y="1399922"/>
                    </a:lnTo>
                    <a:lnTo>
                      <a:pt x="2310276" y="1092425"/>
                    </a:lnTo>
                    <a:lnTo>
                      <a:pt x="2775568" y="837526"/>
                    </a:lnTo>
                    <a:lnTo>
                      <a:pt x="2196987" y="768744"/>
                    </a:lnTo>
                    <a:lnTo>
                      <a:pt x="2427610" y="441016"/>
                    </a:lnTo>
                    <a:lnTo>
                      <a:pt x="1844984" y="546213"/>
                    </a:lnTo>
                    <a:lnTo>
                      <a:pt x="1901628" y="0"/>
                    </a:lnTo>
                    <a:lnTo>
                      <a:pt x="1416106" y="606903"/>
                    </a:lnTo>
                    <a:close/>
                  </a:path>
                </a:pathLst>
              </a:custGeom>
              <a:solidFill>
                <a:srgbClr val="FFFF00">
                  <a:alpha val="73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6" name="TextBox 5">
                <a:extLst>
                  <a:ext uri="{FF2B5EF4-FFF2-40B4-BE49-F238E27FC236}">
                    <a16:creationId xmlns:a16="http://schemas.microsoft.com/office/drawing/2014/main" id="{95C2C0DC-E6A2-784B-8032-7F8C86E35889}"/>
                  </a:ext>
                </a:extLst>
              </p:cNvPr>
              <p:cNvSpPr txBox="1"/>
              <p:nvPr/>
            </p:nvSpPr>
            <p:spPr>
              <a:xfrm>
                <a:off x="9753600" y="2635045"/>
                <a:ext cx="102021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>
                    <a:solidFill>
                      <a:srgbClr val="C00000"/>
                    </a:solidFill>
                  </a:rPr>
                  <a:t>compute</a:t>
                </a:r>
              </a:p>
            </p:txBody>
          </p:sp>
        </p:grpSp>
        <p:grpSp>
          <p:nvGrpSpPr>
            <p:cNvPr id="157" name="Group 156">
              <a:extLst>
                <a:ext uri="{FF2B5EF4-FFF2-40B4-BE49-F238E27FC236}">
                  <a16:creationId xmlns:a16="http://schemas.microsoft.com/office/drawing/2014/main" id="{34F33CFE-B17F-9D43-BD1A-F46BCD176DD6}"/>
                </a:ext>
              </a:extLst>
            </p:cNvPr>
            <p:cNvGrpSpPr/>
            <p:nvPr/>
          </p:nvGrpSpPr>
          <p:grpSpPr>
            <a:xfrm>
              <a:off x="5943598" y="1627238"/>
              <a:ext cx="1196054" cy="1022555"/>
              <a:chOff x="9655277" y="2349909"/>
              <a:chExt cx="1196054" cy="1022555"/>
            </a:xfrm>
          </p:grpSpPr>
          <p:sp>
            <p:nvSpPr>
              <p:cNvPr id="177" name="Freeform 176">
                <a:extLst>
                  <a:ext uri="{FF2B5EF4-FFF2-40B4-BE49-F238E27FC236}">
                    <a16:creationId xmlns:a16="http://schemas.microsoft.com/office/drawing/2014/main" id="{F0BEA684-9A42-E94C-B2D5-EDC1A1F2EF20}"/>
                  </a:ext>
                </a:extLst>
              </p:cNvPr>
              <p:cNvSpPr/>
              <p:nvPr/>
            </p:nvSpPr>
            <p:spPr>
              <a:xfrm>
                <a:off x="9655277" y="2349909"/>
                <a:ext cx="1196054" cy="1022555"/>
              </a:xfrm>
              <a:custGeom>
                <a:avLst/>
                <a:gdLst>
                  <a:gd name="connsiteX0" fmla="*/ 1416106 w 2820074"/>
                  <a:gd name="connsiteY0" fmla="*/ 606903 h 2290046"/>
                  <a:gd name="connsiteX1" fmla="*/ 1096471 w 2820074"/>
                  <a:gd name="connsiteY1" fmla="*/ 222531 h 2290046"/>
                  <a:gd name="connsiteX2" fmla="*/ 954860 w 2820074"/>
                  <a:gd name="connsiteY2" fmla="*/ 667593 h 2290046"/>
                  <a:gd name="connsiteX3" fmla="*/ 89012 w 2820074"/>
                  <a:gd name="connsiteY3" fmla="*/ 242761 h 2290046"/>
                  <a:gd name="connsiteX4" fmla="*/ 610948 w 2820074"/>
                  <a:gd name="connsiteY4" fmla="*/ 797066 h 2290046"/>
                  <a:gd name="connsiteX5" fmla="*/ 0 w 2820074"/>
                  <a:gd name="connsiteY5" fmla="*/ 902262 h 2290046"/>
                  <a:gd name="connsiteX6" fmla="*/ 481476 w 2820074"/>
                  <a:gd name="connsiteY6" fmla="*/ 1246174 h 2290046"/>
                  <a:gd name="connsiteX7" fmla="*/ 36414 w 2820074"/>
                  <a:gd name="connsiteY7" fmla="*/ 1533441 h 2290046"/>
                  <a:gd name="connsiteX8" fmla="*/ 760651 w 2820074"/>
                  <a:gd name="connsiteY8" fmla="*/ 1476797 h 2290046"/>
                  <a:gd name="connsiteX9" fmla="*/ 623086 w 2820074"/>
                  <a:gd name="connsiteY9" fmla="*/ 1869260 h 2290046"/>
                  <a:gd name="connsiteX10" fmla="*/ 1003412 w 2820074"/>
                  <a:gd name="connsiteY10" fmla="*/ 1658867 h 2290046"/>
                  <a:gd name="connsiteX11" fmla="*/ 1104563 w 2820074"/>
                  <a:gd name="connsiteY11" fmla="*/ 2290046 h 2290046"/>
                  <a:gd name="connsiteX12" fmla="*/ 1383738 w 2820074"/>
                  <a:gd name="connsiteY12" fmla="*/ 1569855 h 2290046"/>
                  <a:gd name="connsiteX13" fmla="*/ 1743833 w 2820074"/>
                  <a:gd name="connsiteY13" fmla="*/ 2091791 h 2290046"/>
                  <a:gd name="connsiteX14" fmla="*/ 1836892 w 2820074"/>
                  <a:gd name="connsiteY14" fmla="*/ 1529395 h 2290046"/>
                  <a:gd name="connsiteX15" fmla="*/ 2375012 w 2820074"/>
                  <a:gd name="connsiteY15" fmla="*/ 1889491 h 2290046"/>
                  <a:gd name="connsiteX16" fmla="*/ 2209125 w 2820074"/>
                  <a:gd name="connsiteY16" fmla="*/ 1351370 h 2290046"/>
                  <a:gd name="connsiteX17" fmla="*/ 2820074 w 2820074"/>
                  <a:gd name="connsiteY17" fmla="*/ 1399922 h 2290046"/>
                  <a:gd name="connsiteX18" fmla="*/ 2310276 w 2820074"/>
                  <a:gd name="connsiteY18" fmla="*/ 1092425 h 2290046"/>
                  <a:gd name="connsiteX19" fmla="*/ 2775568 w 2820074"/>
                  <a:gd name="connsiteY19" fmla="*/ 837526 h 2290046"/>
                  <a:gd name="connsiteX20" fmla="*/ 2196987 w 2820074"/>
                  <a:gd name="connsiteY20" fmla="*/ 768744 h 2290046"/>
                  <a:gd name="connsiteX21" fmla="*/ 2427610 w 2820074"/>
                  <a:gd name="connsiteY21" fmla="*/ 441016 h 2290046"/>
                  <a:gd name="connsiteX22" fmla="*/ 1844984 w 2820074"/>
                  <a:gd name="connsiteY22" fmla="*/ 546213 h 2290046"/>
                  <a:gd name="connsiteX23" fmla="*/ 1901628 w 2820074"/>
                  <a:gd name="connsiteY23" fmla="*/ 0 h 2290046"/>
                  <a:gd name="connsiteX24" fmla="*/ 1416106 w 2820074"/>
                  <a:gd name="connsiteY24" fmla="*/ 606903 h 22900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2820074" h="2290046">
                    <a:moveTo>
                      <a:pt x="1416106" y="606903"/>
                    </a:moveTo>
                    <a:lnTo>
                      <a:pt x="1096471" y="222531"/>
                    </a:lnTo>
                    <a:lnTo>
                      <a:pt x="954860" y="667593"/>
                    </a:lnTo>
                    <a:lnTo>
                      <a:pt x="89012" y="242761"/>
                    </a:lnTo>
                    <a:lnTo>
                      <a:pt x="610948" y="797066"/>
                    </a:lnTo>
                    <a:lnTo>
                      <a:pt x="0" y="902262"/>
                    </a:lnTo>
                    <a:lnTo>
                      <a:pt x="481476" y="1246174"/>
                    </a:lnTo>
                    <a:lnTo>
                      <a:pt x="36414" y="1533441"/>
                    </a:lnTo>
                    <a:lnTo>
                      <a:pt x="760651" y="1476797"/>
                    </a:lnTo>
                    <a:lnTo>
                      <a:pt x="623086" y="1869260"/>
                    </a:lnTo>
                    <a:lnTo>
                      <a:pt x="1003412" y="1658867"/>
                    </a:lnTo>
                    <a:lnTo>
                      <a:pt x="1104563" y="2290046"/>
                    </a:lnTo>
                    <a:lnTo>
                      <a:pt x="1383738" y="1569855"/>
                    </a:lnTo>
                    <a:lnTo>
                      <a:pt x="1743833" y="2091791"/>
                    </a:lnTo>
                    <a:lnTo>
                      <a:pt x="1836892" y="1529395"/>
                    </a:lnTo>
                    <a:lnTo>
                      <a:pt x="2375012" y="1889491"/>
                    </a:lnTo>
                    <a:lnTo>
                      <a:pt x="2209125" y="1351370"/>
                    </a:lnTo>
                    <a:lnTo>
                      <a:pt x="2820074" y="1399922"/>
                    </a:lnTo>
                    <a:lnTo>
                      <a:pt x="2310276" y="1092425"/>
                    </a:lnTo>
                    <a:lnTo>
                      <a:pt x="2775568" y="837526"/>
                    </a:lnTo>
                    <a:lnTo>
                      <a:pt x="2196987" y="768744"/>
                    </a:lnTo>
                    <a:lnTo>
                      <a:pt x="2427610" y="441016"/>
                    </a:lnTo>
                    <a:lnTo>
                      <a:pt x="1844984" y="546213"/>
                    </a:lnTo>
                    <a:lnTo>
                      <a:pt x="1901628" y="0"/>
                    </a:lnTo>
                    <a:lnTo>
                      <a:pt x="1416106" y="606903"/>
                    </a:lnTo>
                    <a:close/>
                  </a:path>
                </a:pathLst>
              </a:custGeom>
              <a:solidFill>
                <a:srgbClr val="FFFF00">
                  <a:alpha val="73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78" name="TextBox 177">
                <a:extLst>
                  <a:ext uri="{FF2B5EF4-FFF2-40B4-BE49-F238E27FC236}">
                    <a16:creationId xmlns:a16="http://schemas.microsoft.com/office/drawing/2014/main" id="{2F8ED3B6-87B0-574A-9DA5-A41BD73B3CF5}"/>
                  </a:ext>
                </a:extLst>
              </p:cNvPr>
              <p:cNvSpPr txBox="1"/>
              <p:nvPr/>
            </p:nvSpPr>
            <p:spPr>
              <a:xfrm>
                <a:off x="9753600" y="2635045"/>
                <a:ext cx="102021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>
                    <a:solidFill>
                      <a:srgbClr val="C00000"/>
                    </a:solidFill>
                  </a:rPr>
                  <a:t>compute</a:t>
                </a:r>
              </a:p>
            </p:txBody>
          </p:sp>
        </p:grpSp>
        <p:grpSp>
          <p:nvGrpSpPr>
            <p:cNvPr id="179" name="Group 178">
              <a:extLst>
                <a:ext uri="{FF2B5EF4-FFF2-40B4-BE49-F238E27FC236}">
                  <a16:creationId xmlns:a16="http://schemas.microsoft.com/office/drawing/2014/main" id="{9A4B8D63-0904-2145-8F9E-1FEF70C7AF9F}"/>
                </a:ext>
              </a:extLst>
            </p:cNvPr>
            <p:cNvGrpSpPr/>
            <p:nvPr/>
          </p:nvGrpSpPr>
          <p:grpSpPr>
            <a:xfrm>
              <a:off x="7875636" y="1612491"/>
              <a:ext cx="1196054" cy="1022555"/>
              <a:chOff x="9655277" y="2349909"/>
              <a:chExt cx="1196054" cy="1022555"/>
            </a:xfrm>
          </p:grpSpPr>
          <p:sp>
            <p:nvSpPr>
              <p:cNvPr id="180" name="Freeform 179">
                <a:extLst>
                  <a:ext uri="{FF2B5EF4-FFF2-40B4-BE49-F238E27FC236}">
                    <a16:creationId xmlns:a16="http://schemas.microsoft.com/office/drawing/2014/main" id="{EC6C0209-ECBD-E24C-AA45-744B932DC114}"/>
                  </a:ext>
                </a:extLst>
              </p:cNvPr>
              <p:cNvSpPr/>
              <p:nvPr/>
            </p:nvSpPr>
            <p:spPr>
              <a:xfrm>
                <a:off x="9655277" y="2349909"/>
                <a:ext cx="1196054" cy="1022555"/>
              </a:xfrm>
              <a:custGeom>
                <a:avLst/>
                <a:gdLst>
                  <a:gd name="connsiteX0" fmla="*/ 1416106 w 2820074"/>
                  <a:gd name="connsiteY0" fmla="*/ 606903 h 2290046"/>
                  <a:gd name="connsiteX1" fmla="*/ 1096471 w 2820074"/>
                  <a:gd name="connsiteY1" fmla="*/ 222531 h 2290046"/>
                  <a:gd name="connsiteX2" fmla="*/ 954860 w 2820074"/>
                  <a:gd name="connsiteY2" fmla="*/ 667593 h 2290046"/>
                  <a:gd name="connsiteX3" fmla="*/ 89012 w 2820074"/>
                  <a:gd name="connsiteY3" fmla="*/ 242761 h 2290046"/>
                  <a:gd name="connsiteX4" fmla="*/ 610948 w 2820074"/>
                  <a:gd name="connsiteY4" fmla="*/ 797066 h 2290046"/>
                  <a:gd name="connsiteX5" fmla="*/ 0 w 2820074"/>
                  <a:gd name="connsiteY5" fmla="*/ 902262 h 2290046"/>
                  <a:gd name="connsiteX6" fmla="*/ 481476 w 2820074"/>
                  <a:gd name="connsiteY6" fmla="*/ 1246174 h 2290046"/>
                  <a:gd name="connsiteX7" fmla="*/ 36414 w 2820074"/>
                  <a:gd name="connsiteY7" fmla="*/ 1533441 h 2290046"/>
                  <a:gd name="connsiteX8" fmla="*/ 760651 w 2820074"/>
                  <a:gd name="connsiteY8" fmla="*/ 1476797 h 2290046"/>
                  <a:gd name="connsiteX9" fmla="*/ 623086 w 2820074"/>
                  <a:gd name="connsiteY9" fmla="*/ 1869260 h 2290046"/>
                  <a:gd name="connsiteX10" fmla="*/ 1003412 w 2820074"/>
                  <a:gd name="connsiteY10" fmla="*/ 1658867 h 2290046"/>
                  <a:gd name="connsiteX11" fmla="*/ 1104563 w 2820074"/>
                  <a:gd name="connsiteY11" fmla="*/ 2290046 h 2290046"/>
                  <a:gd name="connsiteX12" fmla="*/ 1383738 w 2820074"/>
                  <a:gd name="connsiteY12" fmla="*/ 1569855 h 2290046"/>
                  <a:gd name="connsiteX13" fmla="*/ 1743833 w 2820074"/>
                  <a:gd name="connsiteY13" fmla="*/ 2091791 h 2290046"/>
                  <a:gd name="connsiteX14" fmla="*/ 1836892 w 2820074"/>
                  <a:gd name="connsiteY14" fmla="*/ 1529395 h 2290046"/>
                  <a:gd name="connsiteX15" fmla="*/ 2375012 w 2820074"/>
                  <a:gd name="connsiteY15" fmla="*/ 1889491 h 2290046"/>
                  <a:gd name="connsiteX16" fmla="*/ 2209125 w 2820074"/>
                  <a:gd name="connsiteY16" fmla="*/ 1351370 h 2290046"/>
                  <a:gd name="connsiteX17" fmla="*/ 2820074 w 2820074"/>
                  <a:gd name="connsiteY17" fmla="*/ 1399922 h 2290046"/>
                  <a:gd name="connsiteX18" fmla="*/ 2310276 w 2820074"/>
                  <a:gd name="connsiteY18" fmla="*/ 1092425 h 2290046"/>
                  <a:gd name="connsiteX19" fmla="*/ 2775568 w 2820074"/>
                  <a:gd name="connsiteY19" fmla="*/ 837526 h 2290046"/>
                  <a:gd name="connsiteX20" fmla="*/ 2196987 w 2820074"/>
                  <a:gd name="connsiteY20" fmla="*/ 768744 h 2290046"/>
                  <a:gd name="connsiteX21" fmla="*/ 2427610 w 2820074"/>
                  <a:gd name="connsiteY21" fmla="*/ 441016 h 2290046"/>
                  <a:gd name="connsiteX22" fmla="*/ 1844984 w 2820074"/>
                  <a:gd name="connsiteY22" fmla="*/ 546213 h 2290046"/>
                  <a:gd name="connsiteX23" fmla="*/ 1901628 w 2820074"/>
                  <a:gd name="connsiteY23" fmla="*/ 0 h 2290046"/>
                  <a:gd name="connsiteX24" fmla="*/ 1416106 w 2820074"/>
                  <a:gd name="connsiteY24" fmla="*/ 606903 h 22900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2820074" h="2290046">
                    <a:moveTo>
                      <a:pt x="1416106" y="606903"/>
                    </a:moveTo>
                    <a:lnTo>
                      <a:pt x="1096471" y="222531"/>
                    </a:lnTo>
                    <a:lnTo>
                      <a:pt x="954860" y="667593"/>
                    </a:lnTo>
                    <a:lnTo>
                      <a:pt x="89012" y="242761"/>
                    </a:lnTo>
                    <a:lnTo>
                      <a:pt x="610948" y="797066"/>
                    </a:lnTo>
                    <a:lnTo>
                      <a:pt x="0" y="902262"/>
                    </a:lnTo>
                    <a:lnTo>
                      <a:pt x="481476" y="1246174"/>
                    </a:lnTo>
                    <a:lnTo>
                      <a:pt x="36414" y="1533441"/>
                    </a:lnTo>
                    <a:lnTo>
                      <a:pt x="760651" y="1476797"/>
                    </a:lnTo>
                    <a:lnTo>
                      <a:pt x="623086" y="1869260"/>
                    </a:lnTo>
                    <a:lnTo>
                      <a:pt x="1003412" y="1658867"/>
                    </a:lnTo>
                    <a:lnTo>
                      <a:pt x="1104563" y="2290046"/>
                    </a:lnTo>
                    <a:lnTo>
                      <a:pt x="1383738" y="1569855"/>
                    </a:lnTo>
                    <a:lnTo>
                      <a:pt x="1743833" y="2091791"/>
                    </a:lnTo>
                    <a:lnTo>
                      <a:pt x="1836892" y="1529395"/>
                    </a:lnTo>
                    <a:lnTo>
                      <a:pt x="2375012" y="1889491"/>
                    </a:lnTo>
                    <a:lnTo>
                      <a:pt x="2209125" y="1351370"/>
                    </a:lnTo>
                    <a:lnTo>
                      <a:pt x="2820074" y="1399922"/>
                    </a:lnTo>
                    <a:lnTo>
                      <a:pt x="2310276" y="1092425"/>
                    </a:lnTo>
                    <a:lnTo>
                      <a:pt x="2775568" y="837526"/>
                    </a:lnTo>
                    <a:lnTo>
                      <a:pt x="2196987" y="768744"/>
                    </a:lnTo>
                    <a:lnTo>
                      <a:pt x="2427610" y="441016"/>
                    </a:lnTo>
                    <a:lnTo>
                      <a:pt x="1844984" y="546213"/>
                    </a:lnTo>
                    <a:lnTo>
                      <a:pt x="1901628" y="0"/>
                    </a:lnTo>
                    <a:lnTo>
                      <a:pt x="1416106" y="606903"/>
                    </a:lnTo>
                    <a:close/>
                  </a:path>
                </a:pathLst>
              </a:custGeom>
              <a:solidFill>
                <a:srgbClr val="FFFF00">
                  <a:alpha val="73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81" name="TextBox 180">
                <a:extLst>
                  <a:ext uri="{FF2B5EF4-FFF2-40B4-BE49-F238E27FC236}">
                    <a16:creationId xmlns:a16="http://schemas.microsoft.com/office/drawing/2014/main" id="{31B9CF9C-B04D-5A4F-AC32-278B0ED42F01}"/>
                  </a:ext>
                </a:extLst>
              </p:cNvPr>
              <p:cNvSpPr txBox="1"/>
              <p:nvPr/>
            </p:nvSpPr>
            <p:spPr>
              <a:xfrm>
                <a:off x="9753600" y="2635045"/>
                <a:ext cx="102021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>
                    <a:solidFill>
                      <a:srgbClr val="C00000"/>
                    </a:solidFill>
                  </a:rPr>
                  <a:t>compute</a:t>
                </a:r>
              </a:p>
            </p:txBody>
          </p:sp>
        </p:grpSp>
        <p:grpSp>
          <p:nvGrpSpPr>
            <p:cNvPr id="182" name="Group 181">
              <a:extLst>
                <a:ext uri="{FF2B5EF4-FFF2-40B4-BE49-F238E27FC236}">
                  <a16:creationId xmlns:a16="http://schemas.microsoft.com/office/drawing/2014/main" id="{EC02EBAB-7E8B-8144-9064-B32C5427DBD9}"/>
                </a:ext>
              </a:extLst>
            </p:cNvPr>
            <p:cNvGrpSpPr/>
            <p:nvPr/>
          </p:nvGrpSpPr>
          <p:grpSpPr>
            <a:xfrm>
              <a:off x="3996812" y="3593688"/>
              <a:ext cx="1196054" cy="1022555"/>
              <a:chOff x="9655277" y="2349909"/>
              <a:chExt cx="1196054" cy="1022555"/>
            </a:xfrm>
          </p:grpSpPr>
          <p:sp>
            <p:nvSpPr>
              <p:cNvPr id="183" name="Freeform 182">
                <a:extLst>
                  <a:ext uri="{FF2B5EF4-FFF2-40B4-BE49-F238E27FC236}">
                    <a16:creationId xmlns:a16="http://schemas.microsoft.com/office/drawing/2014/main" id="{4F8E9313-A12A-3849-B12A-1BC5C1A36AF0}"/>
                  </a:ext>
                </a:extLst>
              </p:cNvPr>
              <p:cNvSpPr/>
              <p:nvPr/>
            </p:nvSpPr>
            <p:spPr>
              <a:xfrm>
                <a:off x="9655277" y="2349909"/>
                <a:ext cx="1196054" cy="1022555"/>
              </a:xfrm>
              <a:custGeom>
                <a:avLst/>
                <a:gdLst>
                  <a:gd name="connsiteX0" fmla="*/ 1416106 w 2820074"/>
                  <a:gd name="connsiteY0" fmla="*/ 606903 h 2290046"/>
                  <a:gd name="connsiteX1" fmla="*/ 1096471 w 2820074"/>
                  <a:gd name="connsiteY1" fmla="*/ 222531 h 2290046"/>
                  <a:gd name="connsiteX2" fmla="*/ 954860 w 2820074"/>
                  <a:gd name="connsiteY2" fmla="*/ 667593 h 2290046"/>
                  <a:gd name="connsiteX3" fmla="*/ 89012 w 2820074"/>
                  <a:gd name="connsiteY3" fmla="*/ 242761 h 2290046"/>
                  <a:gd name="connsiteX4" fmla="*/ 610948 w 2820074"/>
                  <a:gd name="connsiteY4" fmla="*/ 797066 h 2290046"/>
                  <a:gd name="connsiteX5" fmla="*/ 0 w 2820074"/>
                  <a:gd name="connsiteY5" fmla="*/ 902262 h 2290046"/>
                  <a:gd name="connsiteX6" fmla="*/ 481476 w 2820074"/>
                  <a:gd name="connsiteY6" fmla="*/ 1246174 h 2290046"/>
                  <a:gd name="connsiteX7" fmla="*/ 36414 w 2820074"/>
                  <a:gd name="connsiteY7" fmla="*/ 1533441 h 2290046"/>
                  <a:gd name="connsiteX8" fmla="*/ 760651 w 2820074"/>
                  <a:gd name="connsiteY8" fmla="*/ 1476797 h 2290046"/>
                  <a:gd name="connsiteX9" fmla="*/ 623086 w 2820074"/>
                  <a:gd name="connsiteY9" fmla="*/ 1869260 h 2290046"/>
                  <a:gd name="connsiteX10" fmla="*/ 1003412 w 2820074"/>
                  <a:gd name="connsiteY10" fmla="*/ 1658867 h 2290046"/>
                  <a:gd name="connsiteX11" fmla="*/ 1104563 w 2820074"/>
                  <a:gd name="connsiteY11" fmla="*/ 2290046 h 2290046"/>
                  <a:gd name="connsiteX12" fmla="*/ 1383738 w 2820074"/>
                  <a:gd name="connsiteY12" fmla="*/ 1569855 h 2290046"/>
                  <a:gd name="connsiteX13" fmla="*/ 1743833 w 2820074"/>
                  <a:gd name="connsiteY13" fmla="*/ 2091791 h 2290046"/>
                  <a:gd name="connsiteX14" fmla="*/ 1836892 w 2820074"/>
                  <a:gd name="connsiteY14" fmla="*/ 1529395 h 2290046"/>
                  <a:gd name="connsiteX15" fmla="*/ 2375012 w 2820074"/>
                  <a:gd name="connsiteY15" fmla="*/ 1889491 h 2290046"/>
                  <a:gd name="connsiteX16" fmla="*/ 2209125 w 2820074"/>
                  <a:gd name="connsiteY16" fmla="*/ 1351370 h 2290046"/>
                  <a:gd name="connsiteX17" fmla="*/ 2820074 w 2820074"/>
                  <a:gd name="connsiteY17" fmla="*/ 1399922 h 2290046"/>
                  <a:gd name="connsiteX18" fmla="*/ 2310276 w 2820074"/>
                  <a:gd name="connsiteY18" fmla="*/ 1092425 h 2290046"/>
                  <a:gd name="connsiteX19" fmla="*/ 2775568 w 2820074"/>
                  <a:gd name="connsiteY19" fmla="*/ 837526 h 2290046"/>
                  <a:gd name="connsiteX20" fmla="*/ 2196987 w 2820074"/>
                  <a:gd name="connsiteY20" fmla="*/ 768744 h 2290046"/>
                  <a:gd name="connsiteX21" fmla="*/ 2427610 w 2820074"/>
                  <a:gd name="connsiteY21" fmla="*/ 441016 h 2290046"/>
                  <a:gd name="connsiteX22" fmla="*/ 1844984 w 2820074"/>
                  <a:gd name="connsiteY22" fmla="*/ 546213 h 2290046"/>
                  <a:gd name="connsiteX23" fmla="*/ 1901628 w 2820074"/>
                  <a:gd name="connsiteY23" fmla="*/ 0 h 2290046"/>
                  <a:gd name="connsiteX24" fmla="*/ 1416106 w 2820074"/>
                  <a:gd name="connsiteY24" fmla="*/ 606903 h 22900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2820074" h="2290046">
                    <a:moveTo>
                      <a:pt x="1416106" y="606903"/>
                    </a:moveTo>
                    <a:lnTo>
                      <a:pt x="1096471" y="222531"/>
                    </a:lnTo>
                    <a:lnTo>
                      <a:pt x="954860" y="667593"/>
                    </a:lnTo>
                    <a:lnTo>
                      <a:pt x="89012" y="242761"/>
                    </a:lnTo>
                    <a:lnTo>
                      <a:pt x="610948" y="797066"/>
                    </a:lnTo>
                    <a:lnTo>
                      <a:pt x="0" y="902262"/>
                    </a:lnTo>
                    <a:lnTo>
                      <a:pt x="481476" y="1246174"/>
                    </a:lnTo>
                    <a:lnTo>
                      <a:pt x="36414" y="1533441"/>
                    </a:lnTo>
                    <a:lnTo>
                      <a:pt x="760651" y="1476797"/>
                    </a:lnTo>
                    <a:lnTo>
                      <a:pt x="623086" y="1869260"/>
                    </a:lnTo>
                    <a:lnTo>
                      <a:pt x="1003412" y="1658867"/>
                    </a:lnTo>
                    <a:lnTo>
                      <a:pt x="1104563" y="2290046"/>
                    </a:lnTo>
                    <a:lnTo>
                      <a:pt x="1383738" y="1569855"/>
                    </a:lnTo>
                    <a:lnTo>
                      <a:pt x="1743833" y="2091791"/>
                    </a:lnTo>
                    <a:lnTo>
                      <a:pt x="1836892" y="1529395"/>
                    </a:lnTo>
                    <a:lnTo>
                      <a:pt x="2375012" y="1889491"/>
                    </a:lnTo>
                    <a:lnTo>
                      <a:pt x="2209125" y="1351370"/>
                    </a:lnTo>
                    <a:lnTo>
                      <a:pt x="2820074" y="1399922"/>
                    </a:lnTo>
                    <a:lnTo>
                      <a:pt x="2310276" y="1092425"/>
                    </a:lnTo>
                    <a:lnTo>
                      <a:pt x="2775568" y="837526"/>
                    </a:lnTo>
                    <a:lnTo>
                      <a:pt x="2196987" y="768744"/>
                    </a:lnTo>
                    <a:lnTo>
                      <a:pt x="2427610" y="441016"/>
                    </a:lnTo>
                    <a:lnTo>
                      <a:pt x="1844984" y="546213"/>
                    </a:lnTo>
                    <a:lnTo>
                      <a:pt x="1901628" y="0"/>
                    </a:lnTo>
                    <a:lnTo>
                      <a:pt x="1416106" y="606903"/>
                    </a:lnTo>
                    <a:close/>
                  </a:path>
                </a:pathLst>
              </a:custGeom>
              <a:solidFill>
                <a:srgbClr val="FFFF00">
                  <a:alpha val="73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14" name="TextBox 213">
                <a:extLst>
                  <a:ext uri="{FF2B5EF4-FFF2-40B4-BE49-F238E27FC236}">
                    <a16:creationId xmlns:a16="http://schemas.microsoft.com/office/drawing/2014/main" id="{CA0F4249-5B41-3D48-9023-8757509C8B58}"/>
                  </a:ext>
                </a:extLst>
              </p:cNvPr>
              <p:cNvSpPr txBox="1"/>
              <p:nvPr/>
            </p:nvSpPr>
            <p:spPr>
              <a:xfrm>
                <a:off x="9753600" y="2635045"/>
                <a:ext cx="102021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>
                    <a:solidFill>
                      <a:srgbClr val="C00000"/>
                    </a:solidFill>
                  </a:rPr>
                  <a:t>compute</a:t>
                </a:r>
              </a:p>
            </p:txBody>
          </p:sp>
        </p:grpSp>
        <p:grpSp>
          <p:nvGrpSpPr>
            <p:cNvPr id="220" name="Group 219">
              <a:extLst>
                <a:ext uri="{FF2B5EF4-FFF2-40B4-BE49-F238E27FC236}">
                  <a16:creationId xmlns:a16="http://schemas.microsoft.com/office/drawing/2014/main" id="{B89D7B16-224E-0545-AAE5-58B841BB7F79}"/>
                </a:ext>
              </a:extLst>
            </p:cNvPr>
            <p:cNvGrpSpPr/>
            <p:nvPr/>
          </p:nvGrpSpPr>
          <p:grpSpPr>
            <a:xfrm>
              <a:off x="5928850" y="3578941"/>
              <a:ext cx="1196054" cy="1022555"/>
              <a:chOff x="9655277" y="2349909"/>
              <a:chExt cx="1196054" cy="1022555"/>
            </a:xfrm>
          </p:grpSpPr>
          <p:sp>
            <p:nvSpPr>
              <p:cNvPr id="227" name="Freeform 226">
                <a:extLst>
                  <a:ext uri="{FF2B5EF4-FFF2-40B4-BE49-F238E27FC236}">
                    <a16:creationId xmlns:a16="http://schemas.microsoft.com/office/drawing/2014/main" id="{C98EEB01-D57D-DF44-921F-DE4A3FCEA6FF}"/>
                  </a:ext>
                </a:extLst>
              </p:cNvPr>
              <p:cNvSpPr/>
              <p:nvPr/>
            </p:nvSpPr>
            <p:spPr>
              <a:xfrm>
                <a:off x="9655277" y="2349909"/>
                <a:ext cx="1196054" cy="1022555"/>
              </a:xfrm>
              <a:custGeom>
                <a:avLst/>
                <a:gdLst>
                  <a:gd name="connsiteX0" fmla="*/ 1416106 w 2820074"/>
                  <a:gd name="connsiteY0" fmla="*/ 606903 h 2290046"/>
                  <a:gd name="connsiteX1" fmla="*/ 1096471 w 2820074"/>
                  <a:gd name="connsiteY1" fmla="*/ 222531 h 2290046"/>
                  <a:gd name="connsiteX2" fmla="*/ 954860 w 2820074"/>
                  <a:gd name="connsiteY2" fmla="*/ 667593 h 2290046"/>
                  <a:gd name="connsiteX3" fmla="*/ 89012 w 2820074"/>
                  <a:gd name="connsiteY3" fmla="*/ 242761 h 2290046"/>
                  <a:gd name="connsiteX4" fmla="*/ 610948 w 2820074"/>
                  <a:gd name="connsiteY4" fmla="*/ 797066 h 2290046"/>
                  <a:gd name="connsiteX5" fmla="*/ 0 w 2820074"/>
                  <a:gd name="connsiteY5" fmla="*/ 902262 h 2290046"/>
                  <a:gd name="connsiteX6" fmla="*/ 481476 w 2820074"/>
                  <a:gd name="connsiteY6" fmla="*/ 1246174 h 2290046"/>
                  <a:gd name="connsiteX7" fmla="*/ 36414 w 2820074"/>
                  <a:gd name="connsiteY7" fmla="*/ 1533441 h 2290046"/>
                  <a:gd name="connsiteX8" fmla="*/ 760651 w 2820074"/>
                  <a:gd name="connsiteY8" fmla="*/ 1476797 h 2290046"/>
                  <a:gd name="connsiteX9" fmla="*/ 623086 w 2820074"/>
                  <a:gd name="connsiteY9" fmla="*/ 1869260 h 2290046"/>
                  <a:gd name="connsiteX10" fmla="*/ 1003412 w 2820074"/>
                  <a:gd name="connsiteY10" fmla="*/ 1658867 h 2290046"/>
                  <a:gd name="connsiteX11" fmla="*/ 1104563 w 2820074"/>
                  <a:gd name="connsiteY11" fmla="*/ 2290046 h 2290046"/>
                  <a:gd name="connsiteX12" fmla="*/ 1383738 w 2820074"/>
                  <a:gd name="connsiteY12" fmla="*/ 1569855 h 2290046"/>
                  <a:gd name="connsiteX13" fmla="*/ 1743833 w 2820074"/>
                  <a:gd name="connsiteY13" fmla="*/ 2091791 h 2290046"/>
                  <a:gd name="connsiteX14" fmla="*/ 1836892 w 2820074"/>
                  <a:gd name="connsiteY14" fmla="*/ 1529395 h 2290046"/>
                  <a:gd name="connsiteX15" fmla="*/ 2375012 w 2820074"/>
                  <a:gd name="connsiteY15" fmla="*/ 1889491 h 2290046"/>
                  <a:gd name="connsiteX16" fmla="*/ 2209125 w 2820074"/>
                  <a:gd name="connsiteY16" fmla="*/ 1351370 h 2290046"/>
                  <a:gd name="connsiteX17" fmla="*/ 2820074 w 2820074"/>
                  <a:gd name="connsiteY17" fmla="*/ 1399922 h 2290046"/>
                  <a:gd name="connsiteX18" fmla="*/ 2310276 w 2820074"/>
                  <a:gd name="connsiteY18" fmla="*/ 1092425 h 2290046"/>
                  <a:gd name="connsiteX19" fmla="*/ 2775568 w 2820074"/>
                  <a:gd name="connsiteY19" fmla="*/ 837526 h 2290046"/>
                  <a:gd name="connsiteX20" fmla="*/ 2196987 w 2820074"/>
                  <a:gd name="connsiteY20" fmla="*/ 768744 h 2290046"/>
                  <a:gd name="connsiteX21" fmla="*/ 2427610 w 2820074"/>
                  <a:gd name="connsiteY21" fmla="*/ 441016 h 2290046"/>
                  <a:gd name="connsiteX22" fmla="*/ 1844984 w 2820074"/>
                  <a:gd name="connsiteY22" fmla="*/ 546213 h 2290046"/>
                  <a:gd name="connsiteX23" fmla="*/ 1901628 w 2820074"/>
                  <a:gd name="connsiteY23" fmla="*/ 0 h 2290046"/>
                  <a:gd name="connsiteX24" fmla="*/ 1416106 w 2820074"/>
                  <a:gd name="connsiteY24" fmla="*/ 606903 h 22900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2820074" h="2290046">
                    <a:moveTo>
                      <a:pt x="1416106" y="606903"/>
                    </a:moveTo>
                    <a:lnTo>
                      <a:pt x="1096471" y="222531"/>
                    </a:lnTo>
                    <a:lnTo>
                      <a:pt x="954860" y="667593"/>
                    </a:lnTo>
                    <a:lnTo>
                      <a:pt x="89012" y="242761"/>
                    </a:lnTo>
                    <a:lnTo>
                      <a:pt x="610948" y="797066"/>
                    </a:lnTo>
                    <a:lnTo>
                      <a:pt x="0" y="902262"/>
                    </a:lnTo>
                    <a:lnTo>
                      <a:pt x="481476" y="1246174"/>
                    </a:lnTo>
                    <a:lnTo>
                      <a:pt x="36414" y="1533441"/>
                    </a:lnTo>
                    <a:lnTo>
                      <a:pt x="760651" y="1476797"/>
                    </a:lnTo>
                    <a:lnTo>
                      <a:pt x="623086" y="1869260"/>
                    </a:lnTo>
                    <a:lnTo>
                      <a:pt x="1003412" y="1658867"/>
                    </a:lnTo>
                    <a:lnTo>
                      <a:pt x="1104563" y="2290046"/>
                    </a:lnTo>
                    <a:lnTo>
                      <a:pt x="1383738" y="1569855"/>
                    </a:lnTo>
                    <a:lnTo>
                      <a:pt x="1743833" y="2091791"/>
                    </a:lnTo>
                    <a:lnTo>
                      <a:pt x="1836892" y="1529395"/>
                    </a:lnTo>
                    <a:lnTo>
                      <a:pt x="2375012" y="1889491"/>
                    </a:lnTo>
                    <a:lnTo>
                      <a:pt x="2209125" y="1351370"/>
                    </a:lnTo>
                    <a:lnTo>
                      <a:pt x="2820074" y="1399922"/>
                    </a:lnTo>
                    <a:lnTo>
                      <a:pt x="2310276" y="1092425"/>
                    </a:lnTo>
                    <a:lnTo>
                      <a:pt x="2775568" y="837526"/>
                    </a:lnTo>
                    <a:lnTo>
                      <a:pt x="2196987" y="768744"/>
                    </a:lnTo>
                    <a:lnTo>
                      <a:pt x="2427610" y="441016"/>
                    </a:lnTo>
                    <a:lnTo>
                      <a:pt x="1844984" y="546213"/>
                    </a:lnTo>
                    <a:lnTo>
                      <a:pt x="1901628" y="0"/>
                    </a:lnTo>
                    <a:lnTo>
                      <a:pt x="1416106" y="606903"/>
                    </a:lnTo>
                    <a:close/>
                  </a:path>
                </a:pathLst>
              </a:custGeom>
              <a:solidFill>
                <a:srgbClr val="FFFF00">
                  <a:alpha val="73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28" name="TextBox 227">
                <a:extLst>
                  <a:ext uri="{FF2B5EF4-FFF2-40B4-BE49-F238E27FC236}">
                    <a16:creationId xmlns:a16="http://schemas.microsoft.com/office/drawing/2014/main" id="{A6BE9F63-A36F-B842-81EA-382F13B1F7EE}"/>
                  </a:ext>
                </a:extLst>
              </p:cNvPr>
              <p:cNvSpPr txBox="1"/>
              <p:nvPr/>
            </p:nvSpPr>
            <p:spPr>
              <a:xfrm>
                <a:off x="9753600" y="2635045"/>
                <a:ext cx="102021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>
                    <a:solidFill>
                      <a:srgbClr val="C00000"/>
                    </a:solidFill>
                  </a:rPr>
                  <a:t>compute</a:t>
                </a:r>
              </a:p>
            </p:txBody>
          </p:sp>
        </p:grpSp>
        <p:grpSp>
          <p:nvGrpSpPr>
            <p:cNvPr id="229" name="Group 228">
              <a:extLst>
                <a:ext uri="{FF2B5EF4-FFF2-40B4-BE49-F238E27FC236}">
                  <a16:creationId xmlns:a16="http://schemas.microsoft.com/office/drawing/2014/main" id="{D9355008-5692-5045-9867-573B61A6287F}"/>
                </a:ext>
              </a:extLst>
            </p:cNvPr>
            <p:cNvGrpSpPr/>
            <p:nvPr/>
          </p:nvGrpSpPr>
          <p:grpSpPr>
            <a:xfrm>
              <a:off x="7860888" y="3564194"/>
              <a:ext cx="1196054" cy="1022555"/>
              <a:chOff x="9655277" y="2349909"/>
              <a:chExt cx="1196054" cy="1022555"/>
            </a:xfrm>
          </p:grpSpPr>
          <p:sp>
            <p:nvSpPr>
              <p:cNvPr id="230" name="Freeform 229">
                <a:extLst>
                  <a:ext uri="{FF2B5EF4-FFF2-40B4-BE49-F238E27FC236}">
                    <a16:creationId xmlns:a16="http://schemas.microsoft.com/office/drawing/2014/main" id="{FB50278F-0DAA-BE47-BF4C-10BB64655FD9}"/>
                  </a:ext>
                </a:extLst>
              </p:cNvPr>
              <p:cNvSpPr/>
              <p:nvPr/>
            </p:nvSpPr>
            <p:spPr>
              <a:xfrm>
                <a:off x="9655277" y="2349909"/>
                <a:ext cx="1196054" cy="1022555"/>
              </a:xfrm>
              <a:custGeom>
                <a:avLst/>
                <a:gdLst>
                  <a:gd name="connsiteX0" fmla="*/ 1416106 w 2820074"/>
                  <a:gd name="connsiteY0" fmla="*/ 606903 h 2290046"/>
                  <a:gd name="connsiteX1" fmla="*/ 1096471 w 2820074"/>
                  <a:gd name="connsiteY1" fmla="*/ 222531 h 2290046"/>
                  <a:gd name="connsiteX2" fmla="*/ 954860 w 2820074"/>
                  <a:gd name="connsiteY2" fmla="*/ 667593 h 2290046"/>
                  <a:gd name="connsiteX3" fmla="*/ 89012 w 2820074"/>
                  <a:gd name="connsiteY3" fmla="*/ 242761 h 2290046"/>
                  <a:gd name="connsiteX4" fmla="*/ 610948 w 2820074"/>
                  <a:gd name="connsiteY4" fmla="*/ 797066 h 2290046"/>
                  <a:gd name="connsiteX5" fmla="*/ 0 w 2820074"/>
                  <a:gd name="connsiteY5" fmla="*/ 902262 h 2290046"/>
                  <a:gd name="connsiteX6" fmla="*/ 481476 w 2820074"/>
                  <a:gd name="connsiteY6" fmla="*/ 1246174 h 2290046"/>
                  <a:gd name="connsiteX7" fmla="*/ 36414 w 2820074"/>
                  <a:gd name="connsiteY7" fmla="*/ 1533441 h 2290046"/>
                  <a:gd name="connsiteX8" fmla="*/ 760651 w 2820074"/>
                  <a:gd name="connsiteY8" fmla="*/ 1476797 h 2290046"/>
                  <a:gd name="connsiteX9" fmla="*/ 623086 w 2820074"/>
                  <a:gd name="connsiteY9" fmla="*/ 1869260 h 2290046"/>
                  <a:gd name="connsiteX10" fmla="*/ 1003412 w 2820074"/>
                  <a:gd name="connsiteY10" fmla="*/ 1658867 h 2290046"/>
                  <a:gd name="connsiteX11" fmla="*/ 1104563 w 2820074"/>
                  <a:gd name="connsiteY11" fmla="*/ 2290046 h 2290046"/>
                  <a:gd name="connsiteX12" fmla="*/ 1383738 w 2820074"/>
                  <a:gd name="connsiteY12" fmla="*/ 1569855 h 2290046"/>
                  <a:gd name="connsiteX13" fmla="*/ 1743833 w 2820074"/>
                  <a:gd name="connsiteY13" fmla="*/ 2091791 h 2290046"/>
                  <a:gd name="connsiteX14" fmla="*/ 1836892 w 2820074"/>
                  <a:gd name="connsiteY14" fmla="*/ 1529395 h 2290046"/>
                  <a:gd name="connsiteX15" fmla="*/ 2375012 w 2820074"/>
                  <a:gd name="connsiteY15" fmla="*/ 1889491 h 2290046"/>
                  <a:gd name="connsiteX16" fmla="*/ 2209125 w 2820074"/>
                  <a:gd name="connsiteY16" fmla="*/ 1351370 h 2290046"/>
                  <a:gd name="connsiteX17" fmla="*/ 2820074 w 2820074"/>
                  <a:gd name="connsiteY17" fmla="*/ 1399922 h 2290046"/>
                  <a:gd name="connsiteX18" fmla="*/ 2310276 w 2820074"/>
                  <a:gd name="connsiteY18" fmla="*/ 1092425 h 2290046"/>
                  <a:gd name="connsiteX19" fmla="*/ 2775568 w 2820074"/>
                  <a:gd name="connsiteY19" fmla="*/ 837526 h 2290046"/>
                  <a:gd name="connsiteX20" fmla="*/ 2196987 w 2820074"/>
                  <a:gd name="connsiteY20" fmla="*/ 768744 h 2290046"/>
                  <a:gd name="connsiteX21" fmla="*/ 2427610 w 2820074"/>
                  <a:gd name="connsiteY21" fmla="*/ 441016 h 2290046"/>
                  <a:gd name="connsiteX22" fmla="*/ 1844984 w 2820074"/>
                  <a:gd name="connsiteY22" fmla="*/ 546213 h 2290046"/>
                  <a:gd name="connsiteX23" fmla="*/ 1901628 w 2820074"/>
                  <a:gd name="connsiteY23" fmla="*/ 0 h 2290046"/>
                  <a:gd name="connsiteX24" fmla="*/ 1416106 w 2820074"/>
                  <a:gd name="connsiteY24" fmla="*/ 606903 h 22900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2820074" h="2290046">
                    <a:moveTo>
                      <a:pt x="1416106" y="606903"/>
                    </a:moveTo>
                    <a:lnTo>
                      <a:pt x="1096471" y="222531"/>
                    </a:lnTo>
                    <a:lnTo>
                      <a:pt x="954860" y="667593"/>
                    </a:lnTo>
                    <a:lnTo>
                      <a:pt x="89012" y="242761"/>
                    </a:lnTo>
                    <a:lnTo>
                      <a:pt x="610948" y="797066"/>
                    </a:lnTo>
                    <a:lnTo>
                      <a:pt x="0" y="902262"/>
                    </a:lnTo>
                    <a:lnTo>
                      <a:pt x="481476" y="1246174"/>
                    </a:lnTo>
                    <a:lnTo>
                      <a:pt x="36414" y="1533441"/>
                    </a:lnTo>
                    <a:lnTo>
                      <a:pt x="760651" y="1476797"/>
                    </a:lnTo>
                    <a:lnTo>
                      <a:pt x="623086" y="1869260"/>
                    </a:lnTo>
                    <a:lnTo>
                      <a:pt x="1003412" y="1658867"/>
                    </a:lnTo>
                    <a:lnTo>
                      <a:pt x="1104563" y="2290046"/>
                    </a:lnTo>
                    <a:lnTo>
                      <a:pt x="1383738" y="1569855"/>
                    </a:lnTo>
                    <a:lnTo>
                      <a:pt x="1743833" y="2091791"/>
                    </a:lnTo>
                    <a:lnTo>
                      <a:pt x="1836892" y="1529395"/>
                    </a:lnTo>
                    <a:lnTo>
                      <a:pt x="2375012" y="1889491"/>
                    </a:lnTo>
                    <a:lnTo>
                      <a:pt x="2209125" y="1351370"/>
                    </a:lnTo>
                    <a:lnTo>
                      <a:pt x="2820074" y="1399922"/>
                    </a:lnTo>
                    <a:lnTo>
                      <a:pt x="2310276" y="1092425"/>
                    </a:lnTo>
                    <a:lnTo>
                      <a:pt x="2775568" y="837526"/>
                    </a:lnTo>
                    <a:lnTo>
                      <a:pt x="2196987" y="768744"/>
                    </a:lnTo>
                    <a:lnTo>
                      <a:pt x="2427610" y="441016"/>
                    </a:lnTo>
                    <a:lnTo>
                      <a:pt x="1844984" y="546213"/>
                    </a:lnTo>
                    <a:lnTo>
                      <a:pt x="1901628" y="0"/>
                    </a:lnTo>
                    <a:lnTo>
                      <a:pt x="1416106" y="606903"/>
                    </a:lnTo>
                    <a:close/>
                  </a:path>
                </a:pathLst>
              </a:custGeom>
              <a:solidFill>
                <a:srgbClr val="FFFF00">
                  <a:alpha val="73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31" name="TextBox 230">
                <a:extLst>
                  <a:ext uri="{FF2B5EF4-FFF2-40B4-BE49-F238E27FC236}">
                    <a16:creationId xmlns:a16="http://schemas.microsoft.com/office/drawing/2014/main" id="{D80FE26B-BC39-3840-8971-AC80538B679B}"/>
                  </a:ext>
                </a:extLst>
              </p:cNvPr>
              <p:cNvSpPr txBox="1"/>
              <p:nvPr/>
            </p:nvSpPr>
            <p:spPr>
              <a:xfrm>
                <a:off x="9753600" y="2635045"/>
                <a:ext cx="102021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>
                    <a:solidFill>
                      <a:srgbClr val="C00000"/>
                    </a:solidFill>
                  </a:rPr>
                  <a:t>compute</a:t>
                </a:r>
              </a:p>
            </p:txBody>
          </p:sp>
        </p:grpSp>
        <p:grpSp>
          <p:nvGrpSpPr>
            <p:cNvPr id="232" name="Group 231">
              <a:extLst>
                <a:ext uri="{FF2B5EF4-FFF2-40B4-BE49-F238E27FC236}">
                  <a16:creationId xmlns:a16="http://schemas.microsoft.com/office/drawing/2014/main" id="{8919850D-033C-884C-874D-578D6BEF54D6}"/>
                </a:ext>
              </a:extLst>
            </p:cNvPr>
            <p:cNvGrpSpPr/>
            <p:nvPr/>
          </p:nvGrpSpPr>
          <p:grpSpPr>
            <a:xfrm>
              <a:off x="3982064" y="5545391"/>
              <a:ext cx="1196054" cy="1022555"/>
              <a:chOff x="9655277" y="2349909"/>
              <a:chExt cx="1196054" cy="1022555"/>
            </a:xfrm>
          </p:grpSpPr>
          <p:sp>
            <p:nvSpPr>
              <p:cNvPr id="233" name="Freeform 232">
                <a:extLst>
                  <a:ext uri="{FF2B5EF4-FFF2-40B4-BE49-F238E27FC236}">
                    <a16:creationId xmlns:a16="http://schemas.microsoft.com/office/drawing/2014/main" id="{A58AC890-F958-6645-870D-1AB87CB3F2A4}"/>
                  </a:ext>
                </a:extLst>
              </p:cNvPr>
              <p:cNvSpPr/>
              <p:nvPr/>
            </p:nvSpPr>
            <p:spPr>
              <a:xfrm>
                <a:off x="9655277" y="2349909"/>
                <a:ext cx="1196054" cy="1022555"/>
              </a:xfrm>
              <a:custGeom>
                <a:avLst/>
                <a:gdLst>
                  <a:gd name="connsiteX0" fmla="*/ 1416106 w 2820074"/>
                  <a:gd name="connsiteY0" fmla="*/ 606903 h 2290046"/>
                  <a:gd name="connsiteX1" fmla="*/ 1096471 w 2820074"/>
                  <a:gd name="connsiteY1" fmla="*/ 222531 h 2290046"/>
                  <a:gd name="connsiteX2" fmla="*/ 954860 w 2820074"/>
                  <a:gd name="connsiteY2" fmla="*/ 667593 h 2290046"/>
                  <a:gd name="connsiteX3" fmla="*/ 89012 w 2820074"/>
                  <a:gd name="connsiteY3" fmla="*/ 242761 h 2290046"/>
                  <a:gd name="connsiteX4" fmla="*/ 610948 w 2820074"/>
                  <a:gd name="connsiteY4" fmla="*/ 797066 h 2290046"/>
                  <a:gd name="connsiteX5" fmla="*/ 0 w 2820074"/>
                  <a:gd name="connsiteY5" fmla="*/ 902262 h 2290046"/>
                  <a:gd name="connsiteX6" fmla="*/ 481476 w 2820074"/>
                  <a:gd name="connsiteY6" fmla="*/ 1246174 h 2290046"/>
                  <a:gd name="connsiteX7" fmla="*/ 36414 w 2820074"/>
                  <a:gd name="connsiteY7" fmla="*/ 1533441 h 2290046"/>
                  <a:gd name="connsiteX8" fmla="*/ 760651 w 2820074"/>
                  <a:gd name="connsiteY8" fmla="*/ 1476797 h 2290046"/>
                  <a:gd name="connsiteX9" fmla="*/ 623086 w 2820074"/>
                  <a:gd name="connsiteY9" fmla="*/ 1869260 h 2290046"/>
                  <a:gd name="connsiteX10" fmla="*/ 1003412 w 2820074"/>
                  <a:gd name="connsiteY10" fmla="*/ 1658867 h 2290046"/>
                  <a:gd name="connsiteX11" fmla="*/ 1104563 w 2820074"/>
                  <a:gd name="connsiteY11" fmla="*/ 2290046 h 2290046"/>
                  <a:gd name="connsiteX12" fmla="*/ 1383738 w 2820074"/>
                  <a:gd name="connsiteY12" fmla="*/ 1569855 h 2290046"/>
                  <a:gd name="connsiteX13" fmla="*/ 1743833 w 2820074"/>
                  <a:gd name="connsiteY13" fmla="*/ 2091791 h 2290046"/>
                  <a:gd name="connsiteX14" fmla="*/ 1836892 w 2820074"/>
                  <a:gd name="connsiteY14" fmla="*/ 1529395 h 2290046"/>
                  <a:gd name="connsiteX15" fmla="*/ 2375012 w 2820074"/>
                  <a:gd name="connsiteY15" fmla="*/ 1889491 h 2290046"/>
                  <a:gd name="connsiteX16" fmla="*/ 2209125 w 2820074"/>
                  <a:gd name="connsiteY16" fmla="*/ 1351370 h 2290046"/>
                  <a:gd name="connsiteX17" fmla="*/ 2820074 w 2820074"/>
                  <a:gd name="connsiteY17" fmla="*/ 1399922 h 2290046"/>
                  <a:gd name="connsiteX18" fmla="*/ 2310276 w 2820074"/>
                  <a:gd name="connsiteY18" fmla="*/ 1092425 h 2290046"/>
                  <a:gd name="connsiteX19" fmla="*/ 2775568 w 2820074"/>
                  <a:gd name="connsiteY19" fmla="*/ 837526 h 2290046"/>
                  <a:gd name="connsiteX20" fmla="*/ 2196987 w 2820074"/>
                  <a:gd name="connsiteY20" fmla="*/ 768744 h 2290046"/>
                  <a:gd name="connsiteX21" fmla="*/ 2427610 w 2820074"/>
                  <a:gd name="connsiteY21" fmla="*/ 441016 h 2290046"/>
                  <a:gd name="connsiteX22" fmla="*/ 1844984 w 2820074"/>
                  <a:gd name="connsiteY22" fmla="*/ 546213 h 2290046"/>
                  <a:gd name="connsiteX23" fmla="*/ 1901628 w 2820074"/>
                  <a:gd name="connsiteY23" fmla="*/ 0 h 2290046"/>
                  <a:gd name="connsiteX24" fmla="*/ 1416106 w 2820074"/>
                  <a:gd name="connsiteY24" fmla="*/ 606903 h 22900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2820074" h="2290046">
                    <a:moveTo>
                      <a:pt x="1416106" y="606903"/>
                    </a:moveTo>
                    <a:lnTo>
                      <a:pt x="1096471" y="222531"/>
                    </a:lnTo>
                    <a:lnTo>
                      <a:pt x="954860" y="667593"/>
                    </a:lnTo>
                    <a:lnTo>
                      <a:pt x="89012" y="242761"/>
                    </a:lnTo>
                    <a:lnTo>
                      <a:pt x="610948" y="797066"/>
                    </a:lnTo>
                    <a:lnTo>
                      <a:pt x="0" y="902262"/>
                    </a:lnTo>
                    <a:lnTo>
                      <a:pt x="481476" y="1246174"/>
                    </a:lnTo>
                    <a:lnTo>
                      <a:pt x="36414" y="1533441"/>
                    </a:lnTo>
                    <a:lnTo>
                      <a:pt x="760651" y="1476797"/>
                    </a:lnTo>
                    <a:lnTo>
                      <a:pt x="623086" y="1869260"/>
                    </a:lnTo>
                    <a:lnTo>
                      <a:pt x="1003412" y="1658867"/>
                    </a:lnTo>
                    <a:lnTo>
                      <a:pt x="1104563" y="2290046"/>
                    </a:lnTo>
                    <a:lnTo>
                      <a:pt x="1383738" y="1569855"/>
                    </a:lnTo>
                    <a:lnTo>
                      <a:pt x="1743833" y="2091791"/>
                    </a:lnTo>
                    <a:lnTo>
                      <a:pt x="1836892" y="1529395"/>
                    </a:lnTo>
                    <a:lnTo>
                      <a:pt x="2375012" y="1889491"/>
                    </a:lnTo>
                    <a:lnTo>
                      <a:pt x="2209125" y="1351370"/>
                    </a:lnTo>
                    <a:lnTo>
                      <a:pt x="2820074" y="1399922"/>
                    </a:lnTo>
                    <a:lnTo>
                      <a:pt x="2310276" y="1092425"/>
                    </a:lnTo>
                    <a:lnTo>
                      <a:pt x="2775568" y="837526"/>
                    </a:lnTo>
                    <a:lnTo>
                      <a:pt x="2196987" y="768744"/>
                    </a:lnTo>
                    <a:lnTo>
                      <a:pt x="2427610" y="441016"/>
                    </a:lnTo>
                    <a:lnTo>
                      <a:pt x="1844984" y="546213"/>
                    </a:lnTo>
                    <a:lnTo>
                      <a:pt x="1901628" y="0"/>
                    </a:lnTo>
                    <a:lnTo>
                      <a:pt x="1416106" y="606903"/>
                    </a:lnTo>
                    <a:close/>
                  </a:path>
                </a:pathLst>
              </a:custGeom>
              <a:solidFill>
                <a:srgbClr val="FFFF00">
                  <a:alpha val="73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34" name="TextBox 233">
                <a:extLst>
                  <a:ext uri="{FF2B5EF4-FFF2-40B4-BE49-F238E27FC236}">
                    <a16:creationId xmlns:a16="http://schemas.microsoft.com/office/drawing/2014/main" id="{F91239F9-821D-324E-AED8-FC0DBAC8E537}"/>
                  </a:ext>
                </a:extLst>
              </p:cNvPr>
              <p:cNvSpPr txBox="1"/>
              <p:nvPr/>
            </p:nvSpPr>
            <p:spPr>
              <a:xfrm>
                <a:off x="9753600" y="2635045"/>
                <a:ext cx="102021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>
                    <a:solidFill>
                      <a:srgbClr val="C00000"/>
                    </a:solidFill>
                  </a:rPr>
                  <a:t>compute</a:t>
                </a:r>
              </a:p>
            </p:txBody>
          </p:sp>
        </p:grpSp>
        <p:grpSp>
          <p:nvGrpSpPr>
            <p:cNvPr id="235" name="Group 234">
              <a:extLst>
                <a:ext uri="{FF2B5EF4-FFF2-40B4-BE49-F238E27FC236}">
                  <a16:creationId xmlns:a16="http://schemas.microsoft.com/office/drawing/2014/main" id="{4D851E35-9983-2647-8751-B14388AB0989}"/>
                </a:ext>
              </a:extLst>
            </p:cNvPr>
            <p:cNvGrpSpPr/>
            <p:nvPr/>
          </p:nvGrpSpPr>
          <p:grpSpPr>
            <a:xfrm>
              <a:off x="5914102" y="5530644"/>
              <a:ext cx="1196054" cy="1022555"/>
              <a:chOff x="9655277" y="2349909"/>
              <a:chExt cx="1196054" cy="1022555"/>
            </a:xfrm>
          </p:grpSpPr>
          <p:sp>
            <p:nvSpPr>
              <p:cNvPr id="236" name="Freeform 235">
                <a:extLst>
                  <a:ext uri="{FF2B5EF4-FFF2-40B4-BE49-F238E27FC236}">
                    <a16:creationId xmlns:a16="http://schemas.microsoft.com/office/drawing/2014/main" id="{B0E043AA-70A2-8045-AEF2-608FF9160AEF}"/>
                  </a:ext>
                </a:extLst>
              </p:cNvPr>
              <p:cNvSpPr/>
              <p:nvPr/>
            </p:nvSpPr>
            <p:spPr>
              <a:xfrm>
                <a:off x="9655277" y="2349909"/>
                <a:ext cx="1196054" cy="1022555"/>
              </a:xfrm>
              <a:custGeom>
                <a:avLst/>
                <a:gdLst>
                  <a:gd name="connsiteX0" fmla="*/ 1416106 w 2820074"/>
                  <a:gd name="connsiteY0" fmla="*/ 606903 h 2290046"/>
                  <a:gd name="connsiteX1" fmla="*/ 1096471 w 2820074"/>
                  <a:gd name="connsiteY1" fmla="*/ 222531 h 2290046"/>
                  <a:gd name="connsiteX2" fmla="*/ 954860 w 2820074"/>
                  <a:gd name="connsiteY2" fmla="*/ 667593 h 2290046"/>
                  <a:gd name="connsiteX3" fmla="*/ 89012 w 2820074"/>
                  <a:gd name="connsiteY3" fmla="*/ 242761 h 2290046"/>
                  <a:gd name="connsiteX4" fmla="*/ 610948 w 2820074"/>
                  <a:gd name="connsiteY4" fmla="*/ 797066 h 2290046"/>
                  <a:gd name="connsiteX5" fmla="*/ 0 w 2820074"/>
                  <a:gd name="connsiteY5" fmla="*/ 902262 h 2290046"/>
                  <a:gd name="connsiteX6" fmla="*/ 481476 w 2820074"/>
                  <a:gd name="connsiteY6" fmla="*/ 1246174 h 2290046"/>
                  <a:gd name="connsiteX7" fmla="*/ 36414 w 2820074"/>
                  <a:gd name="connsiteY7" fmla="*/ 1533441 h 2290046"/>
                  <a:gd name="connsiteX8" fmla="*/ 760651 w 2820074"/>
                  <a:gd name="connsiteY8" fmla="*/ 1476797 h 2290046"/>
                  <a:gd name="connsiteX9" fmla="*/ 623086 w 2820074"/>
                  <a:gd name="connsiteY9" fmla="*/ 1869260 h 2290046"/>
                  <a:gd name="connsiteX10" fmla="*/ 1003412 w 2820074"/>
                  <a:gd name="connsiteY10" fmla="*/ 1658867 h 2290046"/>
                  <a:gd name="connsiteX11" fmla="*/ 1104563 w 2820074"/>
                  <a:gd name="connsiteY11" fmla="*/ 2290046 h 2290046"/>
                  <a:gd name="connsiteX12" fmla="*/ 1383738 w 2820074"/>
                  <a:gd name="connsiteY12" fmla="*/ 1569855 h 2290046"/>
                  <a:gd name="connsiteX13" fmla="*/ 1743833 w 2820074"/>
                  <a:gd name="connsiteY13" fmla="*/ 2091791 h 2290046"/>
                  <a:gd name="connsiteX14" fmla="*/ 1836892 w 2820074"/>
                  <a:gd name="connsiteY14" fmla="*/ 1529395 h 2290046"/>
                  <a:gd name="connsiteX15" fmla="*/ 2375012 w 2820074"/>
                  <a:gd name="connsiteY15" fmla="*/ 1889491 h 2290046"/>
                  <a:gd name="connsiteX16" fmla="*/ 2209125 w 2820074"/>
                  <a:gd name="connsiteY16" fmla="*/ 1351370 h 2290046"/>
                  <a:gd name="connsiteX17" fmla="*/ 2820074 w 2820074"/>
                  <a:gd name="connsiteY17" fmla="*/ 1399922 h 2290046"/>
                  <a:gd name="connsiteX18" fmla="*/ 2310276 w 2820074"/>
                  <a:gd name="connsiteY18" fmla="*/ 1092425 h 2290046"/>
                  <a:gd name="connsiteX19" fmla="*/ 2775568 w 2820074"/>
                  <a:gd name="connsiteY19" fmla="*/ 837526 h 2290046"/>
                  <a:gd name="connsiteX20" fmla="*/ 2196987 w 2820074"/>
                  <a:gd name="connsiteY20" fmla="*/ 768744 h 2290046"/>
                  <a:gd name="connsiteX21" fmla="*/ 2427610 w 2820074"/>
                  <a:gd name="connsiteY21" fmla="*/ 441016 h 2290046"/>
                  <a:gd name="connsiteX22" fmla="*/ 1844984 w 2820074"/>
                  <a:gd name="connsiteY22" fmla="*/ 546213 h 2290046"/>
                  <a:gd name="connsiteX23" fmla="*/ 1901628 w 2820074"/>
                  <a:gd name="connsiteY23" fmla="*/ 0 h 2290046"/>
                  <a:gd name="connsiteX24" fmla="*/ 1416106 w 2820074"/>
                  <a:gd name="connsiteY24" fmla="*/ 606903 h 22900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2820074" h="2290046">
                    <a:moveTo>
                      <a:pt x="1416106" y="606903"/>
                    </a:moveTo>
                    <a:lnTo>
                      <a:pt x="1096471" y="222531"/>
                    </a:lnTo>
                    <a:lnTo>
                      <a:pt x="954860" y="667593"/>
                    </a:lnTo>
                    <a:lnTo>
                      <a:pt x="89012" y="242761"/>
                    </a:lnTo>
                    <a:lnTo>
                      <a:pt x="610948" y="797066"/>
                    </a:lnTo>
                    <a:lnTo>
                      <a:pt x="0" y="902262"/>
                    </a:lnTo>
                    <a:lnTo>
                      <a:pt x="481476" y="1246174"/>
                    </a:lnTo>
                    <a:lnTo>
                      <a:pt x="36414" y="1533441"/>
                    </a:lnTo>
                    <a:lnTo>
                      <a:pt x="760651" y="1476797"/>
                    </a:lnTo>
                    <a:lnTo>
                      <a:pt x="623086" y="1869260"/>
                    </a:lnTo>
                    <a:lnTo>
                      <a:pt x="1003412" y="1658867"/>
                    </a:lnTo>
                    <a:lnTo>
                      <a:pt x="1104563" y="2290046"/>
                    </a:lnTo>
                    <a:lnTo>
                      <a:pt x="1383738" y="1569855"/>
                    </a:lnTo>
                    <a:lnTo>
                      <a:pt x="1743833" y="2091791"/>
                    </a:lnTo>
                    <a:lnTo>
                      <a:pt x="1836892" y="1529395"/>
                    </a:lnTo>
                    <a:lnTo>
                      <a:pt x="2375012" y="1889491"/>
                    </a:lnTo>
                    <a:lnTo>
                      <a:pt x="2209125" y="1351370"/>
                    </a:lnTo>
                    <a:lnTo>
                      <a:pt x="2820074" y="1399922"/>
                    </a:lnTo>
                    <a:lnTo>
                      <a:pt x="2310276" y="1092425"/>
                    </a:lnTo>
                    <a:lnTo>
                      <a:pt x="2775568" y="837526"/>
                    </a:lnTo>
                    <a:lnTo>
                      <a:pt x="2196987" y="768744"/>
                    </a:lnTo>
                    <a:lnTo>
                      <a:pt x="2427610" y="441016"/>
                    </a:lnTo>
                    <a:lnTo>
                      <a:pt x="1844984" y="546213"/>
                    </a:lnTo>
                    <a:lnTo>
                      <a:pt x="1901628" y="0"/>
                    </a:lnTo>
                    <a:lnTo>
                      <a:pt x="1416106" y="606903"/>
                    </a:lnTo>
                    <a:close/>
                  </a:path>
                </a:pathLst>
              </a:custGeom>
              <a:solidFill>
                <a:srgbClr val="FFFF00">
                  <a:alpha val="73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37" name="TextBox 236">
                <a:extLst>
                  <a:ext uri="{FF2B5EF4-FFF2-40B4-BE49-F238E27FC236}">
                    <a16:creationId xmlns:a16="http://schemas.microsoft.com/office/drawing/2014/main" id="{E0712C29-CD00-4544-87CB-605AB5CBBE08}"/>
                  </a:ext>
                </a:extLst>
              </p:cNvPr>
              <p:cNvSpPr txBox="1"/>
              <p:nvPr/>
            </p:nvSpPr>
            <p:spPr>
              <a:xfrm>
                <a:off x="9753600" y="2635045"/>
                <a:ext cx="102021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>
                    <a:solidFill>
                      <a:srgbClr val="C00000"/>
                    </a:solidFill>
                  </a:rPr>
                  <a:t>compute</a:t>
                </a:r>
              </a:p>
            </p:txBody>
          </p:sp>
        </p:grpSp>
        <p:grpSp>
          <p:nvGrpSpPr>
            <p:cNvPr id="238" name="Group 237">
              <a:extLst>
                <a:ext uri="{FF2B5EF4-FFF2-40B4-BE49-F238E27FC236}">
                  <a16:creationId xmlns:a16="http://schemas.microsoft.com/office/drawing/2014/main" id="{031F5E61-5B07-8C41-A704-C2A49253CC50}"/>
                </a:ext>
              </a:extLst>
            </p:cNvPr>
            <p:cNvGrpSpPr/>
            <p:nvPr/>
          </p:nvGrpSpPr>
          <p:grpSpPr>
            <a:xfrm>
              <a:off x="7846140" y="5515897"/>
              <a:ext cx="1196054" cy="1022555"/>
              <a:chOff x="9655277" y="2349909"/>
              <a:chExt cx="1196054" cy="1022555"/>
            </a:xfrm>
          </p:grpSpPr>
          <p:sp>
            <p:nvSpPr>
              <p:cNvPr id="239" name="Freeform 238">
                <a:extLst>
                  <a:ext uri="{FF2B5EF4-FFF2-40B4-BE49-F238E27FC236}">
                    <a16:creationId xmlns:a16="http://schemas.microsoft.com/office/drawing/2014/main" id="{B72B4351-32EB-1245-8CF3-9F678CEC542B}"/>
                  </a:ext>
                </a:extLst>
              </p:cNvPr>
              <p:cNvSpPr/>
              <p:nvPr/>
            </p:nvSpPr>
            <p:spPr>
              <a:xfrm>
                <a:off x="9655277" y="2349909"/>
                <a:ext cx="1196054" cy="1022555"/>
              </a:xfrm>
              <a:custGeom>
                <a:avLst/>
                <a:gdLst>
                  <a:gd name="connsiteX0" fmla="*/ 1416106 w 2820074"/>
                  <a:gd name="connsiteY0" fmla="*/ 606903 h 2290046"/>
                  <a:gd name="connsiteX1" fmla="*/ 1096471 w 2820074"/>
                  <a:gd name="connsiteY1" fmla="*/ 222531 h 2290046"/>
                  <a:gd name="connsiteX2" fmla="*/ 954860 w 2820074"/>
                  <a:gd name="connsiteY2" fmla="*/ 667593 h 2290046"/>
                  <a:gd name="connsiteX3" fmla="*/ 89012 w 2820074"/>
                  <a:gd name="connsiteY3" fmla="*/ 242761 h 2290046"/>
                  <a:gd name="connsiteX4" fmla="*/ 610948 w 2820074"/>
                  <a:gd name="connsiteY4" fmla="*/ 797066 h 2290046"/>
                  <a:gd name="connsiteX5" fmla="*/ 0 w 2820074"/>
                  <a:gd name="connsiteY5" fmla="*/ 902262 h 2290046"/>
                  <a:gd name="connsiteX6" fmla="*/ 481476 w 2820074"/>
                  <a:gd name="connsiteY6" fmla="*/ 1246174 h 2290046"/>
                  <a:gd name="connsiteX7" fmla="*/ 36414 w 2820074"/>
                  <a:gd name="connsiteY7" fmla="*/ 1533441 h 2290046"/>
                  <a:gd name="connsiteX8" fmla="*/ 760651 w 2820074"/>
                  <a:gd name="connsiteY8" fmla="*/ 1476797 h 2290046"/>
                  <a:gd name="connsiteX9" fmla="*/ 623086 w 2820074"/>
                  <a:gd name="connsiteY9" fmla="*/ 1869260 h 2290046"/>
                  <a:gd name="connsiteX10" fmla="*/ 1003412 w 2820074"/>
                  <a:gd name="connsiteY10" fmla="*/ 1658867 h 2290046"/>
                  <a:gd name="connsiteX11" fmla="*/ 1104563 w 2820074"/>
                  <a:gd name="connsiteY11" fmla="*/ 2290046 h 2290046"/>
                  <a:gd name="connsiteX12" fmla="*/ 1383738 w 2820074"/>
                  <a:gd name="connsiteY12" fmla="*/ 1569855 h 2290046"/>
                  <a:gd name="connsiteX13" fmla="*/ 1743833 w 2820074"/>
                  <a:gd name="connsiteY13" fmla="*/ 2091791 h 2290046"/>
                  <a:gd name="connsiteX14" fmla="*/ 1836892 w 2820074"/>
                  <a:gd name="connsiteY14" fmla="*/ 1529395 h 2290046"/>
                  <a:gd name="connsiteX15" fmla="*/ 2375012 w 2820074"/>
                  <a:gd name="connsiteY15" fmla="*/ 1889491 h 2290046"/>
                  <a:gd name="connsiteX16" fmla="*/ 2209125 w 2820074"/>
                  <a:gd name="connsiteY16" fmla="*/ 1351370 h 2290046"/>
                  <a:gd name="connsiteX17" fmla="*/ 2820074 w 2820074"/>
                  <a:gd name="connsiteY17" fmla="*/ 1399922 h 2290046"/>
                  <a:gd name="connsiteX18" fmla="*/ 2310276 w 2820074"/>
                  <a:gd name="connsiteY18" fmla="*/ 1092425 h 2290046"/>
                  <a:gd name="connsiteX19" fmla="*/ 2775568 w 2820074"/>
                  <a:gd name="connsiteY19" fmla="*/ 837526 h 2290046"/>
                  <a:gd name="connsiteX20" fmla="*/ 2196987 w 2820074"/>
                  <a:gd name="connsiteY20" fmla="*/ 768744 h 2290046"/>
                  <a:gd name="connsiteX21" fmla="*/ 2427610 w 2820074"/>
                  <a:gd name="connsiteY21" fmla="*/ 441016 h 2290046"/>
                  <a:gd name="connsiteX22" fmla="*/ 1844984 w 2820074"/>
                  <a:gd name="connsiteY22" fmla="*/ 546213 h 2290046"/>
                  <a:gd name="connsiteX23" fmla="*/ 1901628 w 2820074"/>
                  <a:gd name="connsiteY23" fmla="*/ 0 h 2290046"/>
                  <a:gd name="connsiteX24" fmla="*/ 1416106 w 2820074"/>
                  <a:gd name="connsiteY24" fmla="*/ 606903 h 22900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2820074" h="2290046">
                    <a:moveTo>
                      <a:pt x="1416106" y="606903"/>
                    </a:moveTo>
                    <a:lnTo>
                      <a:pt x="1096471" y="222531"/>
                    </a:lnTo>
                    <a:lnTo>
                      <a:pt x="954860" y="667593"/>
                    </a:lnTo>
                    <a:lnTo>
                      <a:pt x="89012" y="242761"/>
                    </a:lnTo>
                    <a:lnTo>
                      <a:pt x="610948" y="797066"/>
                    </a:lnTo>
                    <a:lnTo>
                      <a:pt x="0" y="902262"/>
                    </a:lnTo>
                    <a:lnTo>
                      <a:pt x="481476" y="1246174"/>
                    </a:lnTo>
                    <a:lnTo>
                      <a:pt x="36414" y="1533441"/>
                    </a:lnTo>
                    <a:lnTo>
                      <a:pt x="760651" y="1476797"/>
                    </a:lnTo>
                    <a:lnTo>
                      <a:pt x="623086" y="1869260"/>
                    </a:lnTo>
                    <a:lnTo>
                      <a:pt x="1003412" y="1658867"/>
                    </a:lnTo>
                    <a:lnTo>
                      <a:pt x="1104563" y="2290046"/>
                    </a:lnTo>
                    <a:lnTo>
                      <a:pt x="1383738" y="1569855"/>
                    </a:lnTo>
                    <a:lnTo>
                      <a:pt x="1743833" y="2091791"/>
                    </a:lnTo>
                    <a:lnTo>
                      <a:pt x="1836892" y="1529395"/>
                    </a:lnTo>
                    <a:lnTo>
                      <a:pt x="2375012" y="1889491"/>
                    </a:lnTo>
                    <a:lnTo>
                      <a:pt x="2209125" y="1351370"/>
                    </a:lnTo>
                    <a:lnTo>
                      <a:pt x="2820074" y="1399922"/>
                    </a:lnTo>
                    <a:lnTo>
                      <a:pt x="2310276" y="1092425"/>
                    </a:lnTo>
                    <a:lnTo>
                      <a:pt x="2775568" y="837526"/>
                    </a:lnTo>
                    <a:lnTo>
                      <a:pt x="2196987" y="768744"/>
                    </a:lnTo>
                    <a:lnTo>
                      <a:pt x="2427610" y="441016"/>
                    </a:lnTo>
                    <a:lnTo>
                      <a:pt x="1844984" y="546213"/>
                    </a:lnTo>
                    <a:lnTo>
                      <a:pt x="1901628" y="0"/>
                    </a:lnTo>
                    <a:lnTo>
                      <a:pt x="1416106" y="606903"/>
                    </a:lnTo>
                    <a:close/>
                  </a:path>
                </a:pathLst>
              </a:custGeom>
              <a:solidFill>
                <a:srgbClr val="FFFF00">
                  <a:alpha val="73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40" name="TextBox 239">
                <a:extLst>
                  <a:ext uri="{FF2B5EF4-FFF2-40B4-BE49-F238E27FC236}">
                    <a16:creationId xmlns:a16="http://schemas.microsoft.com/office/drawing/2014/main" id="{2D65D50F-2DBC-ED46-BC08-037761F3504F}"/>
                  </a:ext>
                </a:extLst>
              </p:cNvPr>
              <p:cNvSpPr txBox="1"/>
              <p:nvPr/>
            </p:nvSpPr>
            <p:spPr>
              <a:xfrm>
                <a:off x="9753600" y="2635045"/>
                <a:ext cx="102021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>
                    <a:solidFill>
                      <a:srgbClr val="C00000"/>
                    </a:solidFill>
                  </a:rPr>
                  <a:t>compute</a:t>
                </a:r>
              </a:p>
            </p:txBody>
          </p:sp>
        </p:grpSp>
      </p:grpSp>
      <p:cxnSp>
        <p:nvCxnSpPr>
          <p:cNvPr id="241" name="Straight Connector 240">
            <a:extLst>
              <a:ext uri="{FF2B5EF4-FFF2-40B4-BE49-F238E27FC236}">
                <a16:creationId xmlns:a16="http://schemas.microsoft.com/office/drawing/2014/main" id="{B38AD34A-F832-BE4A-A882-9D9F4CB12C05}"/>
              </a:ext>
            </a:extLst>
          </p:cNvPr>
          <p:cNvCxnSpPr>
            <a:cxnSpLocks/>
          </p:cNvCxnSpPr>
          <p:nvPr/>
        </p:nvCxnSpPr>
        <p:spPr>
          <a:xfrm flipH="1">
            <a:off x="901961" y="1975104"/>
            <a:ext cx="151428" cy="257429"/>
          </a:xfrm>
          <a:prstGeom prst="line">
            <a:avLst/>
          </a:prstGeom>
          <a:ln w="25400" cap="flat">
            <a:solidFill>
              <a:srgbClr val="C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62499374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52B9189-7CDF-0741-9858-A79357149B7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6625" y="174028"/>
            <a:ext cx="10515600" cy="894622"/>
          </a:xfrm>
        </p:spPr>
        <p:txBody>
          <a:bodyPr/>
          <a:lstStyle/>
          <a:p>
            <a:r>
              <a:rPr lang="en-US" dirty="0"/>
              <a:t>Distance vector example: </a:t>
            </a:r>
            <a:r>
              <a:rPr lang="en-US" dirty="0">
                <a:solidFill>
                  <a:srgbClr val="0000A8"/>
                </a:solidFill>
              </a:rPr>
              <a:t>iteration</a:t>
            </a:r>
            <a:endParaRPr lang="en-US" dirty="0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98E05715-B0AC-CF47-B242-18018B71339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38</a:t>
            </a:fld>
            <a:endParaRPr lang="en-US" dirty="0"/>
          </a:p>
        </p:txBody>
      </p:sp>
      <p:cxnSp>
        <p:nvCxnSpPr>
          <p:cNvPr id="82" name="Straight Connector 81">
            <a:extLst>
              <a:ext uri="{FF2B5EF4-FFF2-40B4-BE49-F238E27FC236}">
                <a16:creationId xmlns:a16="http://schemas.microsoft.com/office/drawing/2014/main" id="{374B35E8-95B6-B946-8240-59B747B607B3}"/>
              </a:ext>
            </a:extLst>
          </p:cNvPr>
          <p:cNvCxnSpPr>
            <a:cxnSpLocks/>
            <a:stCxn id="76" idx="2"/>
            <a:endCxn id="76" idx="0"/>
          </p:cNvCxnSpPr>
          <p:nvPr/>
        </p:nvCxnSpPr>
        <p:spPr>
          <a:xfrm flipV="1">
            <a:off x="6530326" y="2129120"/>
            <a:ext cx="0" cy="3863111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6" name="Straight Connector 95">
            <a:extLst>
              <a:ext uri="{FF2B5EF4-FFF2-40B4-BE49-F238E27FC236}">
                <a16:creationId xmlns:a16="http://schemas.microsoft.com/office/drawing/2014/main" id="{DE34EA38-AB93-704A-ACF2-764D62663226}"/>
              </a:ext>
            </a:extLst>
          </p:cNvPr>
          <p:cNvCxnSpPr>
            <a:cxnSpLocks/>
            <a:stCxn id="76" idx="1"/>
            <a:endCxn id="76" idx="3"/>
          </p:cNvCxnSpPr>
          <p:nvPr/>
        </p:nvCxnSpPr>
        <p:spPr>
          <a:xfrm>
            <a:off x="4598770" y="4060675"/>
            <a:ext cx="3863111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6" name="Rectangle 75">
            <a:extLst>
              <a:ext uri="{FF2B5EF4-FFF2-40B4-BE49-F238E27FC236}">
                <a16:creationId xmlns:a16="http://schemas.microsoft.com/office/drawing/2014/main" id="{A169888C-5E10-3E40-BC1D-A5D0DB850712}"/>
              </a:ext>
            </a:extLst>
          </p:cNvPr>
          <p:cNvSpPr/>
          <p:nvPr/>
        </p:nvSpPr>
        <p:spPr>
          <a:xfrm>
            <a:off x="4598770" y="2129120"/>
            <a:ext cx="3863111" cy="3863111"/>
          </a:xfrm>
          <a:prstGeom prst="rect">
            <a:avLst/>
          </a:prstGeom>
          <a:noFill/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dirty="0"/>
          </a:p>
        </p:txBody>
      </p:sp>
      <p:sp>
        <p:nvSpPr>
          <p:cNvPr id="150" name="Rectangle 149">
            <a:extLst>
              <a:ext uri="{FF2B5EF4-FFF2-40B4-BE49-F238E27FC236}">
                <a16:creationId xmlns:a16="http://schemas.microsoft.com/office/drawing/2014/main" id="{CB39BACF-E4D1-6641-8B8C-0274EDEFA113}"/>
              </a:ext>
            </a:extLst>
          </p:cNvPr>
          <p:cNvSpPr/>
          <p:nvPr/>
        </p:nvSpPr>
        <p:spPr>
          <a:xfrm>
            <a:off x="8380337" y="2200470"/>
            <a:ext cx="132508" cy="1855109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dirty="0"/>
          </a:p>
        </p:txBody>
      </p:sp>
      <p:grpSp>
        <p:nvGrpSpPr>
          <p:cNvPr id="1034" name="Group 1033">
            <a:extLst>
              <a:ext uri="{FF2B5EF4-FFF2-40B4-BE49-F238E27FC236}">
                <a16:creationId xmlns:a16="http://schemas.microsoft.com/office/drawing/2014/main" id="{B4BFA757-E5EA-9A42-8A16-AA2091E708C8}"/>
              </a:ext>
            </a:extLst>
          </p:cNvPr>
          <p:cNvGrpSpPr/>
          <p:nvPr/>
        </p:nvGrpSpPr>
        <p:grpSpPr>
          <a:xfrm>
            <a:off x="4333785" y="5772213"/>
            <a:ext cx="4395351" cy="404576"/>
            <a:chOff x="4333785" y="5772213"/>
            <a:chExt cx="4395351" cy="404576"/>
          </a:xfrm>
        </p:grpSpPr>
        <p:grpSp>
          <p:nvGrpSpPr>
            <p:cNvPr id="184" name="Group 183">
              <a:extLst>
                <a:ext uri="{FF2B5EF4-FFF2-40B4-BE49-F238E27FC236}">
                  <a16:creationId xmlns:a16="http://schemas.microsoft.com/office/drawing/2014/main" id="{600795BD-C1B6-1748-B28A-001A8505BE86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205" name="Group 204">
                <a:extLst>
                  <a:ext uri="{FF2B5EF4-FFF2-40B4-BE49-F238E27FC236}">
                    <a16:creationId xmlns:a16="http://schemas.microsoft.com/office/drawing/2014/main" id="{CE81AFB3-2346-434C-A463-93F9C295562A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09" name="Oval 5">
                  <a:extLst>
                    <a:ext uri="{FF2B5EF4-FFF2-40B4-BE49-F238E27FC236}">
                      <a16:creationId xmlns:a16="http://schemas.microsoft.com/office/drawing/2014/main" id="{7918ED2E-E380-6C4E-86AA-0BF9D761441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0" name="Line 6">
                  <a:extLst>
                    <a:ext uri="{FF2B5EF4-FFF2-40B4-BE49-F238E27FC236}">
                      <a16:creationId xmlns:a16="http://schemas.microsoft.com/office/drawing/2014/main" id="{45F96407-8127-654C-9C52-5B626907562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1" name="Line 7">
                  <a:extLst>
                    <a:ext uri="{FF2B5EF4-FFF2-40B4-BE49-F238E27FC236}">
                      <a16:creationId xmlns:a16="http://schemas.microsoft.com/office/drawing/2014/main" id="{F1C01DA2-272A-CD4F-87F1-779C30F3555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2" name="Rectangle 8">
                  <a:extLst>
                    <a:ext uri="{FF2B5EF4-FFF2-40B4-BE49-F238E27FC236}">
                      <a16:creationId xmlns:a16="http://schemas.microsoft.com/office/drawing/2014/main" id="{7969C970-9697-A847-B375-82D629934D5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3" name="Oval 9">
                  <a:extLst>
                    <a:ext uri="{FF2B5EF4-FFF2-40B4-BE49-F238E27FC236}">
                      <a16:creationId xmlns:a16="http://schemas.microsoft.com/office/drawing/2014/main" id="{F8D02D26-0EA1-FD40-AD1F-E4E8635F47C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06" name="Group 44">
                <a:extLst>
                  <a:ext uri="{FF2B5EF4-FFF2-40B4-BE49-F238E27FC236}">
                    <a16:creationId xmlns:a16="http://schemas.microsoft.com/office/drawing/2014/main" id="{02C0B744-445A-A04E-812A-2D60476C152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207" name="Rectangle 45">
                  <a:extLst>
                    <a:ext uri="{FF2B5EF4-FFF2-40B4-BE49-F238E27FC236}">
                      <a16:creationId xmlns:a16="http://schemas.microsoft.com/office/drawing/2014/main" id="{83E6E4B2-940F-B749-91D8-19B033341D5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8" name="Text Box 46">
                  <a:extLst>
                    <a:ext uri="{FF2B5EF4-FFF2-40B4-BE49-F238E27FC236}">
                      <a16:creationId xmlns:a16="http://schemas.microsoft.com/office/drawing/2014/main" id="{16D546E0-A23E-174D-8F0D-BFB691AF1D6C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g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185" name="Group 184">
              <a:extLst>
                <a:ext uri="{FF2B5EF4-FFF2-40B4-BE49-F238E27FC236}">
                  <a16:creationId xmlns:a16="http://schemas.microsoft.com/office/drawing/2014/main" id="{34A0F8A7-FCD0-9A45-80B9-24CC78B561FE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196" name="Group 195">
                <a:extLst>
                  <a:ext uri="{FF2B5EF4-FFF2-40B4-BE49-F238E27FC236}">
                    <a16:creationId xmlns:a16="http://schemas.microsoft.com/office/drawing/2014/main" id="{18AECA76-7F06-F84A-928B-C13839D9F43F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00" name="Oval 5">
                  <a:extLst>
                    <a:ext uri="{FF2B5EF4-FFF2-40B4-BE49-F238E27FC236}">
                      <a16:creationId xmlns:a16="http://schemas.microsoft.com/office/drawing/2014/main" id="{04917013-CC10-D043-8A71-34F24813049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1" name="Line 6">
                  <a:extLst>
                    <a:ext uri="{FF2B5EF4-FFF2-40B4-BE49-F238E27FC236}">
                      <a16:creationId xmlns:a16="http://schemas.microsoft.com/office/drawing/2014/main" id="{7E7DEF49-D295-8547-9FE7-8CBB42CEB81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2" name="Line 7">
                  <a:extLst>
                    <a:ext uri="{FF2B5EF4-FFF2-40B4-BE49-F238E27FC236}">
                      <a16:creationId xmlns:a16="http://schemas.microsoft.com/office/drawing/2014/main" id="{5633B25D-6786-5A4A-A44E-E4A1EE3575B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3" name="Rectangle 8">
                  <a:extLst>
                    <a:ext uri="{FF2B5EF4-FFF2-40B4-BE49-F238E27FC236}">
                      <a16:creationId xmlns:a16="http://schemas.microsoft.com/office/drawing/2014/main" id="{968E012E-E513-8340-9324-11A79B223E2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4" name="Oval 9">
                  <a:extLst>
                    <a:ext uri="{FF2B5EF4-FFF2-40B4-BE49-F238E27FC236}">
                      <a16:creationId xmlns:a16="http://schemas.microsoft.com/office/drawing/2014/main" id="{7AFB2A7E-90B7-454F-BABB-E2A39AC7C95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197" name="Group 44">
                <a:extLst>
                  <a:ext uri="{FF2B5EF4-FFF2-40B4-BE49-F238E27FC236}">
                    <a16:creationId xmlns:a16="http://schemas.microsoft.com/office/drawing/2014/main" id="{5567606D-D82D-2A4D-A3C8-A7D0703B3CC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198" name="Rectangle 45">
                  <a:extLst>
                    <a:ext uri="{FF2B5EF4-FFF2-40B4-BE49-F238E27FC236}">
                      <a16:creationId xmlns:a16="http://schemas.microsoft.com/office/drawing/2014/main" id="{39206D20-AD6D-3242-8865-2C6680CB410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9" name="Text Box 46">
                  <a:extLst>
                    <a:ext uri="{FF2B5EF4-FFF2-40B4-BE49-F238E27FC236}">
                      <a16:creationId xmlns:a16="http://schemas.microsoft.com/office/drawing/2014/main" id="{E3BB3556-A335-984F-978A-FECE515B6702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h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186" name="Group 185">
              <a:extLst>
                <a:ext uri="{FF2B5EF4-FFF2-40B4-BE49-F238E27FC236}">
                  <a16:creationId xmlns:a16="http://schemas.microsoft.com/office/drawing/2014/main" id="{3B620D34-7BA8-EF49-AC1C-93F5BBC84AEC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187" name="Group 186">
                <a:extLst>
                  <a:ext uri="{FF2B5EF4-FFF2-40B4-BE49-F238E27FC236}">
                    <a16:creationId xmlns:a16="http://schemas.microsoft.com/office/drawing/2014/main" id="{A6C2F80D-43A1-5746-B518-C0C4F1A20ACD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191" name="Oval 5">
                  <a:extLst>
                    <a:ext uri="{FF2B5EF4-FFF2-40B4-BE49-F238E27FC236}">
                      <a16:creationId xmlns:a16="http://schemas.microsoft.com/office/drawing/2014/main" id="{442E1AFF-BC2C-C849-85D1-13E42B701CE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2" name="Line 6">
                  <a:extLst>
                    <a:ext uri="{FF2B5EF4-FFF2-40B4-BE49-F238E27FC236}">
                      <a16:creationId xmlns:a16="http://schemas.microsoft.com/office/drawing/2014/main" id="{C2994154-DB6D-E247-8511-C6FE8D9665F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3" name="Line 7">
                  <a:extLst>
                    <a:ext uri="{FF2B5EF4-FFF2-40B4-BE49-F238E27FC236}">
                      <a16:creationId xmlns:a16="http://schemas.microsoft.com/office/drawing/2014/main" id="{C730A3ED-5222-5348-831E-092DE7D6CEE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4" name="Rectangle 8">
                  <a:extLst>
                    <a:ext uri="{FF2B5EF4-FFF2-40B4-BE49-F238E27FC236}">
                      <a16:creationId xmlns:a16="http://schemas.microsoft.com/office/drawing/2014/main" id="{BED424F7-1928-5F41-831D-417161F220B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5" name="Oval 9">
                  <a:extLst>
                    <a:ext uri="{FF2B5EF4-FFF2-40B4-BE49-F238E27FC236}">
                      <a16:creationId xmlns:a16="http://schemas.microsoft.com/office/drawing/2014/main" id="{76DDF5F9-ACB7-E642-ACEA-223EE2F5F41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188" name="Group 44">
                <a:extLst>
                  <a:ext uri="{FF2B5EF4-FFF2-40B4-BE49-F238E27FC236}">
                    <a16:creationId xmlns:a16="http://schemas.microsoft.com/office/drawing/2014/main" id="{495DC56F-8C0E-6549-849D-6D43F4F8BC0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500196" y="2507397"/>
                <a:ext cx="267548" cy="419100"/>
                <a:chOff x="2972" y="2425"/>
                <a:chExt cx="171" cy="264"/>
              </a:xfrm>
            </p:grpSpPr>
            <p:sp>
              <p:nvSpPr>
                <p:cNvPr id="189" name="Rectangle 45">
                  <a:extLst>
                    <a:ext uri="{FF2B5EF4-FFF2-40B4-BE49-F238E27FC236}">
                      <a16:creationId xmlns:a16="http://schemas.microsoft.com/office/drawing/2014/main" id="{892DBBAB-E011-FD4A-BA7E-105CEF9075A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0" name="Text Box 46">
                  <a:extLst>
                    <a:ext uri="{FF2B5EF4-FFF2-40B4-BE49-F238E27FC236}">
                      <a16:creationId xmlns:a16="http://schemas.microsoft.com/office/drawing/2014/main" id="{173A4036-1DC3-BD4D-9E66-D9BC48C58BA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72" y="2425"/>
                  <a:ext cx="171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i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sp>
        <p:nvSpPr>
          <p:cNvPr id="215" name="TextBox 214">
            <a:extLst>
              <a:ext uri="{FF2B5EF4-FFF2-40B4-BE49-F238E27FC236}">
                <a16:creationId xmlns:a16="http://schemas.microsoft.com/office/drawing/2014/main" id="{74A89238-377F-A840-BB03-52D53CBBC3F3}"/>
              </a:ext>
            </a:extLst>
          </p:cNvPr>
          <p:cNvSpPr txBox="1"/>
          <p:nvPr/>
        </p:nvSpPr>
        <p:spPr>
          <a:xfrm>
            <a:off x="4305782" y="2870522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6" name="TextBox 215">
            <a:extLst>
              <a:ext uri="{FF2B5EF4-FFF2-40B4-BE49-F238E27FC236}">
                <a16:creationId xmlns:a16="http://schemas.microsoft.com/office/drawing/2014/main" id="{3D3F7215-9DE8-0542-8CCA-A9CEDC8717E2}"/>
              </a:ext>
            </a:extLst>
          </p:cNvPr>
          <p:cNvSpPr txBox="1"/>
          <p:nvPr/>
        </p:nvSpPr>
        <p:spPr>
          <a:xfrm>
            <a:off x="6217534" y="2860877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7" name="TextBox 216">
            <a:extLst>
              <a:ext uri="{FF2B5EF4-FFF2-40B4-BE49-F238E27FC236}">
                <a16:creationId xmlns:a16="http://schemas.microsoft.com/office/drawing/2014/main" id="{FC342D48-14A2-BA4E-A191-060C4177F678}"/>
              </a:ext>
            </a:extLst>
          </p:cNvPr>
          <p:cNvSpPr txBox="1"/>
          <p:nvPr/>
        </p:nvSpPr>
        <p:spPr>
          <a:xfrm>
            <a:off x="4296138" y="4886446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8" name="TextBox 217">
            <a:extLst>
              <a:ext uri="{FF2B5EF4-FFF2-40B4-BE49-F238E27FC236}">
                <a16:creationId xmlns:a16="http://schemas.microsoft.com/office/drawing/2014/main" id="{C9336A94-9BC9-8F41-95A7-69E18360DF3D}"/>
              </a:ext>
            </a:extLst>
          </p:cNvPr>
          <p:cNvSpPr txBox="1"/>
          <p:nvPr/>
        </p:nvSpPr>
        <p:spPr>
          <a:xfrm>
            <a:off x="6231040" y="4888376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9" name="TextBox 218">
            <a:extLst>
              <a:ext uri="{FF2B5EF4-FFF2-40B4-BE49-F238E27FC236}">
                <a16:creationId xmlns:a16="http://schemas.microsoft.com/office/drawing/2014/main" id="{E11EFAA3-3025-6E40-9F7B-8AEC8E44C52D}"/>
              </a:ext>
            </a:extLst>
          </p:cNvPr>
          <p:cNvSpPr txBox="1"/>
          <p:nvPr/>
        </p:nvSpPr>
        <p:spPr>
          <a:xfrm>
            <a:off x="8154365" y="4890306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1" name="TextBox 220">
            <a:extLst>
              <a:ext uri="{FF2B5EF4-FFF2-40B4-BE49-F238E27FC236}">
                <a16:creationId xmlns:a16="http://schemas.microsoft.com/office/drawing/2014/main" id="{EECDCBF1-5ACC-CF43-B981-907337945BA2}"/>
              </a:ext>
            </a:extLst>
          </p:cNvPr>
          <p:cNvSpPr txBox="1"/>
          <p:nvPr/>
        </p:nvSpPr>
        <p:spPr>
          <a:xfrm>
            <a:off x="5442030" y="4029920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2" name="TextBox 221">
            <a:extLst>
              <a:ext uri="{FF2B5EF4-FFF2-40B4-BE49-F238E27FC236}">
                <a16:creationId xmlns:a16="http://schemas.microsoft.com/office/drawing/2014/main" id="{2DD32315-0DAF-354B-ADE2-76F406D6A871}"/>
              </a:ext>
            </a:extLst>
          </p:cNvPr>
          <p:cNvSpPr txBox="1"/>
          <p:nvPr/>
        </p:nvSpPr>
        <p:spPr>
          <a:xfrm>
            <a:off x="7353782" y="4020275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3" name="TextBox 222">
            <a:extLst>
              <a:ext uri="{FF2B5EF4-FFF2-40B4-BE49-F238E27FC236}">
                <a16:creationId xmlns:a16="http://schemas.microsoft.com/office/drawing/2014/main" id="{25B3E8DA-82E1-B746-9524-A8B47546C7B7}"/>
              </a:ext>
            </a:extLst>
          </p:cNvPr>
          <p:cNvSpPr txBox="1"/>
          <p:nvPr/>
        </p:nvSpPr>
        <p:spPr>
          <a:xfrm>
            <a:off x="5443958" y="5953247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4" name="TextBox 223">
            <a:extLst>
              <a:ext uri="{FF2B5EF4-FFF2-40B4-BE49-F238E27FC236}">
                <a16:creationId xmlns:a16="http://schemas.microsoft.com/office/drawing/2014/main" id="{51516E14-40A2-B34F-B880-05B80B68D6FC}"/>
              </a:ext>
            </a:extLst>
          </p:cNvPr>
          <p:cNvSpPr txBox="1"/>
          <p:nvPr/>
        </p:nvSpPr>
        <p:spPr>
          <a:xfrm>
            <a:off x="7355710" y="5943602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5" name="TextBox 224">
            <a:extLst>
              <a:ext uri="{FF2B5EF4-FFF2-40B4-BE49-F238E27FC236}">
                <a16:creationId xmlns:a16="http://schemas.microsoft.com/office/drawing/2014/main" id="{9174059A-E895-E740-9A26-AA7943E4A64F}"/>
              </a:ext>
            </a:extLst>
          </p:cNvPr>
          <p:cNvSpPr txBox="1"/>
          <p:nvPr/>
        </p:nvSpPr>
        <p:spPr>
          <a:xfrm>
            <a:off x="5445886" y="2123956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8</a:t>
            </a:r>
          </a:p>
        </p:txBody>
      </p:sp>
      <p:sp>
        <p:nvSpPr>
          <p:cNvPr id="226" name="TextBox 225">
            <a:extLst>
              <a:ext uri="{FF2B5EF4-FFF2-40B4-BE49-F238E27FC236}">
                <a16:creationId xmlns:a16="http://schemas.microsoft.com/office/drawing/2014/main" id="{F7510488-7C59-7449-A4EE-C5A32BFCB3A5}"/>
              </a:ext>
            </a:extLst>
          </p:cNvPr>
          <p:cNvSpPr txBox="1"/>
          <p:nvPr/>
        </p:nvSpPr>
        <p:spPr>
          <a:xfrm>
            <a:off x="7357638" y="2114311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1032" name="Right Arrow 1031">
            <a:extLst>
              <a:ext uri="{FF2B5EF4-FFF2-40B4-BE49-F238E27FC236}">
                <a16:creationId xmlns:a16="http://schemas.microsoft.com/office/drawing/2014/main" id="{48701230-5EB3-4E4B-BEE9-CAD81136ECFC}"/>
              </a:ext>
            </a:extLst>
          </p:cNvPr>
          <p:cNvSpPr/>
          <p:nvPr/>
        </p:nvSpPr>
        <p:spPr>
          <a:xfrm rot="5400000">
            <a:off x="4399933" y="2561304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67" name="Right Arrow 266">
            <a:extLst>
              <a:ext uri="{FF2B5EF4-FFF2-40B4-BE49-F238E27FC236}">
                <a16:creationId xmlns:a16="http://schemas.microsoft.com/office/drawing/2014/main" id="{39C7E016-9840-8340-9D5C-7C9BC5953296}"/>
              </a:ext>
            </a:extLst>
          </p:cNvPr>
          <p:cNvSpPr/>
          <p:nvPr/>
        </p:nvSpPr>
        <p:spPr>
          <a:xfrm rot="16200000">
            <a:off x="4395017" y="3470788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68" name="Right Arrow 267">
            <a:extLst>
              <a:ext uri="{FF2B5EF4-FFF2-40B4-BE49-F238E27FC236}">
                <a16:creationId xmlns:a16="http://schemas.microsoft.com/office/drawing/2014/main" id="{0E4D6E8C-7EAB-9E44-AEFC-4FA875BCA32C}"/>
              </a:ext>
            </a:extLst>
          </p:cNvPr>
          <p:cNvSpPr/>
          <p:nvPr/>
        </p:nvSpPr>
        <p:spPr>
          <a:xfrm rot="5400000">
            <a:off x="6302474" y="2546557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69" name="Right Arrow 268">
            <a:extLst>
              <a:ext uri="{FF2B5EF4-FFF2-40B4-BE49-F238E27FC236}">
                <a16:creationId xmlns:a16="http://schemas.microsoft.com/office/drawing/2014/main" id="{F17D421F-D0A1-B94A-8B49-27953D5C8366}"/>
              </a:ext>
            </a:extLst>
          </p:cNvPr>
          <p:cNvSpPr/>
          <p:nvPr/>
        </p:nvSpPr>
        <p:spPr>
          <a:xfrm rot="16200000">
            <a:off x="6297558" y="3456041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0" name="Right Arrow 269">
            <a:extLst>
              <a:ext uri="{FF2B5EF4-FFF2-40B4-BE49-F238E27FC236}">
                <a16:creationId xmlns:a16="http://schemas.microsoft.com/office/drawing/2014/main" id="{C0BFDAF2-0356-354B-8B44-188593FB5A37}"/>
              </a:ext>
            </a:extLst>
          </p:cNvPr>
          <p:cNvSpPr/>
          <p:nvPr/>
        </p:nvSpPr>
        <p:spPr>
          <a:xfrm rot="5400000">
            <a:off x="4370435" y="4458934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1" name="Right Arrow 270">
            <a:extLst>
              <a:ext uri="{FF2B5EF4-FFF2-40B4-BE49-F238E27FC236}">
                <a16:creationId xmlns:a16="http://schemas.microsoft.com/office/drawing/2014/main" id="{112F6083-F42A-6740-A147-C25BA92606DD}"/>
              </a:ext>
            </a:extLst>
          </p:cNvPr>
          <p:cNvSpPr/>
          <p:nvPr/>
        </p:nvSpPr>
        <p:spPr>
          <a:xfrm rot="16200000">
            <a:off x="4365519" y="5368418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2" name="Right Arrow 271">
            <a:extLst>
              <a:ext uri="{FF2B5EF4-FFF2-40B4-BE49-F238E27FC236}">
                <a16:creationId xmlns:a16="http://schemas.microsoft.com/office/drawing/2014/main" id="{D340F2D5-4C4A-D441-99F4-FD489A89E6ED}"/>
              </a:ext>
            </a:extLst>
          </p:cNvPr>
          <p:cNvSpPr/>
          <p:nvPr/>
        </p:nvSpPr>
        <p:spPr>
          <a:xfrm rot="5400000">
            <a:off x="6312308" y="4454022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3" name="Right Arrow 272">
            <a:extLst>
              <a:ext uri="{FF2B5EF4-FFF2-40B4-BE49-F238E27FC236}">
                <a16:creationId xmlns:a16="http://schemas.microsoft.com/office/drawing/2014/main" id="{487BF544-1248-5D4C-B9E4-2B3ACA80EA1C}"/>
              </a:ext>
            </a:extLst>
          </p:cNvPr>
          <p:cNvSpPr/>
          <p:nvPr/>
        </p:nvSpPr>
        <p:spPr>
          <a:xfrm rot="16200000">
            <a:off x="6307392" y="5363506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4" name="Right Arrow 273">
            <a:extLst>
              <a:ext uri="{FF2B5EF4-FFF2-40B4-BE49-F238E27FC236}">
                <a16:creationId xmlns:a16="http://schemas.microsoft.com/office/drawing/2014/main" id="{0DF6A182-C1F7-C14D-900B-3242DA6B4D96}"/>
              </a:ext>
            </a:extLst>
          </p:cNvPr>
          <p:cNvSpPr/>
          <p:nvPr/>
        </p:nvSpPr>
        <p:spPr>
          <a:xfrm rot="5400000">
            <a:off x="8254181" y="4449110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5" name="Right Arrow 274">
            <a:extLst>
              <a:ext uri="{FF2B5EF4-FFF2-40B4-BE49-F238E27FC236}">
                <a16:creationId xmlns:a16="http://schemas.microsoft.com/office/drawing/2014/main" id="{EEAD3E84-70CC-2A46-87CC-F69A6D50ED35}"/>
              </a:ext>
            </a:extLst>
          </p:cNvPr>
          <p:cNvSpPr/>
          <p:nvPr/>
        </p:nvSpPr>
        <p:spPr>
          <a:xfrm rot="16200000">
            <a:off x="8249265" y="5358594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9" name="Right Arrow 278">
            <a:extLst>
              <a:ext uri="{FF2B5EF4-FFF2-40B4-BE49-F238E27FC236}">
                <a16:creationId xmlns:a16="http://schemas.microsoft.com/office/drawing/2014/main" id="{A7B19411-E5F9-AC49-9C67-23093CF98D95}"/>
              </a:ext>
            </a:extLst>
          </p:cNvPr>
          <p:cNvSpPr/>
          <p:nvPr/>
        </p:nvSpPr>
        <p:spPr>
          <a:xfrm rot="10800000">
            <a:off x="7582395" y="5829665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80" name="Right Arrow 279">
            <a:extLst>
              <a:ext uri="{FF2B5EF4-FFF2-40B4-BE49-F238E27FC236}">
                <a16:creationId xmlns:a16="http://schemas.microsoft.com/office/drawing/2014/main" id="{19CD2293-67D5-3048-9FAC-78E0AEE8C310}"/>
              </a:ext>
            </a:extLst>
          </p:cNvPr>
          <p:cNvSpPr/>
          <p:nvPr/>
        </p:nvSpPr>
        <p:spPr>
          <a:xfrm>
            <a:off x="6819704" y="5834582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283" name="Group 282">
            <a:extLst>
              <a:ext uri="{FF2B5EF4-FFF2-40B4-BE49-F238E27FC236}">
                <a16:creationId xmlns:a16="http://schemas.microsoft.com/office/drawing/2014/main" id="{A665C0C8-7FDD-0A42-80A3-CC602804C042}"/>
              </a:ext>
            </a:extLst>
          </p:cNvPr>
          <p:cNvGrpSpPr/>
          <p:nvPr/>
        </p:nvGrpSpPr>
        <p:grpSpPr>
          <a:xfrm>
            <a:off x="4336458" y="3833790"/>
            <a:ext cx="4395351" cy="404576"/>
            <a:chOff x="4333785" y="5772213"/>
            <a:chExt cx="4395351" cy="404576"/>
          </a:xfrm>
        </p:grpSpPr>
        <p:grpSp>
          <p:nvGrpSpPr>
            <p:cNvPr id="284" name="Group 283">
              <a:extLst>
                <a:ext uri="{FF2B5EF4-FFF2-40B4-BE49-F238E27FC236}">
                  <a16:creationId xmlns:a16="http://schemas.microsoft.com/office/drawing/2014/main" id="{4C02DC92-2A83-AC4D-B9F0-2BCDE917BDBC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305" name="Group 304">
                <a:extLst>
                  <a:ext uri="{FF2B5EF4-FFF2-40B4-BE49-F238E27FC236}">
                    <a16:creationId xmlns:a16="http://schemas.microsoft.com/office/drawing/2014/main" id="{F01EB862-010E-A34F-8D39-25BC2BED2A6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09" name="Oval 5">
                  <a:extLst>
                    <a:ext uri="{FF2B5EF4-FFF2-40B4-BE49-F238E27FC236}">
                      <a16:creationId xmlns:a16="http://schemas.microsoft.com/office/drawing/2014/main" id="{C2A61603-05BC-1E4D-99AA-0AB1CC49473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0" name="Line 6">
                  <a:extLst>
                    <a:ext uri="{FF2B5EF4-FFF2-40B4-BE49-F238E27FC236}">
                      <a16:creationId xmlns:a16="http://schemas.microsoft.com/office/drawing/2014/main" id="{7043DA0E-702D-CD4E-BA28-9341275851D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1" name="Line 7">
                  <a:extLst>
                    <a:ext uri="{FF2B5EF4-FFF2-40B4-BE49-F238E27FC236}">
                      <a16:creationId xmlns:a16="http://schemas.microsoft.com/office/drawing/2014/main" id="{CE93F761-782C-C640-B2B6-8CA7492B28B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2" name="Rectangle 8">
                  <a:extLst>
                    <a:ext uri="{FF2B5EF4-FFF2-40B4-BE49-F238E27FC236}">
                      <a16:creationId xmlns:a16="http://schemas.microsoft.com/office/drawing/2014/main" id="{723858D6-68CF-1C4E-A28B-A9FF5D728F2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3" name="Oval 9">
                  <a:extLst>
                    <a:ext uri="{FF2B5EF4-FFF2-40B4-BE49-F238E27FC236}">
                      <a16:creationId xmlns:a16="http://schemas.microsoft.com/office/drawing/2014/main" id="{70A7292E-FC97-924B-9010-8079BEC6219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06" name="Group 44">
                <a:extLst>
                  <a:ext uri="{FF2B5EF4-FFF2-40B4-BE49-F238E27FC236}">
                    <a16:creationId xmlns:a16="http://schemas.microsoft.com/office/drawing/2014/main" id="{DA3B2173-D171-E340-B704-06A3FE481C7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307" name="Rectangle 45">
                  <a:extLst>
                    <a:ext uri="{FF2B5EF4-FFF2-40B4-BE49-F238E27FC236}">
                      <a16:creationId xmlns:a16="http://schemas.microsoft.com/office/drawing/2014/main" id="{A7CA85B6-08AA-4840-AE2B-A3321A49B6F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8" name="Text Box 46">
                  <a:extLst>
                    <a:ext uri="{FF2B5EF4-FFF2-40B4-BE49-F238E27FC236}">
                      <a16:creationId xmlns:a16="http://schemas.microsoft.com/office/drawing/2014/main" id="{68812F5E-7A92-7B45-BBDE-2068A3A134D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d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285" name="Group 284">
              <a:extLst>
                <a:ext uri="{FF2B5EF4-FFF2-40B4-BE49-F238E27FC236}">
                  <a16:creationId xmlns:a16="http://schemas.microsoft.com/office/drawing/2014/main" id="{5E3B07EB-D89E-C542-85F0-D68A3698AEC4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296" name="Group 295">
                <a:extLst>
                  <a:ext uri="{FF2B5EF4-FFF2-40B4-BE49-F238E27FC236}">
                    <a16:creationId xmlns:a16="http://schemas.microsoft.com/office/drawing/2014/main" id="{CE2D511A-9878-0E42-B4E3-97548A8A67A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00" name="Oval 5">
                  <a:extLst>
                    <a:ext uri="{FF2B5EF4-FFF2-40B4-BE49-F238E27FC236}">
                      <a16:creationId xmlns:a16="http://schemas.microsoft.com/office/drawing/2014/main" id="{C66E96DA-F1B1-9A41-8B0D-2F21B3B7ACB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1" name="Line 6">
                  <a:extLst>
                    <a:ext uri="{FF2B5EF4-FFF2-40B4-BE49-F238E27FC236}">
                      <a16:creationId xmlns:a16="http://schemas.microsoft.com/office/drawing/2014/main" id="{A2387D1F-7EF0-9443-8128-6FF284EC9AF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2" name="Line 7">
                  <a:extLst>
                    <a:ext uri="{FF2B5EF4-FFF2-40B4-BE49-F238E27FC236}">
                      <a16:creationId xmlns:a16="http://schemas.microsoft.com/office/drawing/2014/main" id="{4B183F70-EB28-A94F-BF31-54B939F6B75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3" name="Rectangle 8">
                  <a:extLst>
                    <a:ext uri="{FF2B5EF4-FFF2-40B4-BE49-F238E27FC236}">
                      <a16:creationId xmlns:a16="http://schemas.microsoft.com/office/drawing/2014/main" id="{84BE29FD-A805-D348-99C3-8D3C650618E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4" name="Oval 9">
                  <a:extLst>
                    <a:ext uri="{FF2B5EF4-FFF2-40B4-BE49-F238E27FC236}">
                      <a16:creationId xmlns:a16="http://schemas.microsoft.com/office/drawing/2014/main" id="{BF5D685A-16D6-5B40-9EEF-970D3CDCE37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97" name="Group 44">
                <a:extLst>
                  <a:ext uri="{FF2B5EF4-FFF2-40B4-BE49-F238E27FC236}">
                    <a16:creationId xmlns:a16="http://schemas.microsoft.com/office/drawing/2014/main" id="{058B095B-B9C0-F84A-B78C-FE9DCA729C7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298" name="Rectangle 45">
                  <a:extLst>
                    <a:ext uri="{FF2B5EF4-FFF2-40B4-BE49-F238E27FC236}">
                      <a16:creationId xmlns:a16="http://schemas.microsoft.com/office/drawing/2014/main" id="{7FBA9119-2A14-E84A-A39B-55E9D6AE939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9" name="Text Box 46">
                  <a:extLst>
                    <a:ext uri="{FF2B5EF4-FFF2-40B4-BE49-F238E27FC236}">
                      <a16:creationId xmlns:a16="http://schemas.microsoft.com/office/drawing/2014/main" id="{2944FA12-D5D2-E241-A9FC-D4A85A350D0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e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286" name="Group 285">
              <a:extLst>
                <a:ext uri="{FF2B5EF4-FFF2-40B4-BE49-F238E27FC236}">
                  <a16:creationId xmlns:a16="http://schemas.microsoft.com/office/drawing/2014/main" id="{B9D4EE61-1CC1-6D4C-822D-300C73469B48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287" name="Group 286">
                <a:extLst>
                  <a:ext uri="{FF2B5EF4-FFF2-40B4-BE49-F238E27FC236}">
                    <a16:creationId xmlns:a16="http://schemas.microsoft.com/office/drawing/2014/main" id="{75D4F492-E56A-6541-9F9D-1D85B09999F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91" name="Oval 5">
                  <a:extLst>
                    <a:ext uri="{FF2B5EF4-FFF2-40B4-BE49-F238E27FC236}">
                      <a16:creationId xmlns:a16="http://schemas.microsoft.com/office/drawing/2014/main" id="{190A087A-A659-3E4D-B4FE-1EA13D56BE4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2" name="Line 6">
                  <a:extLst>
                    <a:ext uri="{FF2B5EF4-FFF2-40B4-BE49-F238E27FC236}">
                      <a16:creationId xmlns:a16="http://schemas.microsoft.com/office/drawing/2014/main" id="{E7E9FE4A-5449-D244-A5A8-DEB5E1D8494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3" name="Line 7">
                  <a:extLst>
                    <a:ext uri="{FF2B5EF4-FFF2-40B4-BE49-F238E27FC236}">
                      <a16:creationId xmlns:a16="http://schemas.microsoft.com/office/drawing/2014/main" id="{8C243F83-93B5-2C49-9D61-2E8E8652A48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4" name="Rectangle 8">
                  <a:extLst>
                    <a:ext uri="{FF2B5EF4-FFF2-40B4-BE49-F238E27FC236}">
                      <a16:creationId xmlns:a16="http://schemas.microsoft.com/office/drawing/2014/main" id="{B0B61A2E-99AA-324F-8224-CB0B3B44042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5" name="Oval 9">
                  <a:extLst>
                    <a:ext uri="{FF2B5EF4-FFF2-40B4-BE49-F238E27FC236}">
                      <a16:creationId xmlns:a16="http://schemas.microsoft.com/office/drawing/2014/main" id="{2F485C77-8179-0B4E-B93A-E5C91296B44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88" name="Group 44">
                <a:extLst>
                  <a:ext uri="{FF2B5EF4-FFF2-40B4-BE49-F238E27FC236}">
                    <a16:creationId xmlns:a16="http://schemas.microsoft.com/office/drawing/2014/main" id="{0826EA6F-730D-8C47-8DDA-2C65DD6716B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92372" y="2507397"/>
                <a:ext cx="283194" cy="419100"/>
                <a:chOff x="2967" y="2425"/>
                <a:chExt cx="181" cy="264"/>
              </a:xfrm>
            </p:grpSpPr>
            <p:sp>
              <p:nvSpPr>
                <p:cNvPr id="289" name="Rectangle 45">
                  <a:extLst>
                    <a:ext uri="{FF2B5EF4-FFF2-40B4-BE49-F238E27FC236}">
                      <a16:creationId xmlns:a16="http://schemas.microsoft.com/office/drawing/2014/main" id="{C3E85E15-4F40-FF40-89C4-0E851470FA4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0" name="Text Box 46">
                  <a:extLst>
                    <a:ext uri="{FF2B5EF4-FFF2-40B4-BE49-F238E27FC236}">
                      <a16:creationId xmlns:a16="http://schemas.microsoft.com/office/drawing/2014/main" id="{1905E332-CD71-E748-AE06-2A274A0D7B1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67" y="2425"/>
                  <a:ext cx="181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f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grpSp>
        <p:nvGrpSpPr>
          <p:cNvPr id="314" name="Group 313">
            <a:extLst>
              <a:ext uri="{FF2B5EF4-FFF2-40B4-BE49-F238E27FC236}">
                <a16:creationId xmlns:a16="http://schemas.microsoft.com/office/drawing/2014/main" id="{917871C2-1731-FE43-944D-6364CCE85DA9}"/>
              </a:ext>
            </a:extLst>
          </p:cNvPr>
          <p:cNvGrpSpPr/>
          <p:nvPr/>
        </p:nvGrpSpPr>
        <p:grpSpPr>
          <a:xfrm>
            <a:off x="4333785" y="1906063"/>
            <a:ext cx="4395351" cy="404576"/>
            <a:chOff x="4333785" y="5772213"/>
            <a:chExt cx="4395351" cy="404576"/>
          </a:xfrm>
        </p:grpSpPr>
        <p:grpSp>
          <p:nvGrpSpPr>
            <p:cNvPr id="315" name="Group 314">
              <a:extLst>
                <a:ext uri="{FF2B5EF4-FFF2-40B4-BE49-F238E27FC236}">
                  <a16:creationId xmlns:a16="http://schemas.microsoft.com/office/drawing/2014/main" id="{68E7B419-D4D3-3A4B-86E1-D40C76B2BB2C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336" name="Group 335">
                <a:extLst>
                  <a:ext uri="{FF2B5EF4-FFF2-40B4-BE49-F238E27FC236}">
                    <a16:creationId xmlns:a16="http://schemas.microsoft.com/office/drawing/2014/main" id="{93705575-DDBD-3D44-B843-C77E28CEAAD2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40" name="Oval 5">
                  <a:extLst>
                    <a:ext uri="{FF2B5EF4-FFF2-40B4-BE49-F238E27FC236}">
                      <a16:creationId xmlns:a16="http://schemas.microsoft.com/office/drawing/2014/main" id="{AF888CEF-6837-CD45-809F-91550C92C80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1" name="Line 6">
                  <a:extLst>
                    <a:ext uri="{FF2B5EF4-FFF2-40B4-BE49-F238E27FC236}">
                      <a16:creationId xmlns:a16="http://schemas.microsoft.com/office/drawing/2014/main" id="{4535759C-A65E-D84B-9508-03E1DC0B824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2" name="Line 7">
                  <a:extLst>
                    <a:ext uri="{FF2B5EF4-FFF2-40B4-BE49-F238E27FC236}">
                      <a16:creationId xmlns:a16="http://schemas.microsoft.com/office/drawing/2014/main" id="{FFA7BAB7-E53C-EC41-ACE7-66FCD862969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3" name="Rectangle 8">
                  <a:extLst>
                    <a:ext uri="{FF2B5EF4-FFF2-40B4-BE49-F238E27FC236}">
                      <a16:creationId xmlns:a16="http://schemas.microsoft.com/office/drawing/2014/main" id="{69E05203-3EC0-6447-8988-D4F7C2150FA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4" name="Oval 9">
                  <a:extLst>
                    <a:ext uri="{FF2B5EF4-FFF2-40B4-BE49-F238E27FC236}">
                      <a16:creationId xmlns:a16="http://schemas.microsoft.com/office/drawing/2014/main" id="{D9043B05-A159-7D41-90D4-718D621EA02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37" name="Group 44">
                <a:extLst>
                  <a:ext uri="{FF2B5EF4-FFF2-40B4-BE49-F238E27FC236}">
                    <a16:creationId xmlns:a16="http://schemas.microsoft.com/office/drawing/2014/main" id="{230264F8-C92F-C344-8341-A92C3D105F2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338" name="Rectangle 45">
                  <a:extLst>
                    <a:ext uri="{FF2B5EF4-FFF2-40B4-BE49-F238E27FC236}">
                      <a16:creationId xmlns:a16="http://schemas.microsoft.com/office/drawing/2014/main" id="{F2B81453-DE5E-984D-B97A-6884B0BDD35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9" name="Text Box 46">
                  <a:extLst>
                    <a:ext uri="{FF2B5EF4-FFF2-40B4-BE49-F238E27FC236}">
                      <a16:creationId xmlns:a16="http://schemas.microsoft.com/office/drawing/2014/main" id="{35E945F9-D699-744B-ACB7-587B2AA668D3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a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316" name="Group 315">
              <a:extLst>
                <a:ext uri="{FF2B5EF4-FFF2-40B4-BE49-F238E27FC236}">
                  <a16:creationId xmlns:a16="http://schemas.microsoft.com/office/drawing/2014/main" id="{1CE7BA36-0E22-4F41-B503-121F0E8FF751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327" name="Group 326">
                <a:extLst>
                  <a:ext uri="{FF2B5EF4-FFF2-40B4-BE49-F238E27FC236}">
                    <a16:creationId xmlns:a16="http://schemas.microsoft.com/office/drawing/2014/main" id="{ABA31A37-F3CD-1746-9C86-0557D36C5404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31" name="Oval 5">
                  <a:extLst>
                    <a:ext uri="{FF2B5EF4-FFF2-40B4-BE49-F238E27FC236}">
                      <a16:creationId xmlns:a16="http://schemas.microsoft.com/office/drawing/2014/main" id="{39C9919B-E459-6946-BAB3-A266303D27E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2" name="Line 6">
                  <a:extLst>
                    <a:ext uri="{FF2B5EF4-FFF2-40B4-BE49-F238E27FC236}">
                      <a16:creationId xmlns:a16="http://schemas.microsoft.com/office/drawing/2014/main" id="{61A62C09-3017-A541-9429-460C1A7F6B5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3" name="Line 7">
                  <a:extLst>
                    <a:ext uri="{FF2B5EF4-FFF2-40B4-BE49-F238E27FC236}">
                      <a16:creationId xmlns:a16="http://schemas.microsoft.com/office/drawing/2014/main" id="{86063EB7-D2C3-3447-B2FD-57FC1E74D32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4" name="Rectangle 8">
                  <a:extLst>
                    <a:ext uri="{FF2B5EF4-FFF2-40B4-BE49-F238E27FC236}">
                      <a16:creationId xmlns:a16="http://schemas.microsoft.com/office/drawing/2014/main" id="{BD5BCC42-3550-DF4A-BB55-F643AEBFD9A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5" name="Oval 9">
                  <a:extLst>
                    <a:ext uri="{FF2B5EF4-FFF2-40B4-BE49-F238E27FC236}">
                      <a16:creationId xmlns:a16="http://schemas.microsoft.com/office/drawing/2014/main" id="{74611398-E647-494F-A7BD-186BB5CB545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28" name="Group 44">
                <a:extLst>
                  <a:ext uri="{FF2B5EF4-FFF2-40B4-BE49-F238E27FC236}">
                    <a16:creationId xmlns:a16="http://schemas.microsoft.com/office/drawing/2014/main" id="{B57BC638-F090-114B-B8BF-7E2F4A6CC8F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329" name="Rectangle 45">
                  <a:extLst>
                    <a:ext uri="{FF2B5EF4-FFF2-40B4-BE49-F238E27FC236}">
                      <a16:creationId xmlns:a16="http://schemas.microsoft.com/office/drawing/2014/main" id="{0F91A427-A1B7-A54C-8320-A92F425DFC7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0" name="Text Box 46">
                  <a:extLst>
                    <a:ext uri="{FF2B5EF4-FFF2-40B4-BE49-F238E27FC236}">
                      <a16:creationId xmlns:a16="http://schemas.microsoft.com/office/drawing/2014/main" id="{E600E15A-04DE-4F44-AD3B-D284039393AF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b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317" name="Group 316">
              <a:extLst>
                <a:ext uri="{FF2B5EF4-FFF2-40B4-BE49-F238E27FC236}">
                  <a16:creationId xmlns:a16="http://schemas.microsoft.com/office/drawing/2014/main" id="{2EB87748-B820-0349-A8AC-FE8BBD55B257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318" name="Group 317">
                <a:extLst>
                  <a:ext uri="{FF2B5EF4-FFF2-40B4-BE49-F238E27FC236}">
                    <a16:creationId xmlns:a16="http://schemas.microsoft.com/office/drawing/2014/main" id="{EB6E4C7D-CDAA-7F47-A797-1E5FB2A80494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22" name="Oval 5">
                  <a:extLst>
                    <a:ext uri="{FF2B5EF4-FFF2-40B4-BE49-F238E27FC236}">
                      <a16:creationId xmlns:a16="http://schemas.microsoft.com/office/drawing/2014/main" id="{F9943B67-FB21-3647-869F-669BE6A721C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3" name="Line 6">
                  <a:extLst>
                    <a:ext uri="{FF2B5EF4-FFF2-40B4-BE49-F238E27FC236}">
                      <a16:creationId xmlns:a16="http://schemas.microsoft.com/office/drawing/2014/main" id="{57CCD935-17C4-B04B-B482-9A946E848EC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4" name="Line 7">
                  <a:extLst>
                    <a:ext uri="{FF2B5EF4-FFF2-40B4-BE49-F238E27FC236}">
                      <a16:creationId xmlns:a16="http://schemas.microsoft.com/office/drawing/2014/main" id="{2FE8EAFF-CC53-364C-974F-2F913B960D6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5" name="Rectangle 8">
                  <a:extLst>
                    <a:ext uri="{FF2B5EF4-FFF2-40B4-BE49-F238E27FC236}">
                      <a16:creationId xmlns:a16="http://schemas.microsoft.com/office/drawing/2014/main" id="{B25B691E-9E1D-1E4F-9419-9156013814C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6" name="Oval 9">
                  <a:extLst>
                    <a:ext uri="{FF2B5EF4-FFF2-40B4-BE49-F238E27FC236}">
                      <a16:creationId xmlns:a16="http://schemas.microsoft.com/office/drawing/2014/main" id="{9CB3B73F-9E39-EC4E-83F7-FBE10697408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19" name="Group 44">
                <a:extLst>
                  <a:ext uri="{FF2B5EF4-FFF2-40B4-BE49-F238E27FC236}">
                    <a16:creationId xmlns:a16="http://schemas.microsoft.com/office/drawing/2014/main" id="{0F42679C-ED56-BC45-8C82-597609DBD4D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64202" y="2507397"/>
                <a:ext cx="341084" cy="419100"/>
                <a:chOff x="2949" y="2425"/>
                <a:chExt cx="218" cy="264"/>
              </a:xfrm>
            </p:grpSpPr>
            <p:sp>
              <p:nvSpPr>
                <p:cNvPr id="320" name="Rectangle 45">
                  <a:extLst>
                    <a:ext uri="{FF2B5EF4-FFF2-40B4-BE49-F238E27FC236}">
                      <a16:creationId xmlns:a16="http://schemas.microsoft.com/office/drawing/2014/main" id="{CF557465-1C6C-1245-9762-D6D2D9F891F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1" name="Text Box 46">
                  <a:extLst>
                    <a:ext uri="{FF2B5EF4-FFF2-40B4-BE49-F238E27FC236}">
                      <a16:creationId xmlns:a16="http://schemas.microsoft.com/office/drawing/2014/main" id="{CEEF1658-9381-E84D-81A0-1A501484FB8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9" y="2425"/>
                  <a:ext cx="218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c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sp>
        <p:nvSpPr>
          <p:cNvPr id="346" name="Right Arrow 345">
            <a:extLst>
              <a:ext uri="{FF2B5EF4-FFF2-40B4-BE49-F238E27FC236}">
                <a16:creationId xmlns:a16="http://schemas.microsoft.com/office/drawing/2014/main" id="{042BFE25-0F60-794A-B634-E33D42BAAD21}"/>
              </a:ext>
            </a:extLst>
          </p:cNvPr>
          <p:cNvSpPr/>
          <p:nvPr/>
        </p:nvSpPr>
        <p:spPr>
          <a:xfrm rot="10800000">
            <a:off x="5660017" y="5843033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47" name="Right Arrow 346">
            <a:extLst>
              <a:ext uri="{FF2B5EF4-FFF2-40B4-BE49-F238E27FC236}">
                <a16:creationId xmlns:a16="http://schemas.microsoft.com/office/drawing/2014/main" id="{E9AE3BA5-DCA8-5D4F-A6D6-75EF46834F58}"/>
              </a:ext>
            </a:extLst>
          </p:cNvPr>
          <p:cNvSpPr/>
          <p:nvPr/>
        </p:nvSpPr>
        <p:spPr>
          <a:xfrm>
            <a:off x="4897326" y="5847950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48" name="Right Arrow 347">
            <a:extLst>
              <a:ext uri="{FF2B5EF4-FFF2-40B4-BE49-F238E27FC236}">
                <a16:creationId xmlns:a16="http://schemas.microsoft.com/office/drawing/2014/main" id="{80E704B5-3D0B-2A41-AF24-0F438DFF3159}"/>
              </a:ext>
            </a:extLst>
          </p:cNvPr>
          <p:cNvSpPr/>
          <p:nvPr/>
        </p:nvSpPr>
        <p:spPr>
          <a:xfrm rot="10800000">
            <a:off x="5651998" y="3904611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49" name="Right Arrow 348">
            <a:extLst>
              <a:ext uri="{FF2B5EF4-FFF2-40B4-BE49-F238E27FC236}">
                <a16:creationId xmlns:a16="http://schemas.microsoft.com/office/drawing/2014/main" id="{D96C2F6A-C449-3E42-9B4A-5B9F8178C165}"/>
              </a:ext>
            </a:extLst>
          </p:cNvPr>
          <p:cNvSpPr/>
          <p:nvPr/>
        </p:nvSpPr>
        <p:spPr>
          <a:xfrm>
            <a:off x="4905348" y="3909528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50" name="Right Arrow 349">
            <a:extLst>
              <a:ext uri="{FF2B5EF4-FFF2-40B4-BE49-F238E27FC236}">
                <a16:creationId xmlns:a16="http://schemas.microsoft.com/office/drawing/2014/main" id="{39F8950B-5EB1-4B4E-A0EF-73943A219C7C}"/>
              </a:ext>
            </a:extLst>
          </p:cNvPr>
          <p:cNvSpPr/>
          <p:nvPr/>
        </p:nvSpPr>
        <p:spPr>
          <a:xfrm rot="10800000">
            <a:off x="5660020" y="1966189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51" name="Right Arrow 350">
            <a:extLst>
              <a:ext uri="{FF2B5EF4-FFF2-40B4-BE49-F238E27FC236}">
                <a16:creationId xmlns:a16="http://schemas.microsoft.com/office/drawing/2014/main" id="{DF406DB6-2900-7C44-9860-A0ADA23E2211}"/>
              </a:ext>
            </a:extLst>
          </p:cNvPr>
          <p:cNvSpPr/>
          <p:nvPr/>
        </p:nvSpPr>
        <p:spPr>
          <a:xfrm>
            <a:off x="4924064" y="1987147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52" name="Right Arrow 351">
            <a:extLst>
              <a:ext uri="{FF2B5EF4-FFF2-40B4-BE49-F238E27FC236}">
                <a16:creationId xmlns:a16="http://schemas.microsoft.com/office/drawing/2014/main" id="{EE34E15B-D663-B047-93CF-9B1CD724C0A5}"/>
              </a:ext>
            </a:extLst>
          </p:cNvPr>
          <p:cNvSpPr/>
          <p:nvPr/>
        </p:nvSpPr>
        <p:spPr>
          <a:xfrm rot="10800000">
            <a:off x="7582399" y="1968862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53" name="Right Arrow 352">
            <a:extLst>
              <a:ext uri="{FF2B5EF4-FFF2-40B4-BE49-F238E27FC236}">
                <a16:creationId xmlns:a16="http://schemas.microsoft.com/office/drawing/2014/main" id="{C5E35028-9133-1F45-82D3-DD70357904CF}"/>
              </a:ext>
            </a:extLst>
          </p:cNvPr>
          <p:cNvSpPr/>
          <p:nvPr/>
        </p:nvSpPr>
        <p:spPr>
          <a:xfrm>
            <a:off x="6819708" y="1973779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54" name="Right Arrow 353">
            <a:extLst>
              <a:ext uri="{FF2B5EF4-FFF2-40B4-BE49-F238E27FC236}">
                <a16:creationId xmlns:a16="http://schemas.microsoft.com/office/drawing/2014/main" id="{F9910D40-9F0B-7C47-BDEC-508FFA6BCFDB}"/>
              </a:ext>
            </a:extLst>
          </p:cNvPr>
          <p:cNvSpPr/>
          <p:nvPr/>
        </p:nvSpPr>
        <p:spPr>
          <a:xfrm rot="10800000">
            <a:off x="7595769" y="3907283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55" name="Right Arrow 354">
            <a:extLst>
              <a:ext uri="{FF2B5EF4-FFF2-40B4-BE49-F238E27FC236}">
                <a16:creationId xmlns:a16="http://schemas.microsoft.com/office/drawing/2014/main" id="{EBB9FB89-D51A-8145-8D43-15C959806E3C}"/>
              </a:ext>
            </a:extLst>
          </p:cNvPr>
          <p:cNvSpPr/>
          <p:nvPr/>
        </p:nvSpPr>
        <p:spPr>
          <a:xfrm>
            <a:off x="6833078" y="3912200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58" name="TextBox 157">
            <a:extLst>
              <a:ext uri="{FF2B5EF4-FFF2-40B4-BE49-F238E27FC236}">
                <a16:creationId xmlns:a16="http://schemas.microsoft.com/office/drawing/2014/main" id="{766038ED-ED2A-EA48-9435-9C5569CA63F0}"/>
              </a:ext>
            </a:extLst>
          </p:cNvPr>
          <p:cNvSpPr txBox="1"/>
          <p:nvPr/>
        </p:nvSpPr>
        <p:spPr>
          <a:xfrm flipH="1">
            <a:off x="476445" y="3078991"/>
            <a:ext cx="2195814" cy="258532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90000"/>
              </a:lnSpc>
              <a:buClr>
                <a:srgbClr val="0000A8"/>
              </a:buClr>
            </a:pPr>
            <a:r>
              <a:rPr lang="en-US" dirty="0"/>
              <a:t>All nodes:</a:t>
            </a:r>
          </a:p>
          <a:p>
            <a:pPr marL="174625" indent="-174625">
              <a:lnSpc>
                <a:spcPct val="90000"/>
              </a:lnSpc>
              <a:buClr>
                <a:schemeClr val="bg1">
                  <a:lumMod val="75000"/>
                </a:schemeClr>
              </a:buClr>
              <a:buFont typeface="Wingdings" pitchFamily="2" charset="2"/>
              <a:buChar char="§"/>
            </a:pPr>
            <a:r>
              <a:rPr lang="en-US" dirty="0">
                <a:solidFill>
                  <a:schemeClr val="bg1">
                    <a:lumMod val="75000"/>
                  </a:schemeClr>
                </a:solidFill>
              </a:rPr>
              <a:t>receive distance vectors from neighbors</a:t>
            </a:r>
          </a:p>
          <a:p>
            <a:pPr marL="174625" indent="-174625">
              <a:lnSpc>
                <a:spcPct val="90000"/>
              </a:lnSpc>
              <a:buClr>
                <a:schemeClr val="bg1">
                  <a:lumMod val="75000"/>
                </a:schemeClr>
              </a:buClr>
              <a:buFont typeface="Wingdings" pitchFamily="2" charset="2"/>
              <a:buChar char="§"/>
            </a:pPr>
            <a:r>
              <a:rPr lang="en-US" dirty="0">
                <a:solidFill>
                  <a:schemeClr val="bg1">
                    <a:lumMod val="75000"/>
                  </a:schemeClr>
                </a:solidFill>
              </a:rPr>
              <a:t>compute their new local  distance vector</a:t>
            </a:r>
          </a:p>
          <a:p>
            <a:pPr marL="174625" indent="-174625">
              <a:lnSpc>
                <a:spcPct val="90000"/>
              </a:lnSpc>
              <a:buClr>
                <a:srgbClr val="0000A8"/>
              </a:buClr>
              <a:buFont typeface="Wingdings" pitchFamily="2" charset="2"/>
              <a:buChar char="§"/>
            </a:pPr>
            <a:r>
              <a:rPr lang="en-US" dirty="0"/>
              <a:t>send their new local distance vector to neighbors</a:t>
            </a:r>
          </a:p>
        </p:txBody>
      </p:sp>
      <p:grpSp>
        <p:nvGrpSpPr>
          <p:cNvPr id="159" name="Group 158">
            <a:extLst>
              <a:ext uri="{FF2B5EF4-FFF2-40B4-BE49-F238E27FC236}">
                <a16:creationId xmlns:a16="http://schemas.microsoft.com/office/drawing/2014/main" id="{4AAED925-F16C-8F45-B5D7-47EABDB0B993}"/>
              </a:ext>
            </a:extLst>
          </p:cNvPr>
          <p:cNvGrpSpPr/>
          <p:nvPr/>
        </p:nvGrpSpPr>
        <p:grpSpPr>
          <a:xfrm>
            <a:off x="584365" y="1859143"/>
            <a:ext cx="736099" cy="1229581"/>
            <a:chOff x="10030307" y="3444875"/>
            <a:chExt cx="736099" cy="1229581"/>
          </a:xfrm>
        </p:grpSpPr>
        <p:sp>
          <p:nvSpPr>
            <p:cNvPr id="160" name="TextBox 159">
              <a:extLst>
                <a:ext uri="{FF2B5EF4-FFF2-40B4-BE49-F238E27FC236}">
                  <a16:creationId xmlns:a16="http://schemas.microsoft.com/office/drawing/2014/main" id="{6655EB12-A2B9-9D4A-A0A9-F9958BDB0106}"/>
                </a:ext>
              </a:extLst>
            </p:cNvPr>
            <p:cNvSpPr txBox="1"/>
            <p:nvPr/>
          </p:nvSpPr>
          <p:spPr>
            <a:xfrm>
              <a:off x="10030307" y="4089681"/>
              <a:ext cx="736099" cy="58477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3200" dirty="0"/>
                <a:t>t=1</a:t>
              </a:r>
            </a:p>
          </p:txBody>
        </p:sp>
        <p:grpSp>
          <p:nvGrpSpPr>
            <p:cNvPr id="161" name="Group 160">
              <a:extLst>
                <a:ext uri="{FF2B5EF4-FFF2-40B4-BE49-F238E27FC236}">
                  <a16:creationId xmlns:a16="http://schemas.microsoft.com/office/drawing/2014/main" id="{0523D739-F413-264B-A745-A38C62E06D3B}"/>
                </a:ext>
              </a:extLst>
            </p:cNvPr>
            <p:cNvGrpSpPr/>
            <p:nvPr/>
          </p:nvGrpSpPr>
          <p:grpSpPr>
            <a:xfrm>
              <a:off x="10034588" y="3444875"/>
              <a:ext cx="682627" cy="682625"/>
              <a:chOff x="10034588" y="3444875"/>
              <a:chExt cx="682627" cy="682625"/>
            </a:xfrm>
          </p:grpSpPr>
          <p:sp>
            <p:nvSpPr>
              <p:cNvPr id="162" name="Oval 161">
                <a:extLst>
                  <a:ext uri="{FF2B5EF4-FFF2-40B4-BE49-F238E27FC236}">
                    <a16:creationId xmlns:a16="http://schemas.microsoft.com/office/drawing/2014/main" id="{CB814881-01DB-0E43-BA2F-B64D7EA26896}"/>
                  </a:ext>
                </a:extLst>
              </p:cNvPr>
              <p:cNvSpPr/>
              <p:nvPr/>
            </p:nvSpPr>
            <p:spPr>
              <a:xfrm>
                <a:off x="10039551" y="3449256"/>
                <a:ext cx="671332" cy="671332"/>
              </a:xfrm>
              <a:prstGeom prst="ellipse">
                <a:avLst/>
              </a:prstGeom>
              <a:noFill/>
              <a:ln w="3492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cxnSp>
            <p:nvCxnSpPr>
              <p:cNvPr id="163" name="Straight Connector 162">
                <a:extLst>
                  <a:ext uri="{FF2B5EF4-FFF2-40B4-BE49-F238E27FC236}">
                    <a16:creationId xmlns:a16="http://schemas.microsoft.com/office/drawing/2014/main" id="{08775389-41CA-4740-B083-4D54E5FAECED}"/>
                  </a:ext>
                </a:extLst>
              </p:cNvPr>
              <p:cNvCxnSpPr/>
              <p:nvPr/>
            </p:nvCxnSpPr>
            <p:spPr>
              <a:xfrm>
                <a:off x="10372725" y="344487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4" name="Straight Connector 163">
                <a:extLst>
                  <a:ext uri="{FF2B5EF4-FFF2-40B4-BE49-F238E27FC236}">
                    <a16:creationId xmlns:a16="http://schemas.microsoft.com/office/drawing/2014/main" id="{3E6B6CB9-512E-6343-AD8B-BBAB6CE819A4}"/>
                  </a:ext>
                </a:extLst>
              </p:cNvPr>
              <p:cNvCxnSpPr/>
              <p:nvPr/>
            </p:nvCxnSpPr>
            <p:spPr>
              <a:xfrm>
                <a:off x="10372725" y="406717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5" name="Straight Connector 164">
                <a:extLst>
                  <a:ext uri="{FF2B5EF4-FFF2-40B4-BE49-F238E27FC236}">
                    <a16:creationId xmlns:a16="http://schemas.microsoft.com/office/drawing/2014/main" id="{6B84002D-08B3-2041-9EB9-DE4D7AA96DC7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>
                <a:off x="10064751" y="375602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6" name="Straight Connector 165">
                <a:extLst>
                  <a:ext uri="{FF2B5EF4-FFF2-40B4-BE49-F238E27FC236}">
                    <a16:creationId xmlns:a16="http://schemas.microsoft.com/office/drawing/2014/main" id="{C10AF67D-3C60-074D-85D9-BB7F3C22BA6E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>
                <a:off x="10687053" y="375602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7" name="Straight Connector 166">
                <a:extLst>
                  <a:ext uri="{FF2B5EF4-FFF2-40B4-BE49-F238E27FC236}">
                    <a16:creationId xmlns:a16="http://schemas.microsoft.com/office/drawing/2014/main" id="{D7001C9A-A249-5941-879B-C26FFA2151F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523542" y="4037013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8" name="Straight Connector 167">
                <a:extLst>
                  <a:ext uri="{FF2B5EF4-FFF2-40B4-BE49-F238E27FC236}">
                    <a16:creationId xmlns:a16="http://schemas.microsoft.com/office/drawing/2014/main" id="{F6CFD6FA-4D66-9F4F-9565-82515FD78B1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202867" y="3490913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9" name="Straight Connector 168">
                <a:extLst>
                  <a:ext uri="{FF2B5EF4-FFF2-40B4-BE49-F238E27FC236}">
                    <a16:creationId xmlns:a16="http://schemas.microsoft.com/office/drawing/2014/main" id="{3AF8B4F1-6823-4E49-BDC2-8B3DFF75FC97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196517" y="4033838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0" name="Straight Connector 169">
                <a:extLst>
                  <a:ext uri="{FF2B5EF4-FFF2-40B4-BE49-F238E27FC236}">
                    <a16:creationId xmlns:a16="http://schemas.microsoft.com/office/drawing/2014/main" id="{A8A30E75-242F-B744-AD86-D5121CF798F7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517192" y="3487738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1" name="Straight Connector 170">
                <a:extLst>
                  <a:ext uri="{FF2B5EF4-FFF2-40B4-BE49-F238E27FC236}">
                    <a16:creationId xmlns:a16="http://schemas.microsoft.com/office/drawing/2014/main" id="{CA6C8979-7ABA-2548-A690-DBB79A1510E8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631493" y="3611565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2" name="Straight Connector 171">
                <a:extLst>
                  <a:ext uri="{FF2B5EF4-FFF2-40B4-BE49-F238E27FC236}">
                    <a16:creationId xmlns:a16="http://schemas.microsoft.com/office/drawing/2014/main" id="{9D0B68AA-F684-FE43-A969-18E51C1C177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085393" y="3929065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3" name="Straight Connector 172">
                <a:extLst>
                  <a:ext uri="{FF2B5EF4-FFF2-40B4-BE49-F238E27FC236}">
                    <a16:creationId xmlns:a16="http://schemas.microsoft.com/office/drawing/2014/main" id="{5419F84A-0D3B-EF47-949B-02A63FAFFC86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10094918" y="3614740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4" name="Straight Connector 173">
                <a:extLst>
                  <a:ext uri="{FF2B5EF4-FFF2-40B4-BE49-F238E27FC236}">
                    <a16:creationId xmlns:a16="http://schemas.microsoft.com/office/drawing/2014/main" id="{FDC9525E-B8EE-704E-94A9-DA434054CDB0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10631493" y="3932240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5" name="Oval 174">
                <a:extLst>
                  <a:ext uri="{FF2B5EF4-FFF2-40B4-BE49-F238E27FC236}">
                    <a16:creationId xmlns:a16="http://schemas.microsoft.com/office/drawing/2014/main" id="{1326D6D5-4368-3242-940E-7E5978F1247E}"/>
                  </a:ext>
                </a:extLst>
              </p:cNvPr>
              <p:cNvSpPr/>
              <p:nvPr/>
            </p:nvSpPr>
            <p:spPr>
              <a:xfrm>
                <a:off x="10331450" y="3743325"/>
                <a:ext cx="82550" cy="87136"/>
              </a:xfrm>
              <a:prstGeom prst="ellipse">
                <a:avLst/>
              </a:prstGeom>
              <a:solidFill>
                <a:srgbClr val="C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</p:grpSp>
      <p:cxnSp>
        <p:nvCxnSpPr>
          <p:cNvPr id="153" name="Straight Connector 152">
            <a:extLst>
              <a:ext uri="{FF2B5EF4-FFF2-40B4-BE49-F238E27FC236}">
                <a16:creationId xmlns:a16="http://schemas.microsoft.com/office/drawing/2014/main" id="{1BDF6761-A298-0649-AD22-E32D353E085B}"/>
              </a:ext>
            </a:extLst>
          </p:cNvPr>
          <p:cNvCxnSpPr>
            <a:cxnSpLocks/>
          </p:cNvCxnSpPr>
          <p:nvPr/>
        </p:nvCxnSpPr>
        <p:spPr>
          <a:xfrm flipH="1">
            <a:off x="908583" y="1975104"/>
            <a:ext cx="148463" cy="246136"/>
          </a:xfrm>
          <a:prstGeom prst="line">
            <a:avLst/>
          </a:prstGeom>
          <a:ln w="25400" cap="flat">
            <a:solidFill>
              <a:srgbClr val="C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59582631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1000"/>
                                        <p:tgtEl>
                                          <p:spTgt spid="10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" dur="1000"/>
                                        <p:tgtEl>
                                          <p:spTgt spid="3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3" dur="1000"/>
                                        <p:tgtEl>
                                          <p:spTgt spid="3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6" dur="1000"/>
                                        <p:tgtEl>
                                          <p:spTgt spid="2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1000"/>
                                        <p:tgtEl>
                                          <p:spTgt spid="3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2" dur="1000"/>
                                        <p:tgtEl>
                                          <p:spTgt spid="3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5" dur="1000"/>
                                        <p:tgtEl>
                                          <p:spTgt spid="2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8" dur="1000"/>
                                        <p:tgtEl>
                                          <p:spTgt spid="3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1" dur="1000"/>
                                        <p:tgtEl>
                                          <p:spTgt spid="2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4" dur="1000"/>
                                        <p:tgtEl>
                                          <p:spTgt spid="3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7" dur="1000"/>
                                        <p:tgtEl>
                                          <p:spTgt spid="2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0" dur="1000"/>
                                        <p:tgtEl>
                                          <p:spTgt spid="3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3" dur="1000"/>
                                        <p:tgtEl>
                                          <p:spTgt spid="2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6" dur="1000"/>
                                        <p:tgtEl>
                                          <p:spTgt spid="3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9" dur="1000"/>
                                        <p:tgtEl>
                                          <p:spTgt spid="2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2" dur="1000"/>
                                        <p:tgtEl>
                                          <p:spTgt spid="2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5" dur="1000"/>
                                        <p:tgtEl>
                                          <p:spTgt spid="3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58" dur="1000"/>
                                        <p:tgtEl>
                                          <p:spTgt spid="3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9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61" dur="1000"/>
                                        <p:tgtEl>
                                          <p:spTgt spid="2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2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4" dur="1000"/>
                                        <p:tgtEl>
                                          <p:spTgt spid="2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67" dur="1000"/>
                                        <p:tgtEl>
                                          <p:spTgt spid="2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0" dur="1000"/>
                                        <p:tgtEl>
                                          <p:spTgt spid="2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32" grpId="0" animBg="1"/>
      <p:bldP spid="267" grpId="0" animBg="1"/>
      <p:bldP spid="268" grpId="0" animBg="1"/>
      <p:bldP spid="269" grpId="0" animBg="1"/>
      <p:bldP spid="270" grpId="0" animBg="1"/>
      <p:bldP spid="271" grpId="0" animBg="1"/>
      <p:bldP spid="272" grpId="0" animBg="1"/>
      <p:bldP spid="273" grpId="0" animBg="1"/>
      <p:bldP spid="274" grpId="0" animBg="1"/>
      <p:bldP spid="275" grpId="0" animBg="1"/>
      <p:bldP spid="279" grpId="0" animBg="1"/>
      <p:bldP spid="280" grpId="0" animBg="1"/>
      <p:bldP spid="346" grpId="0" animBg="1"/>
      <p:bldP spid="347" grpId="0" animBg="1"/>
      <p:bldP spid="348" grpId="0" animBg="1"/>
      <p:bldP spid="349" grpId="0" animBg="1"/>
      <p:bldP spid="350" grpId="0" animBg="1"/>
      <p:bldP spid="351" grpId="0" animBg="1"/>
      <p:bldP spid="352" grpId="0" animBg="1"/>
      <p:bldP spid="353" grpId="0" animBg="1"/>
      <p:bldP spid="354" grpId="0" animBg="1"/>
      <p:bldP spid="355" grpId="0" animBg="1"/>
    </p:bldLst>
  </p:timing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52B9189-7CDF-0741-9858-A79357149B7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6625" y="174028"/>
            <a:ext cx="10515600" cy="894622"/>
          </a:xfrm>
        </p:spPr>
        <p:txBody>
          <a:bodyPr/>
          <a:lstStyle/>
          <a:p>
            <a:r>
              <a:rPr lang="en-US" dirty="0">
                <a:solidFill>
                  <a:srgbClr val="0000A8"/>
                </a:solidFill>
              </a:rPr>
              <a:t>Distance vector example: iteration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98E05715-B0AC-CF47-B242-18018B71339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39</a:t>
            </a:fld>
            <a:endParaRPr lang="en-US" dirty="0"/>
          </a:p>
        </p:txBody>
      </p:sp>
      <p:cxnSp>
        <p:nvCxnSpPr>
          <p:cNvPr id="82" name="Straight Connector 81">
            <a:extLst>
              <a:ext uri="{FF2B5EF4-FFF2-40B4-BE49-F238E27FC236}">
                <a16:creationId xmlns:a16="http://schemas.microsoft.com/office/drawing/2014/main" id="{374B35E8-95B6-B946-8240-59B747B607B3}"/>
              </a:ext>
            </a:extLst>
          </p:cNvPr>
          <p:cNvCxnSpPr>
            <a:cxnSpLocks/>
            <a:stCxn id="76" idx="2"/>
            <a:endCxn id="76" idx="0"/>
          </p:cNvCxnSpPr>
          <p:nvPr/>
        </p:nvCxnSpPr>
        <p:spPr>
          <a:xfrm flipV="1">
            <a:off x="6530326" y="2129120"/>
            <a:ext cx="0" cy="3863111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6" name="Straight Connector 95">
            <a:extLst>
              <a:ext uri="{FF2B5EF4-FFF2-40B4-BE49-F238E27FC236}">
                <a16:creationId xmlns:a16="http://schemas.microsoft.com/office/drawing/2014/main" id="{DE34EA38-AB93-704A-ACF2-764D62663226}"/>
              </a:ext>
            </a:extLst>
          </p:cNvPr>
          <p:cNvCxnSpPr>
            <a:cxnSpLocks/>
            <a:stCxn id="76" idx="1"/>
            <a:endCxn id="76" idx="3"/>
          </p:cNvCxnSpPr>
          <p:nvPr/>
        </p:nvCxnSpPr>
        <p:spPr>
          <a:xfrm>
            <a:off x="4598770" y="4060675"/>
            <a:ext cx="3863111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6" name="Rectangle 75">
            <a:extLst>
              <a:ext uri="{FF2B5EF4-FFF2-40B4-BE49-F238E27FC236}">
                <a16:creationId xmlns:a16="http://schemas.microsoft.com/office/drawing/2014/main" id="{A169888C-5E10-3E40-BC1D-A5D0DB850712}"/>
              </a:ext>
            </a:extLst>
          </p:cNvPr>
          <p:cNvSpPr/>
          <p:nvPr/>
        </p:nvSpPr>
        <p:spPr>
          <a:xfrm>
            <a:off x="4598770" y="2129120"/>
            <a:ext cx="3863111" cy="3863111"/>
          </a:xfrm>
          <a:prstGeom prst="rect">
            <a:avLst/>
          </a:prstGeom>
          <a:noFill/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dirty="0"/>
          </a:p>
        </p:txBody>
      </p:sp>
      <p:sp>
        <p:nvSpPr>
          <p:cNvPr id="150" name="Rectangle 149">
            <a:extLst>
              <a:ext uri="{FF2B5EF4-FFF2-40B4-BE49-F238E27FC236}">
                <a16:creationId xmlns:a16="http://schemas.microsoft.com/office/drawing/2014/main" id="{CB39BACF-E4D1-6641-8B8C-0274EDEFA113}"/>
              </a:ext>
            </a:extLst>
          </p:cNvPr>
          <p:cNvSpPr/>
          <p:nvPr/>
        </p:nvSpPr>
        <p:spPr>
          <a:xfrm>
            <a:off x="8380337" y="2200470"/>
            <a:ext cx="132508" cy="1855109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dirty="0"/>
          </a:p>
        </p:txBody>
      </p:sp>
      <p:grpSp>
        <p:nvGrpSpPr>
          <p:cNvPr id="1034" name="Group 1033">
            <a:extLst>
              <a:ext uri="{FF2B5EF4-FFF2-40B4-BE49-F238E27FC236}">
                <a16:creationId xmlns:a16="http://schemas.microsoft.com/office/drawing/2014/main" id="{B4BFA757-E5EA-9A42-8A16-AA2091E708C8}"/>
              </a:ext>
            </a:extLst>
          </p:cNvPr>
          <p:cNvGrpSpPr/>
          <p:nvPr/>
        </p:nvGrpSpPr>
        <p:grpSpPr>
          <a:xfrm>
            <a:off x="4333785" y="5772213"/>
            <a:ext cx="4395351" cy="404576"/>
            <a:chOff x="4333785" y="5772213"/>
            <a:chExt cx="4395351" cy="404576"/>
          </a:xfrm>
        </p:grpSpPr>
        <p:grpSp>
          <p:nvGrpSpPr>
            <p:cNvPr id="184" name="Group 183">
              <a:extLst>
                <a:ext uri="{FF2B5EF4-FFF2-40B4-BE49-F238E27FC236}">
                  <a16:creationId xmlns:a16="http://schemas.microsoft.com/office/drawing/2014/main" id="{600795BD-C1B6-1748-B28A-001A8505BE86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205" name="Group 204">
                <a:extLst>
                  <a:ext uri="{FF2B5EF4-FFF2-40B4-BE49-F238E27FC236}">
                    <a16:creationId xmlns:a16="http://schemas.microsoft.com/office/drawing/2014/main" id="{CE81AFB3-2346-434C-A463-93F9C295562A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09" name="Oval 5">
                  <a:extLst>
                    <a:ext uri="{FF2B5EF4-FFF2-40B4-BE49-F238E27FC236}">
                      <a16:creationId xmlns:a16="http://schemas.microsoft.com/office/drawing/2014/main" id="{7918ED2E-E380-6C4E-86AA-0BF9D761441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0" name="Line 6">
                  <a:extLst>
                    <a:ext uri="{FF2B5EF4-FFF2-40B4-BE49-F238E27FC236}">
                      <a16:creationId xmlns:a16="http://schemas.microsoft.com/office/drawing/2014/main" id="{45F96407-8127-654C-9C52-5B626907562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1" name="Line 7">
                  <a:extLst>
                    <a:ext uri="{FF2B5EF4-FFF2-40B4-BE49-F238E27FC236}">
                      <a16:creationId xmlns:a16="http://schemas.microsoft.com/office/drawing/2014/main" id="{F1C01DA2-272A-CD4F-87F1-779C30F3555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2" name="Rectangle 8">
                  <a:extLst>
                    <a:ext uri="{FF2B5EF4-FFF2-40B4-BE49-F238E27FC236}">
                      <a16:creationId xmlns:a16="http://schemas.microsoft.com/office/drawing/2014/main" id="{7969C970-9697-A847-B375-82D629934D5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3" name="Oval 9">
                  <a:extLst>
                    <a:ext uri="{FF2B5EF4-FFF2-40B4-BE49-F238E27FC236}">
                      <a16:creationId xmlns:a16="http://schemas.microsoft.com/office/drawing/2014/main" id="{F8D02D26-0EA1-FD40-AD1F-E4E8635F47C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06" name="Group 44">
                <a:extLst>
                  <a:ext uri="{FF2B5EF4-FFF2-40B4-BE49-F238E27FC236}">
                    <a16:creationId xmlns:a16="http://schemas.microsoft.com/office/drawing/2014/main" id="{02C0B744-445A-A04E-812A-2D60476C152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207" name="Rectangle 45">
                  <a:extLst>
                    <a:ext uri="{FF2B5EF4-FFF2-40B4-BE49-F238E27FC236}">
                      <a16:creationId xmlns:a16="http://schemas.microsoft.com/office/drawing/2014/main" id="{83E6E4B2-940F-B749-91D8-19B033341D5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8" name="Text Box 46">
                  <a:extLst>
                    <a:ext uri="{FF2B5EF4-FFF2-40B4-BE49-F238E27FC236}">
                      <a16:creationId xmlns:a16="http://schemas.microsoft.com/office/drawing/2014/main" id="{16D546E0-A23E-174D-8F0D-BFB691AF1D6C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g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185" name="Group 184">
              <a:extLst>
                <a:ext uri="{FF2B5EF4-FFF2-40B4-BE49-F238E27FC236}">
                  <a16:creationId xmlns:a16="http://schemas.microsoft.com/office/drawing/2014/main" id="{34A0F8A7-FCD0-9A45-80B9-24CC78B561FE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196" name="Group 195">
                <a:extLst>
                  <a:ext uri="{FF2B5EF4-FFF2-40B4-BE49-F238E27FC236}">
                    <a16:creationId xmlns:a16="http://schemas.microsoft.com/office/drawing/2014/main" id="{18AECA76-7F06-F84A-928B-C13839D9F43F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00" name="Oval 5">
                  <a:extLst>
                    <a:ext uri="{FF2B5EF4-FFF2-40B4-BE49-F238E27FC236}">
                      <a16:creationId xmlns:a16="http://schemas.microsoft.com/office/drawing/2014/main" id="{04917013-CC10-D043-8A71-34F24813049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1" name="Line 6">
                  <a:extLst>
                    <a:ext uri="{FF2B5EF4-FFF2-40B4-BE49-F238E27FC236}">
                      <a16:creationId xmlns:a16="http://schemas.microsoft.com/office/drawing/2014/main" id="{7E7DEF49-D295-8547-9FE7-8CBB42CEB81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2" name="Line 7">
                  <a:extLst>
                    <a:ext uri="{FF2B5EF4-FFF2-40B4-BE49-F238E27FC236}">
                      <a16:creationId xmlns:a16="http://schemas.microsoft.com/office/drawing/2014/main" id="{5633B25D-6786-5A4A-A44E-E4A1EE3575B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3" name="Rectangle 8">
                  <a:extLst>
                    <a:ext uri="{FF2B5EF4-FFF2-40B4-BE49-F238E27FC236}">
                      <a16:creationId xmlns:a16="http://schemas.microsoft.com/office/drawing/2014/main" id="{968E012E-E513-8340-9324-11A79B223E2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4" name="Oval 9">
                  <a:extLst>
                    <a:ext uri="{FF2B5EF4-FFF2-40B4-BE49-F238E27FC236}">
                      <a16:creationId xmlns:a16="http://schemas.microsoft.com/office/drawing/2014/main" id="{7AFB2A7E-90B7-454F-BABB-E2A39AC7C95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197" name="Group 44">
                <a:extLst>
                  <a:ext uri="{FF2B5EF4-FFF2-40B4-BE49-F238E27FC236}">
                    <a16:creationId xmlns:a16="http://schemas.microsoft.com/office/drawing/2014/main" id="{5567606D-D82D-2A4D-A3C8-A7D0703B3CC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198" name="Rectangle 45">
                  <a:extLst>
                    <a:ext uri="{FF2B5EF4-FFF2-40B4-BE49-F238E27FC236}">
                      <a16:creationId xmlns:a16="http://schemas.microsoft.com/office/drawing/2014/main" id="{39206D20-AD6D-3242-8865-2C6680CB410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9" name="Text Box 46">
                  <a:extLst>
                    <a:ext uri="{FF2B5EF4-FFF2-40B4-BE49-F238E27FC236}">
                      <a16:creationId xmlns:a16="http://schemas.microsoft.com/office/drawing/2014/main" id="{E3BB3556-A335-984F-978A-FECE515B6702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h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186" name="Group 185">
              <a:extLst>
                <a:ext uri="{FF2B5EF4-FFF2-40B4-BE49-F238E27FC236}">
                  <a16:creationId xmlns:a16="http://schemas.microsoft.com/office/drawing/2014/main" id="{3B620D34-7BA8-EF49-AC1C-93F5BBC84AEC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187" name="Group 186">
                <a:extLst>
                  <a:ext uri="{FF2B5EF4-FFF2-40B4-BE49-F238E27FC236}">
                    <a16:creationId xmlns:a16="http://schemas.microsoft.com/office/drawing/2014/main" id="{A6C2F80D-43A1-5746-B518-C0C4F1A20ACD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191" name="Oval 5">
                  <a:extLst>
                    <a:ext uri="{FF2B5EF4-FFF2-40B4-BE49-F238E27FC236}">
                      <a16:creationId xmlns:a16="http://schemas.microsoft.com/office/drawing/2014/main" id="{442E1AFF-BC2C-C849-85D1-13E42B701CE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2" name="Line 6">
                  <a:extLst>
                    <a:ext uri="{FF2B5EF4-FFF2-40B4-BE49-F238E27FC236}">
                      <a16:creationId xmlns:a16="http://schemas.microsoft.com/office/drawing/2014/main" id="{C2994154-DB6D-E247-8511-C6FE8D9665F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3" name="Line 7">
                  <a:extLst>
                    <a:ext uri="{FF2B5EF4-FFF2-40B4-BE49-F238E27FC236}">
                      <a16:creationId xmlns:a16="http://schemas.microsoft.com/office/drawing/2014/main" id="{C730A3ED-5222-5348-831E-092DE7D6CEE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4" name="Rectangle 8">
                  <a:extLst>
                    <a:ext uri="{FF2B5EF4-FFF2-40B4-BE49-F238E27FC236}">
                      <a16:creationId xmlns:a16="http://schemas.microsoft.com/office/drawing/2014/main" id="{BED424F7-1928-5F41-831D-417161F220B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5" name="Oval 9">
                  <a:extLst>
                    <a:ext uri="{FF2B5EF4-FFF2-40B4-BE49-F238E27FC236}">
                      <a16:creationId xmlns:a16="http://schemas.microsoft.com/office/drawing/2014/main" id="{76DDF5F9-ACB7-E642-ACEA-223EE2F5F41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188" name="Group 44">
                <a:extLst>
                  <a:ext uri="{FF2B5EF4-FFF2-40B4-BE49-F238E27FC236}">
                    <a16:creationId xmlns:a16="http://schemas.microsoft.com/office/drawing/2014/main" id="{495DC56F-8C0E-6549-849D-6D43F4F8BC0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500196" y="2507397"/>
                <a:ext cx="267548" cy="419100"/>
                <a:chOff x="2972" y="2425"/>
                <a:chExt cx="171" cy="264"/>
              </a:xfrm>
            </p:grpSpPr>
            <p:sp>
              <p:nvSpPr>
                <p:cNvPr id="189" name="Rectangle 45">
                  <a:extLst>
                    <a:ext uri="{FF2B5EF4-FFF2-40B4-BE49-F238E27FC236}">
                      <a16:creationId xmlns:a16="http://schemas.microsoft.com/office/drawing/2014/main" id="{892DBBAB-E011-FD4A-BA7E-105CEF9075A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0" name="Text Box 46">
                  <a:extLst>
                    <a:ext uri="{FF2B5EF4-FFF2-40B4-BE49-F238E27FC236}">
                      <a16:creationId xmlns:a16="http://schemas.microsoft.com/office/drawing/2014/main" id="{173A4036-1DC3-BD4D-9E66-D9BC48C58BA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72" y="2425"/>
                  <a:ext cx="171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i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sp>
        <p:nvSpPr>
          <p:cNvPr id="215" name="TextBox 214">
            <a:extLst>
              <a:ext uri="{FF2B5EF4-FFF2-40B4-BE49-F238E27FC236}">
                <a16:creationId xmlns:a16="http://schemas.microsoft.com/office/drawing/2014/main" id="{74A89238-377F-A840-BB03-52D53CBBC3F3}"/>
              </a:ext>
            </a:extLst>
          </p:cNvPr>
          <p:cNvSpPr txBox="1"/>
          <p:nvPr/>
        </p:nvSpPr>
        <p:spPr>
          <a:xfrm>
            <a:off x="4305782" y="2870522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6" name="TextBox 215">
            <a:extLst>
              <a:ext uri="{FF2B5EF4-FFF2-40B4-BE49-F238E27FC236}">
                <a16:creationId xmlns:a16="http://schemas.microsoft.com/office/drawing/2014/main" id="{3D3F7215-9DE8-0542-8CCA-A9CEDC8717E2}"/>
              </a:ext>
            </a:extLst>
          </p:cNvPr>
          <p:cNvSpPr txBox="1"/>
          <p:nvPr/>
        </p:nvSpPr>
        <p:spPr>
          <a:xfrm>
            <a:off x="6217534" y="2860877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7" name="TextBox 216">
            <a:extLst>
              <a:ext uri="{FF2B5EF4-FFF2-40B4-BE49-F238E27FC236}">
                <a16:creationId xmlns:a16="http://schemas.microsoft.com/office/drawing/2014/main" id="{FC342D48-14A2-BA4E-A191-060C4177F678}"/>
              </a:ext>
            </a:extLst>
          </p:cNvPr>
          <p:cNvSpPr txBox="1"/>
          <p:nvPr/>
        </p:nvSpPr>
        <p:spPr>
          <a:xfrm>
            <a:off x="4296138" y="4886446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8" name="TextBox 217">
            <a:extLst>
              <a:ext uri="{FF2B5EF4-FFF2-40B4-BE49-F238E27FC236}">
                <a16:creationId xmlns:a16="http://schemas.microsoft.com/office/drawing/2014/main" id="{C9336A94-9BC9-8F41-95A7-69E18360DF3D}"/>
              </a:ext>
            </a:extLst>
          </p:cNvPr>
          <p:cNvSpPr txBox="1"/>
          <p:nvPr/>
        </p:nvSpPr>
        <p:spPr>
          <a:xfrm>
            <a:off x="6231040" y="4888376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9" name="TextBox 218">
            <a:extLst>
              <a:ext uri="{FF2B5EF4-FFF2-40B4-BE49-F238E27FC236}">
                <a16:creationId xmlns:a16="http://schemas.microsoft.com/office/drawing/2014/main" id="{E11EFAA3-3025-6E40-9F7B-8AEC8E44C52D}"/>
              </a:ext>
            </a:extLst>
          </p:cNvPr>
          <p:cNvSpPr txBox="1"/>
          <p:nvPr/>
        </p:nvSpPr>
        <p:spPr>
          <a:xfrm>
            <a:off x="8154365" y="4890306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1" name="TextBox 220">
            <a:extLst>
              <a:ext uri="{FF2B5EF4-FFF2-40B4-BE49-F238E27FC236}">
                <a16:creationId xmlns:a16="http://schemas.microsoft.com/office/drawing/2014/main" id="{EECDCBF1-5ACC-CF43-B981-907337945BA2}"/>
              </a:ext>
            </a:extLst>
          </p:cNvPr>
          <p:cNvSpPr txBox="1"/>
          <p:nvPr/>
        </p:nvSpPr>
        <p:spPr>
          <a:xfrm>
            <a:off x="5442030" y="4029920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2" name="TextBox 221">
            <a:extLst>
              <a:ext uri="{FF2B5EF4-FFF2-40B4-BE49-F238E27FC236}">
                <a16:creationId xmlns:a16="http://schemas.microsoft.com/office/drawing/2014/main" id="{2DD32315-0DAF-354B-ADE2-76F406D6A871}"/>
              </a:ext>
            </a:extLst>
          </p:cNvPr>
          <p:cNvSpPr txBox="1"/>
          <p:nvPr/>
        </p:nvSpPr>
        <p:spPr>
          <a:xfrm>
            <a:off x="7353782" y="4020275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3" name="TextBox 222">
            <a:extLst>
              <a:ext uri="{FF2B5EF4-FFF2-40B4-BE49-F238E27FC236}">
                <a16:creationId xmlns:a16="http://schemas.microsoft.com/office/drawing/2014/main" id="{25B3E8DA-82E1-B746-9524-A8B47546C7B7}"/>
              </a:ext>
            </a:extLst>
          </p:cNvPr>
          <p:cNvSpPr txBox="1"/>
          <p:nvPr/>
        </p:nvSpPr>
        <p:spPr>
          <a:xfrm>
            <a:off x="5443958" y="5953247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4" name="TextBox 223">
            <a:extLst>
              <a:ext uri="{FF2B5EF4-FFF2-40B4-BE49-F238E27FC236}">
                <a16:creationId xmlns:a16="http://schemas.microsoft.com/office/drawing/2014/main" id="{51516E14-40A2-B34F-B880-05B80B68D6FC}"/>
              </a:ext>
            </a:extLst>
          </p:cNvPr>
          <p:cNvSpPr txBox="1"/>
          <p:nvPr/>
        </p:nvSpPr>
        <p:spPr>
          <a:xfrm>
            <a:off x="7355710" y="5943602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5" name="TextBox 224">
            <a:extLst>
              <a:ext uri="{FF2B5EF4-FFF2-40B4-BE49-F238E27FC236}">
                <a16:creationId xmlns:a16="http://schemas.microsoft.com/office/drawing/2014/main" id="{9174059A-E895-E740-9A26-AA7943E4A64F}"/>
              </a:ext>
            </a:extLst>
          </p:cNvPr>
          <p:cNvSpPr txBox="1"/>
          <p:nvPr/>
        </p:nvSpPr>
        <p:spPr>
          <a:xfrm>
            <a:off x="5445886" y="2123956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8</a:t>
            </a:r>
          </a:p>
        </p:txBody>
      </p:sp>
      <p:sp>
        <p:nvSpPr>
          <p:cNvPr id="226" name="TextBox 225">
            <a:extLst>
              <a:ext uri="{FF2B5EF4-FFF2-40B4-BE49-F238E27FC236}">
                <a16:creationId xmlns:a16="http://schemas.microsoft.com/office/drawing/2014/main" id="{F7510488-7C59-7449-A4EE-C5A32BFCB3A5}"/>
              </a:ext>
            </a:extLst>
          </p:cNvPr>
          <p:cNvSpPr txBox="1"/>
          <p:nvPr/>
        </p:nvSpPr>
        <p:spPr>
          <a:xfrm>
            <a:off x="7357638" y="2114311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1032" name="Right Arrow 1031">
            <a:extLst>
              <a:ext uri="{FF2B5EF4-FFF2-40B4-BE49-F238E27FC236}">
                <a16:creationId xmlns:a16="http://schemas.microsoft.com/office/drawing/2014/main" id="{48701230-5EB3-4E4B-BEE9-CAD81136ECFC}"/>
              </a:ext>
            </a:extLst>
          </p:cNvPr>
          <p:cNvSpPr/>
          <p:nvPr/>
        </p:nvSpPr>
        <p:spPr>
          <a:xfrm rot="16200000" flipV="1">
            <a:off x="4399933" y="2561304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67" name="Right Arrow 266">
            <a:extLst>
              <a:ext uri="{FF2B5EF4-FFF2-40B4-BE49-F238E27FC236}">
                <a16:creationId xmlns:a16="http://schemas.microsoft.com/office/drawing/2014/main" id="{39C7E016-9840-8340-9D5C-7C9BC5953296}"/>
              </a:ext>
            </a:extLst>
          </p:cNvPr>
          <p:cNvSpPr/>
          <p:nvPr/>
        </p:nvSpPr>
        <p:spPr>
          <a:xfrm rot="5400000" flipV="1">
            <a:off x="4395017" y="3470788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68" name="Right Arrow 267">
            <a:extLst>
              <a:ext uri="{FF2B5EF4-FFF2-40B4-BE49-F238E27FC236}">
                <a16:creationId xmlns:a16="http://schemas.microsoft.com/office/drawing/2014/main" id="{0E4D6E8C-7EAB-9E44-AEFC-4FA875BCA32C}"/>
              </a:ext>
            </a:extLst>
          </p:cNvPr>
          <p:cNvSpPr/>
          <p:nvPr/>
        </p:nvSpPr>
        <p:spPr>
          <a:xfrm rot="16200000" flipV="1">
            <a:off x="6302474" y="2546557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69" name="Right Arrow 268">
            <a:extLst>
              <a:ext uri="{FF2B5EF4-FFF2-40B4-BE49-F238E27FC236}">
                <a16:creationId xmlns:a16="http://schemas.microsoft.com/office/drawing/2014/main" id="{F17D421F-D0A1-B94A-8B49-27953D5C8366}"/>
              </a:ext>
            </a:extLst>
          </p:cNvPr>
          <p:cNvSpPr/>
          <p:nvPr/>
        </p:nvSpPr>
        <p:spPr>
          <a:xfrm rot="5400000" flipV="1">
            <a:off x="6297558" y="3456041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0" name="Right Arrow 269">
            <a:extLst>
              <a:ext uri="{FF2B5EF4-FFF2-40B4-BE49-F238E27FC236}">
                <a16:creationId xmlns:a16="http://schemas.microsoft.com/office/drawing/2014/main" id="{C0BFDAF2-0356-354B-8B44-188593FB5A37}"/>
              </a:ext>
            </a:extLst>
          </p:cNvPr>
          <p:cNvSpPr/>
          <p:nvPr/>
        </p:nvSpPr>
        <p:spPr>
          <a:xfrm rot="16200000" flipV="1">
            <a:off x="4370435" y="4458934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1" name="Right Arrow 270">
            <a:extLst>
              <a:ext uri="{FF2B5EF4-FFF2-40B4-BE49-F238E27FC236}">
                <a16:creationId xmlns:a16="http://schemas.microsoft.com/office/drawing/2014/main" id="{112F6083-F42A-6740-A147-C25BA92606DD}"/>
              </a:ext>
            </a:extLst>
          </p:cNvPr>
          <p:cNvSpPr/>
          <p:nvPr/>
        </p:nvSpPr>
        <p:spPr>
          <a:xfrm rot="5400000" flipV="1">
            <a:off x="4365519" y="5368418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2" name="Right Arrow 271">
            <a:extLst>
              <a:ext uri="{FF2B5EF4-FFF2-40B4-BE49-F238E27FC236}">
                <a16:creationId xmlns:a16="http://schemas.microsoft.com/office/drawing/2014/main" id="{D340F2D5-4C4A-D441-99F4-FD489A89E6ED}"/>
              </a:ext>
            </a:extLst>
          </p:cNvPr>
          <p:cNvSpPr/>
          <p:nvPr/>
        </p:nvSpPr>
        <p:spPr>
          <a:xfrm rot="16200000" flipV="1">
            <a:off x="6312308" y="4454022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3" name="Right Arrow 272">
            <a:extLst>
              <a:ext uri="{FF2B5EF4-FFF2-40B4-BE49-F238E27FC236}">
                <a16:creationId xmlns:a16="http://schemas.microsoft.com/office/drawing/2014/main" id="{487BF544-1248-5D4C-B9E4-2B3ACA80EA1C}"/>
              </a:ext>
            </a:extLst>
          </p:cNvPr>
          <p:cNvSpPr/>
          <p:nvPr/>
        </p:nvSpPr>
        <p:spPr>
          <a:xfrm rot="5400000" flipV="1">
            <a:off x="6307392" y="5363506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4" name="Right Arrow 273">
            <a:extLst>
              <a:ext uri="{FF2B5EF4-FFF2-40B4-BE49-F238E27FC236}">
                <a16:creationId xmlns:a16="http://schemas.microsoft.com/office/drawing/2014/main" id="{0DF6A182-C1F7-C14D-900B-3242DA6B4D96}"/>
              </a:ext>
            </a:extLst>
          </p:cNvPr>
          <p:cNvSpPr/>
          <p:nvPr/>
        </p:nvSpPr>
        <p:spPr>
          <a:xfrm rot="16200000" flipV="1">
            <a:off x="8254181" y="4449110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5" name="Right Arrow 274">
            <a:extLst>
              <a:ext uri="{FF2B5EF4-FFF2-40B4-BE49-F238E27FC236}">
                <a16:creationId xmlns:a16="http://schemas.microsoft.com/office/drawing/2014/main" id="{EEAD3E84-70CC-2A46-87CC-F69A6D50ED35}"/>
              </a:ext>
            </a:extLst>
          </p:cNvPr>
          <p:cNvSpPr/>
          <p:nvPr/>
        </p:nvSpPr>
        <p:spPr>
          <a:xfrm rot="5400000" flipV="1">
            <a:off x="8249265" y="5358594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9" name="Right Arrow 278">
            <a:extLst>
              <a:ext uri="{FF2B5EF4-FFF2-40B4-BE49-F238E27FC236}">
                <a16:creationId xmlns:a16="http://schemas.microsoft.com/office/drawing/2014/main" id="{A7B19411-E5F9-AC49-9C67-23093CF98D95}"/>
              </a:ext>
            </a:extLst>
          </p:cNvPr>
          <p:cNvSpPr/>
          <p:nvPr/>
        </p:nvSpPr>
        <p:spPr>
          <a:xfrm rot="10800000" flipH="1">
            <a:off x="7582395" y="5829665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80" name="Right Arrow 279">
            <a:extLst>
              <a:ext uri="{FF2B5EF4-FFF2-40B4-BE49-F238E27FC236}">
                <a16:creationId xmlns:a16="http://schemas.microsoft.com/office/drawing/2014/main" id="{19CD2293-67D5-3048-9FAC-78E0AEE8C310}"/>
              </a:ext>
            </a:extLst>
          </p:cNvPr>
          <p:cNvSpPr/>
          <p:nvPr/>
        </p:nvSpPr>
        <p:spPr>
          <a:xfrm flipH="1">
            <a:off x="6819704" y="5834582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283" name="Group 282">
            <a:extLst>
              <a:ext uri="{FF2B5EF4-FFF2-40B4-BE49-F238E27FC236}">
                <a16:creationId xmlns:a16="http://schemas.microsoft.com/office/drawing/2014/main" id="{A665C0C8-7FDD-0A42-80A3-CC602804C042}"/>
              </a:ext>
            </a:extLst>
          </p:cNvPr>
          <p:cNvGrpSpPr/>
          <p:nvPr/>
        </p:nvGrpSpPr>
        <p:grpSpPr>
          <a:xfrm>
            <a:off x="4336458" y="3833790"/>
            <a:ext cx="4395351" cy="404576"/>
            <a:chOff x="4333785" y="5772213"/>
            <a:chExt cx="4395351" cy="404576"/>
          </a:xfrm>
        </p:grpSpPr>
        <p:grpSp>
          <p:nvGrpSpPr>
            <p:cNvPr id="284" name="Group 283">
              <a:extLst>
                <a:ext uri="{FF2B5EF4-FFF2-40B4-BE49-F238E27FC236}">
                  <a16:creationId xmlns:a16="http://schemas.microsoft.com/office/drawing/2014/main" id="{4C02DC92-2A83-AC4D-B9F0-2BCDE917BDBC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305" name="Group 304">
                <a:extLst>
                  <a:ext uri="{FF2B5EF4-FFF2-40B4-BE49-F238E27FC236}">
                    <a16:creationId xmlns:a16="http://schemas.microsoft.com/office/drawing/2014/main" id="{F01EB862-010E-A34F-8D39-25BC2BED2A6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09" name="Oval 5">
                  <a:extLst>
                    <a:ext uri="{FF2B5EF4-FFF2-40B4-BE49-F238E27FC236}">
                      <a16:creationId xmlns:a16="http://schemas.microsoft.com/office/drawing/2014/main" id="{C2A61603-05BC-1E4D-99AA-0AB1CC49473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0" name="Line 6">
                  <a:extLst>
                    <a:ext uri="{FF2B5EF4-FFF2-40B4-BE49-F238E27FC236}">
                      <a16:creationId xmlns:a16="http://schemas.microsoft.com/office/drawing/2014/main" id="{7043DA0E-702D-CD4E-BA28-9341275851D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1" name="Line 7">
                  <a:extLst>
                    <a:ext uri="{FF2B5EF4-FFF2-40B4-BE49-F238E27FC236}">
                      <a16:creationId xmlns:a16="http://schemas.microsoft.com/office/drawing/2014/main" id="{CE93F761-782C-C640-B2B6-8CA7492B28B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2" name="Rectangle 8">
                  <a:extLst>
                    <a:ext uri="{FF2B5EF4-FFF2-40B4-BE49-F238E27FC236}">
                      <a16:creationId xmlns:a16="http://schemas.microsoft.com/office/drawing/2014/main" id="{723858D6-68CF-1C4E-A28B-A9FF5D728F2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3" name="Oval 9">
                  <a:extLst>
                    <a:ext uri="{FF2B5EF4-FFF2-40B4-BE49-F238E27FC236}">
                      <a16:creationId xmlns:a16="http://schemas.microsoft.com/office/drawing/2014/main" id="{70A7292E-FC97-924B-9010-8079BEC6219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06" name="Group 44">
                <a:extLst>
                  <a:ext uri="{FF2B5EF4-FFF2-40B4-BE49-F238E27FC236}">
                    <a16:creationId xmlns:a16="http://schemas.microsoft.com/office/drawing/2014/main" id="{DA3B2173-D171-E340-B704-06A3FE481C7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307" name="Rectangle 45">
                  <a:extLst>
                    <a:ext uri="{FF2B5EF4-FFF2-40B4-BE49-F238E27FC236}">
                      <a16:creationId xmlns:a16="http://schemas.microsoft.com/office/drawing/2014/main" id="{A7CA85B6-08AA-4840-AE2B-A3321A49B6F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8" name="Text Box 46">
                  <a:extLst>
                    <a:ext uri="{FF2B5EF4-FFF2-40B4-BE49-F238E27FC236}">
                      <a16:creationId xmlns:a16="http://schemas.microsoft.com/office/drawing/2014/main" id="{68812F5E-7A92-7B45-BBDE-2068A3A134D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d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285" name="Group 284">
              <a:extLst>
                <a:ext uri="{FF2B5EF4-FFF2-40B4-BE49-F238E27FC236}">
                  <a16:creationId xmlns:a16="http://schemas.microsoft.com/office/drawing/2014/main" id="{5E3B07EB-D89E-C542-85F0-D68A3698AEC4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296" name="Group 295">
                <a:extLst>
                  <a:ext uri="{FF2B5EF4-FFF2-40B4-BE49-F238E27FC236}">
                    <a16:creationId xmlns:a16="http://schemas.microsoft.com/office/drawing/2014/main" id="{CE2D511A-9878-0E42-B4E3-97548A8A67A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00" name="Oval 5">
                  <a:extLst>
                    <a:ext uri="{FF2B5EF4-FFF2-40B4-BE49-F238E27FC236}">
                      <a16:creationId xmlns:a16="http://schemas.microsoft.com/office/drawing/2014/main" id="{C66E96DA-F1B1-9A41-8B0D-2F21B3B7ACB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1" name="Line 6">
                  <a:extLst>
                    <a:ext uri="{FF2B5EF4-FFF2-40B4-BE49-F238E27FC236}">
                      <a16:creationId xmlns:a16="http://schemas.microsoft.com/office/drawing/2014/main" id="{A2387D1F-7EF0-9443-8128-6FF284EC9AF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2" name="Line 7">
                  <a:extLst>
                    <a:ext uri="{FF2B5EF4-FFF2-40B4-BE49-F238E27FC236}">
                      <a16:creationId xmlns:a16="http://schemas.microsoft.com/office/drawing/2014/main" id="{4B183F70-EB28-A94F-BF31-54B939F6B75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3" name="Rectangle 8">
                  <a:extLst>
                    <a:ext uri="{FF2B5EF4-FFF2-40B4-BE49-F238E27FC236}">
                      <a16:creationId xmlns:a16="http://schemas.microsoft.com/office/drawing/2014/main" id="{84BE29FD-A805-D348-99C3-8D3C650618E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4" name="Oval 9">
                  <a:extLst>
                    <a:ext uri="{FF2B5EF4-FFF2-40B4-BE49-F238E27FC236}">
                      <a16:creationId xmlns:a16="http://schemas.microsoft.com/office/drawing/2014/main" id="{BF5D685A-16D6-5B40-9EEF-970D3CDCE37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97" name="Group 44">
                <a:extLst>
                  <a:ext uri="{FF2B5EF4-FFF2-40B4-BE49-F238E27FC236}">
                    <a16:creationId xmlns:a16="http://schemas.microsoft.com/office/drawing/2014/main" id="{058B095B-B9C0-F84A-B78C-FE9DCA729C7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298" name="Rectangle 45">
                  <a:extLst>
                    <a:ext uri="{FF2B5EF4-FFF2-40B4-BE49-F238E27FC236}">
                      <a16:creationId xmlns:a16="http://schemas.microsoft.com/office/drawing/2014/main" id="{7FBA9119-2A14-E84A-A39B-55E9D6AE939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9" name="Text Box 46">
                  <a:extLst>
                    <a:ext uri="{FF2B5EF4-FFF2-40B4-BE49-F238E27FC236}">
                      <a16:creationId xmlns:a16="http://schemas.microsoft.com/office/drawing/2014/main" id="{2944FA12-D5D2-E241-A9FC-D4A85A350D0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e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286" name="Group 285">
              <a:extLst>
                <a:ext uri="{FF2B5EF4-FFF2-40B4-BE49-F238E27FC236}">
                  <a16:creationId xmlns:a16="http://schemas.microsoft.com/office/drawing/2014/main" id="{B9D4EE61-1CC1-6D4C-822D-300C73469B48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287" name="Group 286">
                <a:extLst>
                  <a:ext uri="{FF2B5EF4-FFF2-40B4-BE49-F238E27FC236}">
                    <a16:creationId xmlns:a16="http://schemas.microsoft.com/office/drawing/2014/main" id="{75D4F492-E56A-6541-9F9D-1D85B09999F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91" name="Oval 5">
                  <a:extLst>
                    <a:ext uri="{FF2B5EF4-FFF2-40B4-BE49-F238E27FC236}">
                      <a16:creationId xmlns:a16="http://schemas.microsoft.com/office/drawing/2014/main" id="{190A087A-A659-3E4D-B4FE-1EA13D56BE4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2" name="Line 6">
                  <a:extLst>
                    <a:ext uri="{FF2B5EF4-FFF2-40B4-BE49-F238E27FC236}">
                      <a16:creationId xmlns:a16="http://schemas.microsoft.com/office/drawing/2014/main" id="{E7E9FE4A-5449-D244-A5A8-DEB5E1D8494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3" name="Line 7">
                  <a:extLst>
                    <a:ext uri="{FF2B5EF4-FFF2-40B4-BE49-F238E27FC236}">
                      <a16:creationId xmlns:a16="http://schemas.microsoft.com/office/drawing/2014/main" id="{8C243F83-93B5-2C49-9D61-2E8E8652A48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4" name="Rectangle 8">
                  <a:extLst>
                    <a:ext uri="{FF2B5EF4-FFF2-40B4-BE49-F238E27FC236}">
                      <a16:creationId xmlns:a16="http://schemas.microsoft.com/office/drawing/2014/main" id="{B0B61A2E-99AA-324F-8224-CB0B3B44042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5" name="Oval 9">
                  <a:extLst>
                    <a:ext uri="{FF2B5EF4-FFF2-40B4-BE49-F238E27FC236}">
                      <a16:creationId xmlns:a16="http://schemas.microsoft.com/office/drawing/2014/main" id="{2F485C77-8179-0B4E-B93A-E5C91296B44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88" name="Group 44">
                <a:extLst>
                  <a:ext uri="{FF2B5EF4-FFF2-40B4-BE49-F238E27FC236}">
                    <a16:creationId xmlns:a16="http://schemas.microsoft.com/office/drawing/2014/main" id="{0826EA6F-730D-8C47-8DDA-2C65DD6716B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92372" y="2507397"/>
                <a:ext cx="283194" cy="419100"/>
                <a:chOff x="2967" y="2425"/>
                <a:chExt cx="181" cy="264"/>
              </a:xfrm>
            </p:grpSpPr>
            <p:sp>
              <p:nvSpPr>
                <p:cNvPr id="289" name="Rectangle 45">
                  <a:extLst>
                    <a:ext uri="{FF2B5EF4-FFF2-40B4-BE49-F238E27FC236}">
                      <a16:creationId xmlns:a16="http://schemas.microsoft.com/office/drawing/2014/main" id="{C3E85E15-4F40-FF40-89C4-0E851470FA4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0" name="Text Box 46">
                  <a:extLst>
                    <a:ext uri="{FF2B5EF4-FFF2-40B4-BE49-F238E27FC236}">
                      <a16:creationId xmlns:a16="http://schemas.microsoft.com/office/drawing/2014/main" id="{1905E332-CD71-E748-AE06-2A274A0D7B1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67" y="2425"/>
                  <a:ext cx="181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f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grpSp>
        <p:nvGrpSpPr>
          <p:cNvPr id="314" name="Group 313">
            <a:extLst>
              <a:ext uri="{FF2B5EF4-FFF2-40B4-BE49-F238E27FC236}">
                <a16:creationId xmlns:a16="http://schemas.microsoft.com/office/drawing/2014/main" id="{917871C2-1731-FE43-944D-6364CCE85DA9}"/>
              </a:ext>
            </a:extLst>
          </p:cNvPr>
          <p:cNvGrpSpPr/>
          <p:nvPr/>
        </p:nvGrpSpPr>
        <p:grpSpPr>
          <a:xfrm>
            <a:off x="4333785" y="1906063"/>
            <a:ext cx="4395351" cy="404576"/>
            <a:chOff x="4333785" y="5772213"/>
            <a:chExt cx="4395351" cy="404576"/>
          </a:xfrm>
        </p:grpSpPr>
        <p:grpSp>
          <p:nvGrpSpPr>
            <p:cNvPr id="315" name="Group 314">
              <a:extLst>
                <a:ext uri="{FF2B5EF4-FFF2-40B4-BE49-F238E27FC236}">
                  <a16:creationId xmlns:a16="http://schemas.microsoft.com/office/drawing/2014/main" id="{68E7B419-D4D3-3A4B-86E1-D40C76B2BB2C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336" name="Group 335">
                <a:extLst>
                  <a:ext uri="{FF2B5EF4-FFF2-40B4-BE49-F238E27FC236}">
                    <a16:creationId xmlns:a16="http://schemas.microsoft.com/office/drawing/2014/main" id="{93705575-DDBD-3D44-B843-C77E28CEAAD2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40" name="Oval 5">
                  <a:extLst>
                    <a:ext uri="{FF2B5EF4-FFF2-40B4-BE49-F238E27FC236}">
                      <a16:creationId xmlns:a16="http://schemas.microsoft.com/office/drawing/2014/main" id="{AF888CEF-6837-CD45-809F-91550C92C80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1" name="Line 6">
                  <a:extLst>
                    <a:ext uri="{FF2B5EF4-FFF2-40B4-BE49-F238E27FC236}">
                      <a16:creationId xmlns:a16="http://schemas.microsoft.com/office/drawing/2014/main" id="{4535759C-A65E-D84B-9508-03E1DC0B824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2" name="Line 7">
                  <a:extLst>
                    <a:ext uri="{FF2B5EF4-FFF2-40B4-BE49-F238E27FC236}">
                      <a16:creationId xmlns:a16="http://schemas.microsoft.com/office/drawing/2014/main" id="{FFA7BAB7-E53C-EC41-ACE7-66FCD862969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3" name="Rectangle 8">
                  <a:extLst>
                    <a:ext uri="{FF2B5EF4-FFF2-40B4-BE49-F238E27FC236}">
                      <a16:creationId xmlns:a16="http://schemas.microsoft.com/office/drawing/2014/main" id="{69E05203-3EC0-6447-8988-D4F7C2150FA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4" name="Oval 9">
                  <a:extLst>
                    <a:ext uri="{FF2B5EF4-FFF2-40B4-BE49-F238E27FC236}">
                      <a16:creationId xmlns:a16="http://schemas.microsoft.com/office/drawing/2014/main" id="{D9043B05-A159-7D41-90D4-718D621EA02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37" name="Group 44">
                <a:extLst>
                  <a:ext uri="{FF2B5EF4-FFF2-40B4-BE49-F238E27FC236}">
                    <a16:creationId xmlns:a16="http://schemas.microsoft.com/office/drawing/2014/main" id="{230264F8-C92F-C344-8341-A92C3D105F2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338" name="Rectangle 45">
                  <a:extLst>
                    <a:ext uri="{FF2B5EF4-FFF2-40B4-BE49-F238E27FC236}">
                      <a16:creationId xmlns:a16="http://schemas.microsoft.com/office/drawing/2014/main" id="{F2B81453-DE5E-984D-B97A-6884B0BDD35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9" name="Text Box 46">
                  <a:extLst>
                    <a:ext uri="{FF2B5EF4-FFF2-40B4-BE49-F238E27FC236}">
                      <a16:creationId xmlns:a16="http://schemas.microsoft.com/office/drawing/2014/main" id="{35E945F9-D699-744B-ACB7-587B2AA668D3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a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316" name="Group 315">
              <a:extLst>
                <a:ext uri="{FF2B5EF4-FFF2-40B4-BE49-F238E27FC236}">
                  <a16:creationId xmlns:a16="http://schemas.microsoft.com/office/drawing/2014/main" id="{1CE7BA36-0E22-4F41-B503-121F0E8FF751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327" name="Group 326">
                <a:extLst>
                  <a:ext uri="{FF2B5EF4-FFF2-40B4-BE49-F238E27FC236}">
                    <a16:creationId xmlns:a16="http://schemas.microsoft.com/office/drawing/2014/main" id="{ABA31A37-F3CD-1746-9C86-0557D36C5404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31" name="Oval 5">
                  <a:extLst>
                    <a:ext uri="{FF2B5EF4-FFF2-40B4-BE49-F238E27FC236}">
                      <a16:creationId xmlns:a16="http://schemas.microsoft.com/office/drawing/2014/main" id="{39C9919B-E459-6946-BAB3-A266303D27E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2" name="Line 6">
                  <a:extLst>
                    <a:ext uri="{FF2B5EF4-FFF2-40B4-BE49-F238E27FC236}">
                      <a16:creationId xmlns:a16="http://schemas.microsoft.com/office/drawing/2014/main" id="{61A62C09-3017-A541-9429-460C1A7F6B5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3" name="Line 7">
                  <a:extLst>
                    <a:ext uri="{FF2B5EF4-FFF2-40B4-BE49-F238E27FC236}">
                      <a16:creationId xmlns:a16="http://schemas.microsoft.com/office/drawing/2014/main" id="{86063EB7-D2C3-3447-B2FD-57FC1E74D32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4" name="Rectangle 8">
                  <a:extLst>
                    <a:ext uri="{FF2B5EF4-FFF2-40B4-BE49-F238E27FC236}">
                      <a16:creationId xmlns:a16="http://schemas.microsoft.com/office/drawing/2014/main" id="{BD5BCC42-3550-DF4A-BB55-F643AEBFD9A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5" name="Oval 9">
                  <a:extLst>
                    <a:ext uri="{FF2B5EF4-FFF2-40B4-BE49-F238E27FC236}">
                      <a16:creationId xmlns:a16="http://schemas.microsoft.com/office/drawing/2014/main" id="{74611398-E647-494F-A7BD-186BB5CB545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28" name="Group 44">
                <a:extLst>
                  <a:ext uri="{FF2B5EF4-FFF2-40B4-BE49-F238E27FC236}">
                    <a16:creationId xmlns:a16="http://schemas.microsoft.com/office/drawing/2014/main" id="{B57BC638-F090-114B-B8BF-7E2F4A6CC8F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329" name="Rectangle 45">
                  <a:extLst>
                    <a:ext uri="{FF2B5EF4-FFF2-40B4-BE49-F238E27FC236}">
                      <a16:creationId xmlns:a16="http://schemas.microsoft.com/office/drawing/2014/main" id="{0F91A427-A1B7-A54C-8320-A92F425DFC7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0" name="Text Box 46">
                  <a:extLst>
                    <a:ext uri="{FF2B5EF4-FFF2-40B4-BE49-F238E27FC236}">
                      <a16:creationId xmlns:a16="http://schemas.microsoft.com/office/drawing/2014/main" id="{E600E15A-04DE-4F44-AD3B-D284039393AF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b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317" name="Group 316">
              <a:extLst>
                <a:ext uri="{FF2B5EF4-FFF2-40B4-BE49-F238E27FC236}">
                  <a16:creationId xmlns:a16="http://schemas.microsoft.com/office/drawing/2014/main" id="{2EB87748-B820-0349-A8AC-FE8BBD55B257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318" name="Group 317">
                <a:extLst>
                  <a:ext uri="{FF2B5EF4-FFF2-40B4-BE49-F238E27FC236}">
                    <a16:creationId xmlns:a16="http://schemas.microsoft.com/office/drawing/2014/main" id="{EB6E4C7D-CDAA-7F47-A797-1E5FB2A80494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22" name="Oval 5">
                  <a:extLst>
                    <a:ext uri="{FF2B5EF4-FFF2-40B4-BE49-F238E27FC236}">
                      <a16:creationId xmlns:a16="http://schemas.microsoft.com/office/drawing/2014/main" id="{F9943B67-FB21-3647-869F-669BE6A721C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3" name="Line 6">
                  <a:extLst>
                    <a:ext uri="{FF2B5EF4-FFF2-40B4-BE49-F238E27FC236}">
                      <a16:creationId xmlns:a16="http://schemas.microsoft.com/office/drawing/2014/main" id="{57CCD935-17C4-B04B-B482-9A946E848EC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4" name="Line 7">
                  <a:extLst>
                    <a:ext uri="{FF2B5EF4-FFF2-40B4-BE49-F238E27FC236}">
                      <a16:creationId xmlns:a16="http://schemas.microsoft.com/office/drawing/2014/main" id="{2FE8EAFF-CC53-364C-974F-2F913B960D6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5" name="Rectangle 8">
                  <a:extLst>
                    <a:ext uri="{FF2B5EF4-FFF2-40B4-BE49-F238E27FC236}">
                      <a16:creationId xmlns:a16="http://schemas.microsoft.com/office/drawing/2014/main" id="{B25B691E-9E1D-1E4F-9419-9156013814C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6" name="Oval 9">
                  <a:extLst>
                    <a:ext uri="{FF2B5EF4-FFF2-40B4-BE49-F238E27FC236}">
                      <a16:creationId xmlns:a16="http://schemas.microsoft.com/office/drawing/2014/main" id="{9CB3B73F-9E39-EC4E-83F7-FBE10697408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19" name="Group 44">
                <a:extLst>
                  <a:ext uri="{FF2B5EF4-FFF2-40B4-BE49-F238E27FC236}">
                    <a16:creationId xmlns:a16="http://schemas.microsoft.com/office/drawing/2014/main" id="{0F42679C-ED56-BC45-8C82-597609DBD4D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64202" y="2507397"/>
                <a:ext cx="341084" cy="419100"/>
                <a:chOff x="2949" y="2425"/>
                <a:chExt cx="218" cy="264"/>
              </a:xfrm>
            </p:grpSpPr>
            <p:sp>
              <p:nvSpPr>
                <p:cNvPr id="320" name="Rectangle 45">
                  <a:extLst>
                    <a:ext uri="{FF2B5EF4-FFF2-40B4-BE49-F238E27FC236}">
                      <a16:creationId xmlns:a16="http://schemas.microsoft.com/office/drawing/2014/main" id="{CF557465-1C6C-1245-9762-D6D2D9F891F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1" name="Text Box 46">
                  <a:extLst>
                    <a:ext uri="{FF2B5EF4-FFF2-40B4-BE49-F238E27FC236}">
                      <a16:creationId xmlns:a16="http://schemas.microsoft.com/office/drawing/2014/main" id="{CEEF1658-9381-E84D-81A0-1A501484FB8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9" y="2425"/>
                  <a:ext cx="218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c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sp>
        <p:nvSpPr>
          <p:cNvPr id="346" name="Right Arrow 345">
            <a:extLst>
              <a:ext uri="{FF2B5EF4-FFF2-40B4-BE49-F238E27FC236}">
                <a16:creationId xmlns:a16="http://schemas.microsoft.com/office/drawing/2014/main" id="{042BFE25-0F60-794A-B634-E33D42BAAD21}"/>
              </a:ext>
            </a:extLst>
          </p:cNvPr>
          <p:cNvSpPr/>
          <p:nvPr/>
        </p:nvSpPr>
        <p:spPr>
          <a:xfrm rot="10800000" flipH="1">
            <a:off x="5660017" y="5843033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47" name="Right Arrow 346">
            <a:extLst>
              <a:ext uri="{FF2B5EF4-FFF2-40B4-BE49-F238E27FC236}">
                <a16:creationId xmlns:a16="http://schemas.microsoft.com/office/drawing/2014/main" id="{E9AE3BA5-DCA8-5D4F-A6D6-75EF46834F58}"/>
              </a:ext>
            </a:extLst>
          </p:cNvPr>
          <p:cNvSpPr/>
          <p:nvPr/>
        </p:nvSpPr>
        <p:spPr>
          <a:xfrm flipH="1">
            <a:off x="4897326" y="5847950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48" name="Right Arrow 347">
            <a:extLst>
              <a:ext uri="{FF2B5EF4-FFF2-40B4-BE49-F238E27FC236}">
                <a16:creationId xmlns:a16="http://schemas.microsoft.com/office/drawing/2014/main" id="{80E704B5-3D0B-2A41-AF24-0F438DFF3159}"/>
              </a:ext>
            </a:extLst>
          </p:cNvPr>
          <p:cNvSpPr/>
          <p:nvPr/>
        </p:nvSpPr>
        <p:spPr>
          <a:xfrm rot="10800000" flipH="1">
            <a:off x="5651998" y="3904611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49" name="Right Arrow 348">
            <a:extLst>
              <a:ext uri="{FF2B5EF4-FFF2-40B4-BE49-F238E27FC236}">
                <a16:creationId xmlns:a16="http://schemas.microsoft.com/office/drawing/2014/main" id="{D96C2F6A-C449-3E42-9B4A-5B9F8178C165}"/>
              </a:ext>
            </a:extLst>
          </p:cNvPr>
          <p:cNvSpPr/>
          <p:nvPr/>
        </p:nvSpPr>
        <p:spPr>
          <a:xfrm flipH="1">
            <a:off x="4905348" y="3909528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50" name="Right Arrow 349">
            <a:extLst>
              <a:ext uri="{FF2B5EF4-FFF2-40B4-BE49-F238E27FC236}">
                <a16:creationId xmlns:a16="http://schemas.microsoft.com/office/drawing/2014/main" id="{39F8950B-5EB1-4B4E-A0EF-73943A219C7C}"/>
              </a:ext>
            </a:extLst>
          </p:cNvPr>
          <p:cNvSpPr/>
          <p:nvPr/>
        </p:nvSpPr>
        <p:spPr>
          <a:xfrm>
            <a:off x="5660020" y="1966189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51" name="Right Arrow 350">
            <a:extLst>
              <a:ext uri="{FF2B5EF4-FFF2-40B4-BE49-F238E27FC236}">
                <a16:creationId xmlns:a16="http://schemas.microsoft.com/office/drawing/2014/main" id="{DF406DB6-2900-7C44-9860-A0ADA23E2211}"/>
              </a:ext>
            </a:extLst>
          </p:cNvPr>
          <p:cNvSpPr/>
          <p:nvPr/>
        </p:nvSpPr>
        <p:spPr>
          <a:xfrm rot="10800000">
            <a:off x="4924064" y="1987147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52" name="Right Arrow 351">
            <a:extLst>
              <a:ext uri="{FF2B5EF4-FFF2-40B4-BE49-F238E27FC236}">
                <a16:creationId xmlns:a16="http://schemas.microsoft.com/office/drawing/2014/main" id="{EE34E15B-D663-B047-93CF-9B1CD724C0A5}"/>
              </a:ext>
            </a:extLst>
          </p:cNvPr>
          <p:cNvSpPr/>
          <p:nvPr/>
        </p:nvSpPr>
        <p:spPr>
          <a:xfrm rot="10800000" flipH="1">
            <a:off x="7582399" y="1968862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53" name="Right Arrow 352">
            <a:extLst>
              <a:ext uri="{FF2B5EF4-FFF2-40B4-BE49-F238E27FC236}">
                <a16:creationId xmlns:a16="http://schemas.microsoft.com/office/drawing/2014/main" id="{C5E35028-9133-1F45-82D3-DD70357904CF}"/>
              </a:ext>
            </a:extLst>
          </p:cNvPr>
          <p:cNvSpPr/>
          <p:nvPr/>
        </p:nvSpPr>
        <p:spPr>
          <a:xfrm rot="10800000">
            <a:off x="6819708" y="1973779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54" name="Right Arrow 353">
            <a:extLst>
              <a:ext uri="{FF2B5EF4-FFF2-40B4-BE49-F238E27FC236}">
                <a16:creationId xmlns:a16="http://schemas.microsoft.com/office/drawing/2014/main" id="{F9910D40-9F0B-7C47-BDEC-508FFA6BCFDB}"/>
              </a:ext>
            </a:extLst>
          </p:cNvPr>
          <p:cNvSpPr/>
          <p:nvPr/>
        </p:nvSpPr>
        <p:spPr>
          <a:xfrm rot="10800000" flipH="1">
            <a:off x="7595769" y="3907283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55" name="Right Arrow 354">
            <a:extLst>
              <a:ext uri="{FF2B5EF4-FFF2-40B4-BE49-F238E27FC236}">
                <a16:creationId xmlns:a16="http://schemas.microsoft.com/office/drawing/2014/main" id="{EBB9FB89-D51A-8145-8D43-15C959806E3C}"/>
              </a:ext>
            </a:extLst>
          </p:cNvPr>
          <p:cNvSpPr/>
          <p:nvPr/>
        </p:nvSpPr>
        <p:spPr>
          <a:xfrm flipH="1">
            <a:off x="6833078" y="3912200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58" name="TextBox 157">
            <a:extLst>
              <a:ext uri="{FF2B5EF4-FFF2-40B4-BE49-F238E27FC236}">
                <a16:creationId xmlns:a16="http://schemas.microsoft.com/office/drawing/2014/main" id="{B5592DAF-A3B4-9F43-84E1-39575A7F870C}"/>
              </a:ext>
            </a:extLst>
          </p:cNvPr>
          <p:cNvSpPr txBox="1"/>
          <p:nvPr/>
        </p:nvSpPr>
        <p:spPr>
          <a:xfrm flipH="1">
            <a:off x="476445" y="3078991"/>
            <a:ext cx="2195814" cy="258532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90000"/>
              </a:lnSpc>
              <a:buClr>
                <a:srgbClr val="0000A8"/>
              </a:buClr>
            </a:pPr>
            <a:r>
              <a:rPr lang="en-US" dirty="0"/>
              <a:t>All nodes:</a:t>
            </a:r>
          </a:p>
          <a:p>
            <a:pPr marL="174625" indent="-174625">
              <a:lnSpc>
                <a:spcPct val="90000"/>
              </a:lnSpc>
              <a:buClr>
                <a:srgbClr val="0000A8"/>
              </a:buClr>
              <a:buFont typeface="Wingdings" pitchFamily="2" charset="2"/>
              <a:buChar char="§"/>
            </a:pPr>
            <a:r>
              <a:rPr lang="en-US" dirty="0"/>
              <a:t>receive distance vectors from neighbors</a:t>
            </a:r>
          </a:p>
          <a:p>
            <a:pPr marL="174625" indent="-174625">
              <a:lnSpc>
                <a:spcPct val="90000"/>
              </a:lnSpc>
              <a:buClr>
                <a:schemeClr val="bg1">
                  <a:lumMod val="75000"/>
                </a:schemeClr>
              </a:buClr>
              <a:buFont typeface="Wingdings" pitchFamily="2" charset="2"/>
              <a:buChar char="§"/>
            </a:pPr>
            <a:r>
              <a:rPr lang="en-US" dirty="0">
                <a:solidFill>
                  <a:schemeClr val="bg1">
                    <a:lumMod val="75000"/>
                  </a:schemeClr>
                </a:solidFill>
              </a:rPr>
              <a:t>compute their new local  distance vector</a:t>
            </a:r>
          </a:p>
          <a:p>
            <a:pPr marL="174625" indent="-174625">
              <a:lnSpc>
                <a:spcPct val="90000"/>
              </a:lnSpc>
              <a:buClr>
                <a:schemeClr val="bg1">
                  <a:lumMod val="75000"/>
                </a:schemeClr>
              </a:buClr>
              <a:buFont typeface="Wingdings" pitchFamily="2" charset="2"/>
              <a:buChar char="§"/>
            </a:pPr>
            <a:r>
              <a:rPr lang="en-US" dirty="0">
                <a:solidFill>
                  <a:schemeClr val="bg1">
                    <a:lumMod val="75000"/>
                  </a:schemeClr>
                </a:solidFill>
              </a:rPr>
              <a:t>send their new local distance vector to neighbors</a:t>
            </a:r>
          </a:p>
        </p:txBody>
      </p:sp>
      <p:grpSp>
        <p:nvGrpSpPr>
          <p:cNvPr id="159" name="Group 158">
            <a:extLst>
              <a:ext uri="{FF2B5EF4-FFF2-40B4-BE49-F238E27FC236}">
                <a16:creationId xmlns:a16="http://schemas.microsoft.com/office/drawing/2014/main" id="{51D9C22B-8B5F-5C4F-B836-7B225BEBAA34}"/>
              </a:ext>
            </a:extLst>
          </p:cNvPr>
          <p:cNvGrpSpPr/>
          <p:nvPr/>
        </p:nvGrpSpPr>
        <p:grpSpPr>
          <a:xfrm>
            <a:off x="584365" y="1859143"/>
            <a:ext cx="736099" cy="1229581"/>
            <a:chOff x="10030307" y="3444875"/>
            <a:chExt cx="736099" cy="1229581"/>
          </a:xfrm>
        </p:grpSpPr>
        <p:sp>
          <p:nvSpPr>
            <p:cNvPr id="160" name="TextBox 159">
              <a:extLst>
                <a:ext uri="{FF2B5EF4-FFF2-40B4-BE49-F238E27FC236}">
                  <a16:creationId xmlns:a16="http://schemas.microsoft.com/office/drawing/2014/main" id="{8B6727C7-2D65-214B-AC24-3FD638275EC1}"/>
                </a:ext>
              </a:extLst>
            </p:cNvPr>
            <p:cNvSpPr txBox="1"/>
            <p:nvPr/>
          </p:nvSpPr>
          <p:spPr>
            <a:xfrm>
              <a:off x="10030307" y="4089681"/>
              <a:ext cx="736099" cy="58477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3200" dirty="0"/>
                <a:t>t=2</a:t>
              </a:r>
            </a:p>
          </p:txBody>
        </p:sp>
        <p:grpSp>
          <p:nvGrpSpPr>
            <p:cNvPr id="161" name="Group 160">
              <a:extLst>
                <a:ext uri="{FF2B5EF4-FFF2-40B4-BE49-F238E27FC236}">
                  <a16:creationId xmlns:a16="http://schemas.microsoft.com/office/drawing/2014/main" id="{7CD0CB56-7686-194E-9336-87E7A7D97331}"/>
                </a:ext>
              </a:extLst>
            </p:cNvPr>
            <p:cNvGrpSpPr/>
            <p:nvPr/>
          </p:nvGrpSpPr>
          <p:grpSpPr>
            <a:xfrm>
              <a:off x="10034588" y="3444875"/>
              <a:ext cx="682627" cy="682625"/>
              <a:chOff x="10034588" y="3444875"/>
              <a:chExt cx="682627" cy="682625"/>
            </a:xfrm>
          </p:grpSpPr>
          <p:sp>
            <p:nvSpPr>
              <p:cNvPr id="162" name="Oval 161">
                <a:extLst>
                  <a:ext uri="{FF2B5EF4-FFF2-40B4-BE49-F238E27FC236}">
                    <a16:creationId xmlns:a16="http://schemas.microsoft.com/office/drawing/2014/main" id="{C4B2CF33-A55A-7045-88D1-AF4148705A10}"/>
                  </a:ext>
                </a:extLst>
              </p:cNvPr>
              <p:cNvSpPr/>
              <p:nvPr/>
            </p:nvSpPr>
            <p:spPr>
              <a:xfrm>
                <a:off x="10039551" y="3449256"/>
                <a:ext cx="671332" cy="671332"/>
              </a:xfrm>
              <a:prstGeom prst="ellipse">
                <a:avLst/>
              </a:prstGeom>
              <a:noFill/>
              <a:ln w="3492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cxnSp>
            <p:nvCxnSpPr>
              <p:cNvPr id="163" name="Straight Connector 162">
                <a:extLst>
                  <a:ext uri="{FF2B5EF4-FFF2-40B4-BE49-F238E27FC236}">
                    <a16:creationId xmlns:a16="http://schemas.microsoft.com/office/drawing/2014/main" id="{71D12050-6F8E-D441-9EB3-D43C862E2FF7}"/>
                  </a:ext>
                </a:extLst>
              </p:cNvPr>
              <p:cNvCxnSpPr/>
              <p:nvPr/>
            </p:nvCxnSpPr>
            <p:spPr>
              <a:xfrm>
                <a:off x="10372725" y="344487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4" name="Straight Connector 163">
                <a:extLst>
                  <a:ext uri="{FF2B5EF4-FFF2-40B4-BE49-F238E27FC236}">
                    <a16:creationId xmlns:a16="http://schemas.microsoft.com/office/drawing/2014/main" id="{9039BE19-8C89-2249-9429-12D66FAF87EA}"/>
                  </a:ext>
                </a:extLst>
              </p:cNvPr>
              <p:cNvCxnSpPr/>
              <p:nvPr/>
            </p:nvCxnSpPr>
            <p:spPr>
              <a:xfrm>
                <a:off x="10372725" y="406717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5" name="Straight Connector 164">
                <a:extLst>
                  <a:ext uri="{FF2B5EF4-FFF2-40B4-BE49-F238E27FC236}">
                    <a16:creationId xmlns:a16="http://schemas.microsoft.com/office/drawing/2014/main" id="{E88497C8-6A73-4341-AC9C-EB6512208F74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>
                <a:off x="10064751" y="375602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6" name="Straight Connector 165">
                <a:extLst>
                  <a:ext uri="{FF2B5EF4-FFF2-40B4-BE49-F238E27FC236}">
                    <a16:creationId xmlns:a16="http://schemas.microsoft.com/office/drawing/2014/main" id="{9E4797E5-1D6F-BE4B-A4F2-9F8C5FC9970D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>
                <a:off x="10687053" y="375602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7" name="Straight Connector 166">
                <a:extLst>
                  <a:ext uri="{FF2B5EF4-FFF2-40B4-BE49-F238E27FC236}">
                    <a16:creationId xmlns:a16="http://schemas.microsoft.com/office/drawing/2014/main" id="{A5E708AC-BFD0-124E-B7DC-30966CA8590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523542" y="4037013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8" name="Straight Connector 167">
                <a:extLst>
                  <a:ext uri="{FF2B5EF4-FFF2-40B4-BE49-F238E27FC236}">
                    <a16:creationId xmlns:a16="http://schemas.microsoft.com/office/drawing/2014/main" id="{6DFE5143-74BA-6D49-9376-30F7E9D0995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202867" y="3490913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9" name="Straight Connector 168">
                <a:extLst>
                  <a:ext uri="{FF2B5EF4-FFF2-40B4-BE49-F238E27FC236}">
                    <a16:creationId xmlns:a16="http://schemas.microsoft.com/office/drawing/2014/main" id="{6B211398-DB9E-FC45-8FDC-6F0E1B1A67F5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196517" y="4033838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0" name="Straight Connector 169">
                <a:extLst>
                  <a:ext uri="{FF2B5EF4-FFF2-40B4-BE49-F238E27FC236}">
                    <a16:creationId xmlns:a16="http://schemas.microsoft.com/office/drawing/2014/main" id="{BF9AF430-A741-DC49-89C7-CC090ABEF1B3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517192" y="3487738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1" name="Straight Connector 170">
                <a:extLst>
                  <a:ext uri="{FF2B5EF4-FFF2-40B4-BE49-F238E27FC236}">
                    <a16:creationId xmlns:a16="http://schemas.microsoft.com/office/drawing/2014/main" id="{EE082992-203D-C64B-9E89-DB664E573851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631493" y="3611565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2" name="Straight Connector 171">
                <a:extLst>
                  <a:ext uri="{FF2B5EF4-FFF2-40B4-BE49-F238E27FC236}">
                    <a16:creationId xmlns:a16="http://schemas.microsoft.com/office/drawing/2014/main" id="{03B2445A-DC24-3247-8057-F3854B08E81A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085393" y="3929065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3" name="Straight Connector 172">
                <a:extLst>
                  <a:ext uri="{FF2B5EF4-FFF2-40B4-BE49-F238E27FC236}">
                    <a16:creationId xmlns:a16="http://schemas.microsoft.com/office/drawing/2014/main" id="{DFE122BB-AC85-9446-ACDF-58E64316BE8D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10094918" y="3614740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4" name="Straight Connector 173">
                <a:extLst>
                  <a:ext uri="{FF2B5EF4-FFF2-40B4-BE49-F238E27FC236}">
                    <a16:creationId xmlns:a16="http://schemas.microsoft.com/office/drawing/2014/main" id="{B8F11881-407E-8D46-A809-9BB9CFD37039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10631493" y="3932240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5" name="Oval 174">
                <a:extLst>
                  <a:ext uri="{FF2B5EF4-FFF2-40B4-BE49-F238E27FC236}">
                    <a16:creationId xmlns:a16="http://schemas.microsoft.com/office/drawing/2014/main" id="{4FEE74AE-C9E3-9243-8316-465947D1AAB3}"/>
                  </a:ext>
                </a:extLst>
              </p:cNvPr>
              <p:cNvSpPr/>
              <p:nvPr/>
            </p:nvSpPr>
            <p:spPr>
              <a:xfrm>
                <a:off x="10331450" y="3743325"/>
                <a:ext cx="82550" cy="87136"/>
              </a:xfrm>
              <a:prstGeom prst="ellipse">
                <a:avLst/>
              </a:prstGeom>
              <a:solidFill>
                <a:srgbClr val="C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cxnSp>
            <p:nvCxnSpPr>
              <p:cNvPr id="176" name="Straight Connector 175">
                <a:extLst>
                  <a:ext uri="{FF2B5EF4-FFF2-40B4-BE49-F238E27FC236}">
                    <a16:creationId xmlns:a16="http://schemas.microsoft.com/office/drawing/2014/main" id="{4DC6920A-A583-934A-B8F7-D01CB5A4F755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365498" y="3656685"/>
                <a:ext cx="240612" cy="121026"/>
              </a:xfrm>
              <a:prstGeom prst="line">
                <a:avLst/>
              </a:prstGeom>
              <a:ln w="25400" cap="flat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p14:creationId xmlns:p14="http://schemas.microsoft.com/office/powerpoint/2010/main" val="126038101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1000"/>
                                        <p:tgtEl>
                                          <p:spTgt spid="10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0" dur="1000"/>
                                        <p:tgtEl>
                                          <p:spTgt spid="3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" dur="1000"/>
                                        <p:tgtEl>
                                          <p:spTgt spid="3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6" dur="1000"/>
                                        <p:tgtEl>
                                          <p:spTgt spid="2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9" dur="1000"/>
                                        <p:tgtEl>
                                          <p:spTgt spid="3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1000"/>
                                        <p:tgtEl>
                                          <p:spTgt spid="3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5" dur="1000"/>
                                        <p:tgtEl>
                                          <p:spTgt spid="2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8" dur="1000"/>
                                        <p:tgtEl>
                                          <p:spTgt spid="3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1" dur="1000"/>
                                        <p:tgtEl>
                                          <p:spTgt spid="2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4" dur="1000"/>
                                        <p:tgtEl>
                                          <p:spTgt spid="3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7" dur="1000"/>
                                        <p:tgtEl>
                                          <p:spTgt spid="2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0" dur="1000"/>
                                        <p:tgtEl>
                                          <p:spTgt spid="3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3" dur="1000"/>
                                        <p:tgtEl>
                                          <p:spTgt spid="2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6" dur="1000"/>
                                        <p:tgtEl>
                                          <p:spTgt spid="3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9" dur="1000"/>
                                        <p:tgtEl>
                                          <p:spTgt spid="2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2" dur="1000"/>
                                        <p:tgtEl>
                                          <p:spTgt spid="2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55" dur="1000"/>
                                        <p:tgtEl>
                                          <p:spTgt spid="3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8" dur="1000"/>
                                        <p:tgtEl>
                                          <p:spTgt spid="3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9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1" dur="1000"/>
                                        <p:tgtEl>
                                          <p:spTgt spid="2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2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64" dur="1000"/>
                                        <p:tgtEl>
                                          <p:spTgt spid="2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7" dur="1000"/>
                                        <p:tgtEl>
                                          <p:spTgt spid="2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0" dur="1000"/>
                                        <p:tgtEl>
                                          <p:spTgt spid="2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32" grpId="0" animBg="1"/>
      <p:bldP spid="267" grpId="0" animBg="1"/>
      <p:bldP spid="268" grpId="0" animBg="1"/>
      <p:bldP spid="269" grpId="0" animBg="1"/>
      <p:bldP spid="270" grpId="0" animBg="1"/>
      <p:bldP spid="271" grpId="0" animBg="1"/>
      <p:bldP spid="272" grpId="0" animBg="1"/>
      <p:bldP spid="273" grpId="0" animBg="1"/>
      <p:bldP spid="274" grpId="0" animBg="1"/>
      <p:bldP spid="275" grpId="0" animBg="1"/>
      <p:bldP spid="279" grpId="0" animBg="1"/>
      <p:bldP spid="280" grpId="0" animBg="1"/>
      <p:bldP spid="346" grpId="0" animBg="1"/>
      <p:bldP spid="347" grpId="0" animBg="1"/>
      <p:bldP spid="348" grpId="0" animBg="1"/>
      <p:bldP spid="349" grpId="0" animBg="1"/>
      <p:bldP spid="350" grpId="0" animBg="1"/>
      <p:bldP spid="351" grpId="0" animBg="1"/>
      <p:bldP spid="352" grpId="0" animBg="1"/>
      <p:bldP spid="353" grpId="0" animBg="1"/>
      <p:bldP spid="354" grpId="0" animBg="1"/>
      <p:bldP spid="355" grpId="0" animBg="1"/>
    </p:bldLst>
  </p:timing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52B9189-7CDF-0741-9858-A79357149B7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6625" y="174028"/>
            <a:ext cx="10515600" cy="894622"/>
          </a:xfrm>
        </p:spPr>
        <p:txBody>
          <a:bodyPr/>
          <a:lstStyle/>
          <a:p>
            <a:r>
              <a:rPr lang="en-US" dirty="0">
                <a:solidFill>
                  <a:srgbClr val="0000A8"/>
                </a:solidFill>
              </a:rPr>
              <a:t>Distance vector example: iteration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98E05715-B0AC-CF47-B242-18018B71339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40</a:t>
            </a:fld>
            <a:endParaRPr lang="en-US" dirty="0"/>
          </a:p>
        </p:txBody>
      </p:sp>
      <p:cxnSp>
        <p:nvCxnSpPr>
          <p:cNvPr id="82" name="Straight Connector 81">
            <a:extLst>
              <a:ext uri="{FF2B5EF4-FFF2-40B4-BE49-F238E27FC236}">
                <a16:creationId xmlns:a16="http://schemas.microsoft.com/office/drawing/2014/main" id="{374B35E8-95B6-B946-8240-59B747B607B3}"/>
              </a:ext>
            </a:extLst>
          </p:cNvPr>
          <p:cNvCxnSpPr>
            <a:cxnSpLocks/>
            <a:stCxn id="76" idx="2"/>
            <a:endCxn id="76" idx="0"/>
          </p:cNvCxnSpPr>
          <p:nvPr/>
        </p:nvCxnSpPr>
        <p:spPr>
          <a:xfrm flipV="1">
            <a:off x="6530326" y="2129120"/>
            <a:ext cx="0" cy="3863111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6" name="Straight Connector 95">
            <a:extLst>
              <a:ext uri="{FF2B5EF4-FFF2-40B4-BE49-F238E27FC236}">
                <a16:creationId xmlns:a16="http://schemas.microsoft.com/office/drawing/2014/main" id="{DE34EA38-AB93-704A-ACF2-764D62663226}"/>
              </a:ext>
            </a:extLst>
          </p:cNvPr>
          <p:cNvCxnSpPr>
            <a:cxnSpLocks/>
            <a:stCxn id="76" idx="1"/>
            <a:endCxn id="76" idx="3"/>
          </p:cNvCxnSpPr>
          <p:nvPr/>
        </p:nvCxnSpPr>
        <p:spPr>
          <a:xfrm>
            <a:off x="4598770" y="4060675"/>
            <a:ext cx="3863111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6" name="Rectangle 75">
            <a:extLst>
              <a:ext uri="{FF2B5EF4-FFF2-40B4-BE49-F238E27FC236}">
                <a16:creationId xmlns:a16="http://schemas.microsoft.com/office/drawing/2014/main" id="{A169888C-5E10-3E40-BC1D-A5D0DB850712}"/>
              </a:ext>
            </a:extLst>
          </p:cNvPr>
          <p:cNvSpPr/>
          <p:nvPr/>
        </p:nvSpPr>
        <p:spPr>
          <a:xfrm>
            <a:off x="4598770" y="2129120"/>
            <a:ext cx="3863111" cy="3863111"/>
          </a:xfrm>
          <a:prstGeom prst="rect">
            <a:avLst/>
          </a:prstGeom>
          <a:noFill/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dirty="0"/>
          </a:p>
        </p:txBody>
      </p:sp>
      <p:sp>
        <p:nvSpPr>
          <p:cNvPr id="150" name="Rectangle 149">
            <a:extLst>
              <a:ext uri="{FF2B5EF4-FFF2-40B4-BE49-F238E27FC236}">
                <a16:creationId xmlns:a16="http://schemas.microsoft.com/office/drawing/2014/main" id="{CB39BACF-E4D1-6641-8B8C-0274EDEFA113}"/>
              </a:ext>
            </a:extLst>
          </p:cNvPr>
          <p:cNvSpPr/>
          <p:nvPr/>
        </p:nvSpPr>
        <p:spPr>
          <a:xfrm>
            <a:off x="8380337" y="2200470"/>
            <a:ext cx="132508" cy="1855109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dirty="0"/>
          </a:p>
        </p:txBody>
      </p:sp>
      <p:grpSp>
        <p:nvGrpSpPr>
          <p:cNvPr id="1034" name="Group 1033">
            <a:extLst>
              <a:ext uri="{FF2B5EF4-FFF2-40B4-BE49-F238E27FC236}">
                <a16:creationId xmlns:a16="http://schemas.microsoft.com/office/drawing/2014/main" id="{B4BFA757-E5EA-9A42-8A16-AA2091E708C8}"/>
              </a:ext>
            </a:extLst>
          </p:cNvPr>
          <p:cNvGrpSpPr/>
          <p:nvPr/>
        </p:nvGrpSpPr>
        <p:grpSpPr>
          <a:xfrm>
            <a:off x="4333785" y="5772213"/>
            <a:ext cx="4395351" cy="404576"/>
            <a:chOff x="4333785" y="5772213"/>
            <a:chExt cx="4395351" cy="404576"/>
          </a:xfrm>
        </p:grpSpPr>
        <p:grpSp>
          <p:nvGrpSpPr>
            <p:cNvPr id="184" name="Group 183">
              <a:extLst>
                <a:ext uri="{FF2B5EF4-FFF2-40B4-BE49-F238E27FC236}">
                  <a16:creationId xmlns:a16="http://schemas.microsoft.com/office/drawing/2014/main" id="{600795BD-C1B6-1748-B28A-001A8505BE86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205" name="Group 204">
                <a:extLst>
                  <a:ext uri="{FF2B5EF4-FFF2-40B4-BE49-F238E27FC236}">
                    <a16:creationId xmlns:a16="http://schemas.microsoft.com/office/drawing/2014/main" id="{CE81AFB3-2346-434C-A463-93F9C295562A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09" name="Oval 5">
                  <a:extLst>
                    <a:ext uri="{FF2B5EF4-FFF2-40B4-BE49-F238E27FC236}">
                      <a16:creationId xmlns:a16="http://schemas.microsoft.com/office/drawing/2014/main" id="{7918ED2E-E380-6C4E-86AA-0BF9D761441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0" name="Line 6">
                  <a:extLst>
                    <a:ext uri="{FF2B5EF4-FFF2-40B4-BE49-F238E27FC236}">
                      <a16:creationId xmlns:a16="http://schemas.microsoft.com/office/drawing/2014/main" id="{45F96407-8127-654C-9C52-5B626907562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1" name="Line 7">
                  <a:extLst>
                    <a:ext uri="{FF2B5EF4-FFF2-40B4-BE49-F238E27FC236}">
                      <a16:creationId xmlns:a16="http://schemas.microsoft.com/office/drawing/2014/main" id="{F1C01DA2-272A-CD4F-87F1-779C30F3555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2" name="Rectangle 8">
                  <a:extLst>
                    <a:ext uri="{FF2B5EF4-FFF2-40B4-BE49-F238E27FC236}">
                      <a16:creationId xmlns:a16="http://schemas.microsoft.com/office/drawing/2014/main" id="{7969C970-9697-A847-B375-82D629934D5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3" name="Oval 9">
                  <a:extLst>
                    <a:ext uri="{FF2B5EF4-FFF2-40B4-BE49-F238E27FC236}">
                      <a16:creationId xmlns:a16="http://schemas.microsoft.com/office/drawing/2014/main" id="{F8D02D26-0EA1-FD40-AD1F-E4E8635F47C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06" name="Group 44">
                <a:extLst>
                  <a:ext uri="{FF2B5EF4-FFF2-40B4-BE49-F238E27FC236}">
                    <a16:creationId xmlns:a16="http://schemas.microsoft.com/office/drawing/2014/main" id="{02C0B744-445A-A04E-812A-2D60476C152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207" name="Rectangle 45">
                  <a:extLst>
                    <a:ext uri="{FF2B5EF4-FFF2-40B4-BE49-F238E27FC236}">
                      <a16:creationId xmlns:a16="http://schemas.microsoft.com/office/drawing/2014/main" id="{83E6E4B2-940F-B749-91D8-19B033341D5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8" name="Text Box 46">
                  <a:extLst>
                    <a:ext uri="{FF2B5EF4-FFF2-40B4-BE49-F238E27FC236}">
                      <a16:creationId xmlns:a16="http://schemas.microsoft.com/office/drawing/2014/main" id="{16D546E0-A23E-174D-8F0D-BFB691AF1D6C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g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185" name="Group 184">
              <a:extLst>
                <a:ext uri="{FF2B5EF4-FFF2-40B4-BE49-F238E27FC236}">
                  <a16:creationId xmlns:a16="http://schemas.microsoft.com/office/drawing/2014/main" id="{34A0F8A7-FCD0-9A45-80B9-24CC78B561FE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196" name="Group 195">
                <a:extLst>
                  <a:ext uri="{FF2B5EF4-FFF2-40B4-BE49-F238E27FC236}">
                    <a16:creationId xmlns:a16="http://schemas.microsoft.com/office/drawing/2014/main" id="{18AECA76-7F06-F84A-928B-C13839D9F43F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00" name="Oval 5">
                  <a:extLst>
                    <a:ext uri="{FF2B5EF4-FFF2-40B4-BE49-F238E27FC236}">
                      <a16:creationId xmlns:a16="http://schemas.microsoft.com/office/drawing/2014/main" id="{04917013-CC10-D043-8A71-34F24813049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1" name="Line 6">
                  <a:extLst>
                    <a:ext uri="{FF2B5EF4-FFF2-40B4-BE49-F238E27FC236}">
                      <a16:creationId xmlns:a16="http://schemas.microsoft.com/office/drawing/2014/main" id="{7E7DEF49-D295-8547-9FE7-8CBB42CEB81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2" name="Line 7">
                  <a:extLst>
                    <a:ext uri="{FF2B5EF4-FFF2-40B4-BE49-F238E27FC236}">
                      <a16:creationId xmlns:a16="http://schemas.microsoft.com/office/drawing/2014/main" id="{5633B25D-6786-5A4A-A44E-E4A1EE3575B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3" name="Rectangle 8">
                  <a:extLst>
                    <a:ext uri="{FF2B5EF4-FFF2-40B4-BE49-F238E27FC236}">
                      <a16:creationId xmlns:a16="http://schemas.microsoft.com/office/drawing/2014/main" id="{968E012E-E513-8340-9324-11A79B223E2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4" name="Oval 9">
                  <a:extLst>
                    <a:ext uri="{FF2B5EF4-FFF2-40B4-BE49-F238E27FC236}">
                      <a16:creationId xmlns:a16="http://schemas.microsoft.com/office/drawing/2014/main" id="{7AFB2A7E-90B7-454F-BABB-E2A39AC7C95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197" name="Group 44">
                <a:extLst>
                  <a:ext uri="{FF2B5EF4-FFF2-40B4-BE49-F238E27FC236}">
                    <a16:creationId xmlns:a16="http://schemas.microsoft.com/office/drawing/2014/main" id="{5567606D-D82D-2A4D-A3C8-A7D0703B3CC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198" name="Rectangle 45">
                  <a:extLst>
                    <a:ext uri="{FF2B5EF4-FFF2-40B4-BE49-F238E27FC236}">
                      <a16:creationId xmlns:a16="http://schemas.microsoft.com/office/drawing/2014/main" id="{39206D20-AD6D-3242-8865-2C6680CB410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9" name="Text Box 46">
                  <a:extLst>
                    <a:ext uri="{FF2B5EF4-FFF2-40B4-BE49-F238E27FC236}">
                      <a16:creationId xmlns:a16="http://schemas.microsoft.com/office/drawing/2014/main" id="{E3BB3556-A335-984F-978A-FECE515B6702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h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186" name="Group 185">
              <a:extLst>
                <a:ext uri="{FF2B5EF4-FFF2-40B4-BE49-F238E27FC236}">
                  <a16:creationId xmlns:a16="http://schemas.microsoft.com/office/drawing/2014/main" id="{3B620D34-7BA8-EF49-AC1C-93F5BBC84AEC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187" name="Group 186">
                <a:extLst>
                  <a:ext uri="{FF2B5EF4-FFF2-40B4-BE49-F238E27FC236}">
                    <a16:creationId xmlns:a16="http://schemas.microsoft.com/office/drawing/2014/main" id="{A6C2F80D-43A1-5746-B518-C0C4F1A20ACD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191" name="Oval 5">
                  <a:extLst>
                    <a:ext uri="{FF2B5EF4-FFF2-40B4-BE49-F238E27FC236}">
                      <a16:creationId xmlns:a16="http://schemas.microsoft.com/office/drawing/2014/main" id="{442E1AFF-BC2C-C849-85D1-13E42B701CE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2" name="Line 6">
                  <a:extLst>
                    <a:ext uri="{FF2B5EF4-FFF2-40B4-BE49-F238E27FC236}">
                      <a16:creationId xmlns:a16="http://schemas.microsoft.com/office/drawing/2014/main" id="{C2994154-DB6D-E247-8511-C6FE8D9665F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3" name="Line 7">
                  <a:extLst>
                    <a:ext uri="{FF2B5EF4-FFF2-40B4-BE49-F238E27FC236}">
                      <a16:creationId xmlns:a16="http://schemas.microsoft.com/office/drawing/2014/main" id="{C730A3ED-5222-5348-831E-092DE7D6CEE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4" name="Rectangle 8">
                  <a:extLst>
                    <a:ext uri="{FF2B5EF4-FFF2-40B4-BE49-F238E27FC236}">
                      <a16:creationId xmlns:a16="http://schemas.microsoft.com/office/drawing/2014/main" id="{BED424F7-1928-5F41-831D-417161F220B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5" name="Oval 9">
                  <a:extLst>
                    <a:ext uri="{FF2B5EF4-FFF2-40B4-BE49-F238E27FC236}">
                      <a16:creationId xmlns:a16="http://schemas.microsoft.com/office/drawing/2014/main" id="{76DDF5F9-ACB7-E642-ACEA-223EE2F5F41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188" name="Group 44">
                <a:extLst>
                  <a:ext uri="{FF2B5EF4-FFF2-40B4-BE49-F238E27FC236}">
                    <a16:creationId xmlns:a16="http://schemas.microsoft.com/office/drawing/2014/main" id="{495DC56F-8C0E-6549-849D-6D43F4F8BC0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500196" y="2507397"/>
                <a:ext cx="267548" cy="419100"/>
                <a:chOff x="2972" y="2425"/>
                <a:chExt cx="171" cy="264"/>
              </a:xfrm>
            </p:grpSpPr>
            <p:sp>
              <p:nvSpPr>
                <p:cNvPr id="189" name="Rectangle 45">
                  <a:extLst>
                    <a:ext uri="{FF2B5EF4-FFF2-40B4-BE49-F238E27FC236}">
                      <a16:creationId xmlns:a16="http://schemas.microsoft.com/office/drawing/2014/main" id="{892DBBAB-E011-FD4A-BA7E-105CEF9075A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0" name="Text Box 46">
                  <a:extLst>
                    <a:ext uri="{FF2B5EF4-FFF2-40B4-BE49-F238E27FC236}">
                      <a16:creationId xmlns:a16="http://schemas.microsoft.com/office/drawing/2014/main" id="{173A4036-1DC3-BD4D-9E66-D9BC48C58BA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72" y="2425"/>
                  <a:ext cx="171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i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sp>
        <p:nvSpPr>
          <p:cNvPr id="215" name="TextBox 214">
            <a:extLst>
              <a:ext uri="{FF2B5EF4-FFF2-40B4-BE49-F238E27FC236}">
                <a16:creationId xmlns:a16="http://schemas.microsoft.com/office/drawing/2014/main" id="{74A89238-377F-A840-BB03-52D53CBBC3F3}"/>
              </a:ext>
            </a:extLst>
          </p:cNvPr>
          <p:cNvSpPr txBox="1"/>
          <p:nvPr/>
        </p:nvSpPr>
        <p:spPr>
          <a:xfrm>
            <a:off x="4305782" y="2870522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6" name="TextBox 215">
            <a:extLst>
              <a:ext uri="{FF2B5EF4-FFF2-40B4-BE49-F238E27FC236}">
                <a16:creationId xmlns:a16="http://schemas.microsoft.com/office/drawing/2014/main" id="{3D3F7215-9DE8-0542-8CCA-A9CEDC8717E2}"/>
              </a:ext>
            </a:extLst>
          </p:cNvPr>
          <p:cNvSpPr txBox="1"/>
          <p:nvPr/>
        </p:nvSpPr>
        <p:spPr>
          <a:xfrm>
            <a:off x="6217534" y="2860877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7" name="TextBox 216">
            <a:extLst>
              <a:ext uri="{FF2B5EF4-FFF2-40B4-BE49-F238E27FC236}">
                <a16:creationId xmlns:a16="http://schemas.microsoft.com/office/drawing/2014/main" id="{FC342D48-14A2-BA4E-A191-060C4177F678}"/>
              </a:ext>
            </a:extLst>
          </p:cNvPr>
          <p:cNvSpPr txBox="1"/>
          <p:nvPr/>
        </p:nvSpPr>
        <p:spPr>
          <a:xfrm>
            <a:off x="4296138" y="4886446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8" name="TextBox 217">
            <a:extLst>
              <a:ext uri="{FF2B5EF4-FFF2-40B4-BE49-F238E27FC236}">
                <a16:creationId xmlns:a16="http://schemas.microsoft.com/office/drawing/2014/main" id="{C9336A94-9BC9-8F41-95A7-69E18360DF3D}"/>
              </a:ext>
            </a:extLst>
          </p:cNvPr>
          <p:cNvSpPr txBox="1"/>
          <p:nvPr/>
        </p:nvSpPr>
        <p:spPr>
          <a:xfrm>
            <a:off x="6231040" y="4888376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9" name="TextBox 218">
            <a:extLst>
              <a:ext uri="{FF2B5EF4-FFF2-40B4-BE49-F238E27FC236}">
                <a16:creationId xmlns:a16="http://schemas.microsoft.com/office/drawing/2014/main" id="{E11EFAA3-3025-6E40-9F7B-8AEC8E44C52D}"/>
              </a:ext>
            </a:extLst>
          </p:cNvPr>
          <p:cNvSpPr txBox="1"/>
          <p:nvPr/>
        </p:nvSpPr>
        <p:spPr>
          <a:xfrm>
            <a:off x="8154365" y="4890306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1" name="TextBox 220">
            <a:extLst>
              <a:ext uri="{FF2B5EF4-FFF2-40B4-BE49-F238E27FC236}">
                <a16:creationId xmlns:a16="http://schemas.microsoft.com/office/drawing/2014/main" id="{EECDCBF1-5ACC-CF43-B981-907337945BA2}"/>
              </a:ext>
            </a:extLst>
          </p:cNvPr>
          <p:cNvSpPr txBox="1"/>
          <p:nvPr/>
        </p:nvSpPr>
        <p:spPr>
          <a:xfrm>
            <a:off x="5442030" y="4029920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2" name="TextBox 221">
            <a:extLst>
              <a:ext uri="{FF2B5EF4-FFF2-40B4-BE49-F238E27FC236}">
                <a16:creationId xmlns:a16="http://schemas.microsoft.com/office/drawing/2014/main" id="{2DD32315-0DAF-354B-ADE2-76F406D6A871}"/>
              </a:ext>
            </a:extLst>
          </p:cNvPr>
          <p:cNvSpPr txBox="1"/>
          <p:nvPr/>
        </p:nvSpPr>
        <p:spPr>
          <a:xfrm>
            <a:off x="7353782" y="4020275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3" name="TextBox 222">
            <a:extLst>
              <a:ext uri="{FF2B5EF4-FFF2-40B4-BE49-F238E27FC236}">
                <a16:creationId xmlns:a16="http://schemas.microsoft.com/office/drawing/2014/main" id="{25B3E8DA-82E1-B746-9524-A8B47546C7B7}"/>
              </a:ext>
            </a:extLst>
          </p:cNvPr>
          <p:cNvSpPr txBox="1"/>
          <p:nvPr/>
        </p:nvSpPr>
        <p:spPr>
          <a:xfrm>
            <a:off x="5443958" y="5953247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8</a:t>
            </a:r>
          </a:p>
        </p:txBody>
      </p:sp>
      <p:sp>
        <p:nvSpPr>
          <p:cNvPr id="224" name="TextBox 223">
            <a:extLst>
              <a:ext uri="{FF2B5EF4-FFF2-40B4-BE49-F238E27FC236}">
                <a16:creationId xmlns:a16="http://schemas.microsoft.com/office/drawing/2014/main" id="{51516E14-40A2-B34F-B880-05B80B68D6FC}"/>
              </a:ext>
            </a:extLst>
          </p:cNvPr>
          <p:cNvSpPr txBox="1"/>
          <p:nvPr/>
        </p:nvSpPr>
        <p:spPr>
          <a:xfrm>
            <a:off x="7355710" y="5943602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5" name="TextBox 224">
            <a:extLst>
              <a:ext uri="{FF2B5EF4-FFF2-40B4-BE49-F238E27FC236}">
                <a16:creationId xmlns:a16="http://schemas.microsoft.com/office/drawing/2014/main" id="{9174059A-E895-E740-9A26-AA7943E4A64F}"/>
              </a:ext>
            </a:extLst>
          </p:cNvPr>
          <p:cNvSpPr txBox="1"/>
          <p:nvPr/>
        </p:nvSpPr>
        <p:spPr>
          <a:xfrm>
            <a:off x="5445886" y="2123956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2</a:t>
            </a:r>
          </a:p>
        </p:txBody>
      </p:sp>
      <p:sp>
        <p:nvSpPr>
          <p:cNvPr id="226" name="TextBox 225">
            <a:extLst>
              <a:ext uri="{FF2B5EF4-FFF2-40B4-BE49-F238E27FC236}">
                <a16:creationId xmlns:a16="http://schemas.microsoft.com/office/drawing/2014/main" id="{F7510488-7C59-7449-A4EE-C5A32BFCB3A5}"/>
              </a:ext>
            </a:extLst>
          </p:cNvPr>
          <p:cNvSpPr txBox="1"/>
          <p:nvPr/>
        </p:nvSpPr>
        <p:spPr>
          <a:xfrm>
            <a:off x="7357638" y="2114311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grpSp>
        <p:nvGrpSpPr>
          <p:cNvPr id="283" name="Group 282">
            <a:extLst>
              <a:ext uri="{FF2B5EF4-FFF2-40B4-BE49-F238E27FC236}">
                <a16:creationId xmlns:a16="http://schemas.microsoft.com/office/drawing/2014/main" id="{A665C0C8-7FDD-0A42-80A3-CC602804C042}"/>
              </a:ext>
            </a:extLst>
          </p:cNvPr>
          <p:cNvGrpSpPr/>
          <p:nvPr/>
        </p:nvGrpSpPr>
        <p:grpSpPr>
          <a:xfrm>
            <a:off x="4336458" y="3833790"/>
            <a:ext cx="4395351" cy="404576"/>
            <a:chOff x="4333785" y="5772213"/>
            <a:chExt cx="4395351" cy="404576"/>
          </a:xfrm>
        </p:grpSpPr>
        <p:grpSp>
          <p:nvGrpSpPr>
            <p:cNvPr id="284" name="Group 283">
              <a:extLst>
                <a:ext uri="{FF2B5EF4-FFF2-40B4-BE49-F238E27FC236}">
                  <a16:creationId xmlns:a16="http://schemas.microsoft.com/office/drawing/2014/main" id="{4C02DC92-2A83-AC4D-B9F0-2BCDE917BDBC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305" name="Group 304">
                <a:extLst>
                  <a:ext uri="{FF2B5EF4-FFF2-40B4-BE49-F238E27FC236}">
                    <a16:creationId xmlns:a16="http://schemas.microsoft.com/office/drawing/2014/main" id="{F01EB862-010E-A34F-8D39-25BC2BED2A6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09" name="Oval 5">
                  <a:extLst>
                    <a:ext uri="{FF2B5EF4-FFF2-40B4-BE49-F238E27FC236}">
                      <a16:creationId xmlns:a16="http://schemas.microsoft.com/office/drawing/2014/main" id="{C2A61603-05BC-1E4D-99AA-0AB1CC49473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0" name="Line 6">
                  <a:extLst>
                    <a:ext uri="{FF2B5EF4-FFF2-40B4-BE49-F238E27FC236}">
                      <a16:creationId xmlns:a16="http://schemas.microsoft.com/office/drawing/2014/main" id="{7043DA0E-702D-CD4E-BA28-9341275851D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1" name="Line 7">
                  <a:extLst>
                    <a:ext uri="{FF2B5EF4-FFF2-40B4-BE49-F238E27FC236}">
                      <a16:creationId xmlns:a16="http://schemas.microsoft.com/office/drawing/2014/main" id="{CE93F761-782C-C640-B2B6-8CA7492B28B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2" name="Rectangle 8">
                  <a:extLst>
                    <a:ext uri="{FF2B5EF4-FFF2-40B4-BE49-F238E27FC236}">
                      <a16:creationId xmlns:a16="http://schemas.microsoft.com/office/drawing/2014/main" id="{723858D6-68CF-1C4E-A28B-A9FF5D728F2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3" name="Oval 9">
                  <a:extLst>
                    <a:ext uri="{FF2B5EF4-FFF2-40B4-BE49-F238E27FC236}">
                      <a16:creationId xmlns:a16="http://schemas.microsoft.com/office/drawing/2014/main" id="{70A7292E-FC97-924B-9010-8079BEC6219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06" name="Group 44">
                <a:extLst>
                  <a:ext uri="{FF2B5EF4-FFF2-40B4-BE49-F238E27FC236}">
                    <a16:creationId xmlns:a16="http://schemas.microsoft.com/office/drawing/2014/main" id="{DA3B2173-D171-E340-B704-06A3FE481C7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307" name="Rectangle 45">
                  <a:extLst>
                    <a:ext uri="{FF2B5EF4-FFF2-40B4-BE49-F238E27FC236}">
                      <a16:creationId xmlns:a16="http://schemas.microsoft.com/office/drawing/2014/main" id="{A7CA85B6-08AA-4840-AE2B-A3321A49B6F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8" name="Text Box 46">
                  <a:extLst>
                    <a:ext uri="{FF2B5EF4-FFF2-40B4-BE49-F238E27FC236}">
                      <a16:creationId xmlns:a16="http://schemas.microsoft.com/office/drawing/2014/main" id="{68812F5E-7A92-7B45-BBDE-2068A3A134D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d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285" name="Group 284">
              <a:extLst>
                <a:ext uri="{FF2B5EF4-FFF2-40B4-BE49-F238E27FC236}">
                  <a16:creationId xmlns:a16="http://schemas.microsoft.com/office/drawing/2014/main" id="{5E3B07EB-D89E-C542-85F0-D68A3698AEC4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296" name="Group 295">
                <a:extLst>
                  <a:ext uri="{FF2B5EF4-FFF2-40B4-BE49-F238E27FC236}">
                    <a16:creationId xmlns:a16="http://schemas.microsoft.com/office/drawing/2014/main" id="{CE2D511A-9878-0E42-B4E3-97548A8A67A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00" name="Oval 5">
                  <a:extLst>
                    <a:ext uri="{FF2B5EF4-FFF2-40B4-BE49-F238E27FC236}">
                      <a16:creationId xmlns:a16="http://schemas.microsoft.com/office/drawing/2014/main" id="{C66E96DA-F1B1-9A41-8B0D-2F21B3B7ACB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1" name="Line 6">
                  <a:extLst>
                    <a:ext uri="{FF2B5EF4-FFF2-40B4-BE49-F238E27FC236}">
                      <a16:creationId xmlns:a16="http://schemas.microsoft.com/office/drawing/2014/main" id="{A2387D1F-7EF0-9443-8128-6FF284EC9AF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2" name="Line 7">
                  <a:extLst>
                    <a:ext uri="{FF2B5EF4-FFF2-40B4-BE49-F238E27FC236}">
                      <a16:creationId xmlns:a16="http://schemas.microsoft.com/office/drawing/2014/main" id="{4B183F70-EB28-A94F-BF31-54B939F6B75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3" name="Rectangle 8">
                  <a:extLst>
                    <a:ext uri="{FF2B5EF4-FFF2-40B4-BE49-F238E27FC236}">
                      <a16:creationId xmlns:a16="http://schemas.microsoft.com/office/drawing/2014/main" id="{84BE29FD-A805-D348-99C3-8D3C650618E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4" name="Oval 9">
                  <a:extLst>
                    <a:ext uri="{FF2B5EF4-FFF2-40B4-BE49-F238E27FC236}">
                      <a16:creationId xmlns:a16="http://schemas.microsoft.com/office/drawing/2014/main" id="{BF5D685A-16D6-5B40-9EEF-970D3CDCE37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97" name="Group 44">
                <a:extLst>
                  <a:ext uri="{FF2B5EF4-FFF2-40B4-BE49-F238E27FC236}">
                    <a16:creationId xmlns:a16="http://schemas.microsoft.com/office/drawing/2014/main" id="{058B095B-B9C0-F84A-B78C-FE9DCA729C7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298" name="Rectangle 45">
                  <a:extLst>
                    <a:ext uri="{FF2B5EF4-FFF2-40B4-BE49-F238E27FC236}">
                      <a16:creationId xmlns:a16="http://schemas.microsoft.com/office/drawing/2014/main" id="{7FBA9119-2A14-E84A-A39B-55E9D6AE939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9" name="Text Box 46">
                  <a:extLst>
                    <a:ext uri="{FF2B5EF4-FFF2-40B4-BE49-F238E27FC236}">
                      <a16:creationId xmlns:a16="http://schemas.microsoft.com/office/drawing/2014/main" id="{2944FA12-D5D2-E241-A9FC-D4A85A350D0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e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286" name="Group 285">
              <a:extLst>
                <a:ext uri="{FF2B5EF4-FFF2-40B4-BE49-F238E27FC236}">
                  <a16:creationId xmlns:a16="http://schemas.microsoft.com/office/drawing/2014/main" id="{B9D4EE61-1CC1-6D4C-822D-300C73469B48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287" name="Group 286">
                <a:extLst>
                  <a:ext uri="{FF2B5EF4-FFF2-40B4-BE49-F238E27FC236}">
                    <a16:creationId xmlns:a16="http://schemas.microsoft.com/office/drawing/2014/main" id="{75D4F492-E56A-6541-9F9D-1D85B09999F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91" name="Oval 5">
                  <a:extLst>
                    <a:ext uri="{FF2B5EF4-FFF2-40B4-BE49-F238E27FC236}">
                      <a16:creationId xmlns:a16="http://schemas.microsoft.com/office/drawing/2014/main" id="{190A087A-A659-3E4D-B4FE-1EA13D56BE4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2" name="Line 6">
                  <a:extLst>
                    <a:ext uri="{FF2B5EF4-FFF2-40B4-BE49-F238E27FC236}">
                      <a16:creationId xmlns:a16="http://schemas.microsoft.com/office/drawing/2014/main" id="{E7E9FE4A-5449-D244-A5A8-DEB5E1D8494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3" name="Line 7">
                  <a:extLst>
                    <a:ext uri="{FF2B5EF4-FFF2-40B4-BE49-F238E27FC236}">
                      <a16:creationId xmlns:a16="http://schemas.microsoft.com/office/drawing/2014/main" id="{8C243F83-93B5-2C49-9D61-2E8E8652A48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4" name="Rectangle 8">
                  <a:extLst>
                    <a:ext uri="{FF2B5EF4-FFF2-40B4-BE49-F238E27FC236}">
                      <a16:creationId xmlns:a16="http://schemas.microsoft.com/office/drawing/2014/main" id="{B0B61A2E-99AA-324F-8224-CB0B3B44042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5" name="Oval 9">
                  <a:extLst>
                    <a:ext uri="{FF2B5EF4-FFF2-40B4-BE49-F238E27FC236}">
                      <a16:creationId xmlns:a16="http://schemas.microsoft.com/office/drawing/2014/main" id="{2F485C77-8179-0B4E-B93A-E5C91296B44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88" name="Group 44">
                <a:extLst>
                  <a:ext uri="{FF2B5EF4-FFF2-40B4-BE49-F238E27FC236}">
                    <a16:creationId xmlns:a16="http://schemas.microsoft.com/office/drawing/2014/main" id="{0826EA6F-730D-8C47-8DDA-2C65DD6716B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92372" y="2507397"/>
                <a:ext cx="283194" cy="419100"/>
                <a:chOff x="2967" y="2425"/>
                <a:chExt cx="181" cy="264"/>
              </a:xfrm>
            </p:grpSpPr>
            <p:sp>
              <p:nvSpPr>
                <p:cNvPr id="289" name="Rectangle 45">
                  <a:extLst>
                    <a:ext uri="{FF2B5EF4-FFF2-40B4-BE49-F238E27FC236}">
                      <a16:creationId xmlns:a16="http://schemas.microsoft.com/office/drawing/2014/main" id="{C3E85E15-4F40-FF40-89C4-0E851470FA4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0" name="Text Box 46">
                  <a:extLst>
                    <a:ext uri="{FF2B5EF4-FFF2-40B4-BE49-F238E27FC236}">
                      <a16:creationId xmlns:a16="http://schemas.microsoft.com/office/drawing/2014/main" id="{1905E332-CD71-E748-AE06-2A274A0D7B1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67" y="2425"/>
                  <a:ext cx="181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f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grpSp>
        <p:nvGrpSpPr>
          <p:cNvPr id="314" name="Group 313">
            <a:extLst>
              <a:ext uri="{FF2B5EF4-FFF2-40B4-BE49-F238E27FC236}">
                <a16:creationId xmlns:a16="http://schemas.microsoft.com/office/drawing/2014/main" id="{917871C2-1731-FE43-944D-6364CCE85DA9}"/>
              </a:ext>
            </a:extLst>
          </p:cNvPr>
          <p:cNvGrpSpPr/>
          <p:nvPr/>
        </p:nvGrpSpPr>
        <p:grpSpPr>
          <a:xfrm>
            <a:off x="4333785" y="1906063"/>
            <a:ext cx="4395351" cy="404576"/>
            <a:chOff x="4333785" y="5772213"/>
            <a:chExt cx="4395351" cy="404576"/>
          </a:xfrm>
        </p:grpSpPr>
        <p:grpSp>
          <p:nvGrpSpPr>
            <p:cNvPr id="315" name="Group 314">
              <a:extLst>
                <a:ext uri="{FF2B5EF4-FFF2-40B4-BE49-F238E27FC236}">
                  <a16:creationId xmlns:a16="http://schemas.microsoft.com/office/drawing/2014/main" id="{68E7B419-D4D3-3A4B-86E1-D40C76B2BB2C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336" name="Group 335">
                <a:extLst>
                  <a:ext uri="{FF2B5EF4-FFF2-40B4-BE49-F238E27FC236}">
                    <a16:creationId xmlns:a16="http://schemas.microsoft.com/office/drawing/2014/main" id="{93705575-DDBD-3D44-B843-C77E28CEAAD2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40" name="Oval 5">
                  <a:extLst>
                    <a:ext uri="{FF2B5EF4-FFF2-40B4-BE49-F238E27FC236}">
                      <a16:creationId xmlns:a16="http://schemas.microsoft.com/office/drawing/2014/main" id="{AF888CEF-6837-CD45-809F-91550C92C80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1" name="Line 6">
                  <a:extLst>
                    <a:ext uri="{FF2B5EF4-FFF2-40B4-BE49-F238E27FC236}">
                      <a16:creationId xmlns:a16="http://schemas.microsoft.com/office/drawing/2014/main" id="{4535759C-A65E-D84B-9508-03E1DC0B824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2" name="Line 7">
                  <a:extLst>
                    <a:ext uri="{FF2B5EF4-FFF2-40B4-BE49-F238E27FC236}">
                      <a16:creationId xmlns:a16="http://schemas.microsoft.com/office/drawing/2014/main" id="{FFA7BAB7-E53C-EC41-ACE7-66FCD862969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3" name="Rectangle 8">
                  <a:extLst>
                    <a:ext uri="{FF2B5EF4-FFF2-40B4-BE49-F238E27FC236}">
                      <a16:creationId xmlns:a16="http://schemas.microsoft.com/office/drawing/2014/main" id="{69E05203-3EC0-6447-8988-D4F7C2150FA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4" name="Oval 9">
                  <a:extLst>
                    <a:ext uri="{FF2B5EF4-FFF2-40B4-BE49-F238E27FC236}">
                      <a16:creationId xmlns:a16="http://schemas.microsoft.com/office/drawing/2014/main" id="{D9043B05-A159-7D41-90D4-718D621EA02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37" name="Group 44">
                <a:extLst>
                  <a:ext uri="{FF2B5EF4-FFF2-40B4-BE49-F238E27FC236}">
                    <a16:creationId xmlns:a16="http://schemas.microsoft.com/office/drawing/2014/main" id="{230264F8-C92F-C344-8341-A92C3D105F2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338" name="Rectangle 45">
                  <a:extLst>
                    <a:ext uri="{FF2B5EF4-FFF2-40B4-BE49-F238E27FC236}">
                      <a16:creationId xmlns:a16="http://schemas.microsoft.com/office/drawing/2014/main" id="{F2B81453-DE5E-984D-B97A-6884B0BDD35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9" name="Text Box 46">
                  <a:extLst>
                    <a:ext uri="{FF2B5EF4-FFF2-40B4-BE49-F238E27FC236}">
                      <a16:creationId xmlns:a16="http://schemas.microsoft.com/office/drawing/2014/main" id="{35E945F9-D699-744B-ACB7-587B2AA668D3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a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316" name="Group 315">
              <a:extLst>
                <a:ext uri="{FF2B5EF4-FFF2-40B4-BE49-F238E27FC236}">
                  <a16:creationId xmlns:a16="http://schemas.microsoft.com/office/drawing/2014/main" id="{1CE7BA36-0E22-4F41-B503-121F0E8FF751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327" name="Group 326">
                <a:extLst>
                  <a:ext uri="{FF2B5EF4-FFF2-40B4-BE49-F238E27FC236}">
                    <a16:creationId xmlns:a16="http://schemas.microsoft.com/office/drawing/2014/main" id="{ABA31A37-F3CD-1746-9C86-0557D36C5404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31" name="Oval 5">
                  <a:extLst>
                    <a:ext uri="{FF2B5EF4-FFF2-40B4-BE49-F238E27FC236}">
                      <a16:creationId xmlns:a16="http://schemas.microsoft.com/office/drawing/2014/main" id="{39C9919B-E459-6946-BAB3-A266303D27E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2" name="Line 6">
                  <a:extLst>
                    <a:ext uri="{FF2B5EF4-FFF2-40B4-BE49-F238E27FC236}">
                      <a16:creationId xmlns:a16="http://schemas.microsoft.com/office/drawing/2014/main" id="{61A62C09-3017-A541-9429-460C1A7F6B5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3" name="Line 7">
                  <a:extLst>
                    <a:ext uri="{FF2B5EF4-FFF2-40B4-BE49-F238E27FC236}">
                      <a16:creationId xmlns:a16="http://schemas.microsoft.com/office/drawing/2014/main" id="{86063EB7-D2C3-3447-B2FD-57FC1E74D32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4" name="Rectangle 8">
                  <a:extLst>
                    <a:ext uri="{FF2B5EF4-FFF2-40B4-BE49-F238E27FC236}">
                      <a16:creationId xmlns:a16="http://schemas.microsoft.com/office/drawing/2014/main" id="{BD5BCC42-3550-DF4A-BB55-F643AEBFD9A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5" name="Oval 9">
                  <a:extLst>
                    <a:ext uri="{FF2B5EF4-FFF2-40B4-BE49-F238E27FC236}">
                      <a16:creationId xmlns:a16="http://schemas.microsoft.com/office/drawing/2014/main" id="{74611398-E647-494F-A7BD-186BB5CB545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28" name="Group 44">
                <a:extLst>
                  <a:ext uri="{FF2B5EF4-FFF2-40B4-BE49-F238E27FC236}">
                    <a16:creationId xmlns:a16="http://schemas.microsoft.com/office/drawing/2014/main" id="{B57BC638-F090-114B-B8BF-7E2F4A6CC8F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329" name="Rectangle 45">
                  <a:extLst>
                    <a:ext uri="{FF2B5EF4-FFF2-40B4-BE49-F238E27FC236}">
                      <a16:creationId xmlns:a16="http://schemas.microsoft.com/office/drawing/2014/main" id="{0F91A427-A1B7-A54C-8320-A92F425DFC7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0" name="Text Box 46">
                  <a:extLst>
                    <a:ext uri="{FF2B5EF4-FFF2-40B4-BE49-F238E27FC236}">
                      <a16:creationId xmlns:a16="http://schemas.microsoft.com/office/drawing/2014/main" id="{E600E15A-04DE-4F44-AD3B-D284039393AF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b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317" name="Group 316">
              <a:extLst>
                <a:ext uri="{FF2B5EF4-FFF2-40B4-BE49-F238E27FC236}">
                  <a16:creationId xmlns:a16="http://schemas.microsoft.com/office/drawing/2014/main" id="{2EB87748-B820-0349-A8AC-FE8BBD55B257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318" name="Group 317">
                <a:extLst>
                  <a:ext uri="{FF2B5EF4-FFF2-40B4-BE49-F238E27FC236}">
                    <a16:creationId xmlns:a16="http://schemas.microsoft.com/office/drawing/2014/main" id="{EB6E4C7D-CDAA-7F47-A797-1E5FB2A80494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22" name="Oval 5">
                  <a:extLst>
                    <a:ext uri="{FF2B5EF4-FFF2-40B4-BE49-F238E27FC236}">
                      <a16:creationId xmlns:a16="http://schemas.microsoft.com/office/drawing/2014/main" id="{F9943B67-FB21-3647-869F-669BE6A721C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3" name="Line 6">
                  <a:extLst>
                    <a:ext uri="{FF2B5EF4-FFF2-40B4-BE49-F238E27FC236}">
                      <a16:creationId xmlns:a16="http://schemas.microsoft.com/office/drawing/2014/main" id="{57CCD935-17C4-B04B-B482-9A946E848EC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4" name="Line 7">
                  <a:extLst>
                    <a:ext uri="{FF2B5EF4-FFF2-40B4-BE49-F238E27FC236}">
                      <a16:creationId xmlns:a16="http://schemas.microsoft.com/office/drawing/2014/main" id="{2FE8EAFF-CC53-364C-974F-2F913B960D6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5" name="Rectangle 8">
                  <a:extLst>
                    <a:ext uri="{FF2B5EF4-FFF2-40B4-BE49-F238E27FC236}">
                      <a16:creationId xmlns:a16="http://schemas.microsoft.com/office/drawing/2014/main" id="{B25B691E-9E1D-1E4F-9419-9156013814C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6" name="Oval 9">
                  <a:extLst>
                    <a:ext uri="{FF2B5EF4-FFF2-40B4-BE49-F238E27FC236}">
                      <a16:creationId xmlns:a16="http://schemas.microsoft.com/office/drawing/2014/main" id="{9CB3B73F-9E39-EC4E-83F7-FBE10697408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19" name="Group 44">
                <a:extLst>
                  <a:ext uri="{FF2B5EF4-FFF2-40B4-BE49-F238E27FC236}">
                    <a16:creationId xmlns:a16="http://schemas.microsoft.com/office/drawing/2014/main" id="{0F42679C-ED56-BC45-8C82-597609DBD4D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64202" y="2507397"/>
                <a:ext cx="341084" cy="419100"/>
                <a:chOff x="2949" y="2425"/>
                <a:chExt cx="218" cy="264"/>
              </a:xfrm>
            </p:grpSpPr>
            <p:sp>
              <p:nvSpPr>
                <p:cNvPr id="320" name="Rectangle 45">
                  <a:extLst>
                    <a:ext uri="{FF2B5EF4-FFF2-40B4-BE49-F238E27FC236}">
                      <a16:creationId xmlns:a16="http://schemas.microsoft.com/office/drawing/2014/main" id="{CF557465-1C6C-1245-9762-D6D2D9F891F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1" name="Text Box 46">
                  <a:extLst>
                    <a:ext uri="{FF2B5EF4-FFF2-40B4-BE49-F238E27FC236}">
                      <a16:creationId xmlns:a16="http://schemas.microsoft.com/office/drawing/2014/main" id="{CEEF1658-9381-E84D-81A0-1A501484FB8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9" y="2425"/>
                  <a:ext cx="218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c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sp>
        <p:nvSpPr>
          <p:cNvPr id="158" name="TextBox 157">
            <a:extLst>
              <a:ext uri="{FF2B5EF4-FFF2-40B4-BE49-F238E27FC236}">
                <a16:creationId xmlns:a16="http://schemas.microsoft.com/office/drawing/2014/main" id="{B5592DAF-A3B4-9F43-84E1-39575A7F870C}"/>
              </a:ext>
            </a:extLst>
          </p:cNvPr>
          <p:cNvSpPr txBox="1"/>
          <p:nvPr/>
        </p:nvSpPr>
        <p:spPr>
          <a:xfrm flipH="1">
            <a:off x="476445" y="3078991"/>
            <a:ext cx="2195814" cy="258532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90000"/>
              </a:lnSpc>
              <a:buClr>
                <a:srgbClr val="0000A8"/>
              </a:buClr>
            </a:pPr>
            <a:r>
              <a:rPr lang="en-US" dirty="0"/>
              <a:t>All nodes:</a:t>
            </a:r>
          </a:p>
          <a:p>
            <a:pPr marL="174625" indent="-174625">
              <a:lnSpc>
                <a:spcPct val="90000"/>
              </a:lnSpc>
              <a:buClr>
                <a:schemeClr val="bg1">
                  <a:lumMod val="75000"/>
                </a:schemeClr>
              </a:buClr>
              <a:buFont typeface="Wingdings" pitchFamily="2" charset="2"/>
              <a:buChar char="§"/>
            </a:pPr>
            <a:r>
              <a:rPr lang="en-US" dirty="0">
                <a:solidFill>
                  <a:schemeClr val="bg1">
                    <a:lumMod val="75000"/>
                  </a:schemeClr>
                </a:solidFill>
              </a:rPr>
              <a:t>receive distance vectors from neighbors</a:t>
            </a:r>
          </a:p>
          <a:p>
            <a:pPr marL="174625" indent="-174625">
              <a:lnSpc>
                <a:spcPct val="90000"/>
              </a:lnSpc>
              <a:buClr>
                <a:srgbClr val="0000A8"/>
              </a:buClr>
              <a:buFont typeface="Wingdings" pitchFamily="2" charset="2"/>
              <a:buChar char="§"/>
            </a:pPr>
            <a:r>
              <a:rPr lang="en-US" dirty="0"/>
              <a:t>compute their new local  distance vector</a:t>
            </a:r>
          </a:p>
          <a:p>
            <a:pPr marL="174625" indent="-174625">
              <a:lnSpc>
                <a:spcPct val="90000"/>
              </a:lnSpc>
              <a:buClr>
                <a:schemeClr val="bg1">
                  <a:lumMod val="75000"/>
                </a:schemeClr>
              </a:buClr>
              <a:buFont typeface="Wingdings" pitchFamily="2" charset="2"/>
              <a:buChar char="§"/>
            </a:pPr>
            <a:r>
              <a:rPr lang="en-US" dirty="0">
                <a:solidFill>
                  <a:schemeClr val="bg1">
                    <a:lumMod val="75000"/>
                  </a:schemeClr>
                </a:solidFill>
              </a:rPr>
              <a:t>send their new local distance vector to neighbors</a:t>
            </a:r>
          </a:p>
        </p:txBody>
      </p:sp>
      <p:grpSp>
        <p:nvGrpSpPr>
          <p:cNvPr id="159" name="Group 158">
            <a:extLst>
              <a:ext uri="{FF2B5EF4-FFF2-40B4-BE49-F238E27FC236}">
                <a16:creationId xmlns:a16="http://schemas.microsoft.com/office/drawing/2014/main" id="{51D9C22B-8B5F-5C4F-B836-7B225BEBAA34}"/>
              </a:ext>
            </a:extLst>
          </p:cNvPr>
          <p:cNvGrpSpPr/>
          <p:nvPr/>
        </p:nvGrpSpPr>
        <p:grpSpPr>
          <a:xfrm>
            <a:off x="584365" y="1859143"/>
            <a:ext cx="736099" cy="1229581"/>
            <a:chOff x="10030307" y="3444875"/>
            <a:chExt cx="736099" cy="1229581"/>
          </a:xfrm>
        </p:grpSpPr>
        <p:sp>
          <p:nvSpPr>
            <p:cNvPr id="160" name="TextBox 159">
              <a:extLst>
                <a:ext uri="{FF2B5EF4-FFF2-40B4-BE49-F238E27FC236}">
                  <a16:creationId xmlns:a16="http://schemas.microsoft.com/office/drawing/2014/main" id="{8B6727C7-2D65-214B-AC24-3FD638275EC1}"/>
                </a:ext>
              </a:extLst>
            </p:cNvPr>
            <p:cNvSpPr txBox="1"/>
            <p:nvPr/>
          </p:nvSpPr>
          <p:spPr>
            <a:xfrm>
              <a:off x="10030307" y="4089681"/>
              <a:ext cx="736099" cy="58477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3200" dirty="0"/>
                <a:t>t=2</a:t>
              </a:r>
            </a:p>
          </p:txBody>
        </p:sp>
        <p:grpSp>
          <p:nvGrpSpPr>
            <p:cNvPr id="161" name="Group 160">
              <a:extLst>
                <a:ext uri="{FF2B5EF4-FFF2-40B4-BE49-F238E27FC236}">
                  <a16:creationId xmlns:a16="http://schemas.microsoft.com/office/drawing/2014/main" id="{7CD0CB56-7686-194E-9336-87E7A7D97331}"/>
                </a:ext>
              </a:extLst>
            </p:cNvPr>
            <p:cNvGrpSpPr/>
            <p:nvPr/>
          </p:nvGrpSpPr>
          <p:grpSpPr>
            <a:xfrm>
              <a:off x="10034588" y="3444875"/>
              <a:ext cx="682627" cy="682625"/>
              <a:chOff x="10034588" y="3444875"/>
              <a:chExt cx="682627" cy="682625"/>
            </a:xfrm>
          </p:grpSpPr>
          <p:sp>
            <p:nvSpPr>
              <p:cNvPr id="162" name="Oval 161">
                <a:extLst>
                  <a:ext uri="{FF2B5EF4-FFF2-40B4-BE49-F238E27FC236}">
                    <a16:creationId xmlns:a16="http://schemas.microsoft.com/office/drawing/2014/main" id="{C4B2CF33-A55A-7045-88D1-AF4148705A10}"/>
                  </a:ext>
                </a:extLst>
              </p:cNvPr>
              <p:cNvSpPr/>
              <p:nvPr/>
            </p:nvSpPr>
            <p:spPr>
              <a:xfrm>
                <a:off x="10039551" y="3449256"/>
                <a:ext cx="671332" cy="671332"/>
              </a:xfrm>
              <a:prstGeom prst="ellipse">
                <a:avLst/>
              </a:prstGeom>
              <a:noFill/>
              <a:ln w="3492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cxnSp>
            <p:nvCxnSpPr>
              <p:cNvPr id="163" name="Straight Connector 162">
                <a:extLst>
                  <a:ext uri="{FF2B5EF4-FFF2-40B4-BE49-F238E27FC236}">
                    <a16:creationId xmlns:a16="http://schemas.microsoft.com/office/drawing/2014/main" id="{71D12050-6F8E-D441-9EB3-D43C862E2FF7}"/>
                  </a:ext>
                </a:extLst>
              </p:cNvPr>
              <p:cNvCxnSpPr/>
              <p:nvPr/>
            </p:nvCxnSpPr>
            <p:spPr>
              <a:xfrm>
                <a:off x="10372725" y="344487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4" name="Straight Connector 163">
                <a:extLst>
                  <a:ext uri="{FF2B5EF4-FFF2-40B4-BE49-F238E27FC236}">
                    <a16:creationId xmlns:a16="http://schemas.microsoft.com/office/drawing/2014/main" id="{9039BE19-8C89-2249-9429-12D66FAF87EA}"/>
                  </a:ext>
                </a:extLst>
              </p:cNvPr>
              <p:cNvCxnSpPr/>
              <p:nvPr/>
            </p:nvCxnSpPr>
            <p:spPr>
              <a:xfrm>
                <a:off x="10372725" y="406717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5" name="Straight Connector 164">
                <a:extLst>
                  <a:ext uri="{FF2B5EF4-FFF2-40B4-BE49-F238E27FC236}">
                    <a16:creationId xmlns:a16="http://schemas.microsoft.com/office/drawing/2014/main" id="{E88497C8-6A73-4341-AC9C-EB6512208F74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>
                <a:off x="10064751" y="375602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6" name="Straight Connector 165">
                <a:extLst>
                  <a:ext uri="{FF2B5EF4-FFF2-40B4-BE49-F238E27FC236}">
                    <a16:creationId xmlns:a16="http://schemas.microsoft.com/office/drawing/2014/main" id="{9E4797E5-1D6F-BE4B-A4F2-9F8C5FC9970D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>
                <a:off x="10687053" y="375602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7" name="Straight Connector 166">
                <a:extLst>
                  <a:ext uri="{FF2B5EF4-FFF2-40B4-BE49-F238E27FC236}">
                    <a16:creationId xmlns:a16="http://schemas.microsoft.com/office/drawing/2014/main" id="{A5E708AC-BFD0-124E-B7DC-30966CA8590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523542" y="4037013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8" name="Straight Connector 167">
                <a:extLst>
                  <a:ext uri="{FF2B5EF4-FFF2-40B4-BE49-F238E27FC236}">
                    <a16:creationId xmlns:a16="http://schemas.microsoft.com/office/drawing/2014/main" id="{6DFE5143-74BA-6D49-9376-30F7E9D0995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202867" y="3490913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9" name="Straight Connector 168">
                <a:extLst>
                  <a:ext uri="{FF2B5EF4-FFF2-40B4-BE49-F238E27FC236}">
                    <a16:creationId xmlns:a16="http://schemas.microsoft.com/office/drawing/2014/main" id="{6B211398-DB9E-FC45-8FDC-6F0E1B1A67F5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196517" y="4033838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0" name="Straight Connector 169">
                <a:extLst>
                  <a:ext uri="{FF2B5EF4-FFF2-40B4-BE49-F238E27FC236}">
                    <a16:creationId xmlns:a16="http://schemas.microsoft.com/office/drawing/2014/main" id="{BF9AF430-A741-DC49-89C7-CC090ABEF1B3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517192" y="3487738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1" name="Straight Connector 170">
                <a:extLst>
                  <a:ext uri="{FF2B5EF4-FFF2-40B4-BE49-F238E27FC236}">
                    <a16:creationId xmlns:a16="http://schemas.microsoft.com/office/drawing/2014/main" id="{EE082992-203D-C64B-9E89-DB664E573851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631493" y="3611565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2" name="Straight Connector 171">
                <a:extLst>
                  <a:ext uri="{FF2B5EF4-FFF2-40B4-BE49-F238E27FC236}">
                    <a16:creationId xmlns:a16="http://schemas.microsoft.com/office/drawing/2014/main" id="{03B2445A-DC24-3247-8057-F3854B08E81A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085393" y="3929065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3" name="Straight Connector 172">
                <a:extLst>
                  <a:ext uri="{FF2B5EF4-FFF2-40B4-BE49-F238E27FC236}">
                    <a16:creationId xmlns:a16="http://schemas.microsoft.com/office/drawing/2014/main" id="{DFE122BB-AC85-9446-ACDF-58E64316BE8D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10094918" y="3614740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4" name="Straight Connector 173">
                <a:extLst>
                  <a:ext uri="{FF2B5EF4-FFF2-40B4-BE49-F238E27FC236}">
                    <a16:creationId xmlns:a16="http://schemas.microsoft.com/office/drawing/2014/main" id="{B8F11881-407E-8D46-A809-9BB9CFD37039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10631493" y="3932240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5" name="Oval 174">
                <a:extLst>
                  <a:ext uri="{FF2B5EF4-FFF2-40B4-BE49-F238E27FC236}">
                    <a16:creationId xmlns:a16="http://schemas.microsoft.com/office/drawing/2014/main" id="{4FEE74AE-C9E3-9243-8316-465947D1AAB3}"/>
                  </a:ext>
                </a:extLst>
              </p:cNvPr>
              <p:cNvSpPr/>
              <p:nvPr/>
            </p:nvSpPr>
            <p:spPr>
              <a:xfrm>
                <a:off x="10331450" y="3743325"/>
                <a:ext cx="82550" cy="87136"/>
              </a:xfrm>
              <a:prstGeom prst="ellipse">
                <a:avLst/>
              </a:prstGeom>
              <a:solidFill>
                <a:srgbClr val="C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</p:grpSp>
      <p:grpSp>
        <p:nvGrpSpPr>
          <p:cNvPr id="3" name="Group 2">
            <a:extLst>
              <a:ext uri="{FF2B5EF4-FFF2-40B4-BE49-F238E27FC236}">
                <a16:creationId xmlns:a16="http://schemas.microsoft.com/office/drawing/2014/main" id="{BE3B24DF-00CD-F548-AD9E-519F13CEFE2A}"/>
              </a:ext>
            </a:extLst>
          </p:cNvPr>
          <p:cNvGrpSpPr/>
          <p:nvPr/>
        </p:nvGrpSpPr>
        <p:grpSpPr>
          <a:xfrm>
            <a:off x="4041058" y="1582994"/>
            <a:ext cx="5089626" cy="4955455"/>
            <a:chOff x="3982064" y="1612491"/>
            <a:chExt cx="5089626" cy="4955455"/>
          </a:xfrm>
        </p:grpSpPr>
        <p:grpSp>
          <p:nvGrpSpPr>
            <p:cNvPr id="7" name="Group 6">
              <a:extLst>
                <a:ext uri="{FF2B5EF4-FFF2-40B4-BE49-F238E27FC236}">
                  <a16:creationId xmlns:a16="http://schemas.microsoft.com/office/drawing/2014/main" id="{4AA8C641-B239-B74E-A56A-6FC17DD05F53}"/>
                </a:ext>
              </a:extLst>
            </p:cNvPr>
            <p:cNvGrpSpPr/>
            <p:nvPr/>
          </p:nvGrpSpPr>
          <p:grpSpPr>
            <a:xfrm>
              <a:off x="4011560" y="1641985"/>
              <a:ext cx="1196054" cy="1022555"/>
              <a:chOff x="9655277" y="2349909"/>
              <a:chExt cx="1196054" cy="1022555"/>
            </a:xfrm>
          </p:grpSpPr>
          <p:sp>
            <p:nvSpPr>
              <p:cNvPr id="4" name="Freeform 3">
                <a:extLst>
                  <a:ext uri="{FF2B5EF4-FFF2-40B4-BE49-F238E27FC236}">
                    <a16:creationId xmlns:a16="http://schemas.microsoft.com/office/drawing/2014/main" id="{00707AC5-49E7-AE40-8A46-1ACEF91E823B}"/>
                  </a:ext>
                </a:extLst>
              </p:cNvPr>
              <p:cNvSpPr/>
              <p:nvPr/>
            </p:nvSpPr>
            <p:spPr>
              <a:xfrm>
                <a:off x="9655277" y="2349909"/>
                <a:ext cx="1196054" cy="1022555"/>
              </a:xfrm>
              <a:custGeom>
                <a:avLst/>
                <a:gdLst>
                  <a:gd name="connsiteX0" fmla="*/ 1416106 w 2820074"/>
                  <a:gd name="connsiteY0" fmla="*/ 606903 h 2290046"/>
                  <a:gd name="connsiteX1" fmla="*/ 1096471 w 2820074"/>
                  <a:gd name="connsiteY1" fmla="*/ 222531 h 2290046"/>
                  <a:gd name="connsiteX2" fmla="*/ 954860 w 2820074"/>
                  <a:gd name="connsiteY2" fmla="*/ 667593 h 2290046"/>
                  <a:gd name="connsiteX3" fmla="*/ 89012 w 2820074"/>
                  <a:gd name="connsiteY3" fmla="*/ 242761 h 2290046"/>
                  <a:gd name="connsiteX4" fmla="*/ 610948 w 2820074"/>
                  <a:gd name="connsiteY4" fmla="*/ 797066 h 2290046"/>
                  <a:gd name="connsiteX5" fmla="*/ 0 w 2820074"/>
                  <a:gd name="connsiteY5" fmla="*/ 902262 h 2290046"/>
                  <a:gd name="connsiteX6" fmla="*/ 481476 w 2820074"/>
                  <a:gd name="connsiteY6" fmla="*/ 1246174 h 2290046"/>
                  <a:gd name="connsiteX7" fmla="*/ 36414 w 2820074"/>
                  <a:gd name="connsiteY7" fmla="*/ 1533441 h 2290046"/>
                  <a:gd name="connsiteX8" fmla="*/ 760651 w 2820074"/>
                  <a:gd name="connsiteY8" fmla="*/ 1476797 h 2290046"/>
                  <a:gd name="connsiteX9" fmla="*/ 623086 w 2820074"/>
                  <a:gd name="connsiteY9" fmla="*/ 1869260 h 2290046"/>
                  <a:gd name="connsiteX10" fmla="*/ 1003412 w 2820074"/>
                  <a:gd name="connsiteY10" fmla="*/ 1658867 h 2290046"/>
                  <a:gd name="connsiteX11" fmla="*/ 1104563 w 2820074"/>
                  <a:gd name="connsiteY11" fmla="*/ 2290046 h 2290046"/>
                  <a:gd name="connsiteX12" fmla="*/ 1383738 w 2820074"/>
                  <a:gd name="connsiteY12" fmla="*/ 1569855 h 2290046"/>
                  <a:gd name="connsiteX13" fmla="*/ 1743833 w 2820074"/>
                  <a:gd name="connsiteY13" fmla="*/ 2091791 h 2290046"/>
                  <a:gd name="connsiteX14" fmla="*/ 1836892 w 2820074"/>
                  <a:gd name="connsiteY14" fmla="*/ 1529395 h 2290046"/>
                  <a:gd name="connsiteX15" fmla="*/ 2375012 w 2820074"/>
                  <a:gd name="connsiteY15" fmla="*/ 1889491 h 2290046"/>
                  <a:gd name="connsiteX16" fmla="*/ 2209125 w 2820074"/>
                  <a:gd name="connsiteY16" fmla="*/ 1351370 h 2290046"/>
                  <a:gd name="connsiteX17" fmla="*/ 2820074 w 2820074"/>
                  <a:gd name="connsiteY17" fmla="*/ 1399922 h 2290046"/>
                  <a:gd name="connsiteX18" fmla="*/ 2310276 w 2820074"/>
                  <a:gd name="connsiteY18" fmla="*/ 1092425 h 2290046"/>
                  <a:gd name="connsiteX19" fmla="*/ 2775568 w 2820074"/>
                  <a:gd name="connsiteY19" fmla="*/ 837526 h 2290046"/>
                  <a:gd name="connsiteX20" fmla="*/ 2196987 w 2820074"/>
                  <a:gd name="connsiteY20" fmla="*/ 768744 h 2290046"/>
                  <a:gd name="connsiteX21" fmla="*/ 2427610 w 2820074"/>
                  <a:gd name="connsiteY21" fmla="*/ 441016 h 2290046"/>
                  <a:gd name="connsiteX22" fmla="*/ 1844984 w 2820074"/>
                  <a:gd name="connsiteY22" fmla="*/ 546213 h 2290046"/>
                  <a:gd name="connsiteX23" fmla="*/ 1901628 w 2820074"/>
                  <a:gd name="connsiteY23" fmla="*/ 0 h 2290046"/>
                  <a:gd name="connsiteX24" fmla="*/ 1416106 w 2820074"/>
                  <a:gd name="connsiteY24" fmla="*/ 606903 h 22900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2820074" h="2290046">
                    <a:moveTo>
                      <a:pt x="1416106" y="606903"/>
                    </a:moveTo>
                    <a:lnTo>
                      <a:pt x="1096471" y="222531"/>
                    </a:lnTo>
                    <a:lnTo>
                      <a:pt x="954860" y="667593"/>
                    </a:lnTo>
                    <a:lnTo>
                      <a:pt x="89012" y="242761"/>
                    </a:lnTo>
                    <a:lnTo>
                      <a:pt x="610948" y="797066"/>
                    </a:lnTo>
                    <a:lnTo>
                      <a:pt x="0" y="902262"/>
                    </a:lnTo>
                    <a:lnTo>
                      <a:pt x="481476" y="1246174"/>
                    </a:lnTo>
                    <a:lnTo>
                      <a:pt x="36414" y="1533441"/>
                    </a:lnTo>
                    <a:lnTo>
                      <a:pt x="760651" y="1476797"/>
                    </a:lnTo>
                    <a:lnTo>
                      <a:pt x="623086" y="1869260"/>
                    </a:lnTo>
                    <a:lnTo>
                      <a:pt x="1003412" y="1658867"/>
                    </a:lnTo>
                    <a:lnTo>
                      <a:pt x="1104563" y="2290046"/>
                    </a:lnTo>
                    <a:lnTo>
                      <a:pt x="1383738" y="1569855"/>
                    </a:lnTo>
                    <a:lnTo>
                      <a:pt x="1743833" y="2091791"/>
                    </a:lnTo>
                    <a:lnTo>
                      <a:pt x="1836892" y="1529395"/>
                    </a:lnTo>
                    <a:lnTo>
                      <a:pt x="2375012" y="1889491"/>
                    </a:lnTo>
                    <a:lnTo>
                      <a:pt x="2209125" y="1351370"/>
                    </a:lnTo>
                    <a:lnTo>
                      <a:pt x="2820074" y="1399922"/>
                    </a:lnTo>
                    <a:lnTo>
                      <a:pt x="2310276" y="1092425"/>
                    </a:lnTo>
                    <a:lnTo>
                      <a:pt x="2775568" y="837526"/>
                    </a:lnTo>
                    <a:lnTo>
                      <a:pt x="2196987" y="768744"/>
                    </a:lnTo>
                    <a:lnTo>
                      <a:pt x="2427610" y="441016"/>
                    </a:lnTo>
                    <a:lnTo>
                      <a:pt x="1844984" y="546213"/>
                    </a:lnTo>
                    <a:lnTo>
                      <a:pt x="1901628" y="0"/>
                    </a:lnTo>
                    <a:lnTo>
                      <a:pt x="1416106" y="606903"/>
                    </a:lnTo>
                    <a:close/>
                  </a:path>
                </a:pathLst>
              </a:custGeom>
              <a:solidFill>
                <a:srgbClr val="FFFF00">
                  <a:alpha val="73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6" name="TextBox 5">
                <a:extLst>
                  <a:ext uri="{FF2B5EF4-FFF2-40B4-BE49-F238E27FC236}">
                    <a16:creationId xmlns:a16="http://schemas.microsoft.com/office/drawing/2014/main" id="{95C2C0DC-E6A2-784B-8032-7F8C86E35889}"/>
                  </a:ext>
                </a:extLst>
              </p:cNvPr>
              <p:cNvSpPr txBox="1"/>
              <p:nvPr/>
            </p:nvSpPr>
            <p:spPr>
              <a:xfrm>
                <a:off x="9753600" y="2635045"/>
                <a:ext cx="102021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>
                    <a:solidFill>
                      <a:srgbClr val="C00000"/>
                    </a:solidFill>
                  </a:rPr>
                  <a:t>compute</a:t>
                </a:r>
              </a:p>
            </p:txBody>
          </p:sp>
        </p:grpSp>
        <p:grpSp>
          <p:nvGrpSpPr>
            <p:cNvPr id="157" name="Group 156">
              <a:extLst>
                <a:ext uri="{FF2B5EF4-FFF2-40B4-BE49-F238E27FC236}">
                  <a16:creationId xmlns:a16="http://schemas.microsoft.com/office/drawing/2014/main" id="{34F33CFE-B17F-9D43-BD1A-F46BCD176DD6}"/>
                </a:ext>
              </a:extLst>
            </p:cNvPr>
            <p:cNvGrpSpPr/>
            <p:nvPr/>
          </p:nvGrpSpPr>
          <p:grpSpPr>
            <a:xfrm>
              <a:off x="5943598" y="1627238"/>
              <a:ext cx="1196054" cy="1022555"/>
              <a:chOff x="9655277" y="2349909"/>
              <a:chExt cx="1196054" cy="1022555"/>
            </a:xfrm>
          </p:grpSpPr>
          <p:sp>
            <p:nvSpPr>
              <p:cNvPr id="177" name="Freeform 176">
                <a:extLst>
                  <a:ext uri="{FF2B5EF4-FFF2-40B4-BE49-F238E27FC236}">
                    <a16:creationId xmlns:a16="http://schemas.microsoft.com/office/drawing/2014/main" id="{F0BEA684-9A42-E94C-B2D5-EDC1A1F2EF20}"/>
                  </a:ext>
                </a:extLst>
              </p:cNvPr>
              <p:cNvSpPr/>
              <p:nvPr/>
            </p:nvSpPr>
            <p:spPr>
              <a:xfrm>
                <a:off x="9655277" y="2349909"/>
                <a:ext cx="1196054" cy="1022555"/>
              </a:xfrm>
              <a:custGeom>
                <a:avLst/>
                <a:gdLst>
                  <a:gd name="connsiteX0" fmla="*/ 1416106 w 2820074"/>
                  <a:gd name="connsiteY0" fmla="*/ 606903 h 2290046"/>
                  <a:gd name="connsiteX1" fmla="*/ 1096471 w 2820074"/>
                  <a:gd name="connsiteY1" fmla="*/ 222531 h 2290046"/>
                  <a:gd name="connsiteX2" fmla="*/ 954860 w 2820074"/>
                  <a:gd name="connsiteY2" fmla="*/ 667593 h 2290046"/>
                  <a:gd name="connsiteX3" fmla="*/ 89012 w 2820074"/>
                  <a:gd name="connsiteY3" fmla="*/ 242761 h 2290046"/>
                  <a:gd name="connsiteX4" fmla="*/ 610948 w 2820074"/>
                  <a:gd name="connsiteY4" fmla="*/ 797066 h 2290046"/>
                  <a:gd name="connsiteX5" fmla="*/ 0 w 2820074"/>
                  <a:gd name="connsiteY5" fmla="*/ 902262 h 2290046"/>
                  <a:gd name="connsiteX6" fmla="*/ 481476 w 2820074"/>
                  <a:gd name="connsiteY6" fmla="*/ 1246174 h 2290046"/>
                  <a:gd name="connsiteX7" fmla="*/ 36414 w 2820074"/>
                  <a:gd name="connsiteY7" fmla="*/ 1533441 h 2290046"/>
                  <a:gd name="connsiteX8" fmla="*/ 760651 w 2820074"/>
                  <a:gd name="connsiteY8" fmla="*/ 1476797 h 2290046"/>
                  <a:gd name="connsiteX9" fmla="*/ 623086 w 2820074"/>
                  <a:gd name="connsiteY9" fmla="*/ 1869260 h 2290046"/>
                  <a:gd name="connsiteX10" fmla="*/ 1003412 w 2820074"/>
                  <a:gd name="connsiteY10" fmla="*/ 1658867 h 2290046"/>
                  <a:gd name="connsiteX11" fmla="*/ 1104563 w 2820074"/>
                  <a:gd name="connsiteY11" fmla="*/ 2290046 h 2290046"/>
                  <a:gd name="connsiteX12" fmla="*/ 1383738 w 2820074"/>
                  <a:gd name="connsiteY12" fmla="*/ 1569855 h 2290046"/>
                  <a:gd name="connsiteX13" fmla="*/ 1743833 w 2820074"/>
                  <a:gd name="connsiteY13" fmla="*/ 2091791 h 2290046"/>
                  <a:gd name="connsiteX14" fmla="*/ 1836892 w 2820074"/>
                  <a:gd name="connsiteY14" fmla="*/ 1529395 h 2290046"/>
                  <a:gd name="connsiteX15" fmla="*/ 2375012 w 2820074"/>
                  <a:gd name="connsiteY15" fmla="*/ 1889491 h 2290046"/>
                  <a:gd name="connsiteX16" fmla="*/ 2209125 w 2820074"/>
                  <a:gd name="connsiteY16" fmla="*/ 1351370 h 2290046"/>
                  <a:gd name="connsiteX17" fmla="*/ 2820074 w 2820074"/>
                  <a:gd name="connsiteY17" fmla="*/ 1399922 h 2290046"/>
                  <a:gd name="connsiteX18" fmla="*/ 2310276 w 2820074"/>
                  <a:gd name="connsiteY18" fmla="*/ 1092425 h 2290046"/>
                  <a:gd name="connsiteX19" fmla="*/ 2775568 w 2820074"/>
                  <a:gd name="connsiteY19" fmla="*/ 837526 h 2290046"/>
                  <a:gd name="connsiteX20" fmla="*/ 2196987 w 2820074"/>
                  <a:gd name="connsiteY20" fmla="*/ 768744 h 2290046"/>
                  <a:gd name="connsiteX21" fmla="*/ 2427610 w 2820074"/>
                  <a:gd name="connsiteY21" fmla="*/ 441016 h 2290046"/>
                  <a:gd name="connsiteX22" fmla="*/ 1844984 w 2820074"/>
                  <a:gd name="connsiteY22" fmla="*/ 546213 h 2290046"/>
                  <a:gd name="connsiteX23" fmla="*/ 1901628 w 2820074"/>
                  <a:gd name="connsiteY23" fmla="*/ 0 h 2290046"/>
                  <a:gd name="connsiteX24" fmla="*/ 1416106 w 2820074"/>
                  <a:gd name="connsiteY24" fmla="*/ 606903 h 22900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2820074" h="2290046">
                    <a:moveTo>
                      <a:pt x="1416106" y="606903"/>
                    </a:moveTo>
                    <a:lnTo>
                      <a:pt x="1096471" y="222531"/>
                    </a:lnTo>
                    <a:lnTo>
                      <a:pt x="954860" y="667593"/>
                    </a:lnTo>
                    <a:lnTo>
                      <a:pt x="89012" y="242761"/>
                    </a:lnTo>
                    <a:lnTo>
                      <a:pt x="610948" y="797066"/>
                    </a:lnTo>
                    <a:lnTo>
                      <a:pt x="0" y="902262"/>
                    </a:lnTo>
                    <a:lnTo>
                      <a:pt x="481476" y="1246174"/>
                    </a:lnTo>
                    <a:lnTo>
                      <a:pt x="36414" y="1533441"/>
                    </a:lnTo>
                    <a:lnTo>
                      <a:pt x="760651" y="1476797"/>
                    </a:lnTo>
                    <a:lnTo>
                      <a:pt x="623086" y="1869260"/>
                    </a:lnTo>
                    <a:lnTo>
                      <a:pt x="1003412" y="1658867"/>
                    </a:lnTo>
                    <a:lnTo>
                      <a:pt x="1104563" y="2290046"/>
                    </a:lnTo>
                    <a:lnTo>
                      <a:pt x="1383738" y="1569855"/>
                    </a:lnTo>
                    <a:lnTo>
                      <a:pt x="1743833" y="2091791"/>
                    </a:lnTo>
                    <a:lnTo>
                      <a:pt x="1836892" y="1529395"/>
                    </a:lnTo>
                    <a:lnTo>
                      <a:pt x="2375012" y="1889491"/>
                    </a:lnTo>
                    <a:lnTo>
                      <a:pt x="2209125" y="1351370"/>
                    </a:lnTo>
                    <a:lnTo>
                      <a:pt x="2820074" y="1399922"/>
                    </a:lnTo>
                    <a:lnTo>
                      <a:pt x="2310276" y="1092425"/>
                    </a:lnTo>
                    <a:lnTo>
                      <a:pt x="2775568" y="837526"/>
                    </a:lnTo>
                    <a:lnTo>
                      <a:pt x="2196987" y="768744"/>
                    </a:lnTo>
                    <a:lnTo>
                      <a:pt x="2427610" y="441016"/>
                    </a:lnTo>
                    <a:lnTo>
                      <a:pt x="1844984" y="546213"/>
                    </a:lnTo>
                    <a:lnTo>
                      <a:pt x="1901628" y="0"/>
                    </a:lnTo>
                    <a:lnTo>
                      <a:pt x="1416106" y="606903"/>
                    </a:lnTo>
                    <a:close/>
                  </a:path>
                </a:pathLst>
              </a:custGeom>
              <a:solidFill>
                <a:srgbClr val="FFFF00">
                  <a:alpha val="73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78" name="TextBox 177">
                <a:extLst>
                  <a:ext uri="{FF2B5EF4-FFF2-40B4-BE49-F238E27FC236}">
                    <a16:creationId xmlns:a16="http://schemas.microsoft.com/office/drawing/2014/main" id="{2F8ED3B6-87B0-574A-9DA5-A41BD73B3CF5}"/>
                  </a:ext>
                </a:extLst>
              </p:cNvPr>
              <p:cNvSpPr txBox="1"/>
              <p:nvPr/>
            </p:nvSpPr>
            <p:spPr>
              <a:xfrm>
                <a:off x="9753600" y="2635045"/>
                <a:ext cx="102021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>
                    <a:solidFill>
                      <a:srgbClr val="C00000"/>
                    </a:solidFill>
                  </a:rPr>
                  <a:t>compute</a:t>
                </a:r>
              </a:p>
            </p:txBody>
          </p:sp>
        </p:grpSp>
        <p:grpSp>
          <p:nvGrpSpPr>
            <p:cNvPr id="179" name="Group 178">
              <a:extLst>
                <a:ext uri="{FF2B5EF4-FFF2-40B4-BE49-F238E27FC236}">
                  <a16:creationId xmlns:a16="http://schemas.microsoft.com/office/drawing/2014/main" id="{9A4B8D63-0904-2145-8F9E-1FEF70C7AF9F}"/>
                </a:ext>
              </a:extLst>
            </p:cNvPr>
            <p:cNvGrpSpPr/>
            <p:nvPr/>
          </p:nvGrpSpPr>
          <p:grpSpPr>
            <a:xfrm>
              <a:off x="7875636" y="1612491"/>
              <a:ext cx="1196054" cy="1022555"/>
              <a:chOff x="9655277" y="2349909"/>
              <a:chExt cx="1196054" cy="1022555"/>
            </a:xfrm>
          </p:grpSpPr>
          <p:sp>
            <p:nvSpPr>
              <p:cNvPr id="180" name="Freeform 179">
                <a:extLst>
                  <a:ext uri="{FF2B5EF4-FFF2-40B4-BE49-F238E27FC236}">
                    <a16:creationId xmlns:a16="http://schemas.microsoft.com/office/drawing/2014/main" id="{EC6C0209-ECBD-E24C-AA45-744B932DC114}"/>
                  </a:ext>
                </a:extLst>
              </p:cNvPr>
              <p:cNvSpPr/>
              <p:nvPr/>
            </p:nvSpPr>
            <p:spPr>
              <a:xfrm>
                <a:off x="9655277" y="2349909"/>
                <a:ext cx="1196054" cy="1022555"/>
              </a:xfrm>
              <a:custGeom>
                <a:avLst/>
                <a:gdLst>
                  <a:gd name="connsiteX0" fmla="*/ 1416106 w 2820074"/>
                  <a:gd name="connsiteY0" fmla="*/ 606903 h 2290046"/>
                  <a:gd name="connsiteX1" fmla="*/ 1096471 w 2820074"/>
                  <a:gd name="connsiteY1" fmla="*/ 222531 h 2290046"/>
                  <a:gd name="connsiteX2" fmla="*/ 954860 w 2820074"/>
                  <a:gd name="connsiteY2" fmla="*/ 667593 h 2290046"/>
                  <a:gd name="connsiteX3" fmla="*/ 89012 w 2820074"/>
                  <a:gd name="connsiteY3" fmla="*/ 242761 h 2290046"/>
                  <a:gd name="connsiteX4" fmla="*/ 610948 w 2820074"/>
                  <a:gd name="connsiteY4" fmla="*/ 797066 h 2290046"/>
                  <a:gd name="connsiteX5" fmla="*/ 0 w 2820074"/>
                  <a:gd name="connsiteY5" fmla="*/ 902262 h 2290046"/>
                  <a:gd name="connsiteX6" fmla="*/ 481476 w 2820074"/>
                  <a:gd name="connsiteY6" fmla="*/ 1246174 h 2290046"/>
                  <a:gd name="connsiteX7" fmla="*/ 36414 w 2820074"/>
                  <a:gd name="connsiteY7" fmla="*/ 1533441 h 2290046"/>
                  <a:gd name="connsiteX8" fmla="*/ 760651 w 2820074"/>
                  <a:gd name="connsiteY8" fmla="*/ 1476797 h 2290046"/>
                  <a:gd name="connsiteX9" fmla="*/ 623086 w 2820074"/>
                  <a:gd name="connsiteY9" fmla="*/ 1869260 h 2290046"/>
                  <a:gd name="connsiteX10" fmla="*/ 1003412 w 2820074"/>
                  <a:gd name="connsiteY10" fmla="*/ 1658867 h 2290046"/>
                  <a:gd name="connsiteX11" fmla="*/ 1104563 w 2820074"/>
                  <a:gd name="connsiteY11" fmla="*/ 2290046 h 2290046"/>
                  <a:gd name="connsiteX12" fmla="*/ 1383738 w 2820074"/>
                  <a:gd name="connsiteY12" fmla="*/ 1569855 h 2290046"/>
                  <a:gd name="connsiteX13" fmla="*/ 1743833 w 2820074"/>
                  <a:gd name="connsiteY13" fmla="*/ 2091791 h 2290046"/>
                  <a:gd name="connsiteX14" fmla="*/ 1836892 w 2820074"/>
                  <a:gd name="connsiteY14" fmla="*/ 1529395 h 2290046"/>
                  <a:gd name="connsiteX15" fmla="*/ 2375012 w 2820074"/>
                  <a:gd name="connsiteY15" fmla="*/ 1889491 h 2290046"/>
                  <a:gd name="connsiteX16" fmla="*/ 2209125 w 2820074"/>
                  <a:gd name="connsiteY16" fmla="*/ 1351370 h 2290046"/>
                  <a:gd name="connsiteX17" fmla="*/ 2820074 w 2820074"/>
                  <a:gd name="connsiteY17" fmla="*/ 1399922 h 2290046"/>
                  <a:gd name="connsiteX18" fmla="*/ 2310276 w 2820074"/>
                  <a:gd name="connsiteY18" fmla="*/ 1092425 h 2290046"/>
                  <a:gd name="connsiteX19" fmla="*/ 2775568 w 2820074"/>
                  <a:gd name="connsiteY19" fmla="*/ 837526 h 2290046"/>
                  <a:gd name="connsiteX20" fmla="*/ 2196987 w 2820074"/>
                  <a:gd name="connsiteY20" fmla="*/ 768744 h 2290046"/>
                  <a:gd name="connsiteX21" fmla="*/ 2427610 w 2820074"/>
                  <a:gd name="connsiteY21" fmla="*/ 441016 h 2290046"/>
                  <a:gd name="connsiteX22" fmla="*/ 1844984 w 2820074"/>
                  <a:gd name="connsiteY22" fmla="*/ 546213 h 2290046"/>
                  <a:gd name="connsiteX23" fmla="*/ 1901628 w 2820074"/>
                  <a:gd name="connsiteY23" fmla="*/ 0 h 2290046"/>
                  <a:gd name="connsiteX24" fmla="*/ 1416106 w 2820074"/>
                  <a:gd name="connsiteY24" fmla="*/ 606903 h 22900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2820074" h="2290046">
                    <a:moveTo>
                      <a:pt x="1416106" y="606903"/>
                    </a:moveTo>
                    <a:lnTo>
                      <a:pt x="1096471" y="222531"/>
                    </a:lnTo>
                    <a:lnTo>
                      <a:pt x="954860" y="667593"/>
                    </a:lnTo>
                    <a:lnTo>
                      <a:pt x="89012" y="242761"/>
                    </a:lnTo>
                    <a:lnTo>
                      <a:pt x="610948" y="797066"/>
                    </a:lnTo>
                    <a:lnTo>
                      <a:pt x="0" y="902262"/>
                    </a:lnTo>
                    <a:lnTo>
                      <a:pt x="481476" y="1246174"/>
                    </a:lnTo>
                    <a:lnTo>
                      <a:pt x="36414" y="1533441"/>
                    </a:lnTo>
                    <a:lnTo>
                      <a:pt x="760651" y="1476797"/>
                    </a:lnTo>
                    <a:lnTo>
                      <a:pt x="623086" y="1869260"/>
                    </a:lnTo>
                    <a:lnTo>
                      <a:pt x="1003412" y="1658867"/>
                    </a:lnTo>
                    <a:lnTo>
                      <a:pt x="1104563" y="2290046"/>
                    </a:lnTo>
                    <a:lnTo>
                      <a:pt x="1383738" y="1569855"/>
                    </a:lnTo>
                    <a:lnTo>
                      <a:pt x="1743833" y="2091791"/>
                    </a:lnTo>
                    <a:lnTo>
                      <a:pt x="1836892" y="1529395"/>
                    </a:lnTo>
                    <a:lnTo>
                      <a:pt x="2375012" y="1889491"/>
                    </a:lnTo>
                    <a:lnTo>
                      <a:pt x="2209125" y="1351370"/>
                    </a:lnTo>
                    <a:lnTo>
                      <a:pt x="2820074" y="1399922"/>
                    </a:lnTo>
                    <a:lnTo>
                      <a:pt x="2310276" y="1092425"/>
                    </a:lnTo>
                    <a:lnTo>
                      <a:pt x="2775568" y="837526"/>
                    </a:lnTo>
                    <a:lnTo>
                      <a:pt x="2196987" y="768744"/>
                    </a:lnTo>
                    <a:lnTo>
                      <a:pt x="2427610" y="441016"/>
                    </a:lnTo>
                    <a:lnTo>
                      <a:pt x="1844984" y="546213"/>
                    </a:lnTo>
                    <a:lnTo>
                      <a:pt x="1901628" y="0"/>
                    </a:lnTo>
                    <a:lnTo>
                      <a:pt x="1416106" y="606903"/>
                    </a:lnTo>
                    <a:close/>
                  </a:path>
                </a:pathLst>
              </a:custGeom>
              <a:solidFill>
                <a:srgbClr val="FFFF00">
                  <a:alpha val="73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81" name="TextBox 180">
                <a:extLst>
                  <a:ext uri="{FF2B5EF4-FFF2-40B4-BE49-F238E27FC236}">
                    <a16:creationId xmlns:a16="http://schemas.microsoft.com/office/drawing/2014/main" id="{31B9CF9C-B04D-5A4F-AC32-278B0ED42F01}"/>
                  </a:ext>
                </a:extLst>
              </p:cNvPr>
              <p:cNvSpPr txBox="1"/>
              <p:nvPr/>
            </p:nvSpPr>
            <p:spPr>
              <a:xfrm>
                <a:off x="9753600" y="2635045"/>
                <a:ext cx="102021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>
                    <a:solidFill>
                      <a:srgbClr val="C00000"/>
                    </a:solidFill>
                  </a:rPr>
                  <a:t>compute</a:t>
                </a:r>
              </a:p>
            </p:txBody>
          </p:sp>
        </p:grpSp>
        <p:grpSp>
          <p:nvGrpSpPr>
            <p:cNvPr id="182" name="Group 181">
              <a:extLst>
                <a:ext uri="{FF2B5EF4-FFF2-40B4-BE49-F238E27FC236}">
                  <a16:creationId xmlns:a16="http://schemas.microsoft.com/office/drawing/2014/main" id="{EC02EBAB-7E8B-8144-9064-B32C5427DBD9}"/>
                </a:ext>
              </a:extLst>
            </p:cNvPr>
            <p:cNvGrpSpPr/>
            <p:nvPr/>
          </p:nvGrpSpPr>
          <p:grpSpPr>
            <a:xfrm>
              <a:off x="3996812" y="3593688"/>
              <a:ext cx="1196054" cy="1022555"/>
              <a:chOff x="9655277" y="2349909"/>
              <a:chExt cx="1196054" cy="1022555"/>
            </a:xfrm>
          </p:grpSpPr>
          <p:sp>
            <p:nvSpPr>
              <p:cNvPr id="183" name="Freeform 182">
                <a:extLst>
                  <a:ext uri="{FF2B5EF4-FFF2-40B4-BE49-F238E27FC236}">
                    <a16:creationId xmlns:a16="http://schemas.microsoft.com/office/drawing/2014/main" id="{4F8E9313-A12A-3849-B12A-1BC5C1A36AF0}"/>
                  </a:ext>
                </a:extLst>
              </p:cNvPr>
              <p:cNvSpPr/>
              <p:nvPr/>
            </p:nvSpPr>
            <p:spPr>
              <a:xfrm>
                <a:off x="9655277" y="2349909"/>
                <a:ext cx="1196054" cy="1022555"/>
              </a:xfrm>
              <a:custGeom>
                <a:avLst/>
                <a:gdLst>
                  <a:gd name="connsiteX0" fmla="*/ 1416106 w 2820074"/>
                  <a:gd name="connsiteY0" fmla="*/ 606903 h 2290046"/>
                  <a:gd name="connsiteX1" fmla="*/ 1096471 w 2820074"/>
                  <a:gd name="connsiteY1" fmla="*/ 222531 h 2290046"/>
                  <a:gd name="connsiteX2" fmla="*/ 954860 w 2820074"/>
                  <a:gd name="connsiteY2" fmla="*/ 667593 h 2290046"/>
                  <a:gd name="connsiteX3" fmla="*/ 89012 w 2820074"/>
                  <a:gd name="connsiteY3" fmla="*/ 242761 h 2290046"/>
                  <a:gd name="connsiteX4" fmla="*/ 610948 w 2820074"/>
                  <a:gd name="connsiteY4" fmla="*/ 797066 h 2290046"/>
                  <a:gd name="connsiteX5" fmla="*/ 0 w 2820074"/>
                  <a:gd name="connsiteY5" fmla="*/ 902262 h 2290046"/>
                  <a:gd name="connsiteX6" fmla="*/ 481476 w 2820074"/>
                  <a:gd name="connsiteY6" fmla="*/ 1246174 h 2290046"/>
                  <a:gd name="connsiteX7" fmla="*/ 36414 w 2820074"/>
                  <a:gd name="connsiteY7" fmla="*/ 1533441 h 2290046"/>
                  <a:gd name="connsiteX8" fmla="*/ 760651 w 2820074"/>
                  <a:gd name="connsiteY8" fmla="*/ 1476797 h 2290046"/>
                  <a:gd name="connsiteX9" fmla="*/ 623086 w 2820074"/>
                  <a:gd name="connsiteY9" fmla="*/ 1869260 h 2290046"/>
                  <a:gd name="connsiteX10" fmla="*/ 1003412 w 2820074"/>
                  <a:gd name="connsiteY10" fmla="*/ 1658867 h 2290046"/>
                  <a:gd name="connsiteX11" fmla="*/ 1104563 w 2820074"/>
                  <a:gd name="connsiteY11" fmla="*/ 2290046 h 2290046"/>
                  <a:gd name="connsiteX12" fmla="*/ 1383738 w 2820074"/>
                  <a:gd name="connsiteY12" fmla="*/ 1569855 h 2290046"/>
                  <a:gd name="connsiteX13" fmla="*/ 1743833 w 2820074"/>
                  <a:gd name="connsiteY13" fmla="*/ 2091791 h 2290046"/>
                  <a:gd name="connsiteX14" fmla="*/ 1836892 w 2820074"/>
                  <a:gd name="connsiteY14" fmla="*/ 1529395 h 2290046"/>
                  <a:gd name="connsiteX15" fmla="*/ 2375012 w 2820074"/>
                  <a:gd name="connsiteY15" fmla="*/ 1889491 h 2290046"/>
                  <a:gd name="connsiteX16" fmla="*/ 2209125 w 2820074"/>
                  <a:gd name="connsiteY16" fmla="*/ 1351370 h 2290046"/>
                  <a:gd name="connsiteX17" fmla="*/ 2820074 w 2820074"/>
                  <a:gd name="connsiteY17" fmla="*/ 1399922 h 2290046"/>
                  <a:gd name="connsiteX18" fmla="*/ 2310276 w 2820074"/>
                  <a:gd name="connsiteY18" fmla="*/ 1092425 h 2290046"/>
                  <a:gd name="connsiteX19" fmla="*/ 2775568 w 2820074"/>
                  <a:gd name="connsiteY19" fmla="*/ 837526 h 2290046"/>
                  <a:gd name="connsiteX20" fmla="*/ 2196987 w 2820074"/>
                  <a:gd name="connsiteY20" fmla="*/ 768744 h 2290046"/>
                  <a:gd name="connsiteX21" fmla="*/ 2427610 w 2820074"/>
                  <a:gd name="connsiteY21" fmla="*/ 441016 h 2290046"/>
                  <a:gd name="connsiteX22" fmla="*/ 1844984 w 2820074"/>
                  <a:gd name="connsiteY22" fmla="*/ 546213 h 2290046"/>
                  <a:gd name="connsiteX23" fmla="*/ 1901628 w 2820074"/>
                  <a:gd name="connsiteY23" fmla="*/ 0 h 2290046"/>
                  <a:gd name="connsiteX24" fmla="*/ 1416106 w 2820074"/>
                  <a:gd name="connsiteY24" fmla="*/ 606903 h 22900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2820074" h="2290046">
                    <a:moveTo>
                      <a:pt x="1416106" y="606903"/>
                    </a:moveTo>
                    <a:lnTo>
                      <a:pt x="1096471" y="222531"/>
                    </a:lnTo>
                    <a:lnTo>
                      <a:pt x="954860" y="667593"/>
                    </a:lnTo>
                    <a:lnTo>
                      <a:pt x="89012" y="242761"/>
                    </a:lnTo>
                    <a:lnTo>
                      <a:pt x="610948" y="797066"/>
                    </a:lnTo>
                    <a:lnTo>
                      <a:pt x="0" y="902262"/>
                    </a:lnTo>
                    <a:lnTo>
                      <a:pt x="481476" y="1246174"/>
                    </a:lnTo>
                    <a:lnTo>
                      <a:pt x="36414" y="1533441"/>
                    </a:lnTo>
                    <a:lnTo>
                      <a:pt x="760651" y="1476797"/>
                    </a:lnTo>
                    <a:lnTo>
                      <a:pt x="623086" y="1869260"/>
                    </a:lnTo>
                    <a:lnTo>
                      <a:pt x="1003412" y="1658867"/>
                    </a:lnTo>
                    <a:lnTo>
                      <a:pt x="1104563" y="2290046"/>
                    </a:lnTo>
                    <a:lnTo>
                      <a:pt x="1383738" y="1569855"/>
                    </a:lnTo>
                    <a:lnTo>
                      <a:pt x="1743833" y="2091791"/>
                    </a:lnTo>
                    <a:lnTo>
                      <a:pt x="1836892" y="1529395"/>
                    </a:lnTo>
                    <a:lnTo>
                      <a:pt x="2375012" y="1889491"/>
                    </a:lnTo>
                    <a:lnTo>
                      <a:pt x="2209125" y="1351370"/>
                    </a:lnTo>
                    <a:lnTo>
                      <a:pt x="2820074" y="1399922"/>
                    </a:lnTo>
                    <a:lnTo>
                      <a:pt x="2310276" y="1092425"/>
                    </a:lnTo>
                    <a:lnTo>
                      <a:pt x="2775568" y="837526"/>
                    </a:lnTo>
                    <a:lnTo>
                      <a:pt x="2196987" y="768744"/>
                    </a:lnTo>
                    <a:lnTo>
                      <a:pt x="2427610" y="441016"/>
                    </a:lnTo>
                    <a:lnTo>
                      <a:pt x="1844984" y="546213"/>
                    </a:lnTo>
                    <a:lnTo>
                      <a:pt x="1901628" y="0"/>
                    </a:lnTo>
                    <a:lnTo>
                      <a:pt x="1416106" y="606903"/>
                    </a:lnTo>
                    <a:close/>
                  </a:path>
                </a:pathLst>
              </a:custGeom>
              <a:solidFill>
                <a:srgbClr val="FFFF00">
                  <a:alpha val="73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14" name="TextBox 213">
                <a:extLst>
                  <a:ext uri="{FF2B5EF4-FFF2-40B4-BE49-F238E27FC236}">
                    <a16:creationId xmlns:a16="http://schemas.microsoft.com/office/drawing/2014/main" id="{CA0F4249-5B41-3D48-9023-8757509C8B58}"/>
                  </a:ext>
                </a:extLst>
              </p:cNvPr>
              <p:cNvSpPr txBox="1"/>
              <p:nvPr/>
            </p:nvSpPr>
            <p:spPr>
              <a:xfrm>
                <a:off x="9753600" y="2635045"/>
                <a:ext cx="102021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>
                    <a:solidFill>
                      <a:srgbClr val="C00000"/>
                    </a:solidFill>
                  </a:rPr>
                  <a:t>compute</a:t>
                </a:r>
              </a:p>
            </p:txBody>
          </p:sp>
        </p:grpSp>
        <p:grpSp>
          <p:nvGrpSpPr>
            <p:cNvPr id="220" name="Group 219">
              <a:extLst>
                <a:ext uri="{FF2B5EF4-FFF2-40B4-BE49-F238E27FC236}">
                  <a16:creationId xmlns:a16="http://schemas.microsoft.com/office/drawing/2014/main" id="{B89D7B16-224E-0545-AAE5-58B841BB7F79}"/>
                </a:ext>
              </a:extLst>
            </p:cNvPr>
            <p:cNvGrpSpPr/>
            <p:nvPr/>
          </p:nvGrpSpPr>
          <p:grpSpPr>
            <a:xfrm>
              <a:off x="5928850" y="3578941"/>
              <a:ext cx="1196054" cy="1022555"/>
              <a:chOff x="9655277" y="2349909"/>
              <a:chExt cx="1196054" cy="1022555"/>
            </a:xfrm>
          </p:grpSpPr>
          <p:sp>
            <p:nvSpPr>
              <p:cNvPr id="227" name="Freeform 226">
                <a:extLst>
                  <a:ext uri="{FF2B5EF4-FFF2-40B4-BE49-F238E27FC236}">
                    <a16:creationId xmlns:a16="http://schemas.microsoft.com/office/drawing/2014/main" id="{C98EEB01-D57D-DF44-921F-DE4A3FCEA6FF}"/>
                  </a:ext>
                </a:extLst>
              </p:cNvPr>
              <p:cNvSpPr/>
              <p:nvPr/>
            </p:nvSpPr>
            <p:spPr>
              <a:xfrm>
                <a:off x="9655277" y="2349909"/>
                <a:ext cx="1196054" cy="1022555"/>
              </a:xfrm>
              <a:custGeom>
                <a:avLst/>
                <a:gdLst>
                  <a:gd name="connsiteX0" fmla="*/ 1416106 w 2820074"/>
                  <a:gd name="connsiteY0" fmla="*/ 606903 h 2290046"/>
                  <a:gd name="connsiteX1" fmla="*/ 1096471 w 2820074"/>
                  <a:gd name="connsiteY1" fmla="*/ 222531 h 2290046"/>
                  <a:gd name="connsiteX2" fmla="*/ 954860 w 2820074"/>
                  <a:gd name="connsiteY2" fmla="*/ 667593 h 2290046"/>
                  <a:gd name="connsiteX3" fmla="*/ 89012 w 2820074"/>
                  <a:gd name="connsiteY3" fmla="*/ 242761 h 2290046"/>
                  <a:gd name="connsiteX4" fmla="*/ 610948 w 2820074"/>
                  <a:gd name="connsiteY4" fmla="*/ 797066 h 2290046"/>
                  <a:gd name="connsiteX5" fmla="*/ 0 w 2820074"/>
                  <a:gd name="connsiteY5" fmla="*/ 902262 h 2290046"/>
                  <a:gd name="connsiteX6" fmla="*/ 481476 w 2820074"/>
                  <a:gd name="connsiteY6" fmla="*/ 1246174 h 2290046"/>
                  <a:gd name="connsiteX7" fmla="*/ 36414 w 2820074"/>
                  <a:gd name="connsiteY7" fmla="*/ 1533441 h 2290046"/>
                  <a:gd name="connsiteX8" fmla="*/ 760651 w 2820074"/>
                  <a:gd name="connsiteY8" fmla="*/ 1476797 h 2290046"/>
                  <a:gd name="connsiteX9" fmla="*/ 623086 w 2820074"/>
                  <a:gd name="connsiteY9" fmla="*/ 1869260 h 2290046"/>
                  <a:gd name="connsiteX10" fmla="*/ 1003412 w 2820074"/>
                  <a:gd name="connsiteY10" fmla="*/ 1658867 h 2290046"/>
                  <a:gd name="connsiteX11" fmla="*/ 1104563 w 2820074"/>
                  <a:gd name="connsiteY11" fmla="*/ 2290046 h 2290046"/>
                  <a:gd name="connsiteX12" fmla="*/ 1383738 w 2820074"/>
                  <a:gd name="connsiteY12" fmla="*/ 1569855 h 2290046"/>
                  <a:gd name="connsiteX13" fmla="*/ 1743833 w 2820074"/>
                  <a:gd name="connsiteY13" fmla="*/ 2091791 h 2290046"/>
                  <a:gd name="connsiteX14" fmla="*/ 1836892 w 2820074"/>
                  <a:gd name="connsiteY14" fmla="*/ 1529395 h 2290046"/>
                  <a:gd name="connsiteX15" fmla="*/ 2375012 w 2820074"/>
                  <a:gd name="connsiteY15" fmla="*/ 1889491 h 2290046"/>
                  <a:gd name="connsiteX16" fmla="*/ 2209125 w 2820074"/>
                  <a:gd name="connsiteY16" fmla="*/ 1351370 h 2290046"/>
                  <a:gd name="connsiteX17" fmla="*/ 2820074 w 2820074"/>
                  <a:gd name="connsiteY17" fmla="*/ 1399922 h 2290046"/>
                  <a:gd name="connsiteX18" fmla="*/ 2310276 w 2820074"/>
                  <a:gd name="connsiteY18" fmla="*/ 1092425 h 2290046"/>
                  <a:gd name="connsiteX19" fmla="*/ 2775568 w 2820074"/>
                  <a:gd name="connsiteY19" fmla="*/ 837526 h 2290046"/>
                  <a:gd name="connsiteX20" fmla="*/ 2196987 w 2820074"/>
                  <a:gd name="connsiteY20" fmla="*/ 768744 h 2290046"/>
                  <a:gd name="connsiteX21" fmla="*/ 2427610 w 2820074"/>
                  <a:gd name="connsiteY21" fmla="*/ 441016 h 2290046"/>
                  <a:gd name="connsiteX22" fmla="*/ 1844984 w 2820074"/>
                  <a:gd name="connsiteY22" fmla="*/ 546213 h 2290046"/>
                  <a:gd name="connsiteX23" fmla="*/ 1901628 w 2820074"/>
                  <a:gd name="connsiteY23" fmla="*/ 0 h 2290046"/>
                  <a:gd name="connsiteX24" fmla="*/ 1416106 w 2820074"/>
                  <a:gd name="connsiteY24" fmla="*/ 606903 h 22900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2820074" h="2290046">
                    <a:moveTo>
                      <a:pt x="1416106" y="606903"/>
                    </a:moveTo>
                    <a:lnTo>
                      <a:pt x="1096471" y="222531"/>
                    </a:lnTo>
                    <a:lnTo>
                      <a:pt x="954860" y="667593"/>
                    </a:lnTo>
                    <a:lnTo>
                      <a:pt x="89012" y="242761"/>
                    </a:lnTo>
                    <a:lnTo>
                      <a:pt x="610948" y="797066"/>
                    </a:lnTo>
                    <a:lnTo>
                      <a:pt x="0" y="902262"/>
                    </a:lnTo>
                    <a:lnTo>
                      <a:pt x="481476" y="1246174"/>
                    </a:lnTo>
                    <a:lnTo>
                      <a:pt x="36414" y="1533441"/>
                    </a:lnTo>
                    <a:lnTo>
                      <a:pt x="760651" y="1476797"/>
                    </a:lnTo>
                    <a:lnTo>
                      <a:pt x="623086" y="1869260"/>
                    </a:lnTo>
                    <a:lnTo>
                      <a:pt x="1003412" y="1658867"/>
                    </a:lnTo>
                    <a:lnTo>
                      <a:pt x="1104563" y="2290046"/>
                    </a:lnTo>
                    <a:lnTo>
                      <a:pt x="1383738" y="1569855"/>
                    </a:lnTo>
                    <a:lnTo>
                      <a:pt x="1743833" y="2091791"/>
                    </a:lnTo>
                    <a:lnTo>
                      <a:pt x="1836892" y="1529395"/>
                    </a:lnTo>
                    <a:lnTo>
                      <a:pt x="2375012" y="1889491"/>
                    </a:lnTo>
                    <a:lnTo>
                      <a:pt x="2209125" y="1351370"/>
                    </a:lnTo>
                    <a:lnTo>
                      <a:pt x="2820074" y="1399922"/>
                    </a:lnTo>
                    <a:lnTo>
                      <a:pt x="2310276" y="1092425"/>
                    </a:lnTo>
                    <a:lnTo>
                      <a:pt x="2775568" y="837526"/>
                    </a:lnTo>
                    <a:lnTo>
                      <a:pt x="2196987" y="768744"/>
                    </a:lnTo>
                    <a:lnTo>
                      <a:pt x="2427610" y="441016"/>
                    </a:lnTo>
                    <a:lnTo>
                      <a:pt x="1844984" y="546213"/>
                    </a:lnTo>
                    <a:lnTo>
                      <a:pt x="1901628" y="0"/>
                    </a:lnTo>
                    <a:lnTo>
                      <a:pt x="1416106" y="606903"/>
                    </a:lnTo>
                    <a:close/>
                  </a:path>
                </a:pathLst>
              </a:custGeom>
              <a:solidFill>
                <a:srgbClr val="FFFF00">
                  <a:alpha val="73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28" name="TextBox 227">
                <a:extLst>
                  <a:ext uri="{FF2B5EF4-FFF2-40B4-BE49-F238E27FC236}">
                    <a16:creationId xmlns:a16="http://schemas.microsoft.com/office/drawing/2014/main" id="{A6BE9F63-A36F-B842-81EA-382F13B1F7EE}"/>
                  </a:ext>
                </a:extLst>
              </p:cNvPr>
              <p:cNvSpPr txBox="1"/>
              <p:nvPr/>
            </p:nvSpPr>
            <p:spPr>
              <a:xfrm>
                <a:off x="9753600" y="2635045"/>
                <a:ext cx="102021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>
                    <a:solidFill>
                      <a:srgbClr val="C00000"/>
                    </a:solidFill>
                  </a:rPr>
                  <a:t>compute</a:t>
                </a:r>
              </a:p>
            </p:txBody>
          </p:sp>
        </p:grpSp>
        <p:grpSp>
          <p:nvGrpSpPr>
            <p:cNvPr id="229" name="Group 228">
              <a:extLst>
                <a:ext uri="{FF2B5EF4-FFF2-40B4-BE49-F238E27FC236}">
                  <a16:creationId xmlns:a16="http://schemas.microsoft.com/office/drawing/2014/main" id="{D9355008-5692-5045-9867-573B61A6287F}"/>
                </a:ext>
              </a:extLst>
            </p:cNvPr>
            <p:cNvGrpSpPr/>
            <p:nvPr/>
          </p:nvGrpSpPr>
          <p:grpSpPr>
            <a:xfrm>
              <a:off x="7860888" y="3564194"/>
              <a:ext cx="1196054" cy="1022555"/>
              <a:chOff x="9655277" y="2349909"/>
              <a:chExt cx="1196054" cy="1022555"/>
            </a:xfrm>
          </p:grpSpPr>
          <p:sp>
            <p:nvSpPr>
              <p:cNvPr id="230" name="Freeform 229">
                <a:extLst>
                  <a:ext uri="{FF2B5EF4-FFF2-40B4-BE49-F238E27FC236}">
                    <a16:creationId xmlns:a16="http://schemas.microsoft.com/office/drawing/2014/main" id="{FB50278F-0DAA-BE47-BF4C-10BB64655FD9}"/>
                  </a:ext>
                </a:extLst>
              </p:cNvPr>
              <p:cNvSpPr/>
              <p:nvPr/>
            </p:nvSpPr>
            <p:spPr>
              <a:xfrm>
                <a:off x="9655277" y="2349909"/>
                <a:ext cx="1196054" cy="1022555"/>
              </a:xfrm>
              <a:custGeom>
                <a:avLst/>
                <a:gdLst>
                  <a:gd name="connsiteX0" fmla="*/ 1416106 w 2820074"/>
                  <a:gd name="connsiteY0" fmla="*/ 606903 h 2290046"/>
                  <a:gd name="connsiteX1" fmla="*/ 1096471 w 2820074"/>
                  <a:gd name="connsiteY1" fmla="*/ 222531 h 2290046"/>
                  <a:gd name="connsiteX2" fmla="*/ 954860 w 2820074"/>
                  <a:gd name="connsiteY2" fmla="*/ 667593 h 2290046"/>
                  <a:gd name="connsiteX3" fmla="*/ 89012 w 2820074"/>
                  <a:gd name="connsiteY3" fmla="*/ 242761 h 2290046"/>
                  <a:gd name="connsiteX4" fmla="*/ 610948 w 2820074"/>
                  <a:gd name="connsiteY4" fmla="*/ 797066 h 2290046"/>
                  <a:gd name="connsiteX5" fmla="*/ 0 w 2820074"/>
                  <a:gd name="connsiteY5" fmla="*/ 902262 h 2290046"/>
                  <a:gd name="connsiteX6" fmla="*/ 481476 w 2820074"/>
                  <a:gd name="connsiteY6" fmla="*/ 1246174 h 2290046"/>
                  <a:gd name="connsiteX7" fmla="*/ 36414 w 2820074"/>
                  <a:gd name="connsiteY7" fmla="*/ 1533441 h 2290046"/>
                  <a:gd name="connsiteX8" fmla="*/ 760651 w 2820074"/>
                  <a:gd name="connsiteY8" fmla="*/ 1476797 h 2290046"/>
                  <a:gd name="connsiteX9" fmla="*/ 623086 w 2820074"/>
                  <a:gd name="connsiteY9" fmla="*/ 1869260 h 2290046"/>
                  <a:gd name="connsiteX10" fmla="*/ 1003412 w 2820074"/>
                  <a:gd name="connsiteY10" fmla="*/ 1658867 h 2290046"/>
                  <a:gd name="connsiteX11" fmla="*/ 1104563 w 2820074"/>
                  <a:gd name="connsiteY11" fmla="*/ 2290046 h 2290046"/>
                  <a:gd name="connsiteX12" fmla="*/ 1383738 w 2820074"/>
                  <a:gd name="connsiteY12" fmla="*/ 1569855 h 2290046"/>
                  <a:gd name="connsiteX13" fmla="*/ 1743833 w 2820074"/>
                  <a:gd name="connsiteY13" fmla="*/ 2091791 h 2290046"/>
                  <a:gd name="connsiteX14" fmla="*/ 1836892 w 2820074"/>
                  <a:gd name="connsiteY14" fmla="*/ 1529395 h 2290046"/>
                  <a:gd name="connsiteX15" fmla="*/ 2375012 w 2820074"/>
                  <a:gd name="connsiteY15" fmla="*/ 1889491 h 2290046"/>
                  <a:gd name="connsiteX16" fmla="*/ 2209125 w 2820074"/>
                  <a:gd name="connsiteY16" fmla="*/ 1351370 h 2290046"/>
                  <a:gd name="connsiteX17" fmla="*/ 2820074 w 2820074"/>
                  <a:gd name="connsiteY17" fmla="*/ 1399922 h 2290046"/>
                  <a:gd name="connsiteX18" fmla="*/ 2310276 w 2820074"/>
                  <a:gd name="connsiteY18" fmla="*/ 1092425 h 2290046"/>
                  <a:gd name="connsiteX19" fmla="*/ 2775568 w 2820074"/>
                  <a:gd name="connsiteY19" fmla="*/ 837526 h 2290046"/>
                  <a:gd name="connsiteX20" fmla="*/ 2196987 w 2820074"/>
                  <a:gd name="connsiteY20" fmla="*/ 768744 h 2290046"/>
                  <a:gd name="connsiteX21" fmla="*/ 2427610 w 2820074"/>
                  <a:gd name="connsiteY21" fmla="*/ 441016 h 2290046"/>
                  <a:gd name="connsiteX22" fmla="*/ 1844984 w 2820074"/>
                  <a:gd name="connsiteY22" fmla="*/ 546213 h 2290046"/>
                  <a:gd name="connsiteX23" fmla="*/ 1901628 w 2820074"/>
                  <a:gd name="connsiteY23" fmla="*/ 0 h 2290046"/>
                  <a:gd name="connsiteX24" fmla="*/ 1416106 w 2820074"/>
                  <a:gd name="connsiteY24" fmla="*/ 606903 h 22900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2820074" h="2290046">
                    <a:moveTo>
                      <a:pt x="1416106" y="606903"/>
                    </a:moveTo>
                    <a:lnTo>
                      <a:pt x="1096471" y="222531"/>
                    </a:lnTo>
                    <a:lnTo>
                      <a:pt x="954860" y="667593"/>
                    </a:lnTo>
                    <a:lnTo>
                      <a:pt x="89012" y="242761"/>
                    </a:lnTo>
                    <a:lnTo>
                      <a:pt x="610948" y="797066"/>
                    </a:lnTo>
                    <a:lnTo>
                      <a:pt x="0" y="902262"/>
                    </a:lnTo>
                    <a:lnTo>
                      <a:pt x="481476" y="1246174"/>
                    </a:lnTo>
                    <a:lnTo>
                      <a:pt x="36414" y="1533441"/>
                    </a:lnTo>
                    <a:lnTo>
                      <a:pt x="760651" y="1476797"/>
                    </a:lnTo>
                    <a:lnTo>
                      <a:pt x="623086" y="1869260"/>
                    </a:lnTo>
                    <a:lnTo>
                      <a:pt x="1003412" y="1658867"/>
                    </a:lnTo>
                    <a:lnTo>
                      <a:pt x="1104563" y="2290046"/>
                    </a:lnTo>
                    <a:lnTo>
                      <a:pt x="1383738" y="1569855"/>
                    </a:lnTo>
                    <a:lnTo>
                      <a:pt x="1743833" y="2091791"/>
                    </a:lnTo>
                    <a:lnTo>
                      <a:pt x="1836892" y="1529395"/>
                    </a:lnTo>
                    <a:lnTo>
                      <a:pt x="2375012" y="1889491"/>
                    </a:lnTo>
                    <a:lnTo>
                      <a:pt x="2209125" y="1351370"/>
                    </a:lnTo>
                    <a:lnTo>
                      <a:pt x="2820074" y="1399922"/>
                    </a:lnTo>
                    <a:lnTo>
                      <a:pt x="2310276" y="1092425"/>
                    </a:lnTo>
                    <a:lnTo>
                      <a:pt x="2775568" y="837526"/>
                    </a:lnTo>
                    <a:lnTo>
                      <a:pt x="2196987" y="768744"/>
                    </a:lnTo>
                    <a:lnTo>
                      <a:pt x="2427610" y="441016"/>
                    </a:lnTo>
                    <a:lnTo>
                      <a:pt x="1844984" y="546213"/>
                    </a:lnTo>
                    <a:lnTo>
                      <a:pt x="1901628" y="0"/>
                    </a:lnTo>
                    <a:lnTo>
                      <a:pt x="1416106" y="606903"/>
                    </a:lnTo>
                    <a:close/>
                  </a:path>
                </a:pathLst>
              </a:custGeom>
              <a:solidFill>
                <a:srgbClr val="FFFF00">
                  <a:alpha val="73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31" name="TextBox 230">
                <a:extLst>
                  <a:ext uri="{FF2B5EF4-FFF2-40B4-BE49-F238E27FC236}">
                    <a16:creationId xmlns:a16="http://schemas.microsoft.com/office/drawing/2014/main" id="{D80FE26B-BC39-3840-8971-AC80538B679B}"/>
                  </a:ext>
                </a:extLst>
              </p:cNvPr>
              <p:cNvSpPr txBox="1"/>
              <p:nvPr/>
            </p:nvSpPr>
            <p:spPr>
              <a:xfrm>
                <a:off x="9753600" y="2635045"/>
                <a:ext cx="102021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>
                    <a:solidFill>
                      <a:srgbClr val="C00000"/>
                    </a:solidFill>
                  </a:rPr>
                  <a:t>compute</a:t>
                </a:r>
              </a:p>
            </p:txBody>
          </p:sp>
        </p:grpSp>
        <p:grpSp>
          <p:nvGrpSpPr>
            <p:cNvPr id="232" name="Group 231">
              <a:extLst>
                <a:ext uri="{FF2B5EF4-FFF2-40B4-BE49-F238E27FC236}">
                  <a16:creationId xmlns:a16="http://schemas.microsoft.com/office/drawing/2014/main" id="{8919850D-033C-884C-874D-578D6BEF54D6}"/>
                </a:ext>
              </a:extLst>
            </p:cNvPr>
            <p:cNvGrpSpPr/>
            <p:nvPr/>
          </p:nvGrpSpPr>
          <p:grpSpPr>
            <a:xfrm>
              <a:off x="3982064" y="5545391"/>
              <a:ext cx="1196054" cy="1022555"/>
              <a:chOff x="9655277" y="2349909"/>
              <a:chExt cx="1196054" cy="1022555"/>
            </a:xfrm>
          </p:grpSpPr>
          <p:sp>
            <p:nvSpPr>
              <p:cNvPr id="233" name="Freeform 232">
                <a:extLst>
                  <a:ext uri="{FF2B5EF4-FFF2-40B4-BE49-F238E27FC236}">
                    <a16:creationId xmlns:a16="http://schemas.microsoft.com/office/drawing/2014/main" id="{A58AC890-F958-6645-870D-1AB87CB3F2A4}"/>
                  </a:ext>
                </a:extLst>
              </p:cNvPr>
              <p:cNvSpPr/>
              <p:nvPr/>
            </p:nvSpPr>
            <p:spPr>
              <a:xfrm>
                <a:off x="9655277" y="2349909"/>
                <a:ext cx="1196054" cy="1022555"/>
              </a:xfrm>
              <a:custGeom>
                <a:avLst/>
                <a:gdLst>
                  <a:gd name="connsiteX0" fmla="*/ 1416106 w 2820074"/>
                  <a:gd name="connsiteY0" fmla="*/ 606903 h 2290046"/>
                  <a:gd name="connsiteX1" fmla="*/ 1096471 w 2820074"/>
                  <a:gd name="connsiteY1" fmla="*/ 222531 h 2290046"/>
                  <a:gd name="connsiteX2" fmla="*/ 954860 w 2820074"/>
                  <a:gd name="connsiteY2" fmla="*/ 667593 h 2290046"/>
                  <a:gd name="connsiteX3" fmla="*/ 89012 w 2820074"/>
                  <a:gd name="connsiteY3" fmla="*/ 242761 h 2290046"/>
                  <a:gd name="connsiteX4" fmla="*/ 610948 w 2820074"/>
                  <a:gd name="connsiteY4" fmla="*/ 797066 h 2290046"/>
                  <a:gd name="connsiteX5" fmla="*/ 0 w 2820074"/>
                  <a:gd name="connsiteY5" fmla="*/ 902262 h 2290046"/>
                  <a:gd name="connsiteX6" fmla="*/ 481476 w 2820074"/>
                  <a:gd name="connsiteY6" fmla="*/ 1246174 h 2290046"/>
                  <a:gd name="connsiteX7" fmla="*/ 36414 w 2820074"/>
                  <a:gd name="connsiteY7" fmla="*/ 1533441 h 2290046"/>
                  <a:gd name="connsiteX8" fmla="*/ 760651 w 2820074"/>
                  <a:gd name="connsiteY8" fmla="*/ 1476797 h 2290046"/>
                  <a:gd name="connsiteX9" fmla="*/ 623086 w 2820074"/>
                  <a:gd name="connsiteY9" fmla="*/ 1869260 h 2290046"/>
                  <a:gd name="connsiteX10" fmla="*/ 1003412 w 2820074"/>
                  <a:gd name="connsiteY10" fmla="*/ 1658867 h 2290046"/>
                  <a:gd name="connsiteX11" fmla="*/ 1104563 w 2820074"/>
                  <a:gd name="connsiteY11" fmla="*/ 2290046 h 2290046"/>
                  <a:gd name="connsiteX12" fmla="*/ 1383738 w 2820074"/>
                  <a:gd name="connsiteY12" fmla="*/ 1569855 h 2290046"/>
                  <a:gd name="connsiteX13" fmla="*/ 1743833 w 2820074"/>
                  <a:gd name="connsiteY13" fmla="*/ 2091791 h 2290046"/>
                  <a:gd name="connsiteX14" fmla="*/ 1836892 w 2820074"/>
                  <a:gd name="connsiteY14" fmla="*/ 1529395 h 2290046"/>
                  <a:gd name="connsiteX15" fmla="*/ 2375012 w 2820074"/>
                  <a:gd name="connsiteY15" fmla="*/ 1889491 h 2290046"/>
                  <a:gd name="connsiteX16" fmla="*/ 2209125 w 2820074"/>
                  <a:gd name="connsiteY16" fmla="*/ 1351370 h 2290046"/>
                  <a:gd name="connsiteX17" fmla="*/ 2820074 w 2820074"/>
                  <a:gd name="connsiteY17" fmla="*/ 1399922 h 2290046"/>
                  <a:gd name="connsiteX18" fmla="*/ 2310276 w 2820074"/>
                  <a:gd name="connsiteY18" fmla="*/ 1092425 h 2290046"/>
                  <a:gd name="connsiteX19" fmla="*/ 2775568 w 2820074"/>
                  <a:gd name="connsiteY19" fmla="*/ 837526 h 2290046"/>
                  <a:gd name="connsiteX20" fmla="*/ 2196987 w 2820074"/>
                  <a:gd name="connsiteY20" fmla="*/ 768744 h 2290046"/>
                  <a:gd name="connsiteX21" fmla="*/ 2427610 w 2820074"/>
                  <a:gd name="connsiteY21" fmla="*/ 441016 h 2290046"/>
                  <a:gd name="connsiteX22" fmla="*/ 1844984 w 2820074"/>
                  <a:gd name="connsiteY22" fmla="*/ 546213 h 2290046"/>
                  <a:gd name="connsiteX23" fmla="*/ 1901628 w 2820074"/>
                  <a:gd name="connsiteY23" fmla="*/ 0 h 2290046"/>
                  <a:gd name="connsiteX24" fmla="*/ 1416106 w 2820074"/>
                  <a:gd name="connsiteY24" fmla="*/ 606903 h 22900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2820074" h="2290046">
                    <a:moveTo>
                      <a:pt x="1416106" y="606903"/>
                    </a:moveTo>
                    <a:lnTo>
                      <a:pt x="1096471" y="222531"/>
                    </a:lnTo>
                    <a:lnTo>
                      <a:pt x="954860" y="667593"/>
                    </a:lnTo>
                    <a:lnTo>
                      <a:pt x="89012" y="242761"/>
                    </a:lnTo>
                    <a:lnTo>
                      <a:pt x="610948" y="797066"/>
                    </a:lnTo>
                    <a:lnTo>
                      <a:pt x="0" y="902262"/>
                    </a:lnTo>
                    <a:lnTo>
                      <a:pt x="481476" y="1246174"/>
                    </a:lnTo>
                    <a:lnTo>
                      <a:pt x="36414" y="1533441"/>
                    </a:lnTo>
                    <a:lnTo>
                      <a:pt x="760651" y="1476797"/>
                    </a:lnTo>
                    <a:lnTo>
                      <a:pt x="623086" y="1869260"/>
                    </a:lnTo>
                    <a:lnTo>
                      <a:pt x="1003412" y="1658867"/>
                    </a:lnTo>
                    <a:lnTo>
                      <a:pt x="1104563" y="2290046"/>
                    </a:lnTo>
                    <a:lnTo>
                      <a:pt x="1383738" y="1569855"/>
                    </a:lnTo>
                    <a:lnTo>
                      <a:pt x="1743833" y="2091791"/>
                    </a:lnTo>
                    <a:lnTo>
                      <a:pt x="1836892" y="1529395"/>
                    </a:lnTo>
                    <a:lnTo>
                      <a:pt x="2375012" y="1889491"/>
                    </a:lnTo>
                    <a:lnTo>
                      <a:pt x="2209125" y="1351370"/>
                    </a:lnTo>
                    <a:lnTo>
                      <a:pt x="2820074" y="1399922"/>
                    </a:lnTo>
                    <a:lnTo>
                      <a:pt x="2310276" y="1092425"/>
                    </a:lnTo>
                    <a:lnTo>
                      <a:pt x="2775568" y="837526"/>
                    </a:lnTo>
                    <a:lnTo>
                      <a:pt x="2196987" y="768744"/>
                    </a:lnTo>
                    <a:lnTo>
                      <a:pt x="2427610" y="441016"/>
                    </a:lnTo>
                    <a:lnTo>
                      <a:pt x="1844984" y="546213"/>
                    </a:lnTo>
                    <a:lnTo>
                      <a:pt x="1901628" y="0"/>
                    </a:lnTo>
                    <a:lnTo>
                      <a:pt x="1416106" y="606903"/>
                    </a:lnTo>
                    <a:close/>
                  </a:path>
                </a:pathLst>
              </a:custGeom>
              <a:solidFill>
                <a:srgbClr val="FFFF00">
                  <a:alpha val="73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34" name="TextBox 233">
                <a:extLst>
                  <a:ext uri="{FF2B5EF4-FFF2-40B4-BE49-F238E27FC236}">
                    <a16:creationId xmlns:a16="http://schemas.microsoft.com/office/drawing/2014/main" id="{F91239F9-821D-324E-AED8-FC0DBAC8E537}"/>
                  </a:ext>
                </a:extLst>
              </p:cNvPr>
              <p:cNvSpPr txBox="1"/>
              <p:nvPr/>
            </p:nvSpPr>
            <p:spPr>
              <a:xfrm>
                <a:off x="9753600" y="2635045"/>
                <a:ext cx="102021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>
                    <a:solidFill>
                      <a:srgbClr val="C00000"/>
                    </a:solidFill>
                  </a:rPr>
                  <a:t>compute</a:t>
                </a:r>
              </a:p>
            </p:txBody>
          </p:sp>
        </p:grpSp>
        <p:grpSp>
          <p:nvGrpSpPr>
            <p:cNvPr id="235" name="Group 234">
              <a:extLst>
                <a:ext uri="{FF2B5EF4-FFF2-40B4-BE49-F238E27FC236}">
                  <a16:creationId xmlns:a16="http://schemas.microsoft.com/office/drawing/2014/main" id="{4D851E35-9983-2647-8751-B14388AB0989}"/>
                </a:ext>
              </a:extLst>
            </p:cNvPr>
            <p:cNvGrpSpPr/>
            <p:nvPr/>
          </p:nvGrpSpPr>
          <p:grpSpPr>
            <a:xfrm>
              <a:off x="5914102" y="5530644"/>
              <a:ext cx="1196054" cy="1022555"/>
              <a:chOff x="9655277" y="2349909"/>
              <a:chExt cx="1196054" cy="1022555"/>
            </a:xfrm>
          </p:grpSpPr>
          <p:sp>
            <p:nvSpPr>
              <p:cNvPr id="236" name="Freeform 235">
                <a:extLst>
                  <a:ext uri="{FF2B5EF4-FFF2-40B4-BE49-F238E27FC236}">
                    <a16:creationId xmlns:a16="http://schemas.microsoft.com/office/drawing/2014/main" id="{B0E043AA-70A2-8045-AEF2-608FF9160AEF}"/>
                  </a:ext>
                </a:extLst>
              </p:cNvPr>
              <p:cNvSpPr/>
              <p:nvPr/>
            </p:nvSpPr>
            <p:spPr>
              <a:xfrm>
                <a:off x="9655277" y="2349909"/>
                <a:ext cx="1196054" cy="1022555"/>
              </a:xfrm>
              <a:custGeom>
                <a:avLst/>
                <a:gdLst>
                  <a:gd name="connsiteX0" fmla="*/ 1416106 w 2820074"/>
                  <a:gd name="connsiteY0" fmla="*/ 606903 h 2290046"/>
                  <a:gd name="connsiteX1" fmla="*/ 1096471 w 2820074"/>
                  <a:gd name="connsiteY1" fmla="*/ 222531 h 2290046"/>
                  <a:gd name="connsiteX2" fmla="*/ 954860 w 2820074"/>
                  <a:gd name="connsiteY2" fmla="*/ 667593 h 2290046"/>
                  <a:gd name="connsiteX3" fmla="*/ 89012 w 2820074"/>
                  <a:gd name="connsiteY3" fmla="*/ 242761 h 2290046"/>
                  <a:gd name="connsiteX4" fmla="*/ 610948 w 2820074"/>
                  <a:gd name="connsiteY4" fmla="*/ 797066 h 2290046"/>
                  <a:gd name="connsiteX5" fmla="*/ 0 w 2820074"/>
                  <a:gd name="connsiteY5" fmla="*/ 902262 h 2290046"/>
                  <a:gd name="connsiteX6" fmla="*/ 481476 w 2820074"/>
                  <a:gd name="connsiteY6" fmla="*/ 1246174 h 2290046"/>
                  <a:gd name="connsiteX7" fmla="*/ 36414 w 2820074"/>
                  <a:gd name="connsiteY7" fmla="*/ 1533441 h 2290046"/>
                  <a:gd name="connsiteX8" fmla="*/ 760651 w 2820074"/>
                  <a:gd name="connsiteY8" fmla="*/ 1476797 h 2290046"/>
                  <a:gd name="connsiteX9" fmla="*/ 623086 w 2820074"/>
                  <a:gd name="connsiteY9" fmla="*/ 1869260 h 2290046"/>
                  <a:gd name="connsiteX10" fmla="*/ 1003412 w 2820074"/>
                  <a:gd name="connsiteY10" fmla="*/ 1658867 h 2290046"/>
                  <a:gd name="connsiteX11" fmla="*/ 1104563 w 2820074"/>
                  <a:gd name="connsiteY11" fmla="*/ 2290046 h 2290046"/>
                  <a:gd name="connsiteX12" fmla="*/ 1383738 w 2820074"/>
                  <a:gd name="connsiteY12" fmla="*/ 1569855 h 2290046"/>
                  <a:gd name="connsiteX13" fmla="*/ 1743833 w 2820074"/>
                  <a:gd name="connsiteY13" fmla="*/ 2091791 h 2290046"/>
                  <a:gd name="connsiteX14" fmla="*/ 1836892 w 2820074"/>
                  <a:gd name="connsiteY14" fmla="*/ 1529395 h 2290046"/>
                  <a:gd name="connsiteX15" fmla="*/ 2375012 w 2820074"/>
                  <a:gd name="connsiteY15" fmla="*/ 1889491 h 2290046"/>
                  <a:gd name="connsiteX16" fmla="*/ 2209125 w 2820074"/>
                  <a:gd name="connsiteY16" fmla="*/ 1351370 h 2290046"/>
                  <a:gd name="connsiteX17" fmla="*/ 2820074 w 2820074"/>
                  <a:gd name="connsiteY17" fmla="*/ 1399922 h 2290046"/>
                  <a:gd name="connsiteX18" fmla="*/ 2310276 w 2820074"/>
                  <a:gd name="connsiteY18" fmla="*/ 1092425 h 2290046"/>
                  <a:gd name="connsiteX19" fmla="*/ 2775568 w 2820074"/>
                  <a:gd name="connsiteY19" fmla="*/ 837526 h 2290046"/>
                  <a:gd name="connsiteX20" fmla="*/ 2196987 w 2820074"/>
                  <a:gd name="connsiteY20" fmla="*/ 768744 h 2290046"/>
                  <a:gd name="connsiteX21" fmla="*/ 2427610 w 2820074"/>
                  <a:gd name="connsiteY21" fmla="*/ 441016 h 2290046"/>
                  <a:gd name="connsiteX22" fmla="*/ 1844984 w 2820074"/>
                  <a:gd name="connsiteY22" fmla="*/ 546213 h 2290046"/>
                  <a:gd name="connsiteX23" fmla="*/ 1901628 w 2820074"/>
                  <a:gd name="connsiteY23" fmla="*/ 0 h 2290046"/>
                  <a:gd name="connsiteX24" fmla="*/ 1416106 w 2820074"/>
                  <a:gd name="connsiteY24" fmla="*/ 606903 h 22900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2820074" h="2290046">
                    <a:moveTo>
                      <a:pt x="1416106" y="606903"/>
                    </a:moveTo>
                    <a:lnTo>
                      <a:pt x="1096471" y="222531"/>
                    </a:lnTo>
                    <a:lnTo>
                      <a:pt x="954860" y="667593"/>
                    </a:lnTo>
                    <a:lnTo>
                      <a:pt x="89012" y="242761"/>
                    </a:lnTo>
                    <a:lnTo>
                      <a:pt x="610948" y="797066"/>
                    </a:lnTo>
                    <a:lnTo>
                      <a:pt x="0" y="902262"/>
                    </a:lnTo>
                    <a:lnTo>
                      <a:pt x="481476" y="1246174"/>
                    </a:lnTo>
                    <a:lnTo>
                      <a:pt x="36414" y="1533441"/>
                    </a:lnTo>
                    <a:lnTo>
                      <a:pt x="760651" y="1476797"/>
                    </a:lnTo>
                    <a:lnTo>
                      <a:pt x="623086" y="1869260"/>
                    </a:lnTo>
                    <a:lnTo>
                      <a:pt x="1003412" y="1658867"/>
                    </a:lnTo>
                    <a:lnTo>
                      <a:pt x="1104563" y="2290046"/>
                    </a:lnTo>
                    <a:lnTo>
                      <a:pt x="1383738" y="1569855"/>
                    </a:lnTo>
                    <a:lnTo>
                      <a:pt x="1743833" y="2091791"/>
                    </a:lnTo>
                    <a:lnTo>
                      <a:pt x="1836892" y="1529395"/>
                    </a:lnTo>
                    <a:lnTo>
                      <a:pt x="2375012" y="1889491"/>
                    </a:lnTo>
                    <a:lnTo>
                      <a:pt x="2209125" y="1351370"/>
                    </a:lnTo>
                    <a:lnTo>
                      <a:pt x="2820074" y="1399922"/>
                    </a:lnTo>
                    <a:lnTo>
                      <a:pt x="2310276" y="1092425"/>
                    </a:lnTo>
                    <a:lnTo>
                      <a:pt x="2775568" y="837526"/>
                    </a:lnTo>
                    <a:lnTo>
                      <a:pt x="2196987" y="768744"/>
                    </a:lnTo>
                    <a:lnTo>
                      <a:pt x="2427610" y="441016"/>
                    </a:lnTo>
                    <a:lnTo>
                      <a:pt x="1844984" y="546213"/>
                    </a:lnTo>
                    <a:lnTo>
                      <a:pt x="1901628" y="0"/>
                    </a:lnTo>
                    <a:lnTo>
                      <a:pt x="1416106" y="606903"/>
                    </a:lnTo>
                    <a:close/>
                  </a:path>
                </a:pathLst>
              </a:custGeom>
              <a:solidFill>
                <a:srgbClr val="FFFF00">
                  <a:alpha val="73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37" name="TextBox 236">
                <a:extLst>
                  <a:ext uri="{FF2B5EF4-FFF2-40B4-BE49-F238E27FC236}">
                    <a16:creationId xmlns:a16="http://schemas.microsoft.com/office/drawing/2014/main" id="{E0712C29-CD00-4544-87CB-605AB5CBBE08}"/>
                  </a:ext>
                </a:extLst>
              </p:cNvPr>
              <p:cNvSpPr txBox="1"/>
              <p:nvPr/>
            </p:nvSpPr>
            <p:spPr>
              <a:xfrm>
                <a:off x="9753600" y="2635045"/>
                <a:ext cx="102021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>
                    <a:solidFill>
                      <a:srgbClr val="C00000"/>
                    </a:solidFill>
                  </a:rPr>
                  <a:t>compute</a:t>
                </a:r>
              </a:p>
            </p:txBody>
          </p:sp>
        </p:grpSp>
        <p:grpSp>
          <p:nvGrpSpPr>
            <p:cNvPr id="238" name="Group 237">
              <a:extLst>
                <a:ext uri="{FF2B5EF4-FFF2-40B4-BE49-F238E27FC236}">
                  <a16:creationId xmlns:a16="http://schemas.microsoft.com/office/drawing/2014/main" id="{031F5E61-5B07-8C41-A704-C2A49253CC50}"/>
                </a:ext>
              </a:extLst>
            </p:cNvPr>
            <p:cNvGrpSpPr/>
            <p:nvPr/>
          </p:nvGrpSpPr>
          <p:grpSpPr>
            <a:xfrm>
              <a:off x="7846140" y="5515897"/>
              <a:ext cx="1196054" cy="1022555"/>
              <a:chOff x="9655277" y="2349909"/>
              <a:chExt cx="1196054" cy="1022555"/>
            </a:xfrm>
          </p:grpSpPr>
          <p:sp>
            <p:nvSpPr>
              <p:cNvPr id="239" name="Freeform 238">
                <a:extLst>
                  <a:ext uri="{FF2B5EF4-FFF2-40B4-BE49-F238E27FC236}">
                    <a16:creationId xmlns:a16="http://schemas.microsoft.com/office/drawing/2014/main" id="{B72B4351-32EB-1245-8CF3-9F678CEC542B}"/>
                  </a:ext>
                </a:extLst>
              </p:cNvPr>
              <p:cNvSpPr/>
              <p:nvPr/>
            </p:nvSpPr>
            <p:spPr>
              <a:xfrm>
                <a:off x="9655277" y="2349909"/>
                <a:ext cx="1196054" cy="1022555"/>
              </a:xfrm>
              <a:custGeom>
                <a:avLst/>
                <a:gdLst>
                  <a:gd name="connsiteX0" fmla="*/ 1416106 w 2820074"/>
                  <a:gd name="connsiteY0" fmla="*/ 606903 h 2290046"/>
                  <a:gd name="connsiteX1" fmla="*/ 1096471 w 2820074"/>
                  <a:gd name="connsiteY1" fmla="*/ 222531 h 2290046"/>
                  <a:gd name="connsiteX2" fmla="*/ 954860 w 2820074"/>
                  <a:gd name="connsiteY2" fmla="*/ 667593 h 2290046"/>
                  <a:gd name="connsiteX3" fmla="*/ 89012 w 2820074"/>
                  <a:gd name="connsiteY3" fmla="*/ 242761 h 2290046"/>
                  <a:gd name="connsiteX4" fmla="*/ 610948 w 2820074"/>
                  <a:gd name="connsiteY4" fmla="*/ 797066 h 2290046"/>
                  <a:gd name="connsiteX5" fmla="*/ 0 w 2820074"/>
                  <a:gd name="connsiteY5" fmla="*/ 902262 h 2290046"/>
                  <a:gd name="connsiteX6" fmla="*/ 481476 w 2820074"/>
                  <a:gd name="connsiteY6" fmla="*/ 1246174 h 2290046"/>
                  <a:gd name="connsiteX7" fmla="*/ 36414 w 2820074"/>
                  <a:gd name="connsiteY7" fmla="*/ 1533441 h 2290046"/>
                  <a:gd name="connsiteX8" fmla="*/ 760651 w 2820074"/>
                  <a:gd name="connsiteY8" fmla="*/ 1476797 h 2290046"/>
                  <a:gd name="connsiteX9" fmla="*/ 623086 w 2820074"/>
                  <a:gd name="connsiteY9" fmla="*/ 1869260 h 2290046"/>
                  <a:gd name="connsiteX10" fmla="*/ 1003412 w 2820074"/>
                  <a:gd name="connsiteY10" fmla="*/ 1658867 h 2290046"/>
                  <a:gd name="connsiteX11" fmla="*/ 1104563 w 2820074"/>
                  <a:gd name="connsiteY11" fmla="*/ 2290046 h 2290046"/>
                  <a:gd name="connsiteX12" fmla="*/ 1383738 w 2820074"/>
                  <a:gd name="connsiteY12" fmla="*/ 1569855 h 2290046"/>
                  <a:gd name="connsiteX13" fmla="*/ 1743833 w 2820074"/>
                  <a:gd name="connsiteY13" fmla="*/ 2091791 h 2290046"/>
                  <a:gd name="connsiteX14" fmla="*/ 1836892 w 2820074"/>
                  <a:gd name="connsiteY14" fmla="*/ 1529395 h 2290046"/>
                  <a:gd name="connsiteX15" fmla="*/ 2375012 w 2820074"/>
                  <a:gd name="connsiteY15" fmla="*/ 1889491 h 2290046"/>
                  <a:gd name="connsiteX16" fmla="*/ 2209125 w 2820074"/>
                  <a:gd name="connsiteY16" fmla="*/ 1351370 h 2290046"/>
                  <a:gd name="connsiteX17" fmla="*/ 2820074 w 2820074"/>
                  <a:gd name="connsiteY17" fmla="*/ 1399922 h 2290046"/>
                  <a:gd name="connsiteX18" fmla="*/ 2310276 w 2820074"/>
                  <a:gd name="connsiteY18" fmla="*/ 1092425 h 2290046"/>
                  <a:gd name="connsiteX19" fmla="*/ 2775568 w 2820074"/>
                  <a:gd name="connsiteY19" fmla="*/ 837526 h 2290046"/>
                  <a:gd name="connsiteX20" fmla="*/ 2196987 w 2820074"/>
                  <a:gd name="connsiteY20" fmla="*/ 768744 h 2290046"/>
                  <a:gd name="connsiteX21" fmla="*/ 2427610 w 2820074"/>
                  <a:gd name="connsiteY21" fmla="*/ 441016 h 2290046"/>
                  <a:gd name="connsiteX22" fmla="*/ 1844984 w 2820074"/>
                  <a:gd name="connsiteY22" fmla="*/ 546213 h 2290046"/>
                  <a:gd name="connsiteX23" fmla="*/ 1901628 w 2820074"/>
                  <a:gd name="connsiteY23" fmla="*/ 0 h 2290046"/>
                  <a:gd name="connsiteX24" fmla="*/ 1416106 w 2820074"/>
                  <a:gd name="connsiteY24" fmla="*/ 606903 h 22900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2820074" h="2290046">
                    <a:moveTo>
                      <a:pt x="1416106" y="606903"/>
                    </a:moveTo>
                    <a:lnTo>
                      <a:pt x="1096471" y="222531"/>
                    </a:lnTo>
                    <a:lnTo>
                      <a:pt x="954860" y="667593"/>
                    </a:lnTo>
                    <a:lnTo>
                      <a:pt x="89012" y="242761"/>
                    </a:lnTo>
                    <a:lnTo>
                      <a:pt x="610948" y="797066"/>
                    </a:lnTo>
                    <a:lnTo>
                      <a:pt x="0" y="902262"/>
                    </a:lnTo>
                    <a:lnTo>
                      <a:pt x="481476" y="1246174"/>
                    </a:lnTo>
                    <a:lnTo>
                      <a:pt x="36414" y="1533441"/>
                    </a:lnTo>
                    <a:lnTo>
                      <a:pt x="760651" y="1476797"/>
                    </a:lnTo>
                    <a:lnTo>
                      <a:pt x="623086" y="1869260"/>
                    </a:lnTo>
                    <a:lnTo>
                      <a:pt x="1003412" y="1658867"/>
                    </a:lnTo>
                    <a:lnTo>
                      <a:pt x="1104563" y="2290046"/>
                    </a:lnTo>
                    <a:lnTo>
                      <a:pt x="1383738" y="1569855"/>
                    </a:lnTo>
                    <a:lnTo>
                      <a:pt x="1743833" y="2091791"/>
                    </a:lnTo>
                    <a:lnTo>
                      <a:pt x="1836892" y="1529395"/>
                    </a:lnTo>
                    <a:lnTo>
                      <a:pt x="2375012" y="1889491"/>
                    </a:lnTo>
                    <a:lnTo>
                      <a:pt x="2209125" y="1351370"/>
                    </a:lnTo>
                    <a:lnTo>
                      <a:pt x="2820074" y="1399922"/>
                    </a:lnTo>
                    <a:lnTo>
                      <a:pt x="2310276" y="1092425"/>
                    </a:lnTo>
                    <a:lnTo>
                      <a:pt x="2775568" y="837526"/>
                    </a:lnTo>
                    <a:lnTo>
                      <a:pt x="2196987" y="768744"/>
                    </a:lnTo>
                    <a:lnTo>
                      <a:pt x="2427610" y="441016"/>
                    </a:lnTo>
                    <a:lnTo>
                      <a:pt x="1844984" y="546213"/>
                    </a:lnTo>
                    <a:lnTo>
                      <a:pt x="1901628" y="0"/>
                    </a:lnTo>
                    <a:lnTo>
                      <a:pt x="1416106" y="606903"/>
                    </a:lnTo>
                    <a:close/>
                  </a:path>
                </a:pathLst>
              </a:custGeom>
              <a:solidFill>
                <a:srgbClr val="FFFF00">
                  <a:alpha val="73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40" name="TextBox 239">
                <a:extLst>
                  <a:ext uri="{FF2B5EF4-FFF2-40B4-BE49-F238E27FC236}">
                    <a16:creationId xmlns:a16="http://schemas.microsoft.com/office/drawing/2014/main" id="{2D65D50F-2DBC-ED46-BC08-037761F3504F}"/>
                  </a:ext>
                </a:extLst>
              </p:cNvPr>
              <p:cNvSpPr txBox="1"/>
              <p:nvPr/>
            </p:nvSpPr>
            <p:spPr>
              <a:xfrm>
                <a:off x="9753600" y="2635045"/>
                <a:ext cx="102021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>
                    <a:solidFill>
                      <a:srgbClr val="C00000"/>
                    </a:solidFill>
                  </a:rPr>
                  <a:t>compute</a:t>
                </a:r>
              </a:p>
            </p:txBody>
          </p:sp>
        </p:grpSp>
      </p:grpSp>
      <p:cxnSp>
        <p:nvCxnSpPr>
          <p:cNvPr id="241" name="Straight Connector 240">
            <a:extLst>
              <a:ext uri="{FF2B5EF4-FFF2-40B4-BE49-F238E27FC236}">
                <a16:creationId xmlns:a16="http://schemas.microsoft.com/office/drawing/2014/main" id="{B38AD34A-F832-BE4A-A882-9D9F4CB12C05}"/>
              </a:ext>
            </a:extLst>
          </p:cNvPr>
          <p:cNvCxnSpPr>
            <a:cxnSpLocks/>
          </p:cNvCxnSpPr>
          <p:nvPr/>
        </p:nvCxnSpPr>
        <p:spPr>
          <a:xfrm flipH="1">
            <a:off x="919556" y="2070953"/>
            <a:ext cx="240612" cy="121026"/>
          </a:xfrm>
          <a:prstGeom prst="line">
            <a:avLst/>
          </a:prstGeom>
          <a:ln w="25400" cap="flat">
            <a:solidFill>
              <a:srgbClr val="C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17315273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52B9189-7CDF-0741-9858-A79357149B7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6625" y="174028"/>
            <a:ext cx="10515600" cy="894622"/>
          </a:xfrm>
        </p:spPr>
        <p:txBody>
          <a:bodyPr/>
          <a:lstStyle/>
          <a:p>
            <a:r>
              <a:rPr lang="en-US" dirty="0"/>
              <a:t>Distance vector example: </a:t>
            </a:r>
            <a:r>
              <a:rPr lang="en-US" dirty="0">
                <a:solidFill>
                  <a:srgbClr val="0000A8"/>
                </a:solidFill>
              </a:rPr>
              <a:t>iteration</a:t>
            </a:r>
            <a:endParaRPr lang="en-US" dirty="0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98E05715-B0AC-CF47-B242-18018B71339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41</a:t>
            </a:fld>
            <a:endParaRPr lang="en-US" dirty="0"/>
          </a:p>
        </p:txBody>
      </p:sp>
      <p:cxnSp>
        <p:nvCxnSpPr>
          <p:cNvPr id="82" name="Straight Connector 81">
            <a:extLst>
              <a:ext uri="{FF2B5EF4-FFF2-40B4-BE49-F238E27FC236}">
                <a16:creationId xmlns:a16="http://schemas.microsoft.com/office/drawing/2014/main" id="{374B35E8-95B6-B946-8240-59B747B607B3}"/>
              </a:ext>
            </a:extLst>
          </p:cNvPr>
          <p:cNvCxnSpPr>
            <a:cxnSpLocks/>
            <a:stCxn id="76" idx="2"/>
            <a:endCxn id="76" idx="0"/>
          </p:cNvCxnSpPr>
          <p:nvPr/>
        </p:nvCxnSpPr>
        <p:spPr>
          <a:xfrm flipV="1">
            <a:off x="6530326" y="2129120"/>
            <a:ext cx="0" cy="3863111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6" name="Straight Connector 95">
            <a:extLst>
              <a:ext uri="{FF2B5EF4-FFF2-40B4-BE49-F238E27FC236}">
                <a16:creationId xmlns:a16="http://schemas.microsoft.com/office/drawing/2014/main" id="{DE34EA38-AB93-704A-ACF2-764D62663226}"/>
              </a:ext>
            </a:extLst>
          </p:cNvPr>
          <p:cNvCxnSpPr>
            <a:cxnSpLocks/>
            <a:stCxn id="76" idx="1"/>
            <a:endCxn id="76" idx="3"/>
          </p:cNvCxnSpPr>
          <p:nvPr/>
        </p:nvCxnSpPr>
        <p:spPr>
          <a:xfrm>
            <a:off x="4598770" y="4060675"/>
            <a:ext cx="3863111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6" name="Rectangle 75">
            <a:extLst>
              <a:ext uri="{FF2B5EF4-FFF2-40B4-BE49-F238E27FC236}">
                <a16:creationId xmlns:a16="http://schemas.microsoft.com/office/drawing/2014/main" id="{A169888C-5E10-3E40-BC1D-A5D0DB850712}"/>
              </a:ext>
            </a:extLst>
          </p:cNvPr>
          <p:cNvSpPr/>
          <p:nvPr/>
        </p:nvSpPr>
        <p:spPr>
          <a:xfrm>
            <a:off x="4598770" y="2129120"/>
            <a:ext cx="3863111" cy="3863111"/>
          </a:xfrm>
          <a:prstGeom prst="rect">
            <a:avLst/>
          </a:prstGeom>
          <a:noFill/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dirty="0"/>
          </a:p>
        </p:txBody>
      </p:sp>
      <p:sp>
        <p:nvSpPr>
          <p:cNvPr id="150" name="Rectangle 149">
            <a:extLst>
              <a:ext uri="{FF2B5EF4-FFF2-40B4-BE49-F238E27FC236}">
                <a16:creationId xmlns:a16="http://schemas.microsoft.com/office/drawing/2014/main" id="{CB39BACF-E4D1-6641-8B8C-0274EDEFA113}"/>
              </a:ext>
            </a:extLst>
          </p:cNvPr>
          <p:cNvSpPr/>
          <p:nvPr/>
        </p:nvSpPr>
        <p:spPr>
          <a:xfrm>
            <a:off x="8380337" y="2200470"/>
            <a:ext cx="132508" cy="1855109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dirty="0"/>
          </a:p>
        </p:txBody>
      </p:sp>
      <p:grpSp>
        <p:nvGrpSpPr>
          <p:cNvPr id="1034" name="Group 1033">
            <a:extLst>
              <a:ext uri="{FF2B5EF4-FFF2-40B4-BE49-F238E27FC236}">
                <a16:creationId xmlns:a16="http://schemas.microsoft.com/office/drawing/2014/main" id="{B4BFA757-E5EA-9A42-8A16-AA2091E708C8}"/>
              </a:ext>
            </a:extLst>
          </p:cNvPr>
          <p:cNvGrpSpPr/>
          <p:nvPr/>
        </p:nvGrpSpPr>
        <p:grpSpPr>
          <a:xfrm>
            <a:off x="4333785" y="5772213"/>
            <a:ext cx="4395351" cy="404576"/>
            <a:chOff x="4333785" y="5772213"/>
            <a:chExt cx="4395351" cy="404576"/>
          </a:xfrm>
        </p:grpSpPr>
        <p:grpSp>
          <p:nvGrpSpPr>
            <p:cNvPr id="184" name="Group 183">
              <a:extLst>
                <a:ext uri="{FF2B5EF4-FFF2-40B4-BE49-F238E27FC236}">
                  <a16:creationId xmlns:a16="http://schemas.microsoft.com/office/drawing/2014/main" id="{600795BD-C1B6-1748-B28A-001A8505BE86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205" name="Group 204">
                <a:extLst>
                  <a:ext uri="{FF2B5EF4-FFF2-40B4-BE49-F238E27FC236}">
                    <a16:creationId xmlns:a16="http://schemas.microsoft.com/office/drawing/2014/main" id="{CE81AFB3-2346-434C-A463-93F9C295562A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09" name="Oval 5">
                  <a:extLst>
                    <a:ext uri="{FF2B5EF4-FFF2-40B4-BE49-F238E27FC236}">
                      <a16:creationId xmlns:a16="http://schemas.microsoft.com/office/drawing/2014/main" id="{7918ED2E-E380-6C4E-86AA-0BF9D761441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0" name="Line 6">
                  <a:extLst>
                    <a:ext uri="{FF2B5EF4-FFF2-40B4-BE49-F238E27FC236}">
                      <a16:creationId xmlns:a16="http://schemas.microsoft.com/office/drawing/2014/main" id="{45F96407-8127-654C-9C52-5B626907562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1" name="Line 7">
                  <a:extLst>
                    <a:ext uri="{FF2B5EF4-FFF2-40B4-BE49-F238E27FC236}">
                      <a16:creationId xmlns:a16="http://schemas.microsoft.com/office/drawing/2014/main" id="{F1C01DA2-272A-CD4F-87F1-779C30F3555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2" name="Rectangle 8">
                  <a:extLst>
                    <a:ext uri="{FF2B5EF4-FFF2-40B4-BE49-F238E27FC236}">
                      <a16:creationId xmlns:a16="http://schemas.microsoft.com/office/drawing/2014/main" id="{7969C970-9697-A847-B375-82D629934D5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3" name="Oval 9">
                  <a:extLst>
                    <a:ext uri="{FF2B5EF4-FFF2-40B4-BE49-F238E27FC236}">
                      <a16:creationId xmlns:a16="http://schemas.microsoft.com/office/drawing/2014/main" id="{F8D02D26-0EA1-FD40-AD1F-E4E8635F47C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06" name="Group 44">
                <a:extLst>
                  <a:ext uri="{FF2B5EF4-FFF2-40B4-BE49-F238E27FC236}">
                    <a16:creationId xmlns:a16="http://schemas.microsoft.com/office/drawing/2014/main" id="{02C0B744-445A-A04E-812A-2D60476C152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207" name="Rectangle 45">
                  <a:extLst>
                    <a:ext uri="{FF2B5EF4-FFF2-40B4-BE49-F238E27FC236}">
                      <a16:creationId xmlns:a16="http://schemas.microsoft.com/office/drawing/2014/main" id="{83E6E4B2-940F-B749-91D8-19B033341D5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8" name="Text Box 46">
                  <a:extLst>
                    <a:ext uri="{FF2B5EF4-FFF2-40B4-BE49-F238E27FC236}">
                      <a16:creationId xmlns:a16="http://schemas.microsoft.com/office/drawing/2014/main" id="{16D546E0-A23E-174D-8F0D-BFB691AF1D6C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g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185" name="Group 184">
              <a:extLst>
                <a:ext uri="{FF2B5EF4-FFF2-40B4-BE49-F238E27FC236}">
                  <a16:creationId xmlns:a16="http://schemas.microsoft.com/office/drawing/2014/main" id="{34A0F8A7-FCD0-9A45-80B9-24CC78B561FE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196" name="Group 195">
                <a:extLst>
                  <a:ext uri="{FF2B5EF4-FFF2-40B4-BE49-F238E27FC236}">
                    <a16:creationId xmlns:a16="http://schemas.microsoft.com/office/drawing/2014/main" id="{18AECA76-7F06-F84A-928B-C13839D9F43F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00" name="Oval 5">
                  <a:extLst>
                    <a:ext uri="{FF2B5EF4-FFF2-40B4-BE49-F238E27FC236}">
                      <a16:creationId xmlns:a16="http://schemas.microsoft.com/office/drawing/2014/main" id="{04917013-CC10-D043-8A71-34F24813049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1" name="Line 6">
                  <a:extLst>
                    <a:ext uri="{FF2B5EF4-FFF2-40B4-BE49-F238E27FC236}">
                      <a16:creationId xmlns:a16="http://schemas.microsoft.com/office/drawing/2014/main" id="{7E7DEF49-D295-8547-9FE7-8CBB42CEB81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2" name="Line 7">
                  <a:extLst>
                    <a:ext uri="{FF2B5EF4-FFF2-40B4-BE49-F238E27FC236}">
                      <a16:creationId xmlns:a16="http://schemas.microsoft.com/office/drawing/2014/main" id="{5633B25D-6786-5A4A-A44E-E4A1EE3575B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3" name="Rectangle 8">
                  <a:extLst>
                    <a:ext uri="{FF2B5EF4-FFF2-40B4-BE49-F238E27FC236}">
                      <a16:creationId xmlns:a16="http://schemas.microsoft.com/office/drawing/2014/main" id="{968E012E-E513-8340-9324-11A79B223E2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4" name="Oval 9">
                  <a:extLst>
                    <a:ext uri="{FF2B5EF4-FFF2-40B4-BE49-F238E27FC236}">
                      <a16:creationId xmlns:a16="http://schemas.microsoft.com/office/drawing/2014/main" id="{7AFB2A7E-90B7-454F-BABB-E2A39AC7C95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197" name="Group 44">
                <a:extLst>
                  <a:ext uri="{FF2B5EF4-FFF2-40B4-BE49-F238E27FC236}">
                    <a16:creationId xmlns:a16="http://schemas.microsoft.com/office/drawing/2014/main" id="{5567606D-D82D-2A4D-A3C8-A7D0703B3CC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198" name="Rectangle 45">
                  <a:extLst>
                    <a:ext uri="{FF2B5EF4-FFF2-40B4-BE49-F238E27FC236}">
                      <a16:creationId xmlns:a16="http://schemas.microsoft.com/office/drawing/2014/main" id="{39206D20-AD6D-3242-8865-2C6680CB410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9" name="Text Box 46">
                  <a:extLst>
                    <a:ext uri="{FF2B5EF4-FFF2-40B4-BE49-F238E27FC236}">
                      <a16:creationId xmlns:a16="http://schemas.microsoft.com/office/drawing/2014/main" id="{E3BB3556-A335-984F-978A-FECE515B6702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h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186" name="Group 185">
              <a:extLst>
                <a:ext uri="{FF2B5EF4-FFF2-40B4-BE49-F238E27FC236}">
                  <a16:creationId xmlns:a16="http://schemas.microsoft.com/office/drawing/2014/main" id="{3B620D34-7BA8-EF49-AC1C-93F5BBC84AEC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187" name="Group 186">
                <a:extLst>
                  <a:ext uri="{FF2B5EF4-FFF2-40B4-BE49-F238E27FC236}">
                    <a16:creationId xmlns:a16="http://schemas.microsoft.com/office/drawing/2014/main" id="{A6C2F80D-43A1-5746-B518-C0C4F1A20ACD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191" name="Oval 5">
                  <a:extLst>
                    <a:ext uri="{FF2B5EF4-FFF2-40B4-BE49-F238E27FC236}">
                      <a16:creationId xmlns:a16="http://schemas.microsoft.com/office/drawing/2014/main" id="{442E1AFF-BC2C-C849-85D1-13E42B701CE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2" name="Line 6">
                  <a:extLst>
                    <a:ext uri="{FF2B5EF4-FFF2-40B4-BE49-F238E27FC236}">
                      <a16:creationId xmlns:a16="http://schemas.microsoft.com/office/drawing/2014/main" id="{C2994154-DB6D-E247-8511-C6FE8D9665F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3" name="Line 7">
                  <a:extLst>
                    <a:ext uri="{FF2B5EF4-FFF2-40B4-BE49-F238E27FC236}">
                      <a16:creationId xmlns:a16="http://schemas.microsoft.com/office/drawing/2014/main" id="{C730A3ED-5222-5348-831E-092DE7D6CEE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4" name="Rectangle 8">
                  <a:extLst>
                    <a:ext uri="{FF2B5EF4-FFF2-40B4-BE49-F238E27FC236}">
                      <a16:creationId xmlns:a16="http://schemas.microsoft.com/office/drawing/2014/main" id="{BED424F7-1928-5F41-831D-417161F220B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5" name="Oval 9">
                  <a:extLst>
                    <a:ext uri="{FF2B5EF4-FFF2-40B4-BE49-F238E27FC236}">
                      <a16:creationId xmlns:a16="http://schemas.microsoft.com/office/drawing/2014/main" id="{76DDF5F9-ACB7-E642-ACEA-223EE2F5F41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188" name="Group 44">
                <a:extLst>
                  <a:ext uri="{FF2B5EF4-FFF2-40B4-BE49-F238E27FC236}">
                    <a16:creationId xmlns:a16="http://schemas.microsoft.com/office/drawing/2014/main" id="{495DC56F-8C0E-6549-849D-6D43F4F8BC0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500196" y="2507397"/>
                <a:ext cx="267548" cy="419100"/>
                <a:chOff x="2972" y="2425"/>
                <a:chExt cx="171" cy="264"/>
              </a:xfrm>
            </p:grpSpPr>
            <p:sp>
              <p:nvSpPr>
                <p:cNvPr id="189" name="Rectangle 45">
                  <a:extLst>
                    <a:ext uri="{FF2B5EF4-FFF2-40B4-BE49-F238E27FC236}">
                      <a16:creationId xmlns:a16="http://schemas.microsoft.com/office/drawing/2014/main" id="{892DBBAB-E011-FD4A-BA7E-105CEF9075A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0" name="Text Box 46">
                  <a:extLst>
                    <a:ext uri="{FF2B5EF4-FFF2-40B4-BE49-F238E27FC236}">
                      <a16:creationId xmlns:a16="http://schemas.microsoft.com/office/drawing/2014/main" id="{173A4036-1DC3-BD4D-9E66-D9BC48C58BA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72" y="2425"/>
                  <a:ext cx="171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i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sp>
        <p:nvSpPr>
          <p:cNvPr id="215" name="TextBox 214">
            <a:extLst>
              <a:ext uri="{FF2B5EF4-FFF2-40B4-BE49-F238E27FC236}">
                <a16:creationId xmlns:a16="http://schemas.microsoft.com/office/drawing/2014/main" id="{74A89238-377F-A840-BB03-52D53CBBC3F3}"/>
              </a:ext>
            </a:extLst>
          </p:cNvPr>
          <p:cNvSpPr txBox="1"/>
          <p:nvPr/>
        </p:nvSpPr>
        <p:spPr>
          <a:xfrm>
            <a:off x="4305782" y="2870522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6" name="TextBox 215">
            <a:extLst>
              <a:ext uri="{FF2B5EF4-FFF2-40B4-BE49-F238E27FC236}">
                <a16:creationId xmlns:a16="http://schemas.microsoft.com/office/drawing/2014/main" id="{3D3F7215-9DE8-0542-8CCA-A9CEDC8717E2}"/>
              </a:ext>
            </a:extLst>
          </p:cNvPr>
          <p:cNvSpPr txBox="1"/>
          <p:nvPr/>
        </p:nvSpPr>
        <p:spPr>
          <a:xfrm>
            <a:off x="6217534" y="2860877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7" name="TextBox 216">
            <a:extLst>
              <a:ext uri="{FF2B5EF4-FFF2-40B4-BE49-F238E27FC236}">
                <a16:creationId xmlns:a16="http://schemas.microsoft.com/office/drawing/2014/main" id="{FC342D48-14A2-BA4E-A191-060C4177F678}"/>
              </a:ext>
            </a:extLst>
          </p:cNvPr>
          <p:cNvSpPr txBox="1"/>
          <p:nvPr/>
        </p:nvSpPr>
        <p:spPr>
          <a:xfrm>
            <a:off x="4296138" y="4886446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8" name="TextBox 217">
            <a:extLst>
              <a:ext uri="{FF2B5EF4-FFF2-40B4-BE49-F238E27FC236}">
                <a16:creationId xmlns:a16="http://schemas.microsoft.com/office/drawing/2014/main" id="{C9336A94-9BC9-8F41-95A7-69E18360DF3D}"/>
              </a:ext>
            </a:extLst>
          </p:cNvPr>
          <p:cNvSpPr txBox="1"/>
          <p:nvPr/>
        </p:nvSpPr>
        <p:spPr>
          <a:xfrm>
            <a:off x="6231040" y="4888376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9" name="TextBox 218">
            <a:extLst>
              <a:ext uri="{FF2B5EF4-FFF2-40B4-BE49-F238E27FC236}">
                <a16:creationId xmlns:a16="http://schemas.microsoft.com/office/drawing/2014/main" id="{E11EFAA3-3025-6E40-9F7B-8AEC8E44C52D}"/>
              </a:ext>
            </a:extLst>
          </p:cNvPr>
          <p:cNvSpPr txBox="1"/>
          <p:nvPr/>
        </p:nvSpPr>
        <p:spPr>
          <a:xfrm>
            <a:off x="8154365" y="4890306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1" name="TextBox 220">
            <a:extLst>
              <a:ext uri="{FF2B5EF4-FFF2-40B4-BE49-F238E27FC236}">
                <a16:creationId xmlns:a16="http://schemas.microsoft.com/office/drawing/2014/main" id="{EECDCBF1-5ACC-CF43-B981-907337945BA2}"/>
              </a:ext>
            </a:extLst>
          </p:cNvPr>
          <p:cNvSpPr txBox="1"/>
          <p:nvPr/>
        </p:nvSpPr>
        <p:spPr>
          <a:xfrm>
            <a:off x="5442030" y="4029920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2" name="TextBox 221">
            <a:extLst>
              <a:ext uri="{FF2B5EF4-FFF2-40B4-BE49-F238E27FC236}">
                <a16:creationId xmlns:a16="http://schemas.microsoft.com/office/drawing/2014/main" id="{2DD32315-0DAF-354B-ADE2-76F406D6A871}"/>
              </a:ext>
            </a:extLst>
          </p:cNvPr>
          <p:cNvSpPr txBox="1"/>
          <p:nvPr/>
        </p:nvSpPr>
        <p:spPr>
          <a:xfrm>
            <a:off x="7353782" y="4020275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3" name="TextBox 222">
            <a:extLst>
              <a:ext uri="{FF2B5EF4-FFF2-40B4-BE49-F238E27FC236}">
                <a16:creationId xmlns:a16="http://schemas.microsoft.com/office/drawing/2014/main" id="{25B3E8DA-82E1-B746-9524-A8B47546C7B7}"/>
              </a:ext>
            </a:extLst>
          </p:cNvPr>
          <p:cNvSpPr txBox="1"/>
          <p:nvPr/>
        </p:nvSpPr>
        <p:spPr>
          <a:xfrm>
            <a:off x="5443958" y="5953247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4" name="TextBox 223">
            <a:extLst>
              <a:ext uri="{FF2B5EF4-FFF2-40B4-BE49-F238E27FC236}">
                <a16:creationId xmlns:a16="http://schemas.microsoft.com/office/drawing/2014/main" id="{51516E14-40A2-B34F-B880-05B80B68D6FC}"/>
              </a:ext>
            </a:extLst>
          </p:cNvPr>
          <p:cNvSpPr txBox="1"/>
          <p:nvPr/>
        </p:nvSpPr>
        <p:spPr>
          <a:xfrm>
            <a:off x="7355710" y="5943602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5" name="TextBox 224">
            <a:extLst>
              <a:ext uri="{FF2B5EF4-FFF2-40B4-BE49-F238E27FC236}">
                <a16:creationId xmlns:a16="http://schemas.microsoft.com/office/drawing/2014/main" id="{9174059A-E895-E740-9A26-AA7943E4A64F}"/>
              </a:ext>
            </a:extLst>
          </p:cNvPr>
          <p:cNvSpPr txBox="1"/>
          <p:nvPr/>
        </p:nvSpPr>
        <p:spPr>
          <a:xfrm>
            <a:off x="5445886" y="2123956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8</a:t>
            </a:r>
          </a:p>
        </p:txBody>
      </p:sp>
      <p:sp>
        <p:nvSpPr>
          <p:cNvPr id="226" name="TextBox 225">
            <a:extLst>
              <a:ext uri="{FF2B5EF4-FFF2-40B4-BE49-F238E27FC236}">
                <a16:creationId xmlns:a16="http://schemas.microsoft.com/office/drawing/2014/main" id="{F7510488-7C59-7449-A4EE-C5A32BFCB3A5}"/>
              </a:ext>
            </a:extLst>
          </p:cNvPr>
          <p:cNvSpPr txBox="1"/>
          <p:nvPr/>
        </p:nvSpPr>
        <p:spPr>
          <a:xfrm>
            <a:off x="7357638" y="2114311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1032" name="Right Arrow 1031">
            <a:extLst>
              <a:ext uri="{FF2B5EF4-FFF2-40B4-BE49-F238E27FC236}">
                <a16:creationId xmlns:a16="http://schemas.microsoft.com/office/drawing/2014/main" id="{48701230-5EB3-4E4B-BEE9-CAD81136ECFC}"/>
              </a:ext>
            </a:extLst>
          </p:cNvPr>
          <p:cNvSpPr/>
          <p:nvPr/>
        </p:nvSpPr>
        <p:spPr>
          <a:xfrm rot="5400000">
            <a:off x="4399933" y="2561304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67" name="Right Arrow 266">
            <a:extLst>
              <a:ext uri="{FF2B5EF4-FFF2-40B4-BE49-F238E27FC236}">
                <a16:creationId xmlns:a16="http://schemas.microsoft.com/office/drawing/2014/main" id="{39C7E016-9840-8340-9D5C-7C9BC5953296}"/>
              </a:ext>
            </a:extLst>
          </p:cNvPr>
          <p:cNvSpPr/>
          <p:nvPr/>
        </p:nvSpPr>
        <p:spPr>
          <a:xfrm rot="16200000">
            <a:off x="4395017" y="3470788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68" name="Right Arrow 267">
            <a:extLst>
              <a:ext uri="{FF2B5EF4-FFF2-40B4-BE49-F238E27FC236}">
                <a16:creationId xmlns:a16="http://schemas.microsoft.com/office/drawing/2014/main" id="{0E4D6E8C-7EAB-9E44-AEFC-4FA875BCA32C}"/>
              </a:ext>
            </a:extLst>
          </p:cNvPr>
          <p:cNvSpPr/>
          <p:nvPr/>
        </p:nvSpPr>
        <p:spPr>
          <a:xfrm rot="5400000">
            <a:off x="6302474" y="2546557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69" name="Right Arrow 268">
            <a:extLst>
              <a:ext uri="{FF2B5EF4-FFF2-40B4-BE49-F238E27FC236}">
                <a16:creationId xmlns:a16="http://schemas.microsoft.com/office/drawing/2014/main" id="{F17D421F-D0A1-B94A-8B49-27953D5C8366}"/>
              </a:ext>
            </a:extLst>
          </p:cNvPr>
          <p:cNvSpPr/>
          <p:nvPr/>
        </p:nvSpPr>
        <p:spPr>
          <a:xfrm rot="16200000">
            <a:off x="6297558" y="3456041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0" name="Right Arrow 269">
            <a:extLst>
              <a:ext uri="{FF2B5EF4-FFF2-40B4-BE49-F238E27FC236}">
                <a16:creationId xmlns:a16="http://schemas.microsoft.com/office/drawing/2014/main" id="{C0BFDAF2-0356-354B-8B44-188593FB5A37}"/>
              </a:ext>
            </a:extLst>
          </p:cNvPr>
          <p:cNvSpPr/>
          <p:nvPr/>
        </p:nvSpPr>
        <p:spPr>
          <a:xfrm rot="5400000">
            <a:off x="4370435" y="4458934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1" name="Right Arrow 270">
            <a:extLst>
              <a:ext uri="{FF2B5EF4-FFF2-40B4-BE49-F238E27FC236}">
                <a16:creationId xmlns:a16="http://schemas.microsoft.com/office/drawing/2014/main" id="{112F6083-F42A-6740-A147-C25BA92606DD}"/>
              </a:ext>
            </a:extLst>
          </p:cNvPr>
          <p:cNvSpPr/>
          <p:nvPr/>
        </p:nvSpPr>
        <p:spPr>
          <a:xfrm rot="16200000">
            <a:off x="4365519" y="5368418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2" name="Right Arrow 271">
            <a:extLst>
              <a:ext uri="{FF2B5EF4-FFF2-40B4-BE49-F238E27FC236}">
                <a16:creationId xmlns:a16="http://schemas.microsoft.com/office/drawing/2014/main" id="{D340F2D5-4C4A-D441-99F4-FD489A89E6ED}"/>
              </a:ext>
            </a:extLst>
          </p:cNvPr>
          <p:cNvSpPr/>
          <p:nvPr/>
        </p:nvSpPr>
        <p:spPr>
          <a:xfrm rot="5400000">
            <a:off x="6312308" y="4454022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3" name="Right Arrow 272">
            <a:extLst>
              <a:ext uri="{FF2B5EF4-FFF2-40B4-BE49-F238E27FC236}">
                <a16:creationId xmlns:a16="http://schemas.microsoft.com/office/drawing/2014/main" id="{487BF544-1248-5D4C-B9E4-2B3ACA80EA1C}"/>
              </a:ext>
            </a:extLst>
          </p:cNvPr>
          <p:cNvSpPr/>
          <p:nvPr/>
        </p:nvSpPr>
        <p:spPr>
          <a:xfrm rot="16200000">
            <a:off x="6307392" y="5363506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4" name="Right Arrow 273">
            <a:extLst>
              <a:ext uri="{FF2B5EF4-FFF2-40B4-BE49-F238E27FC236}">
                <a16:creationId xmlns:a16="http://schemas.microsoft.com/office/drawing/2014/main" id="{0DF6A182-C1F7-C14D-900B-3242DA6B4D96}"/>
              </a:ext>
            </a:extLst>
          </p:cNvPr>
          <p:cNvSpPr/>
          <p:nvPr/>
        </p:nvSpPr>
        <p:spPr>
          <a:xfrm rot="5400000">
            <a:off x="8254181" y="4449110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5" name="Right Arrow 274">
            <a:extLst>
              <a:ext uri="{FF2B5EF4-FFF2-40B4-BE49-F238E27FC236}">
                <a16:creationId xmlns:a16="http://schemas.microsoft.com/office/drawing/2014/main" id="{EEAD3E84-70CC-2A46-87CC-F69A6D50ED35}"/>
              </a:ext>
            </a:extLst>
          </p:cNvPr>
          <p:cNvSpPr/>
          <p:nvPr/>
        </p:nvSpPr>
        <p:spPr>
          <a:xfrm rot="16200000">
            <a:off x="8249265" y="5358594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9" name="Right Arrow 278">
            <a:extLst>
              <a:ext uri="{FF2B5EF4-FFF2-40B4-BE49-F238E27FC236}">
                <a16:creationId xmlns:a16="http://schemas.microsoft.com/office/drawing/2014/main" id="{A7B19411-E5F9-AC49-9C67-23093CF98D95}"/>
              </a:ext>
            </a:extLst>
          </p:cNvPr>
          <p:cNvSpPr/>
          <p:nvPr/>
        </p:nvSpPr>
        <p:spPr>
          <a:xfrm rot="10800000">
            <a:off x="7582395" y="5829665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80" name="Right Arrow 279">
            <a:extLst>
              <a:ext uri="{FF2B5EF4-FFF2-40B4-BE49-F238E27FC236}">
                <a16:creationId xmlns:a16="http://schemas.microsoft.com/office/drawing/2014/main" id="{19CD2293-67D5-3048-9FAC-78E0AEE8C310}"/>
              </a:ext>
            </a:extLst>
          </p:cNvPr>
          <p:cNvSpPr/>
          <p:nvPr/>
        </p:nvSpPr>
        <p:spPr>
          <a:xfrm>
            <a:off x="6819704" y="5834582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283" name="Group 282">
            <a:extLst>
              <a:ext uri="{FF2B5EF4-FFF2-40B4-BE49-F238E27FC236}">
                <a16:creationId xmlns:a16="http://schemas.microsoft.com/office/drawing/2014/main" id="{A665C0C8-7FDD-0A42-80A3-CC602804C042}"/>
              </a:ext>
            </a:extLst>
          </p:cNvPr>
          <p:cNvGrpSpPr/>
          <p:nvPr/>
        </p:nvGrpSpPr>
        <p:grpSpPr>
          <a:xfrm>
            <a:off x="4336458" y="3833790"/>
            <a:ext cx="4395351" cy="404576"/>
            <a:chOff x="4333785" y="5772213"/>
            <a:chExt cx="4395351" cy="404576"/>
          </a:xfrm>
        </p:grpSpPr>
        <p:grpSp>
          <p:nvGrpSpPr>
            <p:cNvPr id="284" name="Group 283">
              <a:extLst>
                <a:ext uri="{FF2B5EF4-FFF2-40B4-BE49-F238E27FC236}">
                  <a16:creationId xmlns:a16="http://schemas.microsoft.com/office/drawing/2014/main" id="{4C02DC92-2A83-AC4D-B9F0-2BCDE917BDBC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305" name="Group 304">
                <a:extLst>
                  <a:ext uri="{FF2B5EF4-FFF2-40B4-BE49-F238E27FC236}">
                    <a16:creationId xmlns:a16="http://schemas.microsoft.com/office/drawing/2014/main" id="{F01EB862-010E-A34F-8D39-25BC2BED2A6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09" name="Oval 5">
                  <a:extLst>
                    <a:ext uri="{FF2B5EF4-FFF2-40B4-BE49-F238E27FC236}">
                      <a16:creationId xmlns:a16="http://schemas.microsoft.com/office/drawing/2014/main" id="{C2A61603-05BC-1E4D-99AA-0AB1CC49473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0" name="Line 6">
                  <a:extLst>
                    <a:ext uri="{FF2B5EF4-FFF2-40B4-BE49-F238E27FC236}">
                      <a16:creationId xmlns:a16="http://schemas.microsoft.com/office/drawing/2014/main" id="{7043DA0E-702D-CD4E-BA28-9341275851D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1" name="Line 7">
                  <a:extLst>
                    <a:ext uri="{FF2B5EF4-FFF2-40B4-BE49-F238E27FC236}">
                      <a16:creationId xmlns:a16="http://schemas.microsoft.com/office/drawing/2014/main" id="{CE93F761-782C-C640-B2B6-8CA7492B28B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2" name="Rectangle 8">
                  <a:extLst>
                    <a:ext uri="{FF2B5EF4-FFF2-40B4-BE49-F238E27FC236}">
                      <a16:creationId xmlns:a16="http://schemas.microsoft.com/office/drawing/2014/main" id="{723858D6-68CF-1C4E-A28B-A9FF5D728F2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3" name="Oval 9">
                  <a:extLst>
                    <a:ext uri="{FF2B5EF4-FFF2-40B4-BE49-F238E27FC236}">
                      <a16:creationId xmlns:a16="http://schemas.microsoft.com/office/drawing/2014/main" id="{70A7292E-FC97-924B-9010-8079BEC6219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06" name="Group 44">
                <a:extLst>
                  <a:ext uri="{FF2B5EF4-FFF2-40B4-BE49-F238E27FC236}">
                    <a16:creationId xmlns:a16="http://schemas.microsoft.com/office/drawing/2014/main" id="{DA3B2173-D171-E340-B704-06A3FE481C7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307" name="Rectangle 45">
                  <a:extLst>
                    <a:ext uri="{FF2B5EF4-FFF2-40B4-BE49-F238E27FC236}">
                      <a16:creationId xmlns:a16="http://schemas.microsoft.com/office/drawing/2014/main" id="{A7CA85B6-08AA-4840-AE2B-A3321A49B6F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8" name="Text Box 46">
                  <a:extLst>
                    <a:ext uri="{FF2B5EF4-FFF2-40B4-BE49-F238E27FC236}">
                      <a16:creationId xmlns:a16="http://schemas.microsoft.com/office/drawing/2014/main" id="{68812F5E-7A92-7B45-BBDE-2068A3A134D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d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285" name="Group 284">
              <a:extLst>
                <a:ext uri="{FF2B5EF4-FFF2-40B4-BE49-F238E27FC236}">
                  <a16:creationId xmlns:a16="http://schemas.microsoft.com/office/drawing/2014/main" id="{5E3B07EB-D89E-C542-85F0-D68A3698AEC4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296" name="Group 295">
                <a:extLst>
                  <a:ext uri="{FF2B5EF4-FFF2-40B4-BE49-F238E27FC236}">
                    <a16:creationId xmlns:a16="http://schemas.microsoft.com/office/drawing/2014/main" id="{CE2D511A-9878-0E42-B4E3-97548A8A67A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00" name="Oval 5">
                  <a:extLst>
                    <a:ext uri="{FF2B5EF4-FFF2-40B4-BE49-F238E27FC236}">
                      <a16:creationId xmlns:a16="http://schemas.microsoft.com/office/drawing/2014/main" id="{C66E96DA-F1B1-9A41-8B0D-2F21B3B7ACB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1" name="Line 6">
                  <a:extLst>
                    <a:ext uri="{FF2B5EF4-FFF2-40B4-BE49-F238E27FC236}">
                      <a16:creationId xmlns:a16="http://schemas.microsoft.com/office/drawing/2014/main" id="{A2387D1F-7EF0-9443-8128-6FF284EC9AF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2" name="Line 7">
                  <a:extLst>
                    <a:ext uri="{FF2B5EF4-FFF2-40B4-BE49-F238E27FC236}">
                      <a16:creationId xmlns:a16="http://schemas.microsoft.com/office/drawing/2014/main" id="{4B183F70-EB28-A94F-BF31-54B939F6B75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3" name="Rectangle 8">
                  <a:extLst>
                    <a:ext uri="{FF2B5EF4-FFF2-40B4-BE49-F238E27FC236}">
                      <a16:creationId xmlns:a16="http://schemas.microsoft.com/office/drawing/2014/main" id="{84BE29FD-A805-D348-99C3-8D3C650618E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4" name="Oval 9">
                  <a:extLst>
                    <a:ext uri="{FF2B5EF4-FFF2-40B4-BE49-F238E27FC236}">
                      <a16:creationId xmlns:a16="http://schemas.microsoft.com/office/drawing/2014/main" id="{BF5D685A-16D6-5B40-9EEF-970D3CDCE37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97" name="Group 44">
                <a:extLst>
                  <a:ext uri="{FF2B5EF4-FFF2-40B4-BE49-F238E27FC236}">
                    <a16:creationId xmlns:a16="http://schemas.microsoft.com/office/drawing/2014/main" id="{058B095B-B9C0-F84A-B78C-FE9DCA729C7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298" name="Rectangle 45">
                  <a:extLst>
                    <a:ext uri="{FF2B5EF4-FFF2-40B4-BE49-F238E27FC236}">
                      <a16:creationId xmlns:a16="http://schemas.microsoft.com/office/drawing/2014/main" id="{7FBA9119-2A14-E84A-A39B-55E9D6AE939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9" name="Text Box 46">
                  <a:extLst>
                    <a:ext uri="{FF2B5EF4-FFF2-40B4-BE49-F238E27FC236}">
                      <a16:creationId xmlns:a16="http://schemas.microsoft.com/office/drawing/2014/main" id="{2944FA12-D5D2-E241-A9FC-D4A85A350D0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e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286" name="Group 285">
              <a:extLst>
                <a:ext uri="{FF2B5EF4-FFF2-40B4-BE49-F238E27FC236}">
                  <a16:creationId xmlns:a16="http://schemas.microsoft.com/office/drawing/2014/main" id="{B9D4EE61-1CC1-6D4C-822D-300C73469B48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287" name="Group 286">
                <a:extLst>
                  <a:ext uri="{FF2B5EF4-FFF2-40B4-BE49-F238E27FC236}">
                    <a16:creationId xmlns:a16="http://schemas.microsoft.com/office/drawing/2014/main" id="{75D4F492-E56A-6541-9F9D-1D85B09999F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91" name="Oval 5">
                  <a:extLst>
                    <a:ext uri="{FF2B5EF4-FFF2-40B4-BE49-F238E27FC236}">
                      <a16:creationId xmlns:a16="http://schemas.microsoft.com/office/drawing/2014/main" id="{190A087A-A659-3E4D-B4FE-1EA13D56BE4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2" name="Line 6">
                  <a:extLst>
                    <a:ext uri="{FF2B5EF4-FFF2-40B4-BE49-F238E27FC236}">
                      <a16:creationId xmlns:a16="http://schemas.microsoft.com/office/drawing/2014/main" id="{E7E9FE4A-5449-D244-A5A8-DEB5E1D8494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3" name="Line 7">
                  <a:extLst>
                    <a:ext uri="{FF2B5EF4-FFF2-40B4-BE49-F238E27FC236}">
                      <a16:creationId xmlns:a16="http://schemas.microsoft.com/office/drawing/2014/main" id="{8C243F83-93B5-2C49-9D61-2E8E8652A48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4" name="Rectangle 8">
                  <a:extLst>
                    <a:ext uri="{FF2B5EF4-FFF2-40B4-BE49-F238E27FC236}">
                      <a16:creationId xmlns:a16="http://schemas.microsoft.com/office/drawing/2014/main" id="{B0B61A2E-99AA-324F-8224-CB0B3B44042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5" name="Oval 9">
                  <a:extLst>
                    <a:ext uri="{FF2B5EF4-FFF2-40B4-BE49-F238E27FC236}">
                      <a16:creationId xmlns:a16="http://schemas.microsoft.com/office/drawing/2014/main" id="{2F485C77-8179-0B4E-B93A-E5C91296B44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88" name="Group 44">
                <a:extLst>
                  <a:ext uri="{FF2B5EF4-FFF2-40B4-BE49-F238E27FC236}">
                    <a16:creationId xmlns:a16="http://schemas.microsoft.com/office/drawing/2014/main" id="{0826EA6F-730D-8C47-8DDA-2C65DD6716B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92372" y="2507397"/>
                <a:ext cx="283194" cy="419100"/>
                <a:chOff x="2967" y="2425"/>
                <a:chExt cx="181" cy="264"/>
              </a:xfrm>
            </p:grpSpPr>
            <p:sp>
              <p:nvSpPr>
                <p:cNvPr id="289" name="Rectangle 45">
                  <a:extLst>
                    <a:ext uri="{FF2B5EF4-FFF2-40B4-BE49-F238E27FC236}">
                      <a16:creationId xmlns:a16="http://schemas.microsoft.com/office/drawing/2014/main" id="{C3E85E15-4F40-FF40-89C4-0E851470FA4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0" name="Text Box 46">
                  <a:extLst>
                    <a:ext uri="{FF2B5EF4-FFF2-40B4-BE49-F238E27FC236}">
                      <a16:creationId xmlns:a16="http://schemas.microsoft.com/office/drawing/2014/main" id="{1905E332-CD71-E748-AE06-2A274A0D7B1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67" y="2425"/>
                  <a:ext cx="181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f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grpSp>
        <p:nvGrpSpPr>
          <p:cNvPr id="314" name="Group 313">
            <a:extLst>
              <a:ext uri="{FF2B5EF4-FFF2-40B4-BE49-F238E27FC236}">
                <a16:creationId xmlns:a16="http://schemas.microsoft.com/office/drawing/2014/main" id="{917871C2-1731-FE43-944D-6364CCE85DA9}"/>
              </a:ext>
            </a:extLst>
          </p:cNvPr>
          <p:cNvGrpSpPr/>
          <p:nvPr/>
        </p:nvGrpSpPr>
        <p:grpSpPr>
          <a:xfrm>
            <a:off x="4333785" y="1906063"/>
            <a:ext cx="4395351" cy="404576"/>
            <a:chOff x="4333785" y="5772213"/>
            <a:chExt cx="4395351" cy="404576"/>
          </a:xfrm>
        </p:grpSpPr>
        <p:grpSp>
          <p:nvGrpSpPr>
            <p:cNvPr id="315" name="Group 314">
              <a:extLst>
                <a:ext uri="{FF2B5EF4-FFF2-40B4-BE49-F238E27FC236}">
                  <a16:creationId xmlns:a16="http://schemas.microsoft.com/office/drawing/2014/main" id="{68E7B419-D4D3-3A4B-86E1-D40C76B2BB2C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336" name="Group 335">
                <a:extLst>
                  <a:ext uri="{FF2B5EF4-FFF2-40B4-BE49-F238E27FC236}">
                    <a16:creationId xmlns:a16="http://schemas.microsoft.com/office/drawing/2014/main" id="{93705575-DDBD-3D44-B843-C77E28CEAAD2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40" name="Oval 5">
                  <a:extLst>
                    <a:ext uri="{FF2B5EF4-FFF2-40B4-BE49-F238E27FC236}">
                      <a16:creationId xmlns:a16="http://schemas.microsoft.com/office/drawing/2014/main" id="{AF888CEF-6837-CD45-809F-91550C92C80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1" name="Line 6">
                  <a:extLst>
                    <a:ext uri="{FF2B5EF4-FFF2-40B4-BE49-F238E27FC236}">
                      <a16:creationId xmlns:a16="http://schemas.microsoft.com/office/drawing/2014/main" id="{4535759C-A65E-D84B-9508-03E1DC0B824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2" name="Line 7">
                  <a:extLst>
                    <a:ext uri="{FF2B5EF4-FFF2-40B4-BE49-F238E27FC236}">
                      <a16:creationId xmlns:a16="http://schemas.microsoft.com/office/drawing/2014/main" id="{FFA7BAB7-E53C-EC41-ACE7-66FCD862969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3" name="Rectangle 8">
                  <a:extLst>
                    <a:ext uri="{FF2B5EF4-FFF2-40B4-BE49-F238E27FC236}">
                      <a16:creationId xmlns:a16="http://schemas.microsoft.com/office/drawing/2014/main" id="{69E05203-3EC0-6447-8988-D4F7C2150FA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4" name="Oval 9">
                  <a:extLst>
                    <a:ext uri="{FF2B5EF4-FFF2-40B4-BE49-F238E27FC236}">
                      <a16:creationId xmlns:a16="http://schemas.microsoft.com/office/drawing/2014/main" id="{D9043B05-A159-7D41-90D4-718D621EA02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37" name="Group 44">
                <a:extLst>
                  <a:ext uri="{FF2B5EF4-FFF2-40B4-BE49-F238E27FC236}">
                    <a16:creationId xmlns:a16="http://schemas.microsoft.com/office/drawing/2014/main" id="{230264F8-C92F-C344-8341-A92C3D105F2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338" name="Rectangle 45">
                  <a:extLst>
                    <a:ext uri="{FF2B5EF4-FFF2-40B4-BE49-F238E27FC236}">
                      <a16:creationId xmlns:a16="http://schemas.microsoft.com/office/drawing/2014/main" id="{F2B81453-DE5E-984D-B97A-6884B0BDD35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9" name="Text Box 46">
                  <a:extLst>
                    <a:ext uri="{FF2B5EF4-FFF2-40B4-BE49-F238E27FC236}">
                      <a16:creationId xmlns:a16="http://schemas.microsoft.com/office/drawing/2014/main" id="{35E945F9-D699-744B-ACB7-587B2AA668D3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a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316" name="Group 315">
              <a:extLst>
                <a:ext uri="{FF2B5EF4-FFF2-40B4-BE49-F238E27FC236}">
                  <a16:creationId xmlns:a16="http://schemas.microsoft.com/office/drawing/2014/main" id="{1CE7BA36-0E22-4F41-B503-121F0E8FF751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327" name="Group 326">
                <a:extLst>
                  <a:ext uri="{FF2B5EF4-FFF2-40B4-BE49-F238E27FC236}">
                    <a16:creationId xmlns:a16="http://schemas.microsoft.com/office/drawing/2014/main" id="{ABA31A37-F3CD-1746-9C86-0557D36C5404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31" name="Oval 5">
                  <a:extLst>
                    <a:ext uri="{FF2B5EF4-FFF2-40B4-BE49-F238E27FC236}">
                      <a16:creationId xmlns:a16="http://schemas.microsoft.com/office/drawing/2014/main" id="{39C9919B-E459-6946-BAB3-A266303D27E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2" name="Line 6">
                  <a:extLst>
                    <a:ext uri="{FF2B5EF4-FFF2-40B4-BE49-F238E27FC236}">
                      <a16:creationId xmlns:a16="http://schemas.microsoft.com/office/drawing/2014/main" id="{61A62C09-3017-A541-9429-460C1A7F6B5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3" name="Line 7">
                  <a:extLst>
                    <a:ext uri="{FF2B5EF4-FFF2-40B4-BE49-F238E27FC236}">
                      <a16:creationId xmlns:a16="http://schemas.microsoft.com/office/drawing/2014/main" id="{86063EB7-D2C3-3447-B2FD-57FC1E74D32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4" name="Rectangle 8">
                  <a:extLst>
                    <a:ext uri="{FF2B5EF4-FFF2-40B4-BE49-F238E27FC236}">
                      <a16:creationId xmlns:a16="http://schemas.microsoft.com/office/drawing/2014/main" id="{BD5BCC42-3550-DF4A-BB55-F643AEBFD9A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5" name="Oval 9">
                  <a:extLst>
                    <a:ext uri="{FF2B5EF4-FFF2-40B4-BE49-F238E27FC236}">
                      <a16:creationId xmlns:a16="http://schemas.microsoft.com/office/drawing/2014/main" id="{74611398-E647-494F-A7BD-186BB5CB545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28" name="Group 44">
                <a:extLst>
                  <a:ext uri="{FF2B5EF4-FFF2-40B4-BE49-F238E27FC236}">
                    <a16:creationId xmlns:a16="http://schemas.microsoft.com/office/drawing/2014/main" id="{B57BC638-F090-114B-B8BF-7E2F4A6CC8F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329" name="Rectangle 45">
                  <a:extLst>
                    <a:ext uri="{FF2B5EF4-FFF2-40B4-BE49-F238E27FC236}">
                      <a16:creationId xmlns:a16="http://schemas.microsoft.com/office/drawing/2014/main" id="{0F91A427-A1B7-A54C-8320-A92F425DFC7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0" name="Text Box 46">
                  <a:extLst>
                    <a:ext uri="{FF2B5EF4-FFF2-40B4-BE49-F238E27FC236}">
                      <a16:creationId xmlns:a16="http://schemas.microsoft.com/office/drawing/2014/main" id="{E600E15A-04DE-4F44-AD3B-D284039393AF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b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317" name="Group 316">
              <a:extLst>
                <a:ext uri="{FF2B5EF4-FFF2-40B4-BE49-F238E27FC236}">
                  <a16:creationId xmlns:a16="http://schemas.microsoft.com/office/drawing/2014/main" id="{2EB87748-B820-0349-A8AC-FE8BBD55B257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318" name="Group 317">
                <a:extLst>
                  <a:ext uri="{FF2B5EF4-FFF2-40B4-BE49-F238E27FC236}">
                    <a16:creationId xmlns:a16="http://schemas.microsoft.com/office/drawing/2014/main" id="{EB6E4C7D-CDAA-7F47-A797-1E5FB2A80494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22" name="Oval 5">
                  <a:extLst>
                    <a:ext uri="{FF2B5EF4-FFF2-40B4-BE49-F238E27FC236}">
                      <a16:creationId xmlns:a16="http://schemas.microsoft.com/office/drawing/2014/main" id="{F9943B67-FB21-3647-869F-669BE6A721C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3" name="Line 6">
                  <a:extLst>
                    <a:ext uri="{FF2B5EF4-FFF2-40B4-BE49-F238E27FC236}">
                      <a16:creationId xmlns:a16="http://schemas.microsoft.com/office/drawing/2014/main" id="{57CCD935-17C4-B04B-B482-9A946E848EC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4" name="Line 7">
                  <a:extLst>
                    <a:ext uri="{FF2B5EF4-FFF2-40B4-BE49-F238E27FC236}">
                      <a16:creationId xmlns:a16="http://schemas.microsoft.com/office/drawing/2014/main" id="{2FE8EAFF-CC53-364C-974F-2F913B960D6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5" name="Rectangle 8">
                  <a:extLst>
                    <a:ext uri="{FF2B5EF4-FFF2-40B4-BE49-F238E27FC236}">
                      <a16:creationId xmlns:a16="http://schemas.microsoft.com/office/drawing/2014/main" id="{B25B691E-9E1D-1E4F-9419-9156013814C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6" name="Oval 9">
                  <a:extLst>
                    <a:ext uri="{FF2B5EF4-FFF2-40B4-BE49-F238E27FC236}">
                      <a16:creationId xmlns:a16="http://schemas.microsoft.com/office/drawing/2014/main" id="{9CB3B73F-9E39-EC4E-83F7-FBE10697408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19" name="Group 44">
                <a:extLst>
                  <a:ext uri="{FF2B5EF4-FFF2-40B4-BE49-F238E27FC236}">
                    <a16:creationId xmlns:a16="http://schemas.microsoft.com/office/drawing/2014/main" id="{0F42679C-ED56-BC45-8C82-597609DBD4D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64216" y="2507397"/>
                <a:ext cx="341085" cy="419100"/>
                <a:chOff x="2949" y="2425"/>
                <a:chExt cx="218" cy="264"/>
              </a:xfrm>
            </p:grpSpPr>
            <p:sp>
              <p:nvSpPr>
                <p:cNvPr id="320" name="Rectangle 45">
                  <a:extLst>
                    <a:ext uri="{FF2B5EF4-FFF2-40B4-BE49-F238E27FC236}">
                      <a16:creationId xmlns:a16="http://schemas.microsoft.com/office/drawing/2014/main" id="{CF557465-1C6C-1245-9762-D6D2D9F891F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1" name="Text Box 46">
                  <a:extLst>
                    <a:ext uri="{FF2B5EF4-FFF2-40B4-BE49-F238E27FC236}">
                      <a16:creationId xmlns:a16="http://schemas.microsoft.com/office/drawing/2014/main" id="{CEEF1658-9381-E84D-81A0-1A501484FB8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9" y="2425"/>
                  <a:ext cx="218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c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sp>
        <p:nvSpPr>
          <p:cNvPr id="346" name="Right Arrow 345">
            <a:extLst>
              <a:ext uri="{FF2B5EF4-FFF2-40B4-BE49-F238E27FC236}">
                <a16:creationId xmlns:a16="http://schemas.microsoft.com/office/drawing/2014/main" id="{042BFE25-0F60-794A-B634-E33D42BAAD21}"/>
              </a:ext>
            </a:extLst>
          </p:cNvPr>
          <p:cNvSpPr/>
          <p:nvPr/>
        </p:nvSpPr>
        <p:spPr>
          <a:xfrm rot="10800000">
            <a:off x="5660017" y="5843033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47" name="Right Arrow 346">
            <a:extLst>
              <a:ext uri="{FF2B5EF4-FFF2-40B4-BE49-F238E27FC236}">
                <a16:creationId xmlns:a16="http://schemas.microsoft.com/office/drawing/2014/main" id="{E9AE3BA5-DCA8-5D4F-A6D6-75EF46834F58}"/>
              </a:ext>
            </a:extLst>
          </p:cNvPr>
          <p:cNvSpPr/>
          <p:nvPr/>
        </p:nvSpPr>
        <p:spPr>
          <a:xfrm>
            <a:off x="4897326" y="5847950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48" name="Right Arrow 347">
            <a:extLst>
              <a:ext uri="{FF2B5EF4-FFF2-40B4-BE49-F238E27FC236}">
                <a16:creationId xmlns:a16="http://schemas.microsoft.com/office/drawing/2014/main" id="{80E704B5-3D0B-2A41-AF24-0F438DFF3159}"/>
              </a:ext>
            </a:extLst>
          </p:cNvPr>
          <p:cNvSpPr/>
          <p:nvPr/>
        </p:nvSpPr>
        <p:spPr>
          <a:xfrm rot="10800000">
            <a:off x="5651998" y="3904611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49" name="Right Arrow 348">
            <a:extLst>
              <a:ext uri="{FF2B5EF4-FFF2-40B4-BE49-F238E27FC236}">
                <a16:creationId xmlns:a16="http://schemas.microsoft.com/office/drawing/2014/main" id="{D96C2F6A-C449-3E42-9B4A-5B9F8178C165}"/>
              </a:ext>
            </a:extLst>
          </p:cNvPr>
          <p:cNvSpPr/>
          <p:nvPr/>
        </p:nvSpPr>
        <p:spPr>
          <a:xfrm>
            <a:off x="4905348" y="3909528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50" name="Right Arrow 349">
            <a:extLst>
              <a:ext uri="{FF2B5EF4-FFF2-40B4-BE49-F238E27FC236}">
                <a16:creationId xmlns:a16="http://schemas.microsoft.com/office/drawing/2014/main" id="{39F8950B-5EB1-4B4E-A0EF-73943A219C7C}"/>
              </a:ext>
            </a:extLst>
          </p:cNvPr>
          <p:cNvSpPr/>
          <p:nvPr/>
        </p:nvSpPr>
        <p:spPr>
          <a:xfrm rot="10800000">
            <a:off x="5660020" y="1966189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51" name="Right Arrow 350">
            <a:extLst>
              <a:ext uri="{FF2B5EF4-FFF2-40B4-BE49-F238E27FC236}">
                <a16:creationId xmlns:a16="http://schemas.microsoft.com/office/drawing/2014/main" id="{DF406DB6-2900-7C44-9860-A0ADA23E2211}"/>
              </a:ext>
            </a:extLst>
          </p:cNvPr>
          <p:cNvSpPr/>
          <p:nvPr/>
        </p:nvSpPr>
        <p:spPr>
          <a:xfrm>
            <a:off x="4924064" y="1987147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52" name="Right Arrow 351">
            <a:extLst>
              <a:ext uri="{FF2B5EF4-FFF2-40B4-BE49-F238E27FC236}">
                <a16:creationId xmlns:a16="http://schemas.microsoft.com/office/drawing/2014/main" id="{EE34E15B-D663-B047-93CF-9B1CD724C0A5}"/>
              </a:ext>
            </a:extLst>
          </p:cNvPr>
          <p:cNvSpPr/>
          <p:nvPr/>
        </p:nvSpPr>
        <p:spPr>
          <a:xfrm rot="10800000">
            <a:off x="7582399" y="1968862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53" name="Right Arrow 352">
            <a:extLst>
              <a:ext uri="{FF2B5EF4-FFF2-40B4-BE49-F238E27FC236}">
                <a16:creationId xmlns:a16="http://schemas.microsoft.com/office/drawing/2014/main" id="{C5E35028-9133-1F45-82D3-DD70357904CF}"/>
              </a:ext>
            </a:extLst>
          </p:cNvPr>
          <p:cNvSpPr/>
          <p:nvPr/>
        </p:nvSpPr>
        <p:spPr>
          <a:xfrm>
            <a:off x="6819708" y="1973779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54" name="Right Arrow 353">
            <a:extLst>
              <a:ext uri="{FF2B5EF4-FFF2-40B4-BE49-F238E27FC236}">
                <a16:creationId xmlns:a16="http://schemas.microsoft.com/office/drawing/2014/main" id="{F9910D40-9F0B-7C47-BDEC-508FFA6BCFDB}"/>
              </a:ext>
            </a:extLst>
          </p:cNvPr>
          <p:cNvSpPr/>
          <p:nvPr/>
        </p:nvSpPr>
        <p:spPr>
          <a:xfrm rot="10800000">
            <a:off x="7595769" y="3907283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55" name="Right Arrow 354">
            <a:extLst>
              <a:ext uri="{FF2B5EF4-FFF2-40B4-BE49-F238E27FC236}">
                <a16:creationId xmlns:a16="http://schemas.microsoft.com/office/drawing/2014/main" id="{EBB9FB89-D51A-8145-8D43-15C959806E3C}"/>
              </a:ext>
            </a:extLst>
          </p:cNvPr>
          <p:cNvSpPr/>
          <p:nvPr/>
        </p:nvSpPr>
        <p:spPr>
          <a:xfrm>
            <a:off x="6833078" y="3912200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58" name="TextBox 157">
            <a:extLst>
              <a:ext uri="{FF2B5EF4-FFF2-40B4-BE49-F238E27FC236}">
                <a16:creationId xmlns:a16="http://schemas.microsoft.com/office/drawing/2014/main" id="{766038ED-ED2A-EA48-9435-9C5569CA63F0}"/>
              </a:ext>
            </a:extLst>
          </p:cNvPr>
          <p:cNvSpPr txBox="1"/>
          <p:nvPr/>
        </p:nvSpPr>
        <p:spPr>
          <a:xfrm flipH="1">
            <a:off x="476445" y="3078991"/>
            <a:ext cx="2195814" cy="258532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90000"/>
              </a:lnSpc>
              <a:buClr>
                <a:srgbClr val="0000A8"/>
              </a:buClr>
            </a:pPr>
            <a:r>
              <a:rPr lang="en-US" dirty="0"/>
              <a:t>All nodes:</a:t>
            </a:r>
          </a:p>
          <a:p>
            <a:pPr marL="174625" indent="-174625">
              <a:lnSpc>
                <a:spcPct val="90000"/>
              </a:lnSpc>
              <a:buClr>
                <a:schemeClr val="bg1">
                  <a:lumMod val="75000"/>
                </a:schemeClr>
              </a:buClr>
              <a:buFont typeface="Wingdings" pitchFamily="2" charset="2"/>
              <a:buChar char="§"/>
            </a:pPr>
            <a:r>
              <a:rPr lang="en-US" dirty="0">
                <a:solidFill>
                  <a:schemeClr val="bg1">
                    <a:lumMod val="75000"/>
                  </a:schemeClr>
                </a:solidFill>
              </a:rPr>
              <a:t>receive distance vectors from neighbors</a:t>
            </a:r>
          </a:p>
          <a:p>
            <a:pPr marL="174625" indent="-174625">
              <a:lnSpc>
                <a:spcPct val="90000"/>
              </a:lnSpc>
              <a:buClr>
                <a:schemeClr val="bg1">
                  <a:lumMod val="75000"/>
                </a:schemeClr>
              </a:buClr>
              <a:buFont typeface="Wingdings" pitchFamily="2" charset="2"/>
              <a:buChar char="§"/>
            </a:pPr>
            <a:r>
              <a:rPr lang="en-US" dirty="0">
                <a:solidFill>
                  <a:schemeClr val="bg1">
                    <a:lumMod val="75000"/>
                  </a:schemeClr>
                </a:solidFill>
              </a:rPr>
              <a:t>compute their new local  distance vector</a:t>
            </a:r>
          </a:p>
          <a:p>
            <a:pPr marL="174625" indent="-174625">
              <a:lnSpc>
                <a:spcPct val="90000"/>
              </a:lnSpc>
              <a:buClr>
                <a:srgbClr val="0000A8"/>
              </a:buClr>
              <a:buFont typeface="Wingdings" pitchFamily="2" charset="2"/>
              <a:buChar char="§"/>
            </a:pPr>
            <a:r>
              <a:rPr lang="en-US" dirty="0"/>
              <a:t>send their new local distance vector to neighbors</a:t>
            </a:r>
          </a:p>
        </p:txBody>
      </p:sp>
      <p:grpSp>
        <p:nvGrpSpPr>
          <p:cNvPr id="159" name="Group 158">
            <a:extLst>
              <a:ext uri="{FF2B5EF4-FFF2-40B4-BE49-F238E27FC236}">
                <a16:creationId xmlns:a16="http://schemas.microsoft.com/office/drawing/2014/main" id="{4AAED925-F16C-8F45-B5D7-47EABDB0B993}"/>
              </a:ext>
            </a:extLst>
          </p:cNvPr>
          <p:cNvGrpSpPr/>
          <p:nvPr/>
        </p:nvGrpSpPr>
        <p:grpSpPr>
          <a:xfrm>
            <a:off x="584365" y="1859143"/>
            <a:ext cx="736099" cy="1229581"/>
            <a:chOff x="10030307" y="3444875"/>
            <a:chExt cx="736099" cy="1229581"/>
          </a:xfrm>
        </p:grpSpPr>
        <p:sp>
          <p:nvSpPr>
            <p:cNvPr id="160" name="TextBox 159">
              <a:extLst>
                <a:ext uri="{FF2B5EF4-FFF2-40B4-BE49-F238E27FC236}">
                  <a16:creationId xmlns:a16="http://schemas.microsoft.com/office/drawing/2014/main" id="{6655EB12-A2B9-9D4A-A0A9-F9958BDB0106}"/>
                </a:ext>
              </a:extLst>
            </p:cNvPr>
            <p:cNvSpPr txBox="1"/>
            <p:nvPr/>
          </p:nvSpPr>
          <p:spPr>
            <a:xfrm>
              <a:off x="10030307" y="4089681"/>
              <a:ext cx="736099" cy="58477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3200" dirty="0"/>
                <a:t>t=2</a:t>
              </a:r>
            </a:p>
          </p:txBody>
        </p:sp>
        <p:grpSp>
          <p:nvGrpSpPr>
            <p:cNvPr id="161" name="Group 160">
              <a:extLst>
                <a:ext uri="{FF2B5EF4-FFF2-40B4-BE49-F238E27FC236}">
                  <a16:creationId xmlns:a16="http://schemas.microsoft.com/office/drawing/2014/main" id="{0523D739-F413-264B-A745-A38C62E06D3B}"/>
                </a:ext>
              </a:extLst>
            </p:cNvPr>
            <p:cNvGrpSpPr/>
            <p:nvPr/>
          </p:nvGrpSpPr>
          <p:grpSpPr>
            <a:xfrm>
              <a:off x="10034588" y="3444875"/>
              <a:ext cx="682627" cy="682625"/>
              <a:chOff x="10034588" y="3444875"/>
              <a:chExt cx="682627" cy="682625"/>
            </a:xfrm>
          </p:grpSpPr>
          <p:sp>
            <p:nvSpPr>
              <p:cNvPr id="162" name="Oval 161">
                <a:extLst>
                  <a:ext uri="{FF2B5EF4-FFF2-40B4-BE49-F238E27FC236}">
                    <a16:creationId xmlns:a16="http://schemas.microsoft.com/office/drawing/2014/main" id="{CB814881-01DB-0E43-BA2F-B64D7EA26896}"/>
                  </a:ext>
                </a:extLst>
              </p:cNvPr>
              <p:cNvSpPr/>
              <p:nvPr/>
            </p:nvSpPr>
            <p:spPr>
              <a:xfrm>
                <a:off x="10039551" y="3449256"/>
                <a:ext cx="671332" cy="671332"/>
              </a:xfrm>
              <a:prstGeom prst="ellipse">
                <a:avLst/>
              </a:prstGeom>
              <a:noFill/>
              <a:ln w="3492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cxnSp>
            <p:nvCxnSpPr>
              <p:cNvPr id="163" name="Straight Connector 162">
                <a:extLst>
                  <a:ext uri="{FF2B5EF4-FFF2-40B4-BE49-F238E27FC236}">
                    <a16:creationId xmlns:a16="http://schemas.microsoft.com/office/drawing/2014/main" id="{08775389-41CA-4740-B083-4D54E5FAECED}"/>
                  </a:ext>
                </a:extLst>
              </p:cNvPr>
              <p:cNvCxnSpPr/>
              <p:nvPr/>
            </p:nvCxnSpPr>
            <p:spPr>
              <a:xfrm>
                <a:off x="10372725" y="344487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4" name="Straight Connector 163">
                <a:extLst>
                  <a:ext uri="{FF2B5EF4-FFF2-40B4-BE49-F238E27FC236}">
                    <a16:creationId xmlns:a16="http://schemas.microsoft.com/office/drawing/2014/main" id="{3E6B6CB9-512E-6343-AD8B-BBAB6CE819A4}"/>
                  </a:ext>
                </a:extLst>
              </p:cNvPr>
              <p:cNvCxnSpPr/>
              <p:nvPr/>
            </p:nvCxnSpPr>
            <p:spPr>
              <a:xfrm>
                <a:off x="10372725" y="406717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5" name="Straight Connector 164">
                <a:extLst>
                  <a:ext uri="{FF2B5EF4-FFF2-40B4-BE49-F238E27FC236}">
                    <a16:creationId xmlns:a16="http://schemas.microsoft.com/office/drawing/2014/main" id="{6B84002D-08B3-2041-9EB9-DE4D7AA96DC7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>
                <a:off x="10064751" y="375602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6" name="Straight Connector 165">
                <a:extLst>
                  <a:ext uri="{FF2B5EF4-FFF2-40B4-BE49-F238E27FC236}">
                    <a16:creationId xmlns:a16="http://schemas.microsoft.com/office/drawing/2014/main" id="{C10AF67D-3C60-074D-85D9-BB7F3C22BA6E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>
                <a:off x="10687053" y="375602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7" name="Straight Connector 166">
                <a:extLst>
                  <a:ext uri="{FF2B5EF4-FFF2-40B4-BE49-F238E27FC236}">
                    <a16:creationId xmlns:a16="http://schemas.microsoft.com/office/drawing/2014/main" id="{D7001C9A-A249-5941-879B-C26FFA2151F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523542" y="4037013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8" name="Straight Connector 167">
                <a:extLst>
                  <a:ext uri="{FF2B5EF4-FFF2-40B4-BE49-F238E27FC236}">
                    <a16:creationId xmlns:a16="http://schemas.microsoft.com/office/drawing/2014/main" id="{F6CFD6FA-4D66-9F4F-9565-82515FD78B1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202867" y="3490913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9" name="Straight Connector 168">
                <a:extLst>
                  <a:ext uri="{FF2B5EF4-FFF2-40B4-BE49-F238E27FC236}">
                    <a16:creationId xmlns:a16="http://schemas.microsoft.com/office/drawing/2014/main" id="{3AF8B4F1-6823-4E49-BDC2-8B3DFF75FC97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196517" y="4033838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0" name="Straight Connector 169">
                <a:extLst>
                  <a:ext uri="{FF2B5EF4-FFF2-40B4-BE49-F238E27FC236}">
                    <a16:creationId xmlns:a16="http://schemas.microsoft.com/office/drawing/2014/main" id="{A8A30E75-242F-B744-AD86-D5121CF798F7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517192" y="3487738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1" name="Straight Connector 170">
                <a:extLst>
                  <a:ext uri="{FF2B5EF4-FFF2-40B4-BE49-F238E27FC236}">
                    <a16:creationId xmlns:a16="http://schemas.microsoft.com/office/drawing/2014/main" id="{CA6C8979-7ABA-2548-A690-DBB79A1510E8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631493" y="3611565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2" name="Straight Connector 171">
                <a:extLst>
                  <a:ext uri="{FF2B5EF4-FFF2-40B4-BE49-F238E27FC236}">
                    <a16:creationId xmlns:a16="http://schemas.microsoft.com/office/drawing/2014/main" id="{9D0B68AA-F684-FE43-A969-18E51C1C177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085393" y="3929065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3" name="Straight Connector 172">
                <a:extLst>
                  <a:ext uri="{FF2B5EF4-FFF2-40B4-BE49-F238E27FC236}">
                    <a16:creationId xmlns:a16="http://schemas.microsoft.com/office/drawing/2014/main" id="{5419F84A-0D3B-EF47-949B-02A63FAFFC86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10094918" y="3614740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4" name="Straight Connector 173">
                <a:extLst>
                  <a:ext uri="{FF2B5EF4-FFF2-40B4-BE49-F238E27FC236}">
                    <a16:creationId xmlns:a16="http://schemas.microsoft.com/office/drawing/2014/main" id="{FDC9525E-B8EE-704E-94A9-DA434054CDB0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10631493" y="3932240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5" name="Oval 174">
                <a:extLst>
                  <a:ext uri="{FF2B5EF4-FFF2-40B4-BE49-F238E27FC236}">
                    <a16:creationId xmlns:a16="http://schemas.microsoft.com/office/drawing/2014/main" id="{1326D6D5-4368-3242-940E-7E5978F1247E}"/>
                  </a:ext>
                </a:extLst>
              </p:cNvPr>
              <p:cNvSpPr/>
              <p:nvPr/>
            </p:nvSpPr>
            <p:spPr>
              <a:xfrm>
                <a:off x="10331450" y="3743325"/>
                <a:ext cx="82550" cy="87136"/>
              </a:xfrm>
              <a:prstGeom prst="ellipse">
                <a:avLst/>
              </a:prstGeom>
              <a:solidFill>
                <a:srgbClr val="C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</p:grpSp>
      <p:cxnSp>
        <p:nvCxnSpPr>
          <p:cNvPr id="153" name="Straight Connector 152">
            <a:extLst>
              <a:ext uri="{FF2B5EF4-FFF2-40B4-BE49-F238E27FC236}">
                <a16:creationId xmlns:a16="http://schemas.microsoft.com/office/drawing/2014/main" id="{1BDF6761-A298-0649-AD22-E32D353E085B}"/>
              </a:ext>
            </a:extLst>
          </p:cNvPr>
          <p:cNvCxnSpPr>
            <a:cxnSpLocks/>
          </p:cNvCxnSpPr>
          <p:nvPr/>
        </p:nvCxnSpPr>
        <p:spPr>
          <a:xfrm flipH="1">
            <a:off x="919556" y="2070953"/>
            <a:ext cx="240612" cy="121026"/>
          </a:xfrm>
          <a:prstGeom prst="line">
            <a:avLst/>
          </a:prstGeom>
          <a:ln w="25400" cap="flat">
            <a:solidFill>
              <a:srgbClr val="C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09719494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1000"/>
                                        <p:tgtEl>
                                          <p:spTgt spid="10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" dur="1000"/>
                                        <p:tgtEl>
                                          <p:spTgt spid="3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3" dur="1000"/>
                                        <p:tgtEl>
                                          <p:spTgt spid="3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6" dur="1000"/>
                                        <p:tgtEl>
                                          <p:spTgt spid="2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1000"/>
                                        <p:tgtEl>
                                          <p:spTgt spid="3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2" dur="1000"/>
                                        <p:tgtEl>
                                          <p:spTgt spid="3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5" dur="1000"/>
                                        <p:tgtEl>
                                          <p:spTgt spid="2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8" dur="1000"/>
                                        <p:tgtEl>
                                          <p:spTgt spid="3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1" dur="1000"/>
                                        <p:tgtEl>
                                          <p:spTgt spid="2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4" dur="1000"/>
                                        <p:tgtEl>
                                          <p:spTgt spid="3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7" dur="1000"/>
                                        <p:tgtEl>
                                          <p:spTgt spid="2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0" dur="1000"/>
                                        <p:tgtEl>
                                          <p:spTgt spid="3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3" dur="1000"/>
                                        <p:tgtEl>
                                          <p:spTgt spid="2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6" dur="1000"/>
                                        <p:tgtEl>
                                          <p:spTgt spid="3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9" dur="1000"/>
                                        <p:tgtEl>
                                          <p:spTgt spid="2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2" dur="1000"/>
                                        <p:tgtEl>
                                          <p:spTgt spid="2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5" dur="1000"/>
                                        <p:tgtEl>
                                          <p:spTgt spid="3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58" dur="1000"/>
                                        <p:tgtEl>
                                          <p:spTgt spid="3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9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61" dur="1000"/>
                                        <p:tgtEl>
                                          <p:spTgt spid="2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2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4" dur="1000"/>
                                        <p:tgtEl>
                                          <p:spTgt spid="2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67" dur="1000"/>
                                        <p:tgtEl>
                                          <p:spTgt spid="2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0" dur="1000"/>
                                        <p:tgtEl>
                                          <p:spTgt spid="2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32" grpId="0" animBg="1"/>
      <p:bldP spid="267" grpId="0" animBg="1"/>
      <p:bldP spid="268" grpId="0" animBg="1"/>
      <p:bldP spid="269" grpId="0" animBg="1"/>
      <p:bldP spid="270" grpId="0" animBg="1"/>
      <p:bldP spid="271" grpId="0" animBg="1"/>
      <p:bldP spid="272" grpId="0" animBg="1"/>
      <p:bldP spid="273" grpId="0" animBg="1"/>
      <p:bldP spid="274" grpId="0" animBg="1"/>
      <p:bldP spid="275" grpId="0" animBg="1"/>
      <p:bldP spid="279" grpId="0" animBg="1"/>
      <p:bldP spid="280" grpId="0" animBg="1"/>
      <p:bldP spid="346" grpId="0" animBg="1"/>
      <p:bldP spid="347" grpId="0" animBg="1"/>
      <p:bldP spid="348" grpId="0" animBg="1"/>
      <p:bldP spid="349" grpId="0" animBg="1"/>
      <p:bldP spid="350" grpId="0" animBg="1"/>
      <p:bldP spid="351" grpId="0" animBg="1"/>
      <p:bldP spid="352" grpId="0" animBg="1"/>
      <p:bldP spid="353" grpId="0" animBg="1"/>
      <p:bldP spid="354" grpId="0" animBg="1"/>
      <p:bldP spid="355" grpId="0" animBg="1"/>
    </p:bldLst>
  </p:timing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52B9189-7CDF-0741-9858-A79357149B7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6625" y="174028"/>
            <a:ext cx="10515600" cy="894622"/>
          </a:xfrm>
        </p:spPr>
        <p:txBody>
          <a:bodyPr/>
          <a:lstStyle/>
          <a:p>
            <a:r>
              <a:rPr lang="en-US" dirty="0"/>
              <a:t>Distance vector example: </a:t>
            </a:r>
            <a:r>
              <a:rPr lang="en-US" dirty="0">
                <a:solidFill>
                  <a:srgbClr val="0000A8"/>
                </a:solidFill>
              </a:rPr>
              <a:t>iteration</a:t>
            </a:r>
            <a:endParaRPr lang="en-US" dirty="0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98E05715-B0AC-CF47-B242-18018B71339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42</a:t>
            </a:fld>
            <a:endParaRPr lang="en-US" dirty="0"/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E64D2C47-1DEC-CB48-81E3-F236B95001DD}"/>
              </a:ext>
            </a:extLst>
          </p:cNvPr>
          <p:cNvSpPr txBox="1"/>
          <p:nvPr/>
        </p:nvSpPr>
        <p:spPr>
          <a:xfrm>
            <a:off x="1280160" y="1859280"/>
            <a:ext cx="8864671" cy="138499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800" dirty="0"/>
              <a:t>…. and so on</a:t>
            </a:r>
          </a:p>
          <a:p>
            <a:endParaRPr lang="en-US" sz="2800" dirty="0"/>
          </a:p>
          <a:p>
            <a:r>
              <a:rPr lang="en-US" sz="2800" dirty="0"/>
              <a:t>Let’s next take a look at the iterative </a:t>
            </a:r>
            <a:r>
              <a:rPr lang="en-US" sz="2800" i="1" dirty="0"/>
              <a:t>computations</a:t>
            </a:r>
            <a:r>
              <a:rPr lang="en-US" sz="2800" dirty="0"/>
              <a:t> at nodes</a:t>
            </a:r>
          </a:p>
        </p:txBody>
      </p:sp>
    </p:spTree>
    <p:extLst>
      <p:ext uri="{BB962C8B-B14F-4D97-AF65-F5344CB8AC3E}">
        <p14:creationId xmlns:p14="http://schemas.microsoft.com/office/powerpoint/2010/main" val="345751252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72" name="Group 371">
            <a:extLst>
              <a:ext uri="{FF2B5EF4-FFF2-40B4-BE49-F238E27FC236}">
                <a16:creationId xmlns:a16="http://schemas.microsoft.com/office/drawing/2014/main" id="{6256310D-2722-AC40-836B-70B2E6C735F3}"/>
              </a:ext>
            </a:extLst>
          </p:cNvPr>
          <p:cNvGrpSpPr/>
          <p:nvPr/>
        </p:nvGrpSpPr>
        <p:grpSpPr>
          <a:xfrm>
            <a:off x="2827965" y="1130710"/>
            <a:ext cx="1547391" cy="2620631"/>
            <a:chOff x="3221255" y="1012723"/>
            <a:chExt cx="1547391" cy="2620631"/>
          </a:xfrm>
        </p:grpSpPr>
        <p:sp>
          <p:nvSpPr>
            <p:cNvPr id="373" name="Freeform 372">
              <a:extLst>
                <a:ext uri="{FF2B5EF4-FFF2-40B4-BE49-F238E27FC236}">
                  <a16:creationId xmlns:a16="http://schemas.microsoft.com/office/drawing/2014/main" id="{83550A18-F3EF-E943-8229-8A03AEBA0C06}"/>
                </a:ext>
              </a:extLst>
            </p:cNvPr>
            <p:cNvSpPr/>
            <p:nvPr/>
          </p:nvSpPr>
          <p:spPr>
            <a:xfrm>
              <a:off x="4316362" y="1042219"/>
              <a:ext cx="452284" cy="2389239"/>
            </a:xfrm>
            <a:custGeom>
              <a:avLst/>
              <a:gdLst>
                <a:gd name="connsiteX0" fmla="*/ 0 w 491613"/>
                <a:gd name="connsiteY0" fmla="*/ 0 h 2389239"/>
                <a:gd name="connsiteX1" fmla="*/ 491613 w 491613"/>
                <a:gd name="connsiteY1" fmla="*/ 904568 h 2389239"/>
                <a:gd name="connsiteX2" fmla="*/ 491613 w 491613"/>
                <a:gd name="connsiteY2" fmla="*/ 1052052 h 2389239"/>
                <a:gd name="connsiteX3" fmla="*/ 19665 w 491613"/>
                <a:gd name="connsiteY3" fmla="*/ 2389239 h 2389239"/>
                <a:gd name="connsiteX4" fmla="*/ 0 w 491613"/>
                <a:gd name="connsiteY4" fmla="*/ 0 h 2389239"/>
                <a:gd name="connsiteX0" fmla="*/ 19664 w 471948"/>
                <a:gd name="connsiteY0" fmla="*/ 0 h 2389239"/>
                <a:gd name="connsiteX1" fmla="*/ 471948 w 471948"/>
                <a:gd name="connsiteY1" fmla="*/ 904568 h 2389239"/>
                <a:gd name="connsiteX2" fmla="*/ 471948 w 471948"/>
                <a:gd name="connsiteY2" fmla="*/ 1052052 h 2389239"/>
                <a:gd name="connsiteX3" fmla="*/ 0 w 471948"/>
                <a:gd name="connsiteY3" fmla="*/ 2389239 h 2389239"/>
                <a:gd name="connsiteX4" fmla="*/ 19664 w 471948"/>
                <a:gd name="connsiteY4" fmla="*/ 0 h 2389239"/>
                <a:gd name="connsiteX0" fmla="*/ 19664 w 471948"/>
                <a:gd name="connsiteY0" fmla="*/ 0 h 2389239"/>
                <a:gd name="connsiteX1" fmla="*/ 471948 w 471948"/>
                <a:gd name="connsiteY1" fmla="*/ 904568 h 2389239"/>
                <a:gd name="connsiteX2" fmla="*/ 471948 w 471948"/>
                <a:gd name="connsiteY2" fmla="*/ 1052052 h 2389239"/>
                <a:gd name="connsiteX3" fmla="*/ 0 w 471948"/>
                <a:gd name="connsiteY3" fmla="*/ 2389239 h 2389239"/>
                <a:gd name="connsiteX4" fmla="*/ 19664 w 471948"/>
                <a:gd name="connsiteY4" fmla="*/ 0 h 2389239"/>
                <a:gd name="connsiteX0" fmla="*/ 19664 w 471948"/>
                <a:gd name="connsiteY0" fmla="*/ 0 h 2389239"/>
                <a:gd name="connsiteX1" fmla="*/ 471948 w 471948"/>
                <a:gd name="connsiteY1" fmla="*/ 904568 h 2389239"/>
                <a:gd name="connsiteX2" fmla="*/ 471948 w 471948"/>
                <a:gd name="connsiteY2" fmla="*/ 1052052 h 2389239"/>
                <a:gd name="connsiteX3" fmla="*/ 0 w 471948"/>
                <a:gd name="connsiteY3" fmla="*/ 2389239 h 2389239"/>
                <a:gd name="connsiteX4" fmla="*/ 19664 w 471948"/>
                <a:gd name="connsiteY4" fmla="*/ 0 h 2389239"/>
                <a:gd name="connsiteX0" fmla="*/ 19664 w 471948"/>
                <a:gd name="connsiteY0" fmla="*/ 0 h 2389239"/>
                <a:gd name="connsiteX1" fmla="*/ 471948 w 471948"/>
                <a:gd name="connsiteY1" fmla="*/ 904568 h 2389239"/>
                <a:gd name="connsiteX2" fmla="*/ 471948 w 471948"/>
                <a:gd name="connsiteY2" fmla="*/ 1052052 h 2389239"/>
                <a:gd name="connsiteX3" fmla="*/ 0 w 471948"/>
                <a:gd name="connsiteY3" fmla="*/ 2389239 h 2389239"/>
                <a:gd name="connsiteX4" fmla="*/ 19664 w 471948"/>
                <a:gd name="connsiteY4" fmla="*/ 0 h 2389239"/>
                <a:gd name="connsiteX0" fmla="*/ 0 w 452284"/>
                <a:gd name="connsiteY0" fmla="*/ 0 h 2389239"/>
                <a:gd name="connsiteX1" fmla="*/ 452284 w 452284"/>
                <a:gd name="connsiteY1" fmla="*/ 904568 h 2389239"/>
                <a:gd name="connsiteX2" fmla="*/ 452284 w 452284"/>
                <a:gd name="connsiteY2" fmla="*/ 1052052 h 2389239"/>
                <a:gd name="connsiteX3" fmla="*/ 9833 w 452284"/>
                <a:gd name="connsiteY3" fmla="*/ 2389239 h 2389239"/>
                <a:gd name="connsiteX4" fmla="*/ 0 w 452284"/>
                <a:gd name="connsiteY4" fmla="*/ 0 h 2389239"/>
                <a:gd name="connsiteX0" fmla="*/ 0 w 452284"/>
                <a:gd name="connsiteY0" fmla="*/ 0 h 2389239"/>
                <a:gd name="connsiteX1" fmla="*/ 452284 w 452284"/>
                <a:gd name="connsiteY1" fmla="*/ 904568 h 2389239"/>
                <a:gd name="connsiteX2" fmla="*/ 452284 w 452284"/>
                <a:gd name="connsiteY2" fmla="*/ 1052052 h 2389239"/>
                <a:gd name="connsiteX3" fmla="*/ 9833 w 452284"/>
                <a:gd name="connsiteY3" fmla="*/ 2389239 h 2389239"/>
                <a:gd name="connsiteX4" fmla="*/ 0 w 452284"/>
                <a:gd name="connsiteY4" fmla="*/ 0 h 2389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2284" h="2389239">
                  <a:moveTo>
                    <a:pt x="0" y="0"/>
                  </a:moveTo>
                  <a:cubicBezTo>
                    <a:pt x="170425" y="625988"/>
                    <a:pt x="242530" y="681703"/>
                    <a:pt x="452284" y="904568"/>
                  </a:cubicBezTo>
                  <a:lnTo>
                    <a:pt x="452284" y="1052052"/>
                  </a:lnTo>
                  <a:cubicBezTo>
                    <a:pt x="206477" y="1507613"/>
                    <a:pt x="137653" y="1825523"/>
                    <a:pt x="9833" y="2389239"/>
                  </a:cubicBezTo>
                  <a:cubicBezTo>
                    <a:pt x="6555" y="1592826"/>
                    <a:pt x="3278" y="796413"/>
                    <a:pt x="0" y="0"/>
                  </a:cubicBezTo>
                  <a:close/>
                </a:path>
              </a:pathLst>
            </a:cu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chemeClr val="bg1">
                    <a:lumMod val="75000"/>
                  </a:schemeClr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374" name="Group 373">
              <a:extLst>
                <a:ext uri="{FF2B5EF4-FFF2-40B4-BE49-F238E27FC236}">
                  <a16:creationId xmlns:a16="http://schemas.microsoft.com/office/drawing/2014/main" id="{CB9AF062-8753-5B40-ABD3-B709A7CA41D6}"/>
                </a:ext>
              </a:extLst>
            </p:cNvPr>
            <p:cNvGrpSpPr/>
            <p:nvPr/>
          </p:nvGrpSpPr>
          <p:grpSpPr>
            <a:xfrm>
              <a:off x="3221255" y="1012723"/>
              <a:ext cx="1172904" cy="2620631"/>
              <a:chOff x="3221255" y="1012723"/>
              <a:chExt cx="1172904" cy="2620631"/>
            </a:xfrm>
          </p:grpSpPr>
          <p:sp>
            <p:nvSpPr>
              <p:cNvPr id="375" name="Rectangle 374">
                <a:extLst>
                  <a:ext uri="{FF2B5EF4-FFF2-40B4-BE49-F238E27FC236}">
                    <a16:creationId xmlns:a16="http://schemas.microsoft.com/office/drawing/2014/main" id="{993DA739-7CEA-114D-820B-DF132DB3984F}"/>
                  </a:ext>
                </a:extLst>
              </p:cNvPr>
              <p:cNvSpPr/>
              <p:nvPr/>
            </p:nvSpPr>
            <p:spPr>
              <a:xfrm>
                <a:off x="3224981" y="1012723"/>
                <a:ext cx="1111045" cy="2418735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376" name="Group 375">
                <a:extLst>
                  <a:ext uri="{FF2B5EF4-FFF2-40B4-BE49-F238E27FC236}">
                    <a16:creationId xmlns:a16="http://schemas.microsoft.com/office/drawing/2014/main" id="{CCC46E28-2F9A-614B-981E-EA679AD82EB0}"/>
                  </a:ext>
                </a:extLst>
              </p:cNvPr>
              <p:cNvGrpSpPr/>
              <p:nvPr/>
            </p:nvGrpSpPr>
            <p:grpSpPr>
              <a:xfrm>
                <a:off x="3221255" y="1017253"/>
                <a:ext cx="1172904" cy="2616101"/>
                <a:chOff x="9477371" y="702026"/>
                <a:chExt cx="1172904" cy="2616101"/>
              </a:xfrm>
            </p:grpSpPr>
            <p:sp>
              <p:nvSpPr>
                <p:cNvPr id="377" name="Rectangle 376">
                  <a:extLst>
                    <a:ext uri="{FF2B5EF4-FFF2-40B4-BE49-F238E27FC236}">
                      <a16:creationId xmlns:a16="http://schemas.microsoft.com/office/drawing/2014/main" id="{99E48FE5-7FBB-0648-927F-69AA9BA117F7}"/>
                    </a:ext>
                  </a:extLst>
                </p:cNvPr>
                <p:cNvSpPr/>
                <p:nvPr/>
              </p:nvSpPr>
              <p:spPr>
                <a:xfrm>
                  <a:off x="9485428" y="706056"/>
                  <a:ext cx="1116982" cy="370390"/>
                </a:xfrm>
                <a:prstGeom prst="rect">
                  <a:avLst/>
                </a:prstGeom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378" name="TextBox 377">
                  <a:extLst>
                    <a:ext uri="{FF2B5EF4-FFF2-40B4-BE49-F238E27FC236}">
                      <a16:creationId xmlns:a16="http://schemas.microsoft.com/office/drawing/2014/main" id="{741917D9-8AC9-0D49-8D6F-B97725FED00C}"/>
                    </a:ext>
                  </a:extLst>
                </p:cNvPr>
                <p:cNvSpPr txBox="1"/>
                <p:nvPr/>
              </p:nvSpPr>
              <p:spPr>
                <a:xfrm>
                  <a:off x="9533078" y="702026"/>
                  <a:ext cx="1117197" cy="261610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US" sz="2000" dirty="0">
                      <a:solidFill>
                        <a:schemeClr val="bg1"/>
                      </a:solidFill>
                    </a:rPr>
                    <a:t>DV in a: </a:t>
                  </a:r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(a)=0</a:t>
                  </a:r>
                </a:p>
                <a:p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(b) = 8</a:t>
                  </a:r>
                  <a:endParaRPr lang="en-US" sz="1600" dirty="0">
                    <a:cs typeface="Arial" charset="0"/>
                  </a:endParaRPr>
                </a:p>
                <a:p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(c)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(d) =</a:t>
                  </a:r>
                  <a:r>
                    <a:rPr lang="en-US" sz="1600" dirty="0">
                      <a:cs typeface="Arial" charset="0"/>
                    </a:rPr>
                    <a:t> 1</a:t>
                  </a:r>
                </a:p>
                <a:p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(e)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(f)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(g)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(h)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(i)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</p:txBody>
            </p:sp>
            <p:cxnSp>
              <p:nvCxnSpPr>
                <p:cNvPr id="379" name="Straight Connector 378">
                  <a:extLst>
                    <a:ext uri="{FF2B5EF4-FFF2-40B4-BE49-F238E27FC236}">
                      <a16:creationId xmlns:a16="http://schemas.microsoft.com/office/drawing/2014/main" id="{50ED32A2-619A-5348-8102-F0D95343ADB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477371" y="1076444"/>
                  <a:ext cx="1123866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80" name="Rectangle 379">
                  <a:extLst>
                    <a:ext uri="{FF2B5EF4-FFF2-40B4-BE49-F238E27FC236}">
                      <a16:creationId xmlns:a16="http://schemas.microsoft.com/office/drawing/2014/main" id="{DCEA8569-4767-BC4F-95B8-4CEC559CA8A1}"/>
                    </a:ext>
                  </a:extLst>
                </p:cNvPr>
                <p:cNvSpPr/>
                <p:nvPr/>
              </p:nvSpPr>
              <p:spPr>
                <a:xfrm>
                  <a:off x="9479666" y="706056"/>
                  <a:ext cx="1122744" cy="2589450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252B9189-7CDF-0741-9858-A79357149B7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6624" y="174028"/>
            <a:ext cx="10893427" cy="894622"/>
          </a:xfrm>
        </p:spPr>
        <p:txBody>
          <a:bodyPr/>
          <a:lstStyle/>
          <a:p>
            <a:r>
              <a:rPr lang="en-US" dirty="0"/>
              <a:t>Distance vector example: computation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98E05715-B0AC-CF47-B242-18018B71339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43</a:t>
            </a:fld>
            <a:endParaRPr lang="en-US" dirty="0"/>
          </a:p>
        </p:txBody>
      </p:sp>
      <p:cxnSp>
        <p:nvCxnSpPr>
          <p:cNvPr id="82" name="Straight Connector 81">
            <a:extLst>
              <a:ext uri="{FF2B5EF4-FFF2-40B4-BE49-F238E27FC236}">
                <a16:creationId xmlns:a16="http://schemas.microsoft.com/office/drawing/2014/main" id="{374B35E8-95B6-B946-8240-59B747B607B3}"/>
              </a:ext>
            </a:extLst>
          </p:cNvPr>
          <p:cNvCxnSpPr>
            <a:cxnSpLocks/>
            <a:stCxn id="76" idx="2"/>
            <a:endCxn id="76" idx="0"/>
          </p:cNvCxnSpPr>
          <p:nvPr/>
        </p:nvCxnSpPr>
        <p:spPr>
          <a:xfrm flipV="1">
            <a:off x="6530326" y="2129120"/>
            <a:ext cx="0" cy="3863111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6" name="Straight Connector 95">
            <a:extLst>
              <a:ext uri="{FF2B5EF4-FFF2-40B4-BE49-F238E27FC236}">
                <a16:creationId xmlns:a16="http://schemas.microsoft.com/office/drawing/2014/main" id="{DE34EA38-AB93-704A-ACF2-764D62663226}"/>
              </a:ext>
            </a:extLst>
          </p:cNvPr>
          <p:cNvCxnSpPr>
            <a:cxnSpLocks/>
            <a:stCxn id="76" idx="1"/>
            <a:endCxn id="76" idx="3"/>
          </p:cNvCxnSpPr>
          <p:nvPr/>
        </p:nvCxnSpPr>
        <p:spPr>
          <a:xfrm>
            <a:off x="4598770" y="4060675"/>
            <a:ext cx="3863111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6" name="Rectangle 75">
            <a:extLst>
              <a:ext uri="{FF2B5EF4-FFF2-40B4-BE49-F238E27FC236}">
                <a16:creationId xmlns:a16="http://schemas.microsoft.com/office/drawing/2014/main" id="{A169888C-5E10-3E40-BC1D-A5D0DB850712}"/>
              </a:ext>
            </a:extLst>
          </p:cNvPr>
          <p:cNvSpPr/>
          <p:nvPr/>
        </p:nvSpPr>
        <p:spPr>
          <a:xfrm>
            <a:off x="4598770" y="2129120"/>
            <a:ext cx="3863111" cy="3863111"/>
          </a:xfrm>
          <a:prstGeom prst="rect">
            <a:avLst/>
          </a:prstGeom>
          <a:noFill/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dirty="0"/>
          </a:p>
        </p:txBody>
      </p:sp>
      <p:sp>
        <p:nvSpPr>
          <p:cNvPr id="150" name="Rectangle 149">
            <a:extLst>
              <a:ext uri="{FF2B5EF4-FFF2-40B4-BE49-F238E27FC236}">
                <a16:creationId xmlns:a16="http://schemas.microsoft.com/office/drawing/2014/main" id="{CB39BACF-E4D1-6641-8B8C-0274EDEFA113}"/>
              </a:ext>
            </a:extLst>
          </p:cNvPr>
          <p:cNvSpPr/>
          <p:nvPr/>
        </p:nvSpPr>
        <p:spPr>
          <a:xfrm>
            <a:off x="8380337" y="2200470"/>
            <a:ext cx="132508" cy="1855109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dirty="0"/>
          </a:p>
        </p:txBody>
      </p:sp>
      <p:grpSp>
        <p:nvGrpSpPr>
          <p:cNvPr id="1034" name="Group 1033">
            <a:extLst>
              <a:ext uri="{FF2B5EF4-FFF2-40B4-BE49-F238E27FC236}">
                <a16:creationId xmlns:a16="http://schemas.microsoft.com/office/drawing/2014/main" id="{B4BFA757-E5EA-9A42-8A16-AA2091E708C8}"/>
              </a:ext>
            </a:extLst>
          </p:cNvPr>
          <p:cNvGrpSpPr/>
          <p:nvPr/>
        </p:nvGrpSpPr>
        <p:grpSpPr>
          <a:xfrm>
            <a:off x="4333785" y="5772213"/>
            <a:ext cx="4395351" cy="404576"/>
            <a:chOff x="4333785" y="5772213"/>
            <a:chExt cx="4395351" cy="404576"/>
          </a:xfrm>
        </p:grpSpPr>
        <p:grpSp>
          <p:nvGrpSpPr>
            <p:cNvPr id="184" name="Group 183">
              <a:extLst>
                <a:ext uri="{FF2B5EF4-FFF2-40B4-BE49-F238E27FC236}">
                  <a16:creationId xmlns:a16="http://schemas.microsoft.com/office/drawing/2014/main" id="{600795BD-C1B6-1748-B28A-001A8505BE86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205" name="Group 204">
                <a:extLst>
                  <a:ext uri="{FF2B5EF4-FFF2-40B4-BE49-F238E27FC236}">
                    <a16:creationId xmlns:a16="http://schemas.microsoft.com/office/drawing/2014/main" id="{CE81AFB3-2346-434C-A463-93F9C295562A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09" name="Oval 5">
                  <a:extLst>
                    <a:ext uri="{FF2B5EF4-FFF2-40B4-BE49-F238E27FC236}">
                      <a16:creationId xmlns:a16="http://schemas.microsoft.com/office/drawing/2014/main" id="{7918ED2E-E380-6C4E-86AA-0BF9D761441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0" name="Line 6">
                  <a:extLst>
                    <a:ext uri="{FF2B5EF4-FFF2-40B4-BE49-F238E27FC236}">
                      <a16:creationId xmlns:a16="http://schemas.microsoft.com/office/drawing/2014/main" id="{45F96407-8127-654C-9C52-5B626907562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1" name="Line 7">
                  <a:extLst>
                    <a:ext uri="{FF2B5EF4-FFF2-40B4-BE49-F238E27FC236}">
                      <a16:creationId xmlns:a16="http://schemas.microsoft.com/office/drawing/2014/main" id="{F1C01DA2-272A-CD4F-87F1-779C30F3555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2" name="Rectangle 8">
                  <a:extLst>
                    <a:ext uri="{FF2B5EF4-FFF2-40B4-BE49-F238E27FC236}">
                      <a16:creationId xmlns:a16="http://schemas.microsoft.com/office/drawing/2014/main" id="{7969C970-9697-A847-B375-82D629934D5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3" name="Oval 9">
                  <a:extLst>
                    <a:ext uri="{FF2B5EF4-FFF2-40B4-BE49-F238E27FC236}">
                      <a16:creationId xmlns:a16="http://schemas.microsoft.com/office/drawing/2014/main" id="{F8D02D26-0EA1-FD40-AD1F-E4E8635F47C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06" name="Group 44">
                <a:extLst>
                  <a:ext uri="{FF2B5EF4-FFF2-40B4-BE49-F238E27FC236}">
                    <a16:creationId xmlns:a16="http://schemas.microsoft.com/office/drawing/2014/main" id="{02C0B744-445A-A04E-812A-2D60476C152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207" name="Rectangle 45">
                  <a:extLst>
                    <a:ext uri="{FF2B5EF4-FFF2-40B4-BE49-F238E27FC236}">
                      <a16:creationId xmlns:a16="http://schemas.microsoft.com/office/drawing/2014/main" id="{83E6E4B2-940F-B749-91D8-19B033341D5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8" name="Text Box 46">
                  <a:extLst>
                    <a:ext uri="{FF2B5EF4-FFF2-40B4-BE49-F238E27FC236}">
                      <a16:creationId xmlns:a16="http://schemas.microsoft.com/office/drawing/2014/main" id="{16D546E0-A23E-174D-8F0D-BFB691AF1D6C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g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185" name="Group 184">
              <a:extLst>
                <a:ext uri="{FF2B5EF4-FFF2-40B4-BE49-F238E27FC236}">
                  <a16:creationId xmlns:a16="http://schemas.microsoft.com/office/drawing/2014/main" id="{34A0F8A7-FCD0-9A45-80B9-24CC78B561FE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196" name="Group 195">
                <a:extLst>
                  <a:ext uri="{FF2B5EF4-FFF2-40B4-BE49-F238E27FC236}">
                    <a16:creationId xmlns:a16="http://schemas.microsoft.com/office/drawing/2014/main" id="{18AECA76-7F06-F84A-928B-C13839D9F43F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00" name="Oval 5">
                  <a:extLst>
                    <a:ext uri="{FF2B5EF4-FFF2-40B4-BE49-F238E27FC236}">
                      <a16:creationId xmlns:a16="http://schemas.microsoft.com/office/drawing/2014/main" id="{04917013-CC10-D043-8A71-34F24813049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1" name="Line 6">
                  <a:extLst>
                    <a:ext uri="{FF2B5EF4-FFF2-40B4-BE49-F238E27FC236}">
                      <a16:creationId xmlns:a16="http://schemas.microsoft.com/office/drawing/2014/main" id="{7E7DEF49-D295-8547-9FE7-8CBB42CEB81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2" name="Line 7">
                  <a:extLst>
                    <a:ext uri="{FF2B5EF4-FFF2-40B4-BE49-F238E27FC236}">
                      <a16:creationId xmlns:a16="http://schemas.microsoft.com/office/drawing/2014/main" id="{5633B25D-6786-5A4A-A44E-E4A1EE3575B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3" name="Rectangle 8">
                  <a:extLst>
                    <a:ext uri="{FF2B5EF4-FFF2-40B4-BE49-F238E27FC236}">
                      <a16:creationId xmlns:a16="http://schemas.microsoft.com/office/drawing/2014/main" id="{968E012E-E513-8340-9324-11A79B223E2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4" name="Oval 9">
                  <a:extLst>
                    <a:ext uri="{FF2B5EF4-FFF2-40B4-BE49-F238E27FC236}">
                      <a16:creationId xmlns:a16="http://schemas.microsoft.com/office/drawing/2014/main" id="{7AFB2A7E-90B7-454F-BABB-E2A39AC7C95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197" name="Group 44">
                <a:extLst>
                  <a:ext uri="{FF2B5EF4-FFF2-40B4-BE49-F238E27FC236}">
                    <a16:creationId xmlns:a16="http://schemas.microsoft.com/office/drawing/2014/main" id="{5567606D-D82D-2A4D-A3C8-A7D0703B3CC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198" name="Rectangle 45">
                  <a:extLst>
                    <a:ext uri="{FF2B5EF4-FFF2-40B4-BE49-F238E27FC236}">
                      <a16:creationId xmlns:a16="http://schemas.microsoft.com/office/drawing/2014/main" id="{39206D20-AD6D-3242-8865-2C6680CB410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9" name="Text Box 46">
                  <a:extLst>
                    <a:ext uri="{FF2B5EF4-FFF2-40B4-BE49-F238E27FC236}">
                      <a16:creationId xmlns:a16="http://schemas.microsoft.com/office/drawing/2014/main" id="{E3BB3556-A335-984F-978A-FECE515B6702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h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186" name="Group 185">
              <a:extLst>
                <a:ext uri="{FF2B5EF4-FFF2-40B4-BE49-F238E27FC236}">
                  <a16:creationId xmlns:a16="http://schemas.microsoft.com/office/drawing/2014/main" id="{3B620D34-7BA8-EF49-AC1C-93F5BBC84AEC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187" name="Group 186">
                <a:extLst>
                  <a:ext uri="{FF2B5EF4-FFF2-40B4-BE49-F238E27FC236}">
                    <a16:creationId xmlns:a16="http://schemas.microsoft.com/office/drawing/2014/main" id="{A6C2F80D-43A1-5746-B518-C0C4F1A20ACD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191" name="Oval 5">
                  <a:extLst>
                    <a:ext uri="{FF2B5EF4-FFF2-40B4-BE49-F238E27FC236}">
                      <a16:creationId xmlns:a16="http://schemas.microsoft.com/office/drawing/2014/main" id="{442E1AFF-BC2C-C849-85D1-13E42B701CE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2" name="Line 6">
                  <a:extLst>
                    <a:ext uri="{FF2B5EF4-FFF2-40B4-BE49-F238E27FC236}">
                      <a16:creationId xmlns:a16="http://schemas.microsoft.com/office/drawing/2014/main" id="{C2994154-DB6D-E247-8511-C6FE8D9665F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3" name="Line 7">
                  <a:extLst>
                    <a:ext uri="{FF2B5EF4-FFF2-40B4-BE49-F238E27FC236}">
                      <a16:creationId xmlns:a16="http://schemas.microsoft.com/office/drawing/2014/main" id="{C730A3ED-5222-5348-831E-092DE7D6CEE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4" name="Rectangle 8">
                  <a:extLst>
                    <a:ext uri="{FF2B5EF4-FFF2-40B4-BE49-F238E27FC236}">
                      <a16:creationId xmlns:a16="http://schemas.microsoft.com/office/drawing/2014/main" id="{BED424F7-1928-5F41-831D-417161F220B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5" name="Oval 9">
                  <a:extLst>
                    <a:ext uri="{FF2B5EF4-FFF2-40B4-BE49-F238E27FC236}">
                      <a16:creationId xmlns:a16="http://schemas.microsoft.com/office/drawing/2014/main" id="{76DDF5F9-ACB7-E642-ACEA-223EE2F5F41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188" name="Group 44">
                <a:extLst>
                  <a:ext uri="{FF2B5EF4-FFF2-40B4-BE49-F238E27FC236}">
                    <a16:creationId xmlns:a16="http://schemas.microsoft.com/office/drawing/2014/main" id="{495DC56F-8C0E-6549-849D-6D43F4F8BC0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500196" y="2507397"/>
                <a:ext cx="267548" cy="419100"/>
                <a:chOff x="2972" y="2425"/>
                <a:chExt cx="171" cy="264"/>
              </a:xfrm>
            </p:grpSpPr>
            <p:sp>
              <p:nvSpPr>
                <p:cNvPr id="189" name="Rectangle 45">
                  <a:extLst>
                    <a:ext uri="{FF2B5EF4-FFF2-40B4-BE49-F238E27FC236}">
                      <a16:creationId xmlns:a16="http://schemas.microsoft.com/office/drawing/2014/main" id="{892DBBAB-E011-FD4A-BA7E-105CEF9075A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0" name="Text Box 46">
                  <a:extLst>
                    <a:ext uri="{FF2B5EF4-FFF2-40B4-BE49-F238E27FC236}">
                      <a16:creationId xmlns:a16="http://schemas.microsoft.com/office/drawing/2014/main" id="{173A4036-1DC3-BD4D-9E66-D9BC48C58BA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72" y="2425"/>
                  <a:ext cx="171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i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sp>
        <p:nvSpPr>
          <p:cNvPr id="215" name="TextBox 214">
            <a:extLst>
              <a:ext uri="{FF2B5EF4-FFF2-40B4-BE49-F238E27FC236}">
                <a16:creationId xmlns:a16="http://schemas.microsoft.com/office/drawing/2014/main" id="{74A89238-377F-A840-BB03-52D53CBBC3F3}"/>
              </a:ext>
            </a:extLst>
          </p:cNvPr>
          <p:cNvSpPr txBox="1"/>
          <p:nvPr/>
        </p:nvSpPr>
        <p:spPr>
          <a:xfrm>
            <a:off x="4305782" y="2870522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6" name="TextBox 215">
            <a:extLst>
              <a:ext uri="{FF2B5EF4-FFF2-40B4-BE49-F238E27FC236}">
                <a16:creationId xmlns:a16="http://schemas.microsoft.com/office/drawing/2014/main" id="{3D3F7215-9DE8-0542-8CCA-A9CEDC8717E2}"/>
              </a:ext>
            </a:extLst>
          </p:cNvPr>
          <p:cNvSpPr txBox="1"/>
          <p:nvPr/>
        </p:nvSpPr>
        <p:spPr>
          <a:xfrm>
            <a:off x="6217534" y="2860877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7" name="TextBox 216">
            <a:extLst>
              <a:ext uri="{FF2B5EF4-FFF2-40B4-BE49-F238E27FC236}">
                <a16:creationId xmlns:a16="http://schemas.microsoft.com/office/drawing/2014/main" id="{FC342D48-14A2-BA4E-A191-060C4177F678}"/>
              </a:ext>
            </a:extLst>
          </p:cNvPr>
          <p:cNvSpPr txBox="1"/>
          <p:nvPr/>
        </p:nvSpPr>
        <p:spPr>
          <a:xfrm>
            <a:off x="4296138" y="4886446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8" name="TextBox 217">
            <a:extLst>
              <a:ext uri="{FF2B5EF4-FFF2-40B4-BE49-F238E27FC236}">
                <a16:creationId xmlns:a16="http://schemas.microsoft.com/office/drawing/2014/main" id="{C9336A94-9BC9-8F41-95A7-69E18360DF3D}"/>
              </a:ext>
            </a:extLst>
          </p:cNvPr>
          <p:cNvSpPr txBox="1"/>
          <p:nvPr/>
        </p:nvSpPr>
        <p:spPr>
          <a:xfrm>
            <a:off x="6231040" y="4888376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9" name="TextBox 218">
            <a:extLst>
              <a:ext uri="{FF2B5EF4-FFF2-40B4-BE49-F238E27FC236}">
                <a16:creationId xmlns:a16="http://schemas.microsoft.com/office/drawing/2014/main" id="{E11EFAA3-3025-6E40-9F7B-8AEC8E44C52D}"/>
              </a:ext>
            </a:extLst>
          </p:cNvPr>
          <p:cNvSpPr txBox="1"/>
          <p:nvPr/>
        </p:nvSpPr>
        <p:spPr>
          <a:xfrm>
            <a:off x="8154365" y="4890306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1" name="TextBox 220">
            <a:extLst>
              <a:ext uri="{FF2B5EF4-FFF2-40B4-BE49-F238E27FC236}">
                <a16:creationId xmlns:a16="http://schemas.microsoft.com/office/drawing/2014/main" id="{EECDCBF1-5ACC-CF43-B981-907337945BA2}"/>
              </a:ext>
            </a:extLst>
          </p:cNvPr>
          <p:cNvSpPr txBox="1"/>
          <p:nvPr/>
        </p:nvSpPr>
        <p:spPr>
          <a:xfrm>
            <a:off x="5442030" y="4029920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2" name="TextBox 221">
            <a:extLst>
              <a:ext uri="{FF2B5EF4-FFF2-40B4-BE49-F238E27FC236}">
                <a16:creationId xmlns:a16="http://schemas.microsoft.com/office/drawing/2014/main" id="{2DD32315-0DAF-354B-ADE2-76F406D6A871}"/>
              </a:ext>
            </a:extLst>
          </p:cNvPr>
          <p:cNvSpPr txBox="1"/>
          <p:nvPr/>
        </p:nvSpPr>
        <p:spPr>
          <a:xfrm>
            <a:off x="7353782" y="4020275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3" name="TextBox 222">
            <a:extLst>
              <a:ext uri="{FF2B5EF4-FFF2-40B4-BE49-F238E27FC236}">
                <a16:creationId xmlns:a16="http://schemas.microsoft.com/office/drawing/2014/main" id="{25B3E8DA-82E1-B746-9524-A8B47546C7B7}"/>
              </a:ext>
            </a:extLst>
          </p:cNvPr>
          <p:cNvSpPr txBox="1"/>
          <p:nvPr/>
        </p:nvSpPr>
        <p:spPr>
          <a:xfrm>
            <a:off x="5443958" y="5953247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4" name="TextBox 223">
            <a:extLst>
              <a:ext uri="{FF2B5EF4-FFF2-40B4-BE49-F238E27FC236}">
                <a16:creationId xmlns:a16="http://schemas.microsoft.com/office/drawing/2014/main" id="{51516E14-40A2-B34F-B880-05B80B68D6FC}"/>
              </a:ext>
            </a:extLst>
          </p:cNvPr>
          <p:cNvSpPr txBox="1"/>
          <p:nvPr/>
        </p:nvSpPr>
        <p:spPr>
          <a:xfrm>
            <a:off x="7355710" y="5943602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5" name="TextBox 224">
            <a:extLst>
              <a:ext uri="{FF2B5EF4-FFF2-40B4-BE49-F238E27FC236}">
                <a16:creationId xmlns:a16="http://schemas.microsoft.com/office/drawing/2014/main" id="{9174059A-E895-E740-9A26-AA7943E4A64F}"/>
              </a:ext>
            </a:extLst>
          </p:cNvPr>
          <p:cNvSpPr txBox="1"/>
          <p:nvPr/>
        </p:nvSpPr>
        <p:spPr>
          <a:xfrm>
            <a:off x="5445886" y="2123956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8</a:t>
            </a:r>
          </a:p>
        </p:txBody>
      </p:sp>
      <p:sp>
        <p:nvSpPr>
          <p:cNvPr id="226" name="TextBox 225">
            <a:extLst>
              <a:ext uri="{FF2B5EF4-FFF2-40B4-BE49-F238E27FC236}">
                <a16:creationId xmlns:a16="http://schemas.microsoft.com/office/drawing/2014/main" id="{F7510488-7C59-7449-A4EE-C5A32BFCB3A5}"/>
              </a:ext>
            </a:extLst>
          </p:cNvPr>
          <p:cNvSpPr txBox="1"/>
          <p:nvPr/>
        </p:nvSpPr>
        <p:spPr>
          <a:xfrm>
            <a:off x="7357638" y="2114311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grpSp>
        <p:nvGrpSpPr>
          <p:cNvPr id="159" name="Group 158">
            <a:extLst>
              <a:ext uri="{FF2B5EF4-FFF2-40B4-BE49-F238E27FC236}">
                <a16:creationId xmlns:a16="http://schemas.microsoft.com/office/drawing/2014/main" id="{4AAED925-F16C-8F45-B5D7-47EABDB0B993}"/>
              </a:ext>
            </a:extLst>
          </p:cNvPr>
          <p:cNvGrpSpPr/>
          <p:nvPr/>
        </p:nvGrpSpPr>
        <p:grpSpPr>
          <a:xfrm>
            <a:off x="584365" y="1859143"/>
            <a:ext cx="736099" cy="1229581"/>
            <a:chOff x="10030307" y="3444875"/>
            <a:chExt cx="736099" cy="1229581"/>
          </a:xfrm>
        </p:grpSpPr>
        <p:sp>
          <p:nvSpPr>
            <p:cNvPr id="160" name="TextBox 159">
              <a:extLst>
                <a:ext uri="{FF2B5EF4-FFF2-40B4-BE49-F238E27FC236}">
                  <a16:creationId xmlns:a16="http://schemas.microsoft.com/office/drawing/2014/main" id="{6655EB12-A2B9-9D4A-A0A9-F9958BDB0106}"/>
                </a:ext>
              </a:extLst>
            </p:cNvPr>
            <p:cNvSpPr txBox="1"/>
            <p:nvPr/>
          </p:nvSpPr>
          <p:spPr>
            <a:xfrm>
              <a:off x="10030307" y="4089681"/>
              <a:ext cx="736099" cy="58477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3200" dirty="0"/>
                <a:t>t=1</a:t>
              </a:r>
            </a:p>
          </p:txBody>
        </p:sp>
        <p:grpSp>
          <p:nvGrpSpPr>
            <p:cNvPr id="161" name="Group 160">
              <a:extLst>
                <a:ext uri="{FF2B5EF4-FFF2-40B4-BE49-F238E27FC236}">
                  <a16:creationId xmlns:a16="http://schemas.microsoft.com/office/drawing/2014/main" id="{0523D739-F413-264B-A745-A38C62E06D3B}"/>
                </a:ext>
              </a:extLst>
            </p:cNvPr>
            <p:cNvGrpSpPr/>
            <p:nvPr/>
          </p:nvGrpSpPr>
          <p:grpSpPr>
            <a:xfrm>
              <a:off x="10034588" y="3444875"/>
              <a:ext cx="682627" cy="682625"/>
              <a:chOff x="10034588" y="3444875"/>
              <a:chExt cx="682627" cy="682625"/>
            </a:xfrm>
          </p:grpSpPr>
          <p:sp>
            <p:nvSpPr>
              <p:cNvPr id="162" name="Oval 161">
                <a:extLst>
                  <a:ext uri="{FF2B5EF4-FFF2-40B4-BE49-F238E27FC236}">
                    <a16:creationId xmlns:a16="http://schemas.microsoft.com/office/drawing/2014/main" id="{CB814881-01DB-0E43-BA2F-B64D7EA26896}"/>
                  </a:ext>
                </a:extLst>
              </p:cNvPr>
              <p:cNvSpPr/>
              <p:nvPr/>
            </p:nvSpPr>
            <p:spPr>
              <a:xfrm>
                <a:off x="10039551" y="3449256"/>
                <a:ext cx="671332" cy="671332"/>
              </a:xfrm>
              <a:prstGeom prst="ellipse">
                <a:avLst/>
              </a:prstGeom>
              <a:noFill/>
              <a:ln w="3492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cxnSp>
            <p:nvCxnSpPr>
              <p:cNvPr id="163" name="Straight Connector 162">
                <a:extLst>
                  <a:ext uri="{FF2B5EF4-FFF2-40B4-BE49-F238E27FC236}">
                    <a16:creationId xmlns:a16="http://schemas.microsoft.com/office/drawing/2014/main" id="{08775389-41CA-4740-B083-4D54E5FAECED}"/>
                  </a:ext>
                </a:extLst>
              </p:cNvPr>
              <p:cNvCxnSpPr/>
              <p:nvPr/>
            </p:nvCxnSpPr>
            <p:spPr>
              <a:xfrm>
                <a:off x="10372725" y="344487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4" name="Straight Connector 163">
                <a:extLst>
                  <a:ext uri="{FF2B5EF4-FFF2-40B4-BE49-F238E27FC236}">
                    <a16:creationId xmlns:a16="http://schemas.microsoft.com/office/drawing/2014/main" id="{3E6B6CB9-512E-6343-AD8B-BBAB6CE819A4}"/>
                  </a:ext>
                </a:extLst>
              </p:cNvPr>
              <p:cNvCxnSpPr/>
              <p:nvPr/>
            </p:nvCxnSpPr>
            <p:spPr>
              <a:xfrm>
                <a:off x="10372725" y="406717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5" name="Straight Connector 164">
                <a:extLst>
                  <a:ext uri="{FF2B5EF4-FFF2-40B4-BE49-F238E27FC236}">
                    <a16:creationId xmlns:a16="http://schemas.microsoft.com/office/drawing/2014/main" id="{6B84002D-08B3-2041-9EB9-DE4D7AA96DC7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>
                <a:off x="10064751" y="375602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6" name="Straight Connector 165">
                <a:extLst>
                  <a:ext uri="{FF2B5EF4-FFF2-40B4-BE49-F238E27FC236}">
                    <a16:creationId xmlns:a16="http://schemas.microsoft.com/office/drawing/2014/main" id="{C10AF67D-3C60-074D-85D9-BB7F3C22BA6E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>
                <a:off x="10687053" y="375602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7" name="Straight Connector 166">
                <a:extLst>
                  <a:ext uri="{FF2B5EF4-FFF2-40B4-BE49-F238E27FC236}">
                    <a16:creationId xmlns:a16="http://schemas.microsoft.com/office/drawing/2014/main" id="{D7001C9A-A249-5941-879B-C26FFA2151F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523542" y="4037013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8" name="Straight Connector 167">
                <a:extLst>
                  <a:ext uri="{FF2B5EF4-FFF2-40B4-BE49-F238E27FC236}">
                    <a16:creationId xmlns:a16="http://schemas.microsoft.com/office/drawing/2014/main" id="{F6CFD6FA-4D66-9F4F-9565-82515FD78B1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202867" y="3490913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9" name="Straight Connector 168">
                <a:extLst>
                  <a:ext uri="{FF2B5EF4-FFF2-40B4-BE49-F238E27FC236}">
                    <a16:creationId xmlns:a16="http://schemas.microsoft.com/office/drawing/2014/main" id="{3AF8B4F1-6823-4E49-BDC2-8B3DFF75FC97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196517" y="4033838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0" name="Straight Connector 169">
                <a:extLst>
                  <a:ext uri="{FF2B5EF4-FFF2-40B4-BE49-F238E27FC236}">
                    <a16:creationId xmlns:a16="http://schemas.microsoft.com/office/drawing/2014/main" id="{A8A30E75-242F-B744-AD86-D5121CF798F7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517192" y="3487738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1" name="Straight Connector 170">
                <a:extLst>
                  <a:ext uri="{FF2B5EF4-FFF2-40B4-BE49-F238E27FC236}">
                    <a16:creationId xmlns:a16="http://schemas.microsoft.com/office/drawing/2014/main" id="{CA6C8979-7ABA-2548-A690-DBB79A1510E8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631493" y="3611565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2" name="Straight Connector 171">
                <a:extLst>
                  <a:ext uri="{FF2B5EF4-FFF2-40B4-BE49-F238E27FC236}">
                    <a16:creationId xmlns:a16="http://schemas.microsoft.com/office/drawing/2014/main" id="{9D0B68AA-F684-FE43-A969-18E51C1C177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085393" y="3929065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3" name="Straight Connector 172">
                <a:extLst>
                  <a:ext uri="{FF2B5EF4-FFF2-40B4-BE49-F238E27FC236}">
                    <a16:creationId xmlns:a16="http://schemas.microsoft.com/office/drawing/2014/main" id="{5419F84A-0D3B-EF47-949B-02A63FAFFC86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10094918" y="3614740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4" name="Straight Connector 173">
                <a:extLst>
                  <a:ext uri="{FF2B5EF4-FFF2-40B4-BE49-F238E27FC236}">
                    <a16:creationId xmlns:a16="http://schemas.microsoft.com/office/drawing/2014/main" id="{FDC9525E-B8EE-704E-94A9-DA434054CDB0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10631493" y="3932240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5" name="Oval 174">
                <a:extLst>
                  <a:ext uri="{FF2B5EF4-FFF2-40B4-BE49-F238E27FC236}">
                    <a16:creationId xmlns:a16="http://schemas.microsoft.com/office/drawing/2014/main" id="{1326D6D5-4368-3242-940E-7E5978F1247E}"/>
                  </a:ext>
                </a:extLst>
              </p:cNvPr>
              <p:cNvSpPr/>
              <p:nvPr/>
            </p:nvSpPr>
            <p:spPr>
              <a:xfrm>
                <a:off x="10331450" y="3743325"/>
                <a:ext cx="82550" cy="87136"/>
              </a:xfrm>
              <a:prstGeom prst="ellipse">
                <a:avLst/>
              </a:prstGeom>
              <a:solidFill>
                <a:srgbClr val="C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</p:grpSp>
      <p:cxnSp>
        <p:nvCxnSpPr>
          <p:cNvPr id="153" name="Straight Connector 152">
            <a:extLst>
              <a:ext uri="{FF2B5EF4-FFF2-40B4-BE49-F238E27FC236}">
                <a16:creationId xmlns:a16="http://schemas.microsoft.com/office/drawing/2014/main" id="{1BDF6761-A298-0649-AD22-E32D353E085B}"/>
              </a:ext>
            </a:extLst>
          </p:cNvPr>
          <p:cNvCxnSpPr>
            <a:cxnSpLocks/>
          </p:cNvCxnSpPr>
          <p:nvPr/>
        </p:nvCxnSpPr>
        <p:spPr>
          <a:xfrm>
            <a:off x="919556" y="1995948"/>
            <a:ext cx="0" cy="196031"/>
          </a:xfrm>
          <a:prstGeom prst="line">
            <a:avLst/>
          </a:prstGeom>
          <a:ln w="25400" cap="flat">
            <a:solidFill>
              <a:srgbClr val="C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4" name="Rectangle 153">
            <a:extLst>
              <a:ext uri="{FF2B5EF4-FFF2-40B4-BE49-F238E27FC236}">
                <a16:creationId xmlns:a16="http://schemas.microsoft.com/office/drawing/2014/main" id="{6E805ECD-DD10-C845-94C0-375A905AFE6F}"/>
              </a:ext>
            </a:extLst>
          </p:cNvPr>
          <p:cNvSpPr/>
          <p:nvPr/>
        </p:nvSpPr>
        <p:spPr>
          <a:xfrm>
            <a:off x="6626942" y="275303"/>
            <a:ext cx="3038168" cy="629265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241" name="Group 240">
            <a:extLst>
              <a:ext uri="{FF2B5EF4-FFF2-40B4-BE49-F238E27FC236}">
                <a16:creationId xmlns:a16="http://schemas.microsoft.com/office/drawing/2014/main" id="{C0DE6387-1D17-B74C-B49C-337140026F6C}"/>
              </a:ext>
            </a:extLst>
          </p:cNvPr>
          <p:cNvGrpSpPr/>
          <p:nvPr/>
        </p:nvGrpSpPr>
        <p:grpSpPr>
          <a:xfrm>
            <a:off x="6656438" y="235974"/>
            <a:ext cx="2493133" cy="1917291"/>
            <a:chOff x="7010400" y="108155"/>
            <a:chExt cx="2493133" cy="1917291"/>
          </a:xfrm>
        </p:grpSpPr>
        <p:sp>
          <p:nvSpPr>
            <p:cNvPr id="242" name="Freeform 241">
              <a:extLst>
                <a:ext uri="{FF2B5EF4-FFF2-40B4-BE49-F238E27FC236}">
                  <a16:creationId xmlns:a16="http://schemas.microsoft.com/office/drawing/2014/main" id="{AAB1A5DE-415B-F14B-A28A-363ED94665BF}"/>
                </a:ext>
              </a:extLst>
            </p:cNvPr>
            <p:cNvSpPr/>
            <p:nvPr/>
          </p:nvSpPr>
          <p:spPr>
            <a:xfrm>
              <a:off x="7010400" y="176982"/>
              <a:ext cx="2340077" cy="1848464"/>
            </a:xfrm>
            <a:custGeom>
              <a:avLst/>
              <a:gdLst>
                <a:gd name="connsiteX0" fmla="*/ 0 w 2340077"/>
                <a:gd name="connsiteY0" fmla="*/ 304800 h 432619"/>
                <a:gd name="connsiteX1" fmla="*/ 393290 w 2340077"/>
                <a:gd name="connsiteY1" fmla="*/ 0 h 432619"/>
                <a:gd name="connsiteX2" fmla="*/ 2340077 w 2340077"/>
                <a:gd name="connsiteY2" fmla="*/ 0 h 432619"/>
                <a:gd name="connsiteX3" fmla="*/ 147484 w 2340077"/>
                <a:gd name="connsiteY3" fmla="*/ 432619 h 432619"/>
                <a:gd name="connsiteX4" fmla="*/ 0 w 2340077"/>
                <a:gd name="connsiteY4" fmla="*/ 304800 h 432619"/>
                <a:gd name="connsiteX0" fmla="*/ 0 w 2340077"/>
                <a:gd name="connsiteY0" fmla="*/ 1691148 h 1818967"/>
                <a:gd name="connsiteX1" fmla="*/ 383458 w 2340077"/>
                <a:gd name="connsiteY1" fmla="*/ 0 h 1818967"/>
                <a:gd name="connsiteX2" fmla="*/ 2340077 w 2340077"/>
                <a:gd name="connsiteY2" fmla="*/ 1386348 h 1818967"/>
                <a:gd name="connsiteX3" fmla="*/ 147484 w 2340077"/>
                <a:gd name="connsiteY3" fmla="*/ 1818967 h 1818967"/>
                <a:gd name="connsiteX4" fmla="*/ 0 w 2340077"/>
                <a:gd name="connsiteY4" fmla="*/ 1691148 h 1818967"/>
                <a:gd name="connsiteX0" fmla="*/ 0 w 2340077"/>
                <a:gd name="connsiteY0" fmla="*/ 1691148 h 1818967"/>
                <a:gd name="connsiteX1" fmla="*/ 383458 w 2340077"/>
                <a:gd name="connsiteY1" fmla="*/ 0 h 1818967"/>
                <a:gd name="connsiteX2" fmla="*/ 2340077 w 2340077"/>
                <a:gd name="connsiteY2" fmla="*/ 1386348 h 1818967"/>
                <a:gd name="connsiteX3" fmla="*/ 147484 w 2340077"/>
                <a:gd name="connsiteY3" fmla="*/ 1818967 h 1818967"/>
                <a:gd name="connsiteX4" fmla="*/ 0 w 2340077"/>
                <a:gd name="connsiteY4" fmla="*/ 1691148 h 1818967"/>
                <a:gd name="connsiteX0" fmla="*/ 0 w 2340077"/>
                <a:gd name="connsiteY0" fmla="*/ 1691148 h 1828799"/>
                <a:gd name="connsiteX1" fmla="*/ 383458 w 2340077"/>
                <a:gd name="connsiteY1" fmla="*/ 0 h 1828799"/>
                <a:gd name="connsiteX2" fmla="*/ 2340077 w 2340077"/>
                <a:gd name="connsiteY2" fmla="*/ 1386348 h 1828799"/>
                <a:gd name="connsiteX3" fmla="*/ 186813 w 2340077"/>
                <a:gd name="connsiteY3" fmla="*/ 1828799 h 1828799"/>
                <a:gd name="connsiteX4" fmla="*/ 0 w 2340077"/>
                <a:gd name="connsiteY4" fmla="*/ 1691148 h 1828799"/>
                <a:gd name="connsiteX0" fmla="*/ 0 w 2340077"/>
                <a:gd name="connsiteY0" fmla="*/ 1691148 h 1828799"/>
                <a:gd name="connsiteX1" fmla="*/ 383458 w 2340077"/>
                <a:gd name="connsiteY1" fmla="*/ 0 h 1828799"/>
                <a:gd name="connsiteX2" fmla="*/ 2340077 w 2340077"/>
                <a:gd name="connsiteY2" fmla="*/ 1386348 h 1828799"/>
                <a:gd name="connsiteX3" fmla="*/ 186813 w 2340077"/>
                <a:gd name="connsiteY3" fmla="*/ 1828799 h 1828799"/>
                <a:gd name="connsiteX4" fmla="*/ 0 w 2340077"/>
                <a:gd name="connsiteY4" fmla="*/ 1691148 h 1828799"/>
                <a:gd name="connsiteX0" fmla="*/ 0 w 2340077"/>
                <a:gd name="connsiteY0" fmla="*/ 1691148 h 1828799"/>
                <a:gd name="connsiteX1" fmla="*/ 383458 w 2340077"/>
                <a:gd name="connsiteY1" fmla="*/ 0 h 1828799"/>
                <a:gd name="connsiteX2" fmla="*/ 2340077 w 2340077"/>
                <a:gd name="connsiteY2" fmla="*/ 1386348 h 1828799"/>
                <a:gd name="connsiteX3" fmla="*/ 186813 w 2340077"/>
                <a:gd name="connsiteY3" fmla="*/ 1828799 h 1828799"/>
                <a:gd name="connsiteX4" fmla="*/ 0 w 2340077"/>
                <a:gd name="connsiteY4" fmla="*/ 1691148 h 1828799"/>
                <a:gd name="connsiteX0" fmla="*/ 0 w 2340077"/>
                <a:gd name="connsiteY0" fmla="*/ 1691148 h 1828799"/>
                <a:gd name="connsiteX1" fmla="*/ 383458 w 2340077"/>
                <a:gd name="connsiteY1" fmla="*/ 0 h 1828799"/>
                <a:gd name="connsiteX2" fmla="*/ 2340077 w 2340077"/>
                <a:gd name="connsiteY2" fmla="*/ 1386348 h 1828799"/>
                <a:gd name="connsiteX3" fmla="*/ 186813 w 2340077"/>
                <a:gd name="connsiteY3" fmla="*/ 1828799 h 1828799"/>
                <a:gd name="connsiteX4" fmla="*/ 0 w 2340077"/>
                <a:gd name="connsiteY4" fmla="*/ 1691148 h 1828799"/>
                <a:gd name="connsiteX0" fmla="*/ 0 w 2340077"/>
                <a:gd name="connsiteY0" fmla="*/ 1691148 h 1848464"/>
                <a:gd name="connsiteX1" fmla="*/ 383458 w 2340077"/>
                <a:gd name="connsiteY1" fmla="*/ 0 h 1848464"/>
                <a:gd name="connsiteX2" fmla="*/ 2340077 w 2340077"/>
                <a:gd name="connsiteY2" fmla="*/ 1386348 h 1848464"/>
                <a:gd name="connsiteX3" fmla="*/ 137651 w 2340077"/>
                <a:gd name="connsiteY3" fmla="*/ 1848464 h 1848464"/>
                <a:gd name="connsiteX4" fmla="*/ 0 w 2340077"/>
                <a:gd name="connsiteY4" fmla="*/ 1691148 h 1848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40077" h="1848464">
                  <a:moveTo>
                    <a:pt x="0" y="1691148"/>
                  </a:moveTo>
                  <a:cubicBezTo>
                    <a:pt x="167148" y="1304412"/>
                    <a:pt x="285136" y="770193"/>
                    <a:pt x="383458" y="0"/>
                  </a:cubicBezTo>
                  <a:lnTo>
                    <a:pt x="2340077" y="1386348"/>
                  </a:lnTo>
                  <a:cubicBezTo>
                    <a:pt x="871794" y="1579716"/>
                    <a:pt x="740695" y="1645264"/>
                    <a:pt x="137651" y="1848464"/>
                  </a:cubicBezTo>
                  <a:lnTo>
                    <a:pt x="0" y="1691148"/>
                  </a:lnTo>
                  <a:close/>
                </a:path>
              </a:pathLst>
            </a:cu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chemeClr val="bg1">
                    <a:lumMod val="75000"/>
                  </a:schemeClr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243" name="Group 242">
              <a:extLst>
                <a:ext uri="{FF2B5EF4-FFF2-40B4-BE49-F238E27FC236}">
                  <a16:creationId xmlns:a16="http://schemas.microsoft.com/office/drawing/2014/main" id="{937CC7FC-FB1E-3F44-8360-192E93D54F76}"/>
                </a:ext>
              </a:extLst>
            </p:cNvPr>
            <p:cNvGrpSpPr/>
            <p:nvPr/>
          </p:nvGrpSpPr>
          <p:grpSpPr>
            <a:xfrm>
              <a:off x="7323884" y="108155"/>
              <a:ext cx="2179649" cy="1445342"/>
              <a:chOff x="7323884" y="108155"/>
              <a:chExt cx="2179649" cy="1445342"/>
            </a:xfrm>
          </p:grpSpPr>
          <p:sp>
            <p:nvSpPr>
              <p:cNvPr id="244" name="Rectangle 243">
                <a:extLst>
                  <a:ext uri="{FF2B5EF4-FFF2-40B4-BE49-F238E27FC236}">
                    <a16:creationId xmlns:a16="http://schemas.microsoft.com/office/drawing/2014/main" id="{4491BF2B-1B3B-CC46-9290-459EE74E54A2}"/>
                  </a:ext>
                </a:extLst>
              </p:cNvPr>
              <p:cNvSpPr/>
              <p:nvPr/>
            </p:nvSpPr>
            <p:spPr>
              <a:xfrm>
                <a:off x="7413523" y="108155"/>
                <a:ext cx="1936954" cy="143551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245" name="Group 244">
                <a:extLst>
                  <a:ext uri="{FF2B5EF4-FFF2-40B4-BE49-F238E27FC236}">
                    <a16:creationId xmlns:a16="http://schemas.microsoft.com/office/drawing/2014/main" id="{FCF8DCB2-D709-AF40-B84B-C341D1A769CD}"/>
                  </a:ext>
                </a:extLst>
              </p:cNvPr>
              <p:cNvGrpSpPr/>
              <p:nvPr/>
            </p:nvGrpSpPr>
            <p:grpSpPr>
              <a:xfrm>
                <a:off x="7323884" y="120836"/>
                <a:ext cx="2179649" cy="1432661"/>
                <a:chOff x="7323884" y="120836"/>
                <a:chExt cx="2179649" cy="1432661"/>
              </a:xfrm>
            </p:grpSpPr>
            <p:sp>
              <p:nvSpPr>
                <p:cNvPr id="246" name="Rectangle 245">
                  <a:extLst>
                    <a:ext uri="{FF2B5EF4-FFF2-40B4-BE49-F238E27FC236}">
                      <a16:creationId xmlns:a16="http://schemas.microsoft.com/office/drawing/2014/main" id="{AAB1F5FE-4DFF-8942-96D2-1BF59A9B8ED7}"/>
                    </a:ext>
                  </a:extLst>
                </p:cNvPr>
                <p:cNvSpPr/>
                <p:nvPr/>
              </p:nvSpPr>
              <p:spPr>
                <a:xfrm>
                  <a:off x="7409951" y="124866"/>
                  <a:ext cx="1940525" cy="370390"/>
                </a:xfrm>
                <a:prstGeom prst="rect">
                  <a:avLst/>
                </a:prstGeom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47" name="TextBox 246">
                  <a:extLst>
                    <a:ext uri="{FF2B5EF4-FFF2-40B4-BE49-F238E27FC236}">
                      <a16:creationId xmlns:a16="http://schemas.microsoft.com/office/drawing/2014/main" id="{02C346E9-CF40-A846-ACD9-F72DFBB9E805}"/>
                    </a:ext>
                  </a:extLst>
                </p:cNvPr>
                <p:cNvSpPr txBox="1"/>
                <p:nvPr/>
              </p:nvSpPr>
              <p:spPr>
                <a:xfrm>
                  <a:off x="7799764" y="120836"/>
                  <a:ext cx="1117197" cy="400110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algn="ctr">
                    <a:spcAft>
                      <a:spcPts val="400"/>
                    </a:spcAft>
                  </a:pPr>
                  <a:r>
                    <a:rPr lang="en-US" sz="2000" dirty="0">
                      <a:solidFill>
                        <a:schemeClr val="bg1"/>
                      </a:solidFill>
                    </a:rPr>
                    <a:t>DV in b:</a:t>
                  </a:r>
                </a:p>
              </p:txBody>
            </p:sp>
            <p:cxnSp>
              <p:nvCxnSpPr>
                <p:cNvPr id="248" name="Straight Connector 247">
                  <a:extLst>
                    <a:ext uri="{FF2B5EF4-FFF2-40B4-BE49-F238E27FC236}">
                      <a16:creationId xmlns:a16="http://schemas.microsoft.com/office/drawing/2014/main" id="{322E19FC-BD9D-FC41-8AF9-4540EB9B5BC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7401895" y="495254"/>
                  <a:ext cx="1123866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49" name="Rectangle 248">
                  <a:extLst>
                    <a:ext uri="{FF2B5EF4-FFF2-40B4-BE49-F238E27FC236}">
                      <a16:creationId xmlns:a16="http://schemas.microsoft.com/office/drawing/2014/main" id="{14EC7CB6-196B-5E44-AD24-302ACAC213D8}"/>
                    </a:ext>
                  </a:extLst>
                </p:cNvPr>
                <p:cNvSpPr/>
                <p:nvPr/>
              </p:nvSpPr>
              <p:spPr>
                <a:xfrm>
                  <a:off x="7404189" y="124866"/>
                  <a:ext cx="1936455" cy="1428631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50" name="TextBox 249">
                  <a:extLst>
                    <a:ext uri="{FF2B5EF4-FFF2-40B4-BE49-F238E27FC236}">
                      <a16:creationId xmlns:a16="http://schemas.microsoft.com/office/drawing/2014/main" id="{15AACE12-C210-0141-824B-658545F2E1EB}"/>
                    </a:ext>
                  </a:extLst>
                </p:cNvPr>
                <p:cNvSpPr txBox="1"/>
                <p:nvPr/>
              </p:nvSpPr>
              <p:spPr>
                <a:xfrm>
                  <a:off x="8392488" y="560500"/>
                  <a:ext cx="1111045" cy="978729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(f)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pPr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(g)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pPr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(h)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pPr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(i)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</p:txBody>
            </p:sp>
            <p:sp>
              <p:nvSpPr>
                <p:cNvPr id="251" name="TextBox 250">
                  <a:extLst>
                    <a:ext uri="{FF2B5EF4-FFF2-40B4-BE49-F238E27FC236}">
                      <a16:creationId xmlns:a16="http://schemas.microsoft.com/office/drawing/2014/main" id="{8FBBD149-E4A4-7649-964F-57535C719AD2}"/>
                    </a:ext>
                  </a:extLst>
                </p:cNvPr>
                <p:cNvSpPr txBox="1"/>
                <p:nvPr/>
              </p:nvSpPr>
              <p:spPr>
                <a:xfrm>
                  <a:off x="7323884" y="557387"/>
                  <a:ext cx="1117197" cy="978729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114300" lvl="1"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(a) = 8</a:t>
                  </a:r>
                  <a:endParaRPr lang="en-US" sz="1600" dirty="0">
                    <a:cs typeface="Arial" charset="0"/>
                  </a:endParaRPr>
                </a:p>
                <a:p>
                  <a:pPr marL="114300" lvl="1"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(c) =</a:t>
                  </a:r>
                  <a:r>
                    <a:rPr lang="en-US" sz="1600" dirty="0">
                      <a:cs typeface="Arial" charset="0"/>
                    </a:rPr>
                    <a:t> 1</a:t>
                  </a:r>
                  <a:endParaRPr lang="en-US" sz="1600" dirty="0"/>
                </a:p>
                <a:p>
                  <a:pPr marL="114300" lvl="1"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(d)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  <a:p>
                  <a:pPr marL="114300" lvl="1"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(e) =</a:t>
                  </a:r>
                  <a:r>
                    <a:rPr lang="en-US" sz="1600" dirty="0">
                      <a:cs typeface="Arial" charset="0"/>
                    </a:rPr>
                    <a:t> 1</a:t>
                  </a:r>
                  <a:endParaRPr lang="en-US" sz="1600" dirty="0"/>
                </a:p>
              </p:txBody>
            </p:sp>
          </p:grpSp>
        </p:grpSp>
      </p:grpSp>
      <p:sp>
        <p:nvSpPr>
          <p:cNvPr id="281" name="TextBox 280">
            <a:extLst>
              <a:ext uri="{FF2B5EF4-FFF2-40B4-BE49-F238E27FC236}">
                <a16:creationId xmlns:a16="http://schemas.microsoft.com/office/drawing/2014/main" id="{9547E6FC-ED98-A842-83E6-5B393D42D482}"/>
              </a:ext>
            </a:extLst>
          </p:cNvPr>
          <p:cNvSpPr txBox="1"/>
          <p:nvPr/>
        </p:nvSpPr>
        <p:spPr>
          <a:xfrm flipH="1">
            <a:off x="348626" y="3078991"/>
            <a:ext cx="2195814" cy="5909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indent="-285750">
              <a:lnSpc>
                <a:spcPct val="90000"/>
              </a:lnSpc>
              <a:buClr>
                <a:srgbClr val="0000A8"/>
              </a:buClr>
              <a:buFont typeface="Wingdings" pitchFamily="2" charset="2"/>
              <a:buChar char="§"/>
            </a:pPr>
            <a:r>
              <a:rPr lang="en-US" dirty="0"/>
              <a:t>b receives DVs from a, c, e</a:t>
            </a:r>
          </a:p>
        </p:txBody>
      </p:sp>
      <p:sp>
        <p:nvSpPr>
          <p:cNvPr id="345" name="Right Arrow 344">
            <a:extLst>
              <a:ext uri="{FF2B5EF4-FFF2-40B4-BE49-F238E27FC236}">
                <a16:creationId xmlns:a16="http://schemas.microsoft.com/office/drawing/2014/main" id="{92F5E3C5-FAC5-934A-B5A5-9BE872588D4E}"/>
              </a:ext>
            </a:extLst>
          </p:cNvPr>
          <p:cNvSpPr/>
          <p:nvPr/>
        </p:nvSpPr>
        <p:spPr>
          <a:xfrm rot="16200000">
            <a:off x="6346718" y="3406881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56" name="Right Arrow 355">
            <a:extLst>
              <a:ext uri="{FF2B5EF4-FFF2-40B4-BE49-F238E27FC236}">
                <a16:creationId xmlns:a16="http://schemas.microsoft.com/office/drawing/2014/main" id="{FECE1C4C-C6DE-E44B-8914-C9FAB6E59F01}"/>
              </a:ext>
            </a:extLst>
          </p:cNvPr>
          <p:cNvSpPr/>
          <p:nvPr/>
        </p:nvSpPr>
        <p:spPr>
          <a:xfrm>
            <a:off x="4973224" y="1937987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57" name="Right Arrow 356">
            <a:extLst>
              <a:ext uri="{FF2B5EF4-FFF2-40B4-BE49-F238E27FC236}">
                <a16:creationId xmlns:a16="http://schemas.microsoft.com/office/drawing/2014/main" id="{E44AC5A8-AB5C-6D48-965A-B3150C882B9F}"/>
              </a:ext>
            </a:extLst>
          </p:cNvPr>
          <p:cNvSpPr/>
          <p:nvPr/>
        </p:nvSpPr>
        <p:spPr>
          <a:xfrm rot="10800000">
            <a:off x="7631559" y="1919702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314" name="Group 313">
            <a:extLst>
              <a:ext uri="{FF2B5EF4-FFF2-40B4-BE49-F238E27FC236}">
                <a16:creationId xmlns:a16="http://schemas.microsoft.com/office/drawing/2014/main" id="{917871C2-1731-FE43-944D-6364CCE85DA9}"/>
              </a:ext>
            </a:extLst>
          </p:cNvPr>
          <p:cNvGrpSpPr/>
          <p:nvPr/>
        </p:nvGrpSpPr>
        <p:grpSpPr>
          <a:xfrm>
            <a:off x="4333785" y="1906063"/>
            <a:ext cx="4395351" cy="404576"/>
            <a:chOff x="4333785" y="5772213"/>
            <a:chExt cx="4395351" cy="404576"/>
          </a:xfrm>
        </p:grpSpPr>
        <p:grpSp>
          <p:nvGrpSpPr>
            <p:cNvPr id="315" name="Group 314">
              <a:extLst>
                <a:ext uri="{FF2B5EF4-FFF2-40B4-BE49-F238E27FC236}">
                  <a16:creationId xmlns:a16="http://schemas.microsoft.com/office/drawing/2014/main" id="{68E7B419-D4D3-3A4B-86E1-D40C76B2BB2C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336" name="Group 335">
                <a:extLst>
                  <a:ext uri="{FF2B5EF4-FFF2-40B4-BE49-F238E27FC236}">
                    <a16:creationId xmlns:a16="http://schemas.microsoft.com/office/drawing/2014/main" id="{93705575-DDBD-3D44-B843-C77E28CEAAD2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40" name="Oval 5">
                  <a:extLst>
                    <a:ext uri="{FF2B5EF4-FFF2-40B4-BE49-F238E27FC236}">
                      <a16:creationId xmlns:a16="http://schemas.microsoft.com/office/drawing/2014/main" id="{AF888CEF-6837-CD45-809F-91550C92C80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1" name="Line 6">
                  <a:extLst>
                    <a:ext uri="{FF2B5EF4-FFF2-40B4-BE49-F238E27FC236}">
                      <a16:creationId xmlns:a16="http://schemas.microsoft.com/office/drawing/2014/main" id="{4535759C-A65E-D84B-9508-03E1DC0B824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2" name="Line 7">
                  <a:extLst>
                    <a:ext uri="{FF2B5EF4-FFF2-40B4-BE49-F238E27FC236}">
                      <a16:creationId xmlns:a16="http://schemas.microsoft.com/office/drawing/2014/main" id="{FFA7BAB7-E53C-EC41-ACE7-66FCD862969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3" name="Rectangle 8">
                  <a:extLst>
                    <a:ext uri="{FF2B5EF4-FFF2-40B4-BE49-F238E27FC236}">
                      <a16:creationId xmlns:a16="http://schemas.microsoft.com/office/drawing/2014/main" id="{69E05203-3EC0-6447-8988-D4F7C2150FA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4" name="Oval 9">
                  <a:extLst>
                    <a:ext uri="{FF2B5EF4-FFF2-40B4-BE49-F238E27FC236}">
                      <a16:creationId xmlns:a16="http://schemas.microsoft.com/office/drawing/2014/main" id="{D9043B05-A159-7D41-90D4-718D621EA02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37" name="Group 44">
                <a:extLst>
                  <a:ext uri="{FF2B5EF4-FFF2-40B4-BE49-F238E27FC236}">
                    <a16:creationId xmlns:a16="http://schemas.microsoft.com/office/drawing/2014/main" id="{230264F8-C92F-C344-8341-A92C3D105F2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338" name="Rectangle 45">
                  <a:extLst>
                    <a:ext uri="{FF2B5EF4-FFF2-40B4-BE49-F238E27FC236}">
                      <a16:creationId xmlns:a16="http://schemas.microsoft.com/office/drawing/2014/main" id="{F2B81453-DE5E-984D-B97A-6884B0BDD35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9" name="Text Box 46">
                  <a:extLst>
                    <a:ext uri="{FF2B5EF4-FFF2-40B4-BE49-F238E27FC236}">
                      <a16:creationId xmlns:a16="http://schemas.microsoft.com/office/drawing/2014/main" id="{35E945F9-D699-744B-ACB7-587B2AA668D3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a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316" name="Group 315">
              <a:extLst>
                <a:ext uri="{FF2B5EF4-FFF2-40B4-BE49-F238E27FC236}">
                  <a16:creationId xmlns:a16="http://schemas.microsoft.com/office/drawing/2014/main" id="{1CE7BA36-0E22-4F41-B503-121F0E8FF751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327" name="Group 326">
                <a:extLst>
                  <a:ext uri="{FF2B5EF4-FFF2-40B4-BE49-F238E27FC236}">
                    <a16:creationId xmlns:a16="http://schemas.microsoft.com/office/drawing/2014/main" id="{ABA31A37-F3CD-1746-9C86-0557D36C5404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31" name="Oval 5">
                  <a:extLst>
                    <a:ext uri="{FF2B5EF4-FFF2-40B4-BE49-F238E27FC236}">
                      <a16:creationId xmlns:a16="http://schemas.microsoft.com/office/drawing/2014/main" id="{39C9919B-E459-6946-BAB3-A266303D27E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2" name="Line 6">
                  <a:extLst>
                    <a:ext uri="{FF2B5EF4-FFF2-40B4-BE49-F238E27FC236}">
                      <a16:creationId xmlns:a16="http://schemas.microsoft.com/office/drawing/2014/main" id="{61A62C09-3017-A541-9429-460C1A7F6B5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3" name="Line 7">
                  <a:extLst>
                    <a:ext uri="{FF2B5EF4-FFF2-40B4-BE49-F238E27FC236}">
                      <a16:creationId xmlns:a16="http://schemas.microsoft.com/office/drawing/2014/main" id="{86063EB7-D2C3-3447-B2FD-57FC1E74D32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4" name="Rectangle 8">
                  <a:extLst>
                    <a:ext uri="{FF2B5EF4-FFF2-40B4-BE49-F238E27FC236}">
                      <a16:creationId xmlns:a16="http://schemas.microsoft.com/office/drawing/2014/main" id="{BD5BCC42-3550-DF4A-BB55-F643AEBFD9A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5" name="Oval 9">
                  <a:extLst>
                    <a:ext uri="{FF2B5EF4-FFF2-40B4-BE49-F238E27FC236}">
                      <a16:creationId xmlns:a16="http://schemas.microsoft.com/office/drawing/2014/main" id="{74611398-E647-494F-A7BD-186BB5CB545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28" name="Group 44">
                <a:extLst>
                  <a:ext uri="{FF2B5EF4-FFF2-40B4-BE49-F238E27FC236}">
                    <a16:creationId xmlns:a16="http://schemas.microsoft.com/office/drawing/2014/main" id="{B57BC638-F090-114B-B8BF-7E2F4A6CC8F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329" name="Rectangle 45">
                  <a:extLst>
                    <a:ext uri="{FF2B5EF4-FFF2-40B4-BE49-F238E27FC236}">
                      <a16:creationId xmlns:a16="http://schemas.microsoft.com/office/drawing/2014/main" id="{0F91A427-A1B7-A54C-8320-A92F425DFC7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0" name="Text Box 46">
                  <a:extLst>
                    <a:ext uri="{FF2B5EF4-FFF2-40B4-BE49-F238E27FC236}">
                      <a16:creationId xmlns:a16="http://schemas.microsoft.com/office/drawing/2014/main" id="{E600E15A-04DE-4F44-AD3B-D284039393AF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b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317" name="Group 316">
              <a:extLst>
                <a:ext uri="{FF2B5EF4-FFF2-40B4-BE49-F238E27FC236}">
                  <a16:creationId xmlns:a16="http://schemas.microsoft.com/office/drawing/2014/main" id="{2EB87748-B820-0349-A8AC-FE8BBD55B257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318" name="Group 317">
                <a:extLst>
                  <a:ext uri="{FF2B5EF4-FFF2-40B4-BE49-F238E27FC236}">
                    <a16:creationId xmlns:a16="http://schemas.microsoft.com/office/drawing/2014/main" id="{EB6E4C7D-CDAA-7F47-A797-1E5FB2A80494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22" name="Oval 5">
                  <a:extLst>
                    <a:ext uri="{FF2B5EF4-FFF2-40B4-BE49-F238E27FC236}">
                      <a16:creationId xmlns:a16="http://schemas.microsoft.com/office/drawing/2014/main" id="{F9943B67-FB21-3647-869F-669BE6A721C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3" name="Line 6">
                  <a:extLst>
                    <a:ext uri="{FF2B5EF4-FFF2-40B4-BE49-F238E27FC236}">
                      <a16:creationId xmlns:a16="http://schemas.microsoft.com/office/drawing/2014/main" id="{57CCD935-17C4-B04B-B482-9A946E848EC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4" name="Line 7">
                  <a:extLst>
                    <a:ext uri="{FF2B5EF4-FFF2-40B4-BE49-F238E27FC236}">
                      <a16:creationId xmlns:a16="http://schemas.microsoft.com/office/drawing/2014/main" id="{2FE8EAFF-CC53-364C-974F-2F913B960D6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5" name="Rectangle 8">
                  <a:extLst>
                    <a:ext uri="{FF2B5EF4-FFF2-40B4-BE49-F238E27FC236}">
                      <a16:creationId xmlns:a16="http://schemas.microsoft.com/office/drawing/2014/main" id="{B25B691E-9E1D-1E4F-9419-9156013814C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6" name="Oval 9">
                  <a:extLst>
                    <a:ext uri="{FF2B5EF4-FFF2-40B4-BE49-F238E27FC236}">
                      <a16:creationId xmlns:a16="http://schemas.microsoft.com/office/drawing/2014/main" id="{9CB3B73F-9E39-EC4E-83F7-FBE10697408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19" name="Group 44">
                <a:extLst>
                  <a:ext uri="{FF2B5EF4-FFF2-40B4-BE49-F238E27FC236}">
                    <a16:creationId xmlns:a16="http://schemas.microsoft.com/office/drawing/2014/main" id="{0F42679C-ED56-BC45-8C82-597609DBD4D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64216" y="2507397"/>
                <a:ext cx="341085" cy="419100"/>
                <a:chOff x="2949" y="2425"/>
                <a:chExt cx="218" cy="264"/>
              </a:xfrm>
            </p:grpSpPr>
            <p:sp>
              <p:nvSpPr>
                <p:cNvPr id="320" name="Rectangle 45">
                  <a:extLst>
                    <a:ext uri="{FF2B5EF4-FFF2-40B4-BE49-F238E27FC236}">
                      <a16:creationId xmlns:a16="http://schemas.microsoft.com/office/drawing/2014/main" id="{CF557465-1C6C-1245-9762-D6D2D9F891F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1" name="Text Box 46">
                  <a:extLst>
                    <a:ext uri="{FF2B5EF4-FFF2-40B4-BE49-F238E27FC236}">
                      <a16:creationId xmlns:a16="http://schemas.microsoft.com/office/drawing/2014/main" id="{CEEF1658-9381-E84D-81A0-1A501484FB8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9" y="2425"/>
                  <a:ext cx="218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c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grpSp>
        <p:nvGrpSpPr>
          <p:cNvPr id="283" name="Group 282">
            <a:extLst>
              <a:ext uri="{FF2B5EF4-FFF2-40B4-BE49-F238E27FC236}">
                <a16:creationId xmlns:a16="http://schemas.microsoft.com/office/drawing/2014/main" id="{A665C0C8-7FDD-0A42-80A3-CC602804C042}"/>
              </a:ext>
            </a:extLst>
          </p:cNvPr>
          <p:cNvGrpSpPr/>
          <p:nvPr/>
        </p:nvGrpSpPr>
        <p:grpSpPr>
          <a:xfrm>
            <a:off x="4336458" y="3833790"/>
            <a:ext cx="4395351" cy="404576"/>
            <a:chOff x="4333785" y="5772213"/>
            <a:chExt cx="4395351" cy="404576"/>
          </a:xfrm>
        </p:grpSpPr>
        <p:grpSp>
          <p:nvGrpSpPr>
            <p:cNvPr id="284" name="Group 283">
              <a:extLst>
                <a:ext uri="{FF2B5EF4-FFF2-40B4-BE49-F238E27FC236}">
                  <a16:creationId xmlns:a16="http://schemas.microsoft.com/office/drawing/2014/main" id="{4C02DC92-2A83-AC4D-B9F0-2BCDE917BDBC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305" name="Group 304">
                <a:extLst>
                  <a:ext uri="{FF2B5EF4-FFF2-40B4-BE49-F238E27FC236}">
                    <a16:creationId xmlns:a16="http://schemas.microsoft.com/office/drawing/2014/main" id="{F01EB862-010E-A34F-8D39-25BC2BED2A6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09" name="Oval 5">
                  <a:extLst>
                    <a:ext uri="{FF2B5EF4-FFF2-40B4-BE49-F238E27FC236}">
                      <a16:creationId xmlns:a16="http://schemas.microsoft.com/office/drawing/2014/main" id="{C2A61603-05BC-1E4D-99AA-0AB1CC49473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0" name="Line 6">
                  <a:extLst>
                    <a:ext uri="{FF2B5EF4-FFF2-40B4-BE49-F238E27FC236}">
                      <a16:creationId xmlns:a16="http://schemas.microsoft.com/office/drawing/2014/main" id="{7043DA0E-702D-CD4E-BA28-9341275851D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1" name="Line 7">
                  <a:extLst>
                    <a:ext uri="{FF2B5EF4-FFF2-40B4-BE49-F238E27FC236}">
                      <a16:creationId xmlns:a16="http://schemas.microsoft.com/office/drawing/2014/main" id="{CE93F761-782C-C640-B2B6-8CA7492B28B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2" name="Rectangle 8">
                  <a:extLst>
                    <a:ext uri="{FF2B5EF4-FFF2-40B4-BE49-F238E27FC236}">
                      <a16:creationId xmlns:a16="http://schemas.microsoft.com/office/drawing/2014/main" id="{723858D6-68CF-1C4E-A28B-A9FF5D728F2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3" name="Oval 9">
                  <a:extLst>
                    <a:ext uri="{FF2B5EF4-FFF2-40B4-BE49-F238E27FC236}">
                      <a16:creationId xmlns:a16="http://schemas.microsoft.com/office/drawing/2014/main" id="{70A7292E-FC97-924B-9010-8079BEC6219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06" name="Group 44">
                <a:extLst>
                  <a:ext uri="{FF2B5EF4-FFF2-40B4-BE49-F238E27FC236}">
                    <a16:creationId xmlns:a16="http://schemas.microsoft.com/office/drawing/2014/main" id="{DA3B2173-D171-E340-B704-06A3FE481C7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307" name="Rectangle 45">
                  <a:extLst>
                    <a:ext uri="{FF2B5EF4-FFF2-40B4-BE49-F238E27FC236}">
                      <a16:creationId xmlns:a16="http://schemas.microsoft.com/office/drawing/2014/main" id="{A7CA85B6-08AA-4840-AE2B-A3321A49B6F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8" name="Text Box 46">
                  <a:extLst>
                    <a:ext uri="{FF2B5EF4-FFF2-40B4-BE49-F238E27FC236}">
                      <a16:creationId xmlns:a16="http://schemas.microsoft.com/office/drawing/2014/main" id="{68812F5E-7A92-7B45-BBDE-2068A3A134D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d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285" name="Group 284">
              <a:extLst>
                <a:ext uri="{FF2B5EF4-FFF2-40B4-BE49-F238E27FC236}">
                  <a16:creationId xmlns:a16="http://schemas.microsoft.com/office/drawing/2014/main" id="{5E3B07EB-D89E-C542-85F0-D68A3698AEC4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296" name="Group 295">
                <a:extLst>
                  <a:ext uri="{FF2B5EF4-FFF2-40B4-BE49-F238E27FC236}">
                    <a16:creationId xmlns:a16="http://schemas.microsoft.com/office/drawing/2014/main" id="{CE2D511A-9878-0E42-B4E3-97548A8A67A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00" name="Oval 5">
                  <a:extLst>
                    <a:ext uri="{FF2B5EF4-FFF2-40B4-BE49-F238E27FC236}">
                      <a16:creationId xmlns:a16="http://schemas.microsoft.com/office/drawing/2014/main" id="{C66E96DA-F1B1-9A41-8B0D-2F21B3B7ACB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1" name="Line 6">
                  <a:extLst>
                    <a:ext uri="{FF2B5EF4-FFF2-40B4-BE49-F238E27FC236}">
                      <a16:creationId xmlns:a16="http://schemas.microsoft.com/office/drawing/2014/main" id="{A2387D1F-7EF0-9443-8128-6FF284EC9AF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2" name="Line 7">
                  <a:extLst>
                    <a:ext uri="{FF2B5EF4-FFF2-40B4-BE49-F238E27FC236}">
                      <a16:creationId xmlns:a16="http://schemas.microsoft.com/office/drawing/2014/main" id="{4B183F70-EB28-A94F-BF31-54B939F6B75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3" name="Rectangle 8">
                  <a:extLst>
                    <a:ext uri="{FF2B5EF4-FFF2-40B4-BE49-F238E27FC236}">
                      <a16:creationId xmlns:a16="http://schemas.microsoft.com/office/drawing/2014/main" id="{84BE29FD-A805-D348-99C3-8D3C650618E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4" name="Oval 9">
                  <a:extLst>
                    <a:ext uri="{FF2B5EF4-FFF2-40B4-BE49-F238E27FC236}">
                      <a16:creationId xmlns:a16="http://schemas.microsoft.com/office/drawing/2014/main" id="{BF5D685A-16D6-5B40-9EEF-970D3CDCE37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97" name="Group 44">
                <a:extLst>
                  <a:ext uri="{FF2B5EF4-FFF2-40B4-BE49-F238E27FC236}">
                    <a16:creationId xmlns:a16="http://schemas.microsoft.com/office/drawing/2014/main" id="{058B095B-B9C0-F84A-B78C-FE9DCA729C7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298" name="Rectangle 45">
                  <a:extLst>
                    <a:ext uri="{FF2B5EF4-FFF2-40B4-BE49-F238E27FC236}">
                      <a16:creationId xmlns:a16="http://schemas.microsoft.com/office/drawing/2014/main" id="{7FBA9119-2A14-E84A-A39B-55E9D6AE939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9" name="Text Box 46">
                  <a:extLst>
                    <a:ext uri="{FF2B5EF4-FFF2-40B4-BE49-F238E27FC236}">
                      <a16:creationId xmlns:a16="http://schemas.microsoft.com/office/drawing/2014/main" id="{2944FA12-D5D2-E241-A9FC-D4A85A350D0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e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286" name="Group 285">
              <a:extLst>
                <a:ext uri="{FF2B5EF4-FFF2-40B4-BE49-F238E27FC236}">
                  <a16:creationId xmlns:a16="http://schemas.microsoft.com/office/drawing/2014/main" id="{B9D4EE61-1CC1-6D4C-822D-300C73469B48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287" name="Group 286">
                <a:extLst>
                  <a:ext uri="{FF2B5EF4-FFF2-40B4-BE49-F238E27FC236}">
                    <a16:creationId xmlns:a16="http://schemas.microsoft.com/office/drawing/2014/main" id="{75D4F492-E56A-6541-9F9D-1D85B09999F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91" name="Oval 5">
                  <a:extLst>
                    <a:ext uri="{FF2B5EF4-FFF2-40B4-BE49-F238E27FC236}">
                      <a16:creationId xmlns:a16="http://schemas.microsoft.com/office/drawing/2014/main" id="{190A087A-A659-3E4D-B4FE-1EA13D56BE4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2" name="Line 6">
                  <a:extLst>
                    <a:ext uri="{FF2B5EF4-FFF2-40B4-BE49-F238E27FC236}">
                      <a16:creationId xmlns:a16="http://schemas.microsoft.com/office/drawing/2014/main" id="{E7E9FE4A-5449-D244-A5A8-DEB5E1D8494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3" name="Line 7">
                  <a:extLst>
                    <a:ext uri="{FF2B5EF4-FFF2-40B4-BE49-F238E27FC236}">
                      <a16:creationId xmlns:a16="http://schemas.microsoft.com/office/drawing/2014/main" id="{8C243F83-93B5-2C49-9D61-2E8E8652A48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4" name="Rectangle 8">
                  <a:extLst>
                    <a:ext uri="{FF2B5EF4-FFF2-40B4-BE49-F238E27FC236}">
                      <a16:creationId xmlns:a16="http://schemas.microsoft.com/office/drawing/2014/main" id="{B0B61A2E-99AA-324F-8224-CB0B3B44042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5" name="Oval 9">
                  <a:extLst>
                    <a:ext uri="{FF2B5EF4-FFF2-40B4-BE49-F238E27FC236}">
                      <a16:creationId xmlns:a16="http://schemas.microsoft.com/office/drawing/2014/main" id="{2F485C77-8179-0B4E-B93A-E5C91296B44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88" name="Group 44">
                <a:extLst>
                  <a:ext uri="{FF2B5EF4-FFF2-40B4-BE49-F238E27FC236}">
                    <a16:creationId xmlns:a16="http://schemas.microsoft.com/office/drawing/2014/main" id="{0826EA6F-730D-8C47-8DDA-2C65DD6716B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92372" y="2507397"/>
                <a:ext cx="283194" cy="419100"/>
                <a:chOff x="2967" y="2425"/>
                <a:chExt cx="181" cy="264"/>
              </a:xfrm>
            </p:grpSpPr>
            <p:sp>
              <p:nvSpPr>
                <p:cNvPr id="289" name="Rectangle 45">
                  <a:extLst>
                    <a:ext uri="{FF2B5EF4-FFF2-40B4-BE49-F238E27FC236}">
                      <a16:creationId xmlns:a16="http://schemas.microsoft.com/office/drawing/2014/main" id="{C3E85E15-4F40-FF40-89C4-0E851470FA4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0" name="Text Box 46">
                  <a:extLst>
                    <a:ext uri="{FF2B5EF4-FFF2-40B4-BE49-F238E27FC236}">
                      <a16:creationId xmlns:a16="http://schemas.microsoft.com/office/drawing/2014/main" id="{1905E332-CD71-E748-AE06-2A274A0D7B1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67" y="2425"/>
                  <a:ext cx="181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f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grpSp>
        <p:nvGrpSpPr>
          <p:cNvPr id="4" name="Group 3">
            <a:extLst>
              <a:ext uri="{FF2B5EF4-FFF2-40B4-BE49-F238E27FC236}">
                <a16:creationId xmlns:a16="http://schemas.microsoft.com/office/drawing/2014/main" id="{D3B35DA9-63C6-B944-AEED-1CE8A219D68F}"/>
              </a:ext>
            </a:extLst>
          </p:cNvPr>
          <p:cNvGrpSpPr/>
          <p:nvPr/>
        </p:nvGrpSpPr>
        <p:grpSpPr>
          <a:xfrm>
            <a:off x="8740877" y="219997"/>
            <a:ext cx="2045109" cy="2667397"/>
            <a:chOff x="8740877" y="219997"/>
            <a:chExt cx="2045109" cy="2667397"/>
          </a:xfrm>
        </p:grpSpPr>
        <p:sp>
          <p:nvSpPr>
            <p:cNvPr id="234" name="Freeform 233">
              <a:extLst>
                <a:ext uri="{FF2B5EF4-FFF2-40B4-BE49-F238E27FC236}">
                  <a16:creationId xmlns:a16="http://schemas.microsoft.com/office/drawing/2014/main" id="{CD3625DA-7674-FD43-A116-87C156BB9E53}"/>
                </a:ext>
              </a:extLst>
            </p:cNvPr>
            <p:cNvSpPr/>
            <p:nvPr/>
          </p:nvSpPr>
          <p:spPr>
            <a:xfrm>
              <a:off x="8740877" y="247036"/>
              <a:ext cx="924232" cy="2428567"/>
            </a:xfrm>
            <a:custGeom>
              <a:avLst/>
              <a:gdLst>
                <a:gd name="connsiteX0" fmla="*/ 9833 w 786581"/>
                <a:gd name="connsiteY0" fmla="*/ 501445 h 2458064"/>
                <a:gd name="connsiteX1" fmla="*/ 747252 w 786581"/>
                <a:gd name="connsiteY1" fmla="*/ 0 h 2458064"/>
                <a:gd name="connsiteX2" fmla="*/ 786581 w 786581"/>
                <a:gd name="connsiteY2" fmla="*/ 2458064 h 2458064"/>
                <a:gd name="connsiteX3" fmla="*/ 0 w 786581"/>
                <a:gd name="connsiteY3" fmla="*/ 668593 h 2458064"/>
                <a:gd name="connsiteX4" fmla="*/ 9833 w 786581"/>
                <a:gd name="connsiteY4" fmla="*/ 501445 h 2458064"/>
                <a:gd name="connsiteX0" fmla="*/ 9833 w 786581"/>
                <a:gd name="connsiteY0" fmla="*/ 471948 h 2428567"/>
                <a:gd name="connsiteX1" fmla="*/ 776749 w 786581"/>
                <a:gd name="connsiteY1" fmla="*/ 0 h 2428567"/>
                <a:gd name="connsiteX2" fmla="*/ 786581 w 786581"/>
                <a:gd name="connsiteY2" fmla="*/ 2428567 h 2428567"/>
                <a:gd name="connsiteX3" fmla="*/ 0 w 786581"/>
                <a:gd name="connsiteY3" fmla="*/ 639096 h 2428567"/>
                <a:gd name="connsiteX4" fmla="*/ 9833 w 786581"/>
                <a:gd name="connsiteY4" fmla="*/ 471948 h 2428567"/>
                <a:gd name="connsiteX0" fmla="*/ 9833 w 786581"/>
                <a:gd name="connsiteY0" fmla="*/ 471948 h 2428567"/>
                <a:gd name="connsiteX1" fmla="*/ 776749 w 786581"/>
                <a:gd name="connsiteY1" fmla="*/ 0 h 2428567"/>
                <a:gd name="connsiteX2" fmla="*/ 786581 w 786581"/>
                <a:gd name="connsiteY2" fmla="*/ 2428567 h 2428567"/>
                <a:gd name="connsiteX3" fmla="*/ 0 w 786581"/>
                <a:gd name="connsiteY3" fmla="*/ 639096 h 2428567"/>
                <a:gd name="connsiteX4" fmla="*/ 9833 w 786581"/>
                <a:gd name="connsiteY4" fmla="*/ 471948 h 2428567"/>
                <a:gd name="connsiteX0" fmla="*/ 9833 w 786581"/>
                <a:gd name="connsiteY0" fmla="*/ 471948 h 2428567"/>
                <a:gd name="connsiteX1" fmla="*/ 776749 w 786581"/>
                <a:gd name="connsiteY1" fmla="*/ 0 h 2428567"/>
                <a:gd name="connsiteX2" fmla="*/ 786581 w 786581"/>
                <a:gd name="connsiteY2" fmla="*/ 2428567 h 2428567"/>
                <a:gd name="connsiteX3" fmla="*/ 0 w 786581"/>
                <a:gd name="connsiteY3" fmla="*/ 639096 h 2428567"/>
                <a:gd name="connsiteX4" fmla="*/ 9833 w 786581"/>
                <a:gd name="connsiteY4" fmla="*/ 471948 h 2428567"/>
                <a:gd name="connsiteX0" fmla="*/ 9833 w 786581"/>
                <a:gd name="connsiteY0" fmla="*/ 471948 h 2428567"/>
                <a:gd name="connsiteX1" fmla="*/ 776749 w 786581"/>
                <a:gd name="connsiteY1" fmla="*/ 0 h 2428567"/>
                <a:gd name="connsiteX2" fmla="*/ 786581 w 786581"/>
                <a:gd name="connsiteY2" fmla="*/ 2428567 h 2428567"/>
                <a:gd name="connsiteX3" fmla="*/ 0 w 786581"/>
                <a:gd name="connsiteY3" fmla="*/ 639096 h 2428567"/>
                <a:gd name="connsiteX4" fmla="*/ 9833 w 786581"/>
                <a:gd name="connsiteY4" fmla="*/ 471948 h 2428567"/>
                <a:gd name="connsiteX0" fmla="*/ 9833 w 786581"/>
                <a:gd name="connsiteY0" fmla="*/ 471948 h 2428567"/>
                <a:gd name="connsiteX1" fmla="*/ 776749 w 786581"/>
                <a:gd name="connsiteY1" fmla="*/ 0 h 2428567"/>
                <a:gd name="connsiteX2" fmla="*/ 786581 w 786581"/>
                <a:gd name="connsiteY2" fmla="*/ 2428567 h 2428567"/>
                <a:gd name="connsiteX3" fmla="*/ 0 w 786581"/>
                <a:gd name="connsiteY3" fmla="*/ 639096 h 2428567"/>
                <a:gd name="connsiteX4" fmla="*/ 9833 w 786581"/>
                <a:gd name="connsiteY4" fmla="*/ 471948 h 2428567"/>
                <a:gd name="connsiteX0" fmla="*/ 393291 w 1170039"/>
                <a:gd name="connsiteY0" fmla="*/ 471948 h 2428567"/>
                <a:gd name="connsiteX1" fmla="*/ 1160207 w 1170039"/>
                <a:gd name="connsiteY1" fmla="*/ 0 h 2428567"/>
                <a:gd name="connsiteX2" fmla="*/ 1170039 w 1170039"/>
                <a:gd name="connsiteY2" fmla="*/ 2428567 h 2428567"/>
                <a:gd name="connsiteX3" fmla="*/ 0 w 1170039"/>
                <a:gd name="connsiteY3" fmla="*/ 1946786 h 2428567"/>
                <a:gd name="connsiteX4" fmla="*/ 393291 w 1170039"/>
                <a:gd name="connsiteY4" fmla="*/ 471948 h 2428567"/>
                <a:gd name="connsiteX0" fmla="*/ 393291 w 1170039"/>
                <a:gd name="connsiteY0" fmla="*/ 471948 h 2428567"/>
                <a:gd name="connsiteX1" fmla="*/ 1160207 w 1170039"/>
                <a:gd name="connsiteY1" fmla="*/ 0 h 2428567"/>
                <a:gd name="connsiteX2" fmla="*/ 1170039 w 1170039"/>
                <a:gd name="connsiteY2" fmla="*/ 2428567 h 2428567"/>
                <a:gd name="connsiteX3" fmla="*/ 0 w 1170039"/>
                <a:gd name="connsiteY3" fmla="*/ 1946786 h 2428567"/>
                <a:gd name="connsiteX4" fmla="*/ 393291 w 1170039"/>
                <a:gd name="connsiteY4" fmla="*/ 471948 h 2428567"/>
                <a:gd name="connsiteX0" fmla="*/ 393291 w 1170039"/>
                <a:gd name="connsiteY0" fmla="*/ 471948 h 2428567"/>
                <a:gd name="connsiteX1" fmla="*/ 1160207 w 1170039"/>
                <a:gd name="connsiteY1" fmla="*/ 0 h 2428567"/>
                <a:gd name="connsiteX2" fmla="*/ 1170039 w 1170039"/>
                <a:gd name="connsiteY2" fmla="*/ 2428567 h 2428567"/>
                <a:gd name="connsiteX3" fmla="*/ 0 w 1170039"/>
                <a:gd name="connsiteY3" fmla="*/ 1946786 h 2428567"/>
                <a:gd name="connsiteX4" fmla="*/ 393291 w 1170039"/>
                <a:gd name="connsiteY4" fmla="*/ 471948 h 2428567"/>
                <a:gd name="connsiteX0" fmla="*/ 1 w 1170039"/>
                <a:gd name="connsiteY0" fmla="*/ 1809135 h 2428567"/>
                <a:gd name="connsiteX1" fmla="*/ 1160207 w 1170039"/>
                <a:gd name="connsiteY1" fmla="*/ 0 h 2428567"/>
                <a:gd name="connsiteX2" fmla="*/ 1170039 w 1170039"/>
                <a:gd name="connsiteY2" fmla="*/ 2428567 h 2428567"/>
                <a:gd name="connsiteX3" fmla="*/ 0 w 1170039"/>
                <a:gd name="connsiteY3" fmla="*/ 1946786 h 2428567"/>
                <a:gd name="connsiteX4" fmla="*/ 1 w 1170039"/>
                <a:gd name="connsiteY4" fmla="*/ 1809135 h 2428567"/>
                <a:gd name="connsiteX0" fmla="*/ 1 w 1170039"/>
                <a:gd name="connsiteY0" fmla="*/ 1809135 h 2428567"/>
                <a:gd name="connsiteX1" fmla="*/ 1160207 w 1170039"/>
                <a:gd name="connsiteY1" fmla="*/ 0 h 2428567"/>
                <a:gd name="connsiteX2" fmla="*/ 1170039 w 1170039"/>
                <a:gd name="connsiteY2" fmla="*/ 2428567 h 2428567"/>
                <a:gd name="connsiteX3" fmla="*/ 0 w 1170039"/>
                <a:gd name="connsiteY3" fmla="*/ 1946786 h 2428567"/>
                <a:gd name="connsiteX4" fmla="*/ 1 w 1170039"/>
                <a:gd name="connsiteY4" fmla="*/ 1809135 h 24285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0039" h="2428567">
                  <a:moveTo>
                    <a:pt x="1" y="1809135"/>
                  </a:moveTo>
                  <a:cubicBezTo>
                    <a:pt x="353962" y="1681316"/>
                    <a:pt x="875071" y="865238"/>
                    <a:pt x="1160207" y="0"/>
                  </a:cubicBezTo>
                  <a:cubicBezTo>
                    <a:pt x="1163484" y="809522"/>
                    <a:pt x="1166762" y="1619045"/>
                    <a:pt x="1170039" y="2428567"/>
                  </a:cubicBezTo>
                  <a:cubicBezTo>
                    <a:pt x="819356" y="2058219"/>
                    <a:pt x="714478" y="2090992"/>
                    <a:pt x="0" y="1946786"/>
                  </a:cubicBezTo>
                  <a:cubicBezTo>
                    <a:pt x="0" y="1900902"/>
                    <a:pt x="1" y="1855019"/>
                    <a:pt x="1" y="1809135"/>
                  </a:cubicBezTo>
                  <a:close/>
                </a:path>
              </a:pathLst>
            </a:cu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chemeClr val="bg1">
                    <a:lumMod val="75000"/>
                  </a:schemeClr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358" name="Group 357">
              <a:extLst>
                <a:ext uri="{FF2B5EF4-FFF2-40B4-BE49-F238E27FC236}">
                  <a16:creationId xmlns:a16="http://schemas.microsoft.com/office/drawing/2014/main" id="{8E84743B-19DB-E241-B0AF-861F515FE360}"/>
                </a:ext>
              </a:extLst>
            </p:cNvPr>
            <p:cNvGrpSpPr/>
            <p:nvPr/>
          </p:nvGrpSpPr>
          <p:grpSpPr>
            <a:xfrm>
              <a:off x="9636528" y="219997"/>
              <a:ext cx="1149458" cy="2667397"/>
              <a:chOff x="9764348" y="1447800"/>
              <a:chExt cx="1149458" cy="2667397"/>
            </a:xfrm>
          </p:grpSpPr>
          <p:sp>
            <p:nvSpPr>
              <p:cNvPr id="359" name="Rectangle 358">
                <a:extLst>
                  <a:ext uri="{FF2B5EF4-FFF2-40B4-BE49-F238E27FC236}">
                    <a16:creationId xmlns:a16="http://schemas.microsoft.com/office/drawing/2014/main" id="{FBF5705D-BC98-2845-B684-C5D5E33CE86A}"/>
                  </a:ext>
                </a:extLst>
              </p:cNvPr>
              <p:cNvSpPr/>
              <p:nvPr/>
            </p:nvSpPr>
            <p:spPr>
              <a:xfrm>
                <a:off x="9783097" y="1447800"/>
                <a:ext cx="1130709" cy="242611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360" name="Group 359">
                <a:extLst>
                  <a:ext uri="{FF2B5EF4-FFF2-40B4-BE49-F238E27FC236}">
                    <a16:creationId xmlns:a16="http://schemas.microsoft.com/office/drawing/2014/main" id="{45185F04-540F-1048-94D0-753D4872458F}"/>
                  </a:ext>
                </a:extLst>
              </p:cNvPr>
              <p:cNvGrpSpPr/>
              <p:nvPr/>
            </p:nvGrpSpPr>
            <p:grpSpPr>
              <a:xfrm>
                <a:off x="9764348" y="1447800"/>
                <a:ext cx="1130291" cy="2667397"/>
                <a:chOff x="9472119" y="702026"/>
                <a:chExt cx="1130291" cy="2667397"/>
              </a:xfrm>
            </p:grpSpPr>
            <p:sp>
              <p:nvSpPr>
                <p:cNvPr id="361" name="Rectangle 360">
                  <a:extLst>
                    <a:ext uri="{FF2B5EF4-FFF2-40B4-BE49-F238E27FC236}">
                      <a16:creationId xmlns:a16="http://schemas.microsoft.com/office/drawing/2014/main" id="{F1B029F2-3CFB-F446-A49B-ABBE33D07546}"/>
                    </a:ext>
                  </a:extLst>
                </p:cNvPr>
                <p:cNvSpPr/>
                <p:nvPr/>
              </p:nvSpPr>
              <p:spPr>
                <a:xfrm>
                  <a:off x="9485428" y="706056"/>
                  <a:ext cx="1116982" cy="370390"/>
                </a:xfrm>
                <a:prstGeom prst="rect">
                  <a:avLst/>
                </a:prstGeom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362" name="TextBox 361">
                  <a:extLst>
                    <a:ext uri="{FF2B5EF4-FFF2-40B4-BE49-F238E27FC236}">
                      <a16:creationId xmlns:a16="http://schemas.microsoft.com/office/drawing/2014/main" id="{E601508D-C456-214F-B2CC-E58813667624}"/>
                    </a:ext>
                  </a:extLst>
                </p:cNvPr>
                <p:cNvSpPr txBox="1"/>
                <p:nvPr/>
              </p:nvSpPr>
              <p:spPr>
                <a:xfrm>
                  <a:off x="9472119" y="702026"/>
                  <a:ext cx="1088020" cy="2667397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algn="ctr">
                    <a:spcAft>
                      <a:spcPts val="400"/>
                    </a:spcAft>
                  </a:pPr>
                  <a:r>
                    <a:rPr lang="en-US" sz="2000" dirty="0">
                      <a:solidFill>
                        <a:schemeClr val="bg1"/>
                      </a:solidFill>
                    </a:rPr>
                    <a:t>DV in c:</a:t>
                  </a:r>
                </a:p>
                <a:p>
                  <a:pPr marL="114300" lvl="1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(a)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pPr marL="114300" lvl="1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(b) =</a:t>
                  </a:r>
                  <a:r>
                    <a:rPr lang="en-US" sz="1600" dirty="0">
                      <a:cs typeface="Arial" charset="0"/>
                    </a:rPr>
                    <a:t> 1</a:t>
                  </a:r>
                </a:p>
                <a:p>
                  <a:pPr marL="114300" lvl="1"/>
                  <a:r>
                    <a:rPr lang="en-US" sz="1600" dirty="0">
                      <a:cs typeface="Arial" charset="0"/>
                    </a:rPr>
                    <a:t>D</a:t>
                  </a:r>
                  <a:r>
                    <a:rPr lang="en-US" sz="1600" baseline="-25000" dirty="0">
                      <a:cs typeface="Arial" charset="0"/>
                    </a:rPr>
                    <a:t>c</a:t>
                  </a:r>
                  <a:r>
                    <a:rPr lang="en-US" sz="1600" dirty="0">
                      <a:cs typeface="Arial" charset="0"/>
                    </a:rPr>
                    <a:t>(c) = 0</a:t>
                  </a:r>
                  <a:endParaRPr lang="en-US" sz="1600" dirty="0"/>
                </a:p>
                <a:p>
                  <a:pPr marL="114300" lvl="1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(d)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  <a:p>
                  <a:pPr marL="114300" lvl="1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(e)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  <a:p>
                  <a:pPr marL="114300" lvl="1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(f)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  <a:p>
                  <a:pPr marL="114300" lvl="1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(g)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  <a:p>
                  <a:pPr marL="114300" lvl="1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(h)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  <a:p>
                  <a:pPr marL="114300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(i)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</p:txBody>
            </p:sp>
            <p:cxnSp>
              <p:nvCxnSpPr>
                <p:cNvPr id="363" name="Straight Connector 362">
                  <a:extLst>
                    <a:ext uri="{FF2B5EF4-FFF2-40B4-BE49-F238E27FC236}">
                      <a16:creationId xmlns:a16="http://schemas.microsoft.com/office/drawing/2014/main" id="{3FDDC54C-ACD2-B847-8FF7-2C6CBDB5C16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477371" y="1076444"/>
                  <a:ext cx="1123866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64" name="Rectangle 363">
                  <a:extLst>
                    <a:ext uri="{FF2B5EF4-FFF2-40B4-BE49-F238E27FC236}">
                      <a16:creationId xmlns:a16="http://schemas.microsoft.com/office/drawing/2014/main" id="{C28D2058-9ADC-2F45-A3D5-6BE95FBA06E4}"/>
                    </a:ext>
                  </a:extLst>
                </p:cNvPr>
                <p:cNvSpPr/>
                <p:nvPr/>
              </p:nvSpPr>
              <p:spPr>
                <a:xfrm>
                  <a:off x="9479666" y="706055"/>
                  <a:ext cx="1122744" cy="2620773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</p:grpSp>
      <p:sp>
        <p:nvSpPr>
          <p:cNvPr id="183" name="Freeform 182">
            <a:extLst>
              <a:ext uri="{FF2B5EF4-FFF2-40B4-BE49-F238E27FC236}">
                <a16:creationId xmlns:a16="http://schemas.microsoft.com/office/drawing/2014/main" id="{2593EFCC-23E2-4043-94E6-A9E17FCC79C5}"/>
              </a:ext>
            </a:extLst>
          </p:cNvPr>
          <p:cNvSpPr/>
          <p:nvPr/>
        </p:nvSpPr>
        <p:spPr>
          <a:xfrm>
            <a:off x="6794417" y="3016538"/>
            <a:ext cx="2889702" cy="2634390"/>
          </a:xfrm>
          <a:custGeom>
            <a:avLst/>
            <a:gdLst>
              <a:gd name="connsiteX0" fmla="*/ 0 w 2615381"/>
              <a:gd name="connsiteY0" fmla="*/ 0 h 2615381"/>
              <a:gd name="connsiteX1" fmla="*/ 2595716 w 2615381"/>
              <a:gd name="connsiteY1" fmla="*/ 235975 h 2615381"/>
              <a:gd name="connsiteX2" fmla="*/ 2615381 w 2615381"/>
              <a:gd name="connsiteY2" fmla="*/ 2615381 h 2615381"/>
              <a:gd name="connsiteX3" fmla="*/ 9832 w 2615381"/>
              <a:gd name="connsiteY3" fmla="*/ 167149 h 2615381"/>
              <a:gd name="connsiteX4" fmla="*/ 0 w 2615381"/>
              <a:gd name="connsiteY4" fmla="*/ 0 h 2615381"/>
              <a:gd name="connsiteX0" fmla="*/ 0 w 2654709"/>
              <a:gd name="connsiteY0" fmla="*/ 0 h 2615381"/>
              <a:gd name="connsiteX1" fmla="*/ 2654709 w 2654709"/>
              <a:gd name="connsiteY1" fmla="*/ 255639 h 2615381"/>
              <a:gd name="connsiteX2" fmla="*/ 2615381 w 2654709"/>
              <a:gd name="connsiteY2" fmla="*/ 2615381 h 2615381"/>
              <a:gd name="connsiteX3" fmla="*/ 9832 w 2654709"/>
              <a:gd name="connsiteY3" fmla="*/ 167149 h 2615381"/>
              <a:gd name="connsiteX4" fmla="*/ 0 w 2654709"/>
              <a:gd name="connsiteY4" fmla="*/ 0 h 2615381"/>
              <a:gd name="connsiteX0" fmla="*/ 0 w 2654710"/>
              <a:gd name="connsiteY0" fmla="*/ 0 h 2605549"/>
              <a:gd name="connsiteX1" fmla="*/ 2654709 w 2654710"/>
              <a:gd name="connsiteY1" fmla="*/ 255639 h 2605549"/>
              <a:gd name="connsiteX2" fmla="*/ 2654710 w 2654710"/>
              <a:gd name="connsiteY2" fmla="*/ 2605549 h 2605549"/>
              <a:gd name="connsiteX3" fmla="*/ 9832 w 2654710"/>
              <a:gd name="connsiteY3" fmla="*/ 167149 h 2605549"/>
              <a:gd name="connsiteX4" fmla="*/ 0 w 2654710"/>
              <a:gd name="connsiteY4" fmla="*/ 0 h 2605549"/>
              <a:gd name="connsiteX0" fmla="*/ 0 w 2654710"/>
              <a:gd name="connsiteY0" fmla="*/ 0 h 2605549"/>
              <a:gd name="connsiteX1" fmla="*/ 2654709 w 2654710"/>
              <a:gd name="connsiteY1" fmla="*/ 255639 h 2605549"/>
              <a:gd name="connsiteX2" fmla="*/ 2654710 w 2654710"/>
              <a:gd name="connsiteY2" fmla="*/ 2605549 h 2605549"/>
              <a:gd name="connsiteX3" fmla="*/ 9832 w 2654710"/>
              <a:gd name="connsiteY3" fmla="*/ 167149 h 2605549"/>
              <a:gd name="connsiteX4" fmla="*/ 0 w 2654710"/>
              <a:gd name="connsiteY4" fmla="*/ 0 h 2605549"/>
              <a:gd name="connsiteX0" fmla="*/ 0 w 2654710"/>
              <a:gd name="connsiteY0" fmla="*/ 0 h 2605549"/>
              <a:gd name="connsiteX1" fmla="*/ 2654709 w 2654710"/>
              <a:gd name="connsiteY1" fmla="*/ 255639 h 2605549"/>
              <a:gd name="connsiteX2" fmla="*/ 2654710 w 2654710"/>
              <a:gd name="connsiteY2" fmla="*/ 2605549 h 2605549"/>
              <a:gd name="connsiteX3" fmla="*/ 9832 w 2654710"/>
              <a:gd name="connsiteY3" fmla="*/ 167149 h 2605549"/>
              <a:gd name="connsiteX4" fmla="*/ 0 w 2654710"/>
              <a:gd name="connsiteY4" fmla="*/ 0 h 2605549"/>
              <a:gd name="connsiteX0" fmla="*/ 0 w 2654710"/>
              <a:gd name="connsiteY0" fmla="*/ 0 h 2605549"/>
              <a:gd name="connsiteX1" fmla="*/ 2654709 w 2654710"/>
              <a:gd name="connsiteY1" fmla="*/ 255639 h 2605549"/>
              <a:gd name="connsiteX2" fmla="*/ 2654710 w 2654710"/>
              <a:gd name="connsiteY2" fmla="*/ 2605549 h 2605549"/>
              <a:gd name="connsiteX3" fmla="*/ 9832 w 2654710"/>
              <a:gd name="connsiteY3" fmla="*/ 167149 h 2605549"/>
              <a:gd name="connsiteX4" fmla="*/ 0 w 2654710"/>
              <a:gd name="connsiteY4" fmla="*/ 0 h 2605549"/>
              <a:gd name="connsiteX0" fmla="*/ 0 w 2654710"/>
              <a:gd name="connsiteY0" fmla="*/ 0 h 2605549"/>
              <a:gd name="connsiteX1" fmla="*/ 2654709 w 2654710"/>
              <a:gd name="connsiteY1" fmla="*/ 255639 h 2605549"/>
              <a:gd name="connsiteX2" fmla="*/ 2654710 w 2654710"/>
              <a:gd name="connsiteY2" fmla="*/ 2605549 h 2605549"/>
              <a:gd name="connsiteX3" fmla="*/ 9832 w 2654710"/>
              <a:gd name="connsiteY3" fmla="*/ 167149 h 2605549"/>
              <a:gd name="connsiteX4" fmla="*/ 0 w 2654710"/>
              <a:gd name="connsiteY4" fmla="*/ 0 h 2605549"/>
              <a:gd name="connsiteX0" fmla="*/ 29497 w 2684207"/>
              <a:gd name="connsiteY0" fmla="*/ 0 h 2605549"/>
              <a:gd name="connsiteX1" fmla="*/ 2684206 w 2684207"/>
              <a:gd name="connsiteY1" fmla="*/ 255639 h 2605549"/>
              <a:gd name="connsiteX2" fmla="*/ 2684207 w 2684207"/>
              <a:gd name="connsiteY2" fmla="*/ 2605549 h 2605549"/>
              <a:gd name="connsiteX3" fmla="*/ 0 w 2684207"/>
              <a:gd name="connsiteY3" fmla="*/ 176981 h 2605549"/>
              <a:gd name="connsiteX4" fmla="*/ 29497 w 2684207"/>
              <a:gd name="connsiteY4" fmla="*/ 0 h 2605549"/>
              <a:gd name="connsiteX0" fmla="*/ 29497 w 2684207"/>
              <a:gd name="connsiteY0" fmla="*/ 0 h 2605549"/>
              <a:gd name="connsiteX1" fmla="*/ 2684206 w 2684207"/>
              <a:gd name="connsiteY1" fmla="*/ 255639 h 2605549"/>
              <a:gd name="connsiteX2" fmla="*/ 2684207 w 2684207"/>
              <a:gd name="connsiteY2" fmla="*/ 2605549 h 2605549"/>
              <a:gd name="connsiteX3" fmla="*/ 0 w 2684207"/>
              <a:gd name="connsiteY3" fmla="*/ 176981 h 2605549"/>
              <a:gd name="connsiteX4" fmla="*/ 29497 w 2684207"/>
              <a:gd name="connsiteY4" fmla="*/ 0 h 2605549"/>
              <a:gd name="connsiteX0" fmla="*/ 226143 w 2880853"/>
              <a:gd name="connsiteY0" fmla="*/ 0 h 2605549"/>
              <a:gd name="connsiteX1" fmla="*/ 2880852 w 2880853"/>
              <a:gd name="connsiteY1" fmla="*/ 255639 h 2605549"/>
              <a:gd name="connsiteX2" fmla="*/ 2880853 w 2880853"/>
              <a:gd name="connsiteY2" fmla="*/ 2605549 h 2605549"/>
              <a:gd name="connsiteX3" fmla="*/ 0 w 2880853"/>
              <a:gd name="connsiteY3" fmla="*/ 1543665 h 2605549"/>
              <a:gd name="connsiteX4" fmla="*/ 226143 w 2880853"/>
              <a:gd name="connsiteY4" fmla="*/ 0 h 2605549"/>
              <a:gd name="connsiteX0" fmla="*/ 226143 w 2880853"/>
              <a:gd name="connsiteY0" fmla="*/ 0 h 2605549"/>
              <a:gd name="connsiteX1" fmla="*/ 2880852 w 2880853"/>
              <a:gd name="connsiteY1" fmla="*/ 255639 h 2605549"/>
              <a:gd name="connsiteX2" fmla="*/ 2880853 w 2880853"/>
              <a:gd name="connsiteY2" fmla="*/ 2605549 h 2605549"/>
              <a:gd name="connsiteX3" fmla="*/ 0 w 2880853"/>
              <a:gd name="connsiteY3" fmla="*/ 1543665 h 2605549"/>
              <a:gd name="connsiteX4" fmla="*/ 226143 w 2880853"/>
              <a:gd name="connsiteY4" fmla="*/ 0 h 2605549"/>
              <a:gd name="connsiteX0" fmla="*/ 226143 w 2880853"/>
              <a:gd name="connsiteY0" fmla="*/ 0 h 2605549"/>
              <a:gd name="connsiteX1" fmla="*/ 2880852 w 2880853"/>
              <a:gd name="connsiteY1" fmla="*/ 255639 h 2605549"/>
              <a:gd name="connsiteX2" fmla="*/ 2880853 w 2880853"/>
              <a:gd name="connsiteY2" fmla="*/ 2605549 h 2605549"/>
              <a:gd name="connsiteX3" fmla="*/ 0 w 2880853"/>
              <a:gd name="connsiteY3" fmla="*/ 1543665 h 2605549"/>
              <a:gd name="connsiteX4" fmla="*/ 226143 w 2880853"/>
              <a:gd name="connsiteY4" fmla="*/ 0 h 2605549"/>
              <a:gd name="connsiteX0" fmla="*/ 0 w 2939845"/>
              <a:gd name="connsiteY0" fmla="*/ 1140541 h 2349910"/>
              <a:gd name="connsiteX1" fmla="*/ 2939844 w 2939845"/>
              <a:gd name="connsiteY1" fmla="*/ 0 h 2349910"/>
              <a:gd name="connsiteX2" fmla="*/ 2939845 w 2939845"/>
              <a:gd name="connsiteY2" fmla="*/ 2349910 h 2349910"/>
              <a:gd name="connsiteX3" fmla="*/ 58992 w 2939845"/>
              <a:gd name="connsiteY3" fmla="*/ 1288026 h 2349910"/>
              <a:gd name="connsiteX4" fmla="*/ 0 w 2939845"/>
              <a:gd name="connsiteY4" fmla="*/ 1140541 h 2349910"/>
              <a:gd name="connsiteX0" fmla="*/ 0 w 2939845"/>
              <a:gd name="connsiteY0" fmla="*/ 1140541 h 2349910"/>
              <a:gd name="connsiteX1" fmla="*/ 2939844 w 2939845"/>
              <a:gd name="connsiteY1" fmla="*/ 0 h 2349910"/>
              <a:gd name="connsiteX2" fmla="*/ 2939845 w 2939845"/>
              <a:gd name="connsiteY2" fmla="*/ 2349910 h 2349910"/>
              <a:gd name="connsiteX3" fmla="*/ 58992 w 2939845"/>
              <a:gd name="connsiteY3" fmla="*/ 1288026 h 2349910"/>
              <a:gd name="connsiteX4" fmla="*/ 0 w 2939845"/>
              <a:gd name="connsiteY4" fmla="*/ 1140541 h 2349910"/>
              <a:gd name="connsiteX0" fmla="*/ 0 w 2939845"/>
              <a:gd name="connsiteY0" fmla="*/ 1140541 h 2349910"/>
              <a:gd name="connsiteX1" fmla="*/ 2939844 w 2939845"/>
              <a:gd name="connsiteY1" fmla="*/ 0 h 2349910"/>
              <a:gd name="connsiteX2" fmla="*/ 2939845 w 2939845"/>
              <a:gd name="connsiteY2" fmla="*/ 2349910 h 2349910"/>
              <a:gd name="connsiteX3" fmla="*/ 58992 w 2939845"/>
              <a:gd name="connsiteY3" fmla="*/ 1288026 h 2349910"/>
              <a:gd name="connsiteX4" fmla="*/ 0 w 2939845"/>
              <a:gd name="connsiteY4" fmla="*/ 1140541 h 2349910"/>
              <a:gd name="connsiteX0" fmla="*/ 0 w 2939845"/>
              <a:gd name="connsiteY0" fmla="*/ 1140541 h 2349910"/>
              <a:gd name="connsiteX1" fmla="*/ 2939844 w 2939845"/>
              <a:gd name="connsiteY1" fmla="*/ 0 h 2349910"/>
              <a:gd name="connsiteX2" fmla="*/ 2939845 w 2939845"/>
              <a:gd name="connsiteY2" fmla="*/ 2349910 h 2349910"/>
              <a:gd name="connsiteX3" fmla="*/ 19663 w 2939845"/>
              <a:gd name="connsiteY3" fmla="*/ 1307690 h 2349910"/>
              <a:gd name="connsiteX4" fmla="*/ 0 w 2939845"/>
              <a:gd name="connsiteY4" fmla="*/ 1140541 h 2349910"/>
              <a:gd name="connsiteX0" fmla="*/ 0 w 2939844"/>
              <a:gd name="connsiteY0" fmla="*/ 1140541 h 2878230"/>
              <a:gd name="connsiteX1" fmla="*/ 2939844 w 2939844"/>
              <a:gd name="connsiteY1" fmla="*/ 0 h 2878230"/>
              <a:gd name="connsiteX2" fmla="*/ 2919525 w 2939844"/>
              <a:gd name="connsiteY2" fmla="*/ 2878230 h 2878230"/>
              <a:gd name="connsiteX3" fmla="*/ 19663 w 2939844"/>
              <a:gd name="connsiteY3" fmla="*/ 1307690 h 2878230"/>
              <a:gd name="connsiteX4" fmla="*/ 0 w 2939844"/>
              <a:gd name="connsiteY4" fmla="*/ 1140541 h 2878230"/>
              <a:gd name="connsiteX0" fmla="*/ 0 w 2939844"/>
              <a:gd name="connsiteY0" fmla="*/ 1140541 h 2878230"/>
              <a:gd name="connsiteX1" fmla="*/ 2939844 w 2939844"/>
              <a:gd name="connsiteY1" fmla="*/ 0 h 2878230"/>
              <a:gd name="connsiteX2" fmla="*/ 2919525 w 2939844"/>
              <a:gd name="connsiteY2" fmla="*/ 2878230 h 2878230"/>
              <a:gd name="connsiteX3" fmla="*/ 19663 w 2939844"/>
              <a:gd name="connsiteY3" fmla="*/ 1307690 h 2878230"/>
              <a:gd name="connsiteX4" fmla="*/ 0 w 2939844"/>
              <a:gd name="connsiteY4" fmla="*/ 1140541 h 2878230"/>
              <a:gd name="connsiteX0" fmla="*/ 0 w 2919525"/>
              <a:gd name="connsiteY0" fmla="*/ 896701 h 2634390"/>
              <a:gd name="connsiteX1" fmla="*/ 2899204 w 2919525"/>
              <a:gd name="connsiteY1" fmla="*/ 0 h 2634390"/>
              <a:gd name="connsiteX2" fmla="*/ 2919525 w 2919525"/>
              <a:gd name="connsiteY2" fmla="*/ 2634390 h 2634390"/>
              <a:gd name="connsiteX3" fmla="*/ 19663 w 2919525"/>
              <a:gd name="connsiteY3" fmla="*/ 1063850 h 2634390"/>
              <a:gd name="connsiteX4" fmla="*/ 0 w 2919525"/>
              <a:gd name="connsiteY4" fmla="*/ 896701 h 2634390"/>
              <a:gd name="connsiteX0" fmla="*/ 0 w 2919525"/>
              <a:gd name="connsiteY0" fmla="*/ 896701 h 2634390"/>
              <a:gd name="connsiteX1" fmla="*/ 2899204 w 2919525"/>
              <a:gd name="connsiteY1" fmla="*/ 0 h 2634390"/>
              <a:gd name="connsiteX2" fmla="*/ 2919525 w 2919525"/>
              <a:gd name="connsiteY2" fmla="*/ 2634390 h 2634390"/>
              <a:gd name="connsiteX3" fmla="*/ 19663 w 2919525"/>
              <a:gd name="connsiteY3" fmla="*/ 1063850 h 2634390"/>
              <a:gd name="connsiteX4" fmla="*/ 0 w 2919525"/>
              <a:gd name="connsiteY4" fmla="*/ 896701 h 2634390"/>
              <a:gd name="connsiteX0" fmla="*/ 0 w 2919525"/>
              <a:gd name="connsiteY0" fmla="*/ 896701 h 2634390"/>
              <a:gd name="connsiteX1" fmla="*/ 2899204 w 2919525"/>
              <a:gd name="connsiteY1" fmla="*/ 0 h 2634390"/>
              <a:gd name="connsiteX2" fmla="*/ 2919525 w 2919525"/>
              <a:gd name="connsiteY2" fmla="*/ 2634390 h 2634390"/>
              <a:gd name="connsiteX3" fmla="*/ 29823 w 2919525"/>
              <a:gd name="connsiteY3" fmla="*/ 1094330 h 2634390"/>
              <a:gd name="connsiteX4" fmla="*/ 0 w 2919525"/>
              <a:gd name="connsiteY4" fmla="*/ 896701 h 2634390"/>
              <a:gd name="connsiteX0" fmla="*/ 0 w 2919525"/>
              <a:gd name="connsiteY0" fmla="*/ 896701 h 2634390"/>
              <a:gd name="connsiteX1" fmla="*/ 2899204 w 2919525"/>
              <a:gd name="connsiteY1" fmla="*/ 0 h 2634390"/>
              <a:gd name="connsiteX2" fmla="*/ 2919525 w 2919525"/>
              <a:gd name="connsiteY2" fmla="*/ 2634390 h 2634390"/>
              <a:gd name="connsiteX3" fmla="*/ 29823 w 2919525"/>
              <a:gd name="connsiteY3" fmla="*/ 1094330 h 2634390"/>
              <a:gd name="connsiteX4" fmla="*/ 0 w 2919525"/>
              <a:gd name="connsiteY4" fmla="*/ 896701 h 2634390"/>
              <a:gd name="connsiteX0" fmla="*/ 10817 w 2889702"/>
              <a:gd name="connsiteY0" fmla="*/ 896701 h 2634390"/>
              <a:gd name="connsiteX1" fmla="*/ 2869381 w 2889702"/>
              <a:gd name="connsiteY1" fmla="*/ 0 h 2634390"/>
              <a:gd name="connsiteX2" fmla="*/ 2889702 w 2889702"/>
              <a:gd name="connsiteY2" fmla="*/ 2634390 h 2634390"/>
              <a:gd name="connsiteX3" fmla="*/ 0 w 2889702"/>
              <a:gd name="connsiteY3" fmla="*/ 1094330 h 2634390"/>
              <a:gd name="connsiteX4" fmla="*/ 10817 w 2889702"/>
              <a:gd name="connsiteY4" fmla="*/ 896701 h 2634390"/>
              <a:gd name="connsiteX0" fmla="*/ 10817 w 2889702"/>
              <a:gd name="connsiteY0" fmla="*/ 896701 h 2634390"/>
              <a:gd name="connsiteX1" fmla="*/ 2869381 w 2889702"/>
              <a:gd name="connsiteY1" fmla="*/ 0 h 2634390"/>
              <a:gd name="connsiteX2" fmla="*/ 2889702 w 2889702"/>
              <a:gd name="connsiteY2" fmla="*/ 2634390 h 2634390"/>
              <a:gd name="connsiteX3" fmla="*/ 0 w 2889702"/>
              <a:gd name="connsiteY3" fmla="*/ 1094330 h 2634390"/>
              <a:gd name="connsiteX4" fmla="*/ 10817 w 2889702"/>
              <a:gd name="connsiteY4" fmla="*/ 896701 h 26343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889702" h="2634390">
                <a:moveTo>
                  <a:pt x="10817" y="896701"/>
                </a:moveTo>
                <a:cubicBezTo>
                  <a:pt x="1751126" y="516521"/>
                  <a:pt x="1777345" y="533564"/>
                  <a:pt x="2869381" y="0"/>
                </a:cubicBezTo>
                <a:cubicBezTo>
                  <a:pt x="2869381" y="783303"/>
                  <a:pt x="2889702" y="1851087"/>
                  <a:pt x="2889702" y="2634390"/>
                </a:cubicBezTo>
                <a:cubicBezTo>
                  <a:pt x="2630785" y="598784"/>
                  <a:pt x="2043143" y="642374"/>
                  <a:pt x="0" y="1094330"/>
                </a:cubicBezTo>
                <a:lnTo>
                  <a:pt x="10817" y="896701"/>
                </a:lnTo>
                <a:close/>
              </a:path>
            </a:pathLst>
          </a:custGeom>
          <a:gradFill>
            <a:gsLst>
              <a:gs pos="0">
                <a:schemeClr val="bg1">
                  <a:lumMod val="95000"/>
                </a:schemeClr>
              </a:gs>
              <a:gs pos="100000">
                <a:schemeClr val="bg1">
                  <a:lumMod val="75000"/>
                </a:schemeClr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365" name="Group 364">
            <a:extLst>
              <a:ext uri="{FF2B5EF4-FFF2-40B4-BE49-F238E27FC236}">
                <a16:creationId xmlns:a16="http://schemas.microsoft.com/office/drawing/2014/main" id="{CD6AC636-949C-B04A-A12F-4BBF60E3A068}"/>
              </a:ext>
            </a:extLst>
          </p:cNvPr>
          <p:cNvGrpSpPr/>
          <p:nvPr/>
        </p:nvGrpSpPr>
        <p:grpSpPr>
          <a:xfrm>
            <a:off x="9654637" y="3018176"/>
            <a:ext cx="1131350" cy="2675039"/>
            <a:chOff x="9762792" y="4031226"/>
            <a:chExt cx="1131350" cy="2675039"/>
          </a:xfrm>
        </p:grpSpPr>
        <p:sp>
          <p:nvSpPr>
            <p:cNvPr id="366" name="Rectangle 365">
              <a:extLst>
                <a:ext uri="{FF2B5EF4-FFF2-40B4-BE49-F238E27FC236}">
                  <a16:creationId xmlns:a16="http://schemas.microsoft.com/office/drawing/2014/main" id="{E11C6EC6-4F28-CD44-B5B6-0143F1CD0CD3}"/>
                </a:ext>
              </a:extLst>
            </p:cNvPr>
            <p:cNvSpPr/>
            <p:nvPr/>
          </p:nvSpPr>
          <p:spPr>
            <a:xfrm>
              <a:off x="9792929" y="4031226"/>
              <a:ext cx="1101213" cy="2389239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367" name="Group 366">
              <a:extLst>
                <a:ext uri="{FF2B5EF4-FFF2-40B4-BE49-F238E27FC236}">
                  <a16:creationId xmlns:a16="http://schemas.microsoft.com/office/drawing/2014/main" id="{B79E58C0-B1B4-B94B-8F0E-EB904614ACD4}"/>
                </a:ext>
              </a:extLst>
            </p:cNvPr>
            <p:cNvGrpSpPr/>
            <p:nvPr/>
          </p:nvGrpSpPr>
          <p:grpSpPr>
            <a:xfrm>
              <a:off x="9762792" y="4038868"/>
              <a:ext cx="1130292" cy="2667397"/>
              <a:chOff x="9472118" y="702026"/>
              <a:chExt cx="1130292" cy="2667397"/>
            </a:xfrm>
          </p:grpSpPr>
          <p:sp>
            <p:nvSpPr>
              <p:cNvPr id="368" name="Rectangle 367">
                <a:extLst>
                  <a:ext uri="{FF2B5EF4-FFF2-40B4-BE49-F238E27FC236}">
                    <a16:creationId xmlns:a16="http://schemas.microsoft.com/office/drawing/2014/main" id="{F6C3876C-103E-634C-8619-285D4D96A9C8}"/>
                  </a:ext>
                </a:extLst>
              </p:cNvPr>
              <p:cNvSpPr/>
              <p:nvPr/>
            </p:nvSpPr>
            <p:spPr>
              <a:xfrm>
                <a:off x="9485428" y="706056"/>
                <a:ext cx="1116982" cy="370390"/>
              </a:xfrm>
              <a:prstGeom prst="rect">
                <a:avLst/>
              </a:prstGeom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69" name="TextBox 368">
                <a:extLst>
                  <a:ext uri="{FF2B5EF4-FFF2-40B4-BE49-F238E27FC236}">
                    <a16:creationId xmlns:a16="http://schemas.microsoft.com/office/drawing/2014/main" id="{7C7420E3-75DE-FB4C-B805-F6E92683D068}"/>
                  </a:ext>
                </a:extLst>
              </p:cNvPr>
              <p:cNvSpPr txBox="1"/>
              <p:nvPr/>
            </p:nvSpPr>
            <p:spPr>
              <a:xfrm>
                <a:off x="9472118" y="702026"/>
                <a:ext cx="1117197" cy="266739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>
                  <a:spcAft>
                    <a:spcPts val="400"/>
                  </a:spcAft>
                </a:pPr>
                <a:r>
                  <a:rPr lang="en-US" sz="2000" dirty="0">
                    <a:solidFill>
                      <a:schemeClr val="bg1"/>
                    </a:solidFill>
                  </a:rPr>
                  <a:t>DV in e:</a:t>
                </a:r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e</a:t>
                </a:r>
                <a:r>
                  <a:rPr lang="en-US" sz="1600" dirty="0"/>
                  <a:t>(a) =</a:t>
                </a:r>
                <a:r>
                  <a:rPr lang="en-US" sz="1600" dirty="0">
                    <a:cs typeface="Arial" charset="0"/>
                  </a:rPr>
                  <a:t> ∞</a:t>
                </a:r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e</a:t>
                </a:r>
                <a:r>
                  <a:rPr lang="en-US" sz="1600" dirty="0"/>
                  <a:t>(b) =</a:t>
                </a:r>
                <a:r>
                  <a:rPr lang="en-US" sz="1600" dirty="0">
                    <a:cs typeface="Arial" charset="0"/>
                  </a:rPr>
                  <a:t> 1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e</a:t>
                </a:r>
                <a:r>
                  <a:rPr lang="en-US" sz="1600" dirty="0"/>
                  <a:t>(c) =</a:t>
                </a:r>
                <a:r>
                  <a:rPr lang="en-US" sz="1600" dirty="0">
                    <a:cs typeface="Arial" charset="0"/>
                  </a:rPr>
                  <a:t> ∞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e</a:t>
                </a:r>
                <a:r>
                  <a:rPr lang="en-US" sz="1600" dirty="0"/>
                  <a:t>(d) =</a:t>
                </a:r>
                <a:r>
                  <a:rPr lang="en-US" sz="1600" dirty="0">
                    <a:cs typeface="Arial" charset="0"/>
                  </a:rPr>
                  <a:t> 1</a:t>
                </a:r>
              </a:p>
              <a:p>
                <a:pPr marL="114300" lvl="1"/>
                <a:r>
                  <a:rPr lang="en-US" sz="1600" dirty="0">
                    <a:cs typeface="Arial" charset="0"/>
                  </a:rPr>
                  <a:t>D</a:t>
                </a:r>
                <a:r>
                  <a:rPr lang="en-US" sz="1600" baseline="-25000" dirty="0">
                    <a:cs typeface="Arial" charset="0"/>
                  </a:rPr>
                  <a:t>e</a:t>
                </a:r>
                <a:r>
                  <a:rPr lang="en-US" sz="1600" dirty="0">
                    <a:cs typeface="Arial" charset="0"/>
                  </a:rPr>
                  <a:t>(e) = 0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e</a:t>
                </a:r>
                <a:r>
                  <a:rPr lang="en-US" sz="1600" dirty="0"/>
                  <a:t>(f) =</a:t>
                </a:r>
                <a:r>
                  <a:rPr lang="en-US" sz="1600" dirty="0">
                    <a:cs typeface="Arial" charset="0"/>
                  </a:rPr>
                  <a:t> 1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e</a:t>
                </a:r>
                <a:r>
                  <a:rPr lang="en-US" sz="1600" dirty="0"/>
                  <a:t>(g) =</a:t>
                </a:r>
                <a:r>
                  <a:rPr lang="en-US" sz="1600" dirty="0">
                    <a:cs typeface="Arial" charset="0"/>
                  </a:rPr>
                  <a:t> ∞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e</a:t>
                </a:r>
                <a:r>
                  <a:rPr lang="en-US" sz="1600" dirty="0"/>
                  <a:t>(h) =</a:t>
                </a:r>
                <a:r>
                  <a:rPr lang="en-US" sz="1600" dirty="0">
                    <a:cs typeface="Arial" charset="0"/>
                  </a:rPr>
                  <a:t> 1</a:t>
                </a:r>
                <a:endParaRPr lang="en-US" sz="1600" dirty="0"/>
              </a:p>
              <a:p>
                <a:pPr marL="114300"/>
                <a:r>
                  <a:rPr lang="en-US" sz="1600" dirty="0"/>
                  <a:t>D</a:t>
                </a:r>
                <a:r>
                  <a:rPr lang="en-US" sz="1600" baseline="-25000" dirty="0"/>
                  <a:t>e</a:t>
                </a:r>
                <a:r>
                  <a:rPr lang="en-US" sz="1600" dirty="0"/>
                  <a:t>(i) =</a:t>
                </a:r>
                <a:r>
                  <a:rPr lang="en-US" sz="1600" dirty="0">
                    <a:cs typeface="Arial" charset="0"/>
                  </a:rPr>
                  <a:t> ∞</a:t>
                </a:r>
                <a:endParaRPr lang="en-US" sz="1600" dirty="0"/>
              </a:p>
            </p:txBody>
          </p:sp>
          <p:cxnSp>
            <p:nvCxnSpPr>
              <p:cNvPr id="370" name="Straight Connector 369">
                <a:extLst>
                  <a:ext uri="{FF2B5EF4-FFF2-40B4-BE49-F238E27FC236}">
                    <a16:creationId xmlns:a16="http://schemas.microsoft.com/office/drawing/2014/main" id="{1DC7A48D-E2F6-C84C-A00F-2E0AAD58111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477371" y="1076444"/>
                <a:ext cx="1123866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71" name="Rectangle 370">
                <a:extLst>
                  <a:ext uri="{FF2B5EF4-FFF2-40B4-BE49-F238E27FC236}">
                    <a16:creationId xmlns:a16="http://schemas.microsoft.com/office/drawing/2014/main" id="{D7FCACB9-7EBD-6042-B148-4018CD65A0BC}"/>
                  </a:ext>
                </a:extLst>
              </p:cNvPr>
              <p:cNvSpPr/>
              <p:nvPr/>
            </p:nvSpPr>
            <p:spPr>
              <a:xfrm>
                <a:off x="9479666" y="706055"/>
                <a:ext cx="1122744" cy="2619113"/>
              </a:xfrm>
              <a:prstGeom prst="rect">
                <a:avLst/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78773847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2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1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5" dur="500"/>
                                        <p:tgtEl>
                                          <p:spTgt spid="3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0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" dur="500"/>
                                        <p:tgtEl>
                                          <p:spTgt spid="1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500"/>
                            </p:stCondLst>
                            <p:childTnLst>
                              <p:par>
                                <p:cTn id="2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9" dur="500"/>
                                        <p:tgtEl>
                                          <p:spTgt spid="3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2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4" dur="500"/>
                                        <p:tgtEl>
                                          <p:spTgt spid="3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7" dur="500"/>
                                        <p:tgtEl>
                                          <p:spTgt spid="3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0" dur="500"/>
                                        <p:tgtEl>
                                          <p:spTgt spid="3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4" grpId="0" animBg="1"/>
      <p:bldP spid="345" grpId="0" animBg="1"/>
      <p:bldP spid="356" grpId="0" animBg="1"/>
      <p:bldP spid="357" grpId="0" animBg="1"/>
      <p:bldP spid="183" grpId="0" animBg="1"/>
    </p:bldLst>
  </p:timing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52B9189-7CDF-0741-9858-A79357149B7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6624" y="174028"/>
            <a:ext cx="10893427" cy="894622"/>
          </a:xfrm>
        </p:spPr>
        <p:txBody>
          <a:bodyPr/>
          <a:lstStyle/>
          <a:p>
            <a:r>
              <a:rPr lang="en-US" dirty="0"/>
              <a:t>Distance vector example: computation</a:t>
            </a:r>
          </a:p>
        </p:txBody>
      </p:sp>
      <p:sp>
        <p:nvSpPr>
          <p:cNvPr id="154" name="Rectangle 153">
            <a:extLst>
              <a:ext uri="{FF2B5EF4-FFF2-40B4-BE49-F238E27FC236}">
                <a16:creationId xmlns:a16="http://schemas.microsoft.com/office/drawing/2014/main" id="{6E805ECD-DD10-C845-94C0-375A905AFE6F}"/>
              </a:ext>
            </a:extLst>
          </p:cNvPr>
          <p:cNvSpPr/>
          <p:nvPr/>
        </p:nvSpPr>
        <p:spPr>
          <a:xfrm>
            <a:off x="6626942" y="275303"/>
            <a:ext cx="3038168" cy="629265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266" name="Group 265">
            <a:extLst>
              <a:ext uri="{FF2B5EF4-FFF2-40B4-BE49-F238E27FC236}">
                <a16:creationId xmlns:a16="http://schemas.microsoft.com/office/drawing/2014/main" id="{F5A721E1-D89A-D04F-AF9A-53AC581D1684}"/>
              </a:ext>
            </a:extLst>
          </p:cNvPr>
          <p:cNvGrpSpPr/>
          <p:nvPr/>
        </p:nvGrpSpPr>
        <p:grpSpPr>
          <a:xfrm>
            <a:off x="2827965" y="1130710"/>
            <a:ext cx="1547391" cy="2620631"/>
            <a:chOff x="3221255" y="1012723"/>
            <a:chExt cx="1547391" cy="2620631"/>
          </a:xfrm>
        </p:grpSpPr>
        <p:sp>
          <p:nvSpPr>
            <p:cNvPr id="267" name="Freeform 266">
              <a:extLst>
                <a:ext uri="{FF2B5EF4-FFF2-40B4-BE49-F238E27FC236}">
                  <a16:creationId xmlns:a16="http://schemas.microsoft.com/office/drawing/2014/main" id="{49DB6681-9B63-7A46-990C-D2A795B1B751}"/>
                </a:ext>
              </a:extLst>
            </p:cNvPr>
            <p:cNvSpPr/>
            <p:nvPr/>
          </p:nvSpPr>
          <p:spPr>
            <a:xfrm>
              <a:off x="4316362" y="1042219"/>
              <a:ext cx="452284" cy="2389239"/>
            </a:xfrm>
            <a:custGeom>
              <a:avLst/>
              <a:gdLst>
                <a:gd name="connsiteX0" fmla="*/ 0 w 491613"/>
                <a:gd name="connsiteY0" fmla="*/ 0 h 2389239"/>
                <a:gd name="connsiteX1" fmla="*/ 491613 w 491613"/>
                <a:gd name="connsiteY1" fmla="*/ 904568 h 2389239"/>
                <a:gd name="connsiteX2" fmla="*/ 491613 w 491613"/>
                <a:gd name="connsiteY2" fmla="*/ 1052052 h 2389239"/>
                <a:gd name="connsiteX3" fmla="*/ 19665 w 491613"/>
                <a:gd name="connsiteY3" fmla="*/ 2389239 h 2389239"/>
                <a:gd name="connsiteX4" fmla="*/ 0 w 491613"/>
                <a:gd name="connsiteY4" fmla="*/ 0 h 2389239"/>
                <a:gd name="connsiteX0" fmla="*/ 19664 w 471948"/>
                <a:gd name="connsiteY0" fmla="*/ 0 h 2389239"/>
                <a:gd name="connsiteX1" fmla="*/ 471948 w 471948"/>
                <a:gd name="connsiteY1" fmla="*/ 904568 h 2389239"/>
                <a:gd name="connsiteX2" fmla="*/ 471948 w 471948"/>
                <a:gd name="connsiteY2" fmla="*/ 1052052 h 2389239"/>
                <a:gd name="connsiteX3" fmla="*/ 0 w 471948"/>
                <a:gd name="connsiteY3" fmla="*/ 2389239 h 2389239"/>
                <a:gd name="connsiteX4" fmla="*/ 19664 w 471948"/>
                <a:gd name="connsiteY4" fmla="*/ 0 h 2389239"/>
                <a:gd name="connsiteX0" fmla="*/ 19664 w 471948"/>
                <a:gd name="connsiteY0" fmla="*/ 0 h 2389239"/>
                <a:gd name="connsiteX1" fmla="*/ 471948 w 471948"/>
                <a:gd name="connsiteY1" fmla="*/ 904568 h 2389239"/>
                <a:gd name="connsiteX2" fmla="*/ 471948 w 471948"/>
                <a:gd name="connsiteY2" fmla="*/ 1052052 h 2389239"/>
                <a:gd name="connsiteX3" fmla="*/ 0 w 471948"/>
                <a:gd name="connsiteY3" fmla="*/ 2389239 h 2389239"/>
                <a:gd name="connsiteX4" fmla="*/ 19664 w 471948"/>
                <a:gd name="connsiteY4" fmla="*/ 0 h 2389239"/>
                <a:gd name="connsiteX0" fmla="*/ 19664 w 471948"/>
                <a:gd name="connsiteY0" fmla="*/ 0 h 2389239"/>
                <a:gd name="connsiteX1" fmla="*/ 471948 w 471948"/>
                <a:gd name="connsiteY1" fmla="*/ 904568 h 2389239"/>
                <a:gd name="connsiteX2" fmla="*/ 471948 w 471948"/>
                <a:gd name="connsiteY2" fmla="*/ 1052052 h 2389239"/>
                <a:gd name="connsiteX3" fmla="*/ 0 w 471948"/>
                <a:gd name="connsiteY3" fmla="*/ 2389239 h 2389239"/>
                <a:gd name="connsiteX4" fmla="*/ 19664 w 471948"/>
                <a:gd name="connsiteY4" fmla="*/ 0 h 2389239"/>
                <a:gd name="connsiteX0" fmla="*/ 19664 w 471948"/>
                <a:gd name="connsiteY0" fmla="*/ 0 h 2389239"/>
                <a:gd name="connsiteX1" fmla="*/ 471948 w 471948"/>
                <a:gd name="connsiteY1" fmla="*/ 904568 h 2389239"/>
                <a:gd name="connsiteX2" fmla="*/ 471948 w 471948"/>
                <a:gd name="connsiteY2" fmla="*/ 1052052 h 2389239"/>
                <a:gd name="connsiteX3" fmla="*/ 0 w 471948"/>
                <a:gd name="connsiteY3" fmla="*/ 2389239 h 2389239"/>
                <a:gd name="connsiteX4" fmla="*/ 19664 w 471948"/>
                <a:gd name="connsiteY4" fmla="*/ 0 h 2389239"/>
                <a:gd name="connsiteX0" fmla="*/ 0 w 452284"/>
                <a:gd name="connsiteY0" fmla="*/ 0 h 2389239"/>
                <a:gd name="connsiteX1" fmla="*/ 452284 w 452284"/>
                <a:gd name="connsiteY1" fmla="*/ 904568 h 2389239"/>
                <a:gd name="connsiteX2" fmla="*/ 452284 w 452284"/>
                <a:gd name="connsiteY2" fmla="*/ 1052052 h 2389239"/>
                <a:gd name="connsiteX3" fmla="*/ 9833 w 452284"/>
                <a:gd name="connsiteY3" fmla="*/ 2389239 h 2389239"/>
                <a:gd name="connsiteX4" fmla="*/ 0 w 452284"/>
                <a:gd name="connsiteY4" fmla="*/ 0 h 2389239"/>
                <a:gd name="connsiteX0" fmla="*/ 0 w 452284"/>
                <a:gd name="connsiteY0" fmla="*/ 0 h 2389239"/>
                <a:gd name="connsiteX1" fmla="*/ 452284 w 452284"/>
                <a:gd name="connsiteY1" fmla="*/ 904568 h 2389239"/>
                <a:gd name="connsiteX2" fmla="*/ 452284 w 452284"/>
                <a:gd name="connsiteY2" fmla="*/ 1052052 h 2389239"/>
                <a:gd name="connsiteX3" fmla="*/ 9833 w 452284"/>
                <a:gd name="connsiteY3" fmla="*/ 2389239 h 2389239"/>
                <a:gd name="connsiteX4" fmla="*/ 0 w 452284"/>
                <a:gd name="connsiteY4" fmla="*/ 0 h 2389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2284" h="2389239">
                  <a:moveTo>
                    <a:pt x="0" y="0"/>
                  </a:moveTo>
                  <a:cubicBezTo>
                    <a:pt x="170425" y="625988"/>
                    <a:pt x="242530" y="681703"/>
                    <a:pt x="452284" y="904568"/>
                  </a:cubicBezTo>
                  <a:lnTo>
                    <a:pt x="452284" y="1052052"/>
                  </a:lnTo>
                  <a:cubicBezTo>
                    <a:pt x="206477" y="1507613"/>
                    <a:pt x="137653" y="1825523"/>
                    <a:pt x="9833" y="2389239"/>
                  </a:cubicBezTo>
                  <a:cubicBezTo>
                    <a:pt x="6555" y="1592826"/>
                    <a:pt x="3278" y="796413"/>
                    <a:pt x="0" y="0"/>
                  </a:cubicBezTo>
                  <a:close/>
                </a:path>
              </a:pathLst>
            </a:cu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chemeClr val="bg1">
                    <a:lumMod val="75000"/>
                  </a:schemeClr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268" name="Group 267">
              <a:extLst>
                <a:ext uri="{FF2B5EF4-FFF2-40B4-BE49-F238E27FC236}">
                  <a16:creationId xmlns:a16="http://schemas.microsoft.com/office/drawing/2014/main" id="{69CB876D-91B9-C142-AA5B-DC2AF8DEC6AE}"/>
                </a:ext>
              </a:extLst>
            </p:cNvPr>
            <p:cNvGrpSpPr/>
            <p:nvPr/>
          </p:nvGrpSpPr>
          <p:grpSpPr>
            <a:xfrm>
              <a:off x="3221255" y="1012723"/>
              <a:ext cx="1172904" cy="2620631"/>
              <a:chOff x="3221255" y="1012723"/>
              <a:chExt cx="1172904" cy="2620631"/>
            </a:xfrm>
          </p:grpSpPr>
          <p:sp>
            <p:nvSpPr>
              <p:cNvPr id="269" name="Rectangle 268">
                <a:extLst>
                  <a:ext uri="{FF2B5EF4-FFF2-40B4-BE49-F238E27FC236}">
                    <a16:creationId xmlns:a16="http://schemas.microsoft.com/office/drawing/2014/main" id="{FC99428F-669F-1E46-A55A-26DF3A9BEA1B}"/>
                  </a:ext>
                </a:extLst>
              </p:cNvPr>
              <p:cNvSpPr/>
              <p:nvPr/>
            </p:nvSpPr>
            <p:spPr>
              <a:xfrm>
                <a:off x="3224981" y="1012723"/>
                <a:ext cx="1111045" cy="2418735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270" name="Group 269">
                <a:extLst>
                  <a:ext uri="{FF2B5EF4-FFF2-40B4-BE49-F238E27FC236}">
                    <a16:creationId xmlns:a16="http://schemas.microsoft.com/office/drawing/2014/main" id="{677BBA41-FB32-774E-B537-76ECED6020C6}"/>
                  </a:ext>
                </a:extLst>
              </p:cNvPr>
              <p:cNvGrpSpPr/>
              <p:nvPr/>
            </p:nvGrpSpPr>
            <p:grpSpPr>
              <a:xfrm>
                <a:off x="3221255" y="1017253"/>
                <a:ext cx="1172904" cy="2616101"/>
                <a:chOff x="9477371" y="702026"/>
                <a:chExt cx="1172904" cy="2616101"/>
              </a:xfrm>
            </p:grpSpPr>
            <p:sp>
              <p:nvSpPr>
                <p:cNvPr id="271" name="Rectangle 270">
                  <a:extLst>
                    <a:ext uri="{FF2B5EF4-FFF2-40B4-BE49-F238E27FC236}">
                      <a16:creationId xmlns:a16="http://schemas.microsoft.com/office/drawing/2014/main" id="{4648EB17-23D0-A848-88DD-EC56D3EAAB24}"/>
                    </a:ext>
                  </a:extLst>
                </p:cNvPr>
                <p:cNvSpPr/>
                <p:nvPr/>
              </p:nvSpPr>
              <p:spPr>
                <a:xfrm>
                  <a:off x="9485428" y="706056"/>
                  <a:ext cx="1116982" cy="370390"/>
                </a:xfrm>
                <a:prstGeom prst="rect">
                  <a:avLst/>
                </a:prstGeom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72" name="TextBox 271">
                  <a:extLst>
                    <a:ext uri="{FF2B5EF4-FFF2-40B4-BE49-F238E27FC236}">
                      <a16:creationId xmlns:a16="http://schemas.microsoft.com/office/drawing/2014/main" id="{FF1D7D44-0F2C-4347-A4A1-BBEC5CE4FD94}"/>
                    </a:ext>
                  </a:extLst>
                </p:cNvPr>
                <p:cNvSpPr txBox="1"/>
                <p:nvPr/>
              </p:nvSpPr>
              <p:spPr>
                <a:xfrm>
                  <a:off x="9533078" y="702026"/>
                  <a:ext cx="1117197" cy="261610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US" sz="2000" dirty="0">
                      <a:solidFill>
                        <a:schemeClr val="bg1"/>
                      </a:solidFill>
                    </a:rPr>
                    <a:t>DV in a: </a:t>
                  </a:r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(a)=0</a:t>
                  </a:r>
                </a:p>
                <a:p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(b) = 8</a:t>
                  </a:r>
                  <a:endParaRPr lang="en-US" sz="1600" dirty="0">
                    <a:cs typeface="Arial" charset="0"/>
                  </a:endParaRPr>
                </a:p>
                <a:p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(c)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(d) =</a:t>
                  </a:r>
                  <a:r>
                    <a:rPr lang="en-US" sz="1600" dirty="0">
                      <a:cs typeface="Arial" charset="0"/>
                    </a:rPr>
                    <a:t> 1</a:t>
                  </a:r>
                </a:p>
                <a:p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(e)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(f)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(g)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(h)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(i)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</p:txBody>
            </p:sp>
            <p:cxnSp>
              <p:nvCxnSpPr>
                <p:cNvPr id="273" name="Straight Connector 272">
                  <a:extLst>
                    <a:ext uri="{FF2B5EF4-FFF2-40B4-BE49-F238E27FC236}">
                      <a16:creationId xmlns:a16="http://schemas.microsoft.com/office/drawing/2014/main" id="{8B19CF8A-DF73-AB45-8BDA-ABCDA25B842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477371" y="1076444"/>
                  <a:ext cx="1123866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74" name="Rectangle 273">
                  <a:extLst>
                    <a:ext uri="{FF2B5EF4-FFF2-40B4-BE49-F238E27FC236}">
                      <a16:creationId xmlns:a16="http://schemas.microsoft.com/office/drawing/2014/main" id="{916DB935-59F3-ED4F-9B27-B2F6B2896EC2}"/>
                    </a:ext>
                  </a:extLst>
                </p:cNvPr>
                <p:cNvSpPr/>
                <p:nvPr/>
              </p:nvSpPr>
              <p:spPr>
                <a:xfrm>
                  <a:off x="9479666" y="706056"/>
                  <a:ext cx="1122744" cy="2589450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</p:grpSp>
      <p:grpSp>
        <p:nvGrpSpPr>
          <p:cNvPr id="275" name="Group 274">
            <a:extLst>
              <a:ext uri="{FF2B5EF4-FFF2-40B4-BE49-F238E27FC236}">
                <a16:creationId xmlns:a16="http://schemas.microsoft.com/office/drawing/2014/main" id="{A2F1D687-C332-114C-A115-90CF8BBB8F39}"/>
              </a:ext>
            </a:extLst>
          </p:cNvPr>
          <p:cNvGrpSpPr/>
          <p:nvPr/>
        </p:nvGrpSpPr>
        <p:grpSpPr>
          <a:xfrm>
            <a:off x="6656438" y="235974"/>
            <a:ext cx="2493133" cy="1917291"/>
            <a:chOff x="7010400" y="108155"/>
            <a:chExt cx="2493133" cy="1917291"/>
          </a:xfrm>
        </p:grpSpPr>
        <p:sp>
          <p:nvSpPr>
            <p:cNvPr id="276" name="Freeform 275">
              <a:extLst>
                <a:ext uri="{FF2B5EF4-FFF2-40B4-BE49-F238E27FC236}">
                  <a16:creationId xmlns:a16="http://schemas.microsoft.com/office/drawing/2014/main" id="{7C98B51F-B4A6-3B45-888C-5FBB44E4FF36}"/>
                </a:ext>
              </a:extLst>
            </p:cNvPr>
            <p:cNvSpPr/>
            <p:nvPr/>
          </p:nvSpPr>
          <p:spPr>
            <a:xfrm>
              <a:off x="7010400" y="176982"/>
              <a:ext cx="2340077" cy="1848464"/>
            </a:xfrm>
            <a:custGeom>
              <a:avLst/>
              <a:gdLst>
                <a:gd name="connsiteX0" fmla="*/ 0 w 2340077"/>
                <a:gd name="connsiteY0" fmla="*/ 304800 h 432619"/>
                <a:gd name="connsiteX1" fmla="*/ 393290 w 2340077"/>
                <a:gd name="connsiteY1" fmla="*/ 0 h 432619"/>
                <a:gd name="connsiteX2" fmla="*/ 2340077 w 2340077"/>
                <a:gd name="connsiteY2" fmla="*/ 0 h 432619"/>
                <a:gd name="connsiteX3" fmla="*/ 147484 w 2340077"/>
                <a:gd name="connsiteY3" fmla="*/ 432619 h 432619"/>
                <a:gd name="connsiteX4" fmla="*/ 0 w 2340077"/>
                <a:gd name="connsiteY4" fmla="*/ 304800 h 432619"/>
                <a:gd name="connsiteX0" fmla="*/ 0 w 2340077"/>
                <a:gd name="connsiteY0" fmla="*/ 1691148 h 1818967"/>
                <a:gd name="connsiteX1" fmla="*/ 383458 w 2340077"/>
                <a:gd name="connsiteY1" fmla="*/ 0 h 1818967"/>
                <a:gd name="connsiteX2" fmla="*/ 2340077 w 2340077"/>
                <a:gd name="connsiteY2" fmla="*/ 1386348 h 1818967"/>
                <a:gd name="connsiteX3" fmla="*/ 147484 w 2340077"/>
                <a:gd name="connsiteY3" fmla="*/ 1818967 h 1818967"/>
                <a:gd name="connsiteX4" fmla="*/ 0 w 2340077"/>
                <a:gd name="connsiteY4" fmla="*/ 1691148 h 1818967"/>
                <a:gd name="connsiteX0" fmla="*/ 0 w 2340077"/>
                <a:gd name="connsiteY0" fmla="*/ 1691148 h 1818967"/>
                <a:gd name="connsiteX1" fmla="*/ 383458 w 2340077"/>
                <a:gd name="connsiteY1" fmla="*/ 0 h 1818967"/>
                <a:gd name="connsiteX2" fmla="*/ 2340077 w 2340077"/>
                <a:gd name="connsiteY2" fmla="*/ 1386348 h 1818967"/>
                <a:gd name="connsiteX3" fmla="*/ 147484 w 2340077"/>
                <a:gd name="connsiteY3" fmla="*/ 1818967 h 1818967"/>
                <a:gd name="connsiteX4" fmla="*/ 0 w 2340077"/>
                <a:gd name="connsiteY4" fmla="*/ 1691148 h 1818967"/>
                <a:gd name="connsiteX0" fmla="*/ 0 w 2340077"/>
                <a:gd name="connsiteY0" fmla="*/ 1691148 h 1828799"/>
                <a:gd name="connsiteX1" fmla="*/ 383458 w 2340077"/>
                <a:gd name="connsiteY1" fmla="*/ 0 h 1828799"/>
                <a:gd name="connsiteX2" fmla="*/ 2340077 w 2340077"/>
                <a:gd name="connsiteY2" fmla="*/ 1386348 h 1828799"/>
                <a:gd name="connsiteX3" fmla="*/ 186813 w 2340077"/>
                <a:gd name="connsiteY3" fmla="*/ 1828799 h 1828799"/>
                <a:gd name="connsiteX4" fmla="*/ 0 w 2340077"/>
                <a:gd name="connsiteY4" fmla="*/ 1691148 h 1828799"/>
                <a:gd name="connsiteX0" fmla="*/ 0 w 2340077"/>
                <a:gd name="connsiteY0" fmla="*/ 1691148 h 1828799"/>
                <a:gd name="connsiteX1" fmla="*/ 383458 w 2340077"/>
                <a:gd name="connsiteY1" fmla="*/ 0 h 1828799"/>
                <a:gd name="connsiteX2" fmla="*/ 2340077 w 2340077"/>
                <a:gd name="connsiteY2" fmla="*/ 1386348 h 1828799"/>
                <a:gd name="connsiteX3" fmla="*/ 186813 w 2340077"/>
                <a:gd name="connsiteY3" fmla="*/ 1828799 h 1828799"/>
                <a:gd name="connsiteX4" fmla="*/ 0 w 2340077"/>
                <a:gd name="connsiteY4" fmla="*/ 1691148 h 1828799"/>
                <a:gd name="connsiteX0" fmla="*/ 0 w 2340077"/>
                <a:gd name="connsiteY0" fmla="*/ 1691148 h 1828799"/>
                <a:gd name="connsiteX1" fmla="*/ 383458 w 2340077"/>
                <a:gd name="connsiteY1" fmla="*/ 0 h 1828799"/>
                <a:gd name="connsiteX2" fmla="*/ 2340077 w 2340077"/>
                <a:gd name="connsiteY2" fmla="*/ 1386348 h 1828799"/>
                <a:gd name="connsiteX3" fmla="*/ 186813 w 2340077"/>
                <a:gd name="connsiteY3" fmla="*/ 1828799 h 1828799"/>
                <a:gd name="connsiteX4" fmla="*/ 0 w 2340077"/>
                <a:gd name="connsiteY4" fmla="*/ 1691148 h 1828799"/>
                <a:gd name="connsiteX0" fmla="*/ 0 w 2340077"/>
                <a:gd name="connsiteY0" fmla="*/ 1691148 h 1828799"/>
                <a:gd name="connsiteX1" fmla="*/ 383458 w 2340077"/>
                <a:gd name="connsiteY1" fmla="*/ 0 h 1828799"/>
                <a:gd name="connsiteX2" fmla="*/ 2340077 w 2340077"/>
                <a:gd name="connsiteY2" fmla="*/ 1386348 h 1828799"/>
                <a:gd name="connsiteX3" fmla="*/ 186813 w 2340077"/>
                <a:gd name="connsiteY3" fmla="*/ 1828799 h 1828799"/>
                <a:gd name="connsiteX4" fmla="*/ 0 w 2340077"/>
                <a:gd name="connsiteY4" fmla="*/ 1691148 h 1828799"/>
                <a:gd name="connsiteX0" fmla="*/ 0 w 2340077"/>
                <a:gd name="connsiteY0" fmla="*/ 1691148 h 1848464"/>
                <a:gd name="connsiteX1" fmla="*/ 383458 w 2340077"/>
                <a:gd name="connsiteY1" fmla="*/ 0 h 1848464"/>
                <a:gd name="connsiteX2" fmla="*/ 2340077 w 2340077"/>
                <a:gd name="connsiteY2" fmla="*/ 1386348 h 1848464"/>
                <a:gd name="connsiteX3" fmla="*/ 137651 w 2340077"/>
                <a:gd name="connsiteY3" fmla="*/ 1848464 h 1848464"/>
                <a:gd name="connsiteX4" fmla="*/ 0 w 2340077"/>
                <a:gd name="connsiteY4" fmla="*/ 1691148 h 1848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40077" h="1848464">
                  <a:moveTo>
                    <a:pt x="0" y="1691148"/>
                  </a:moveTo>
                  <a:cubicBezTo>
                    <a:pt x="167148" y="1304412"/>
                    <a:pt x="285136" y="770193"/>
                    <a:pt x="383458" y="0"/>
                  </a:cubicBezTo>
                  <a:lnTo>
                    <a:pt x="2340077" y="1386348"/>
                  </a:lnTo>
                  <a:cubicBezTo>
                    <a:pt x="871794" y="1579716"/>
                    <a:pt x="740695" y="1645264"/>
                    <a:pt x="137651" y="1848464"/>
                  </a:cubicBezTo>
                  <a:lnTo>
                    <a:pt x="0" y="1691148"/>
                  </a:lnTo>
                  <a:close/>
                </a:path>
              </a:pathLst>
            </a:cu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chemeClr val="bg1">
                    <a:lumMod val="75000"/>
                  </a:schemeClr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277" name="Group 276">
              <a:extLst>
                <a:ext uri="{FF2B5EF4-FFF2-40B4-BE49-F238E27FC236}">
                  <a16:creationId xmlns:a16="http://schemas.microsoft.com/office/drawing/2014/main" id="{A45539DD-F434-7243-8ECC-25D3434D7334}"/>
                </a:ext>
              </a:extLst>
            </p:cNvPr>
            <p:cNvGrpSpPr/>
            <p:nvPr/>
          </p:nvGrpSpPr>
          <p:grpSpPr>
            <a:xfrm>
              <a:off x="7323884" y="108155"/>
              <a:ext cx="2179649" cy="1445342"/>
              <a:chOff x="7323884" y="108155"/>
              <a:chExt cx="2179649" cy="1445342"/>
            </a:xfrm>
          </p:grpSpPr>
          <p:sp>
            <p:nvSpPr>
              <p:cNvPr id="278" name="Rectangle 277">
                <a:extLst>
                  <a:ext uri="{FF2B5EF4-FFF2-40B4-BE49-F238E27FC236}">
                    <a16:creationId xmlns:a16="http://schemas.microsoft.com/office/drawing/2014/main" id="{CA406176-DE57-4844-B765-7A5DBC46A9EB}"/>
                  </a:ext>
                </a:extLst>
              </p:cNvPr>
              <p:cNvSpPr/>
              <p:nvPr/>
            </p:nvSpPr>
            <p:spPr>
              <a:xfrm>
                <a:off x="7413523" y="108155"/>
                <a:ext cx="1936954" cy="143551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279" name="Group 278">
                <a:extLst>
                  <a:ext uri="{FF2B5EF4-FFF2-40B4-BE49-F238E27FC236}">
                    <a16:creationId xmlns:a16="http://schemas.microsoft.com/office/drawing/2014/main" id="{D1BD4369-9943-0043-95A9-A467EAB2D21E}"/>
                  </a:ext>
                </a:extLst>
              </p:cNvPr>
              <p:cNvGrpSpPr/>
              <p:nvPr/>
            </p:nvGrpSpPr>
            <p:grpSpPr>
              <a:xfrm>
                <a:off x="7323884" y="120836"/>
                <a:ext cx="2179649" cy="1432661"/>
                <a:chOff x="7323884" y="120836"/>
                <a:chExt cx="2179649" cy="1432661"/>
              </a:xfrm>
            </p:grpSpPr>
            <p:sp>
              <p:nvSpPr>
                <p:cNvPr id="280" name="Rectangle 279">
                  <a:extLst>
                    <a:ext uri="{FF2B5EF4-FFF2-40B4-BE49-F238E27FC236}">
                      <a16:creationId xmlns:a16="http://schemas.microsoft.com/office/drawing/2014/main" id="{089F8FCB-FEC8-0A4A-8AC9-A05239270264}"/>
                    </a:ext>
                  </a:extLst>
                </p:cNvPr>
                <p:cNvSpPr/>
                <p:nvPr/>
              </p:nvSpPr>
              <p:spPr>
                <a:xfrm>
                  <a:off x="7409951" y="124866"/>
                  <a:ext cx="1940525" cy="370390"/>
                </a:xfrm>
                <a:prstGeom prst="rect">
                  <a:avLst/>
                </a:prstGeom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82" name="TextBox 281">
                  <a:extLst>
                    <a:ext uri="{FF2B5EF4-FFF2-40B4-BE49-F238E27FC236}">
                      <a16:creationId xmlns:a16="http://schemas.microsoft.com/office/drawing/2014/main" id="{618E84D4-ACDD-F443-9A75-31985FCC03A1}"/>
                    </a:ext>
                  </a:extLst>
                </p:cNvPr>
                <p:cNvSpPr txBox="1"/>
                <p:nvPr/>
              </p:nvSpPr>
              <p:spPr>
                <a:xfrm>
                  <a:off x="7799764" y="120836"/>
                  <a:ext cx="1117197" cy="400110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algn="ctr">
                    <a:spcAft>
                      <a:spcPts val="400"/>
                    </a:spcAft>
                  </a:pPr>
                  <a:r>
                    <a:rPr lang="en-US" sz="2000" dirty="0">
                      <a:solidFill>
                        <a:schemeClr val="bg1"/>
                      </a:solidFill>
                    </a:rPr>
                    <a:t>DV in b:</a:t>
                  </a:r>
                </a:p>
              </p:txBody>
            </p:sp>
            <p:cxnSp>
              <p:nvCxnSpPr>
                <p:cNvPr id="346" name="Straight Connector 345">
                  <a:extLst>
                    <a:ext uri="{FF2B5EF4-FFF2-40B4-BE49-F238E27FC236}">
                      <a16:creationId xmlns:a16="http://schemas.microsoft.com/office/drawing/2014/main" id="{076AD015-1EF6-8F4C-958E-F02708D5F21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7401895" y="495254"/>
                  <a:ext cx="1123866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47" name="Rectangle 346">
                  <a:extLst>
                    <a:ext uri="{FF2B5EF4-FFF2-40B4-BE49-F238E27FC236}">
                      <a16:creationId xmlns:a16="http://schemas.microsoft.com/office/drawing/2014/main" id="{397C8588-CD10-484F-9B94-94120FF4354A}"/>
                    </a:ext>
                  </a:extLst>
                </p:cNvPr>
                <p:cNvSpPr/>
                <p:nvPr/>
              </p:nvSpPr>
              <p:spPr>
                <a:xfrm>
                  <a:off x="7404189" y="124866"/>
                  <a:ext cx="1936455" cy="1428631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348" name="TextBox 347">
                  <a:extLst>
                    <a:ext uri="{FF2B5EF4-FFF2-40B4-BE49-F238E27FC236}">
                      <a16:creationId xmlns:a16="http://schemas.microsoft.com/office/drawing/2014/main" id="{470F7948-0893-B143-8C47-CBE72D6C5729}"/>
                    </a:ext>
                  </a:extLst>
                </p:cNvPr>
                <p:cNvSpPr txBox="1"/>
                <p:nvPr/>
              </p:nvSpPr>
              <p:spPr>
                <a:xfrm>
                  <a:off x="8392488" y="560500"/>
                  <a:ext cx="1111045" cy="978729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(f)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pPr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(g)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pPr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(h)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pPr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(i)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</p:txBody>
            </p:sp>
            <p:sp>
              <p:nvSpPr>
                <p:cNvPr id="349" name="TextBox 348">
                  <a:extLst>
                    <a:ext uri="{FF2B5EF4-FFF2-40B4-BE49-F238E27FC236}">
                      <a16:creationId xmlns:a16="http://schemas.microsoft.com/office/drawing/2014/main" id="{60E7DAE4-8059-1543-AFD1-A4A0E4F2EF26}"/>
                    </a:ext>
                  </a:extLst>
                </p:cNvPr>
                <p:cNvSpPr txBox="1"/>
                <p:nvPr/>
              </p:nvSpPr>
              <p:spPr>
                <a:xfrm>
                  <a:off x="7323884" y="557387"/>
                  <a:ext cx="1117197" cy="978729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114300" lvl="1"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(a) = 8</a:t>
                  </a:r>
                  <a:endParaRPr lang="en-US" sz="1600" dirty="0">
                    <a:cs typeface="Arial" charset="0"/>
                  </a:endParaRPr>
                </a:p>
                <a:p>
                  <a:pPr marL="114300" lvl="1"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(c) =</a:t>
                  </a:r>
                  <a:r>
                    <a:rPr lang="en-US" sz="1600" dirty="0">
                      <a:cs typeface="Arial" charset="0"/>
                    </a:rPr>
                    <a:t> 1</a:t>
                  </a:r>
                  <a:endParaRPr lang="en-US" sz="1600" dirty="0"/>
                </a:p>
                <a:p>
                  <a:pPr marL="114300" lvl="1"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(d)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  <a:p>
                  <a:pPr marL="114300" lvl="1"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(e) =</a:t>
                  </a:r>
                  <a:r>
                    <a:rPr lang="en-US" sz="1600" dirty="0">
                      <a:cs typeface="Arial" charset="0"/>
                    </a:rPr>
                    <a:t> 1</a:t>
                  </a:r>
                  <a:endParaRPr lang="en-US" sz="1600" dirty="0"/>
                </a:p>
              </p:txBody>
            </p:sp>
          </p:grpSp>
        </p:grpSp>
      </p:grpSp>
      <p:grpSp>
        <p:nvGrpSpPr>
          <p:cNvPr id="350" name="Group 349">
            <a:extLst>
              <a:ext uri="{FF2B5EF4-FFF2-40B4-BE49-F238E27FC236}">
                <a16:creationId xmlns:a16="http://schemas.microsoft.com/office/drawing/2014/main" id="{D4D406BB-E3BB-5344-B200-F9B30FAC676C}"/>
              </a:ext>
            </a:extLst>
          </p:cNvPr>
          <p:cNvGrpSpPr/>
          <p:nvPr/>
        </p:nvGrpSpPr>
        <p:grpSpPr>
          <a:xfrm>
            <a:off x="8740877" y="219997"/>
            <a:ext cx="2045109" cy="2667397"/>
            <a:chOff x="8740877" y="219997"/>
            <a:chExt cx="2045109" cy="2667397"/>
          </a:xfrm>
        </p:grpSpPr>
        <p:sp>
          <p:nvSpPr>
            <p:cNvPr id="351" name="Freeform 350">
              <a:extLst>
                <a:ext uri="{FF2B5EF4-FFF2-40B4-BE49-F238E27FC236}">
                  <a16:creationId xmlns:a16="http://schemas.microsoft.com/office/drawing/2014/main" id="{29570479-0D3A-DD40-AC69-6246D2D0E3AE}"/>
                </a:ext>
              </a:extLst>
            </p:cNvPr>
            <p:cNvSpPr/>
            <p:nvPr/>
          </p:nvSpPr>
          <p:spPr>
            <a:xfrm>
              <a:off x="8740877" y="247036"/>
              <a:ext cx="924232" cy="2428567"/>
            </a:xfrm>
            <a:custGeom>
              <a:avLst/>
              <a:gdLst>
                <a:gd name="connsiteX0" fmla="*/ 9833 w 786581"/>
                <a:gd name="connsiteY0" fmla="*/ 501445 h 2458064"/>
                <a:gd name="connsiteX1" fmla="*/ 747252 w 786581"/>
                <a:gd name="connsiteY1" fmla="*/ 0 h 2458064"/>
                <a:gd name="connsiteX2" fmla="*/ 786581 w 786581"/>
                <a:gd name="connsiteY2" fmla="*/ 2458064 h 2458064"/>
                <a:gd name="connsiteX3" fmla="*/ 0 w 786581"/>
                <a:gd name="connsiteY3" fmla="*/ 668593 h 2458064"/>
                <a:gd name="connsiteX4" fmla="*/ 9833 w 786581"/>
                <a:gd name="connsiteY4" fmla="*/ 501445 h 2458064"/>
                <a:gd name="connsiteX0" fmla="*/ 9833 w 786581"/>
                <a:gd name="connsiteY0" fmla="*/ 471948 h 2428567"/>
                <a:gd name="connsiteX1" fmla="*/ 776749 w 786581"/>
                <a:gd name="connsiteY1" fmla="*/ 0 h 2428567"/>
                <a:gd name="connsiteX2" fmla="*/ 786581 w 786581"/>
                <a:gd name="connsiteY2" fmla="*/ 2428567 h 2428567"/>
                <a:gd name="connsiteX3" fmla="*/ 0 w 786581"/>
                <a:gd name="connsiteY3" fmla="*/ 639096 h 2428567"/>
                <a:gd name="connsiteX4" fmla="*/ 9833 w 786581"/>
                <a:gd name="connsiteY4" fmla="*/ 471948 h 2428567"/>
                <a:gd name="connsiteX0" fmla="*/ 9833 w 786581"/>
                <a:gd name="connsiteY0" fmla="*/ 471948 h 2428567"/>
                <a:gd name="connsiteX1" fmla="*/ 776749 w 786581"/>
                <a:gd name="connsiteY1" fmla="*/ 0 h 2428567"/>
                <a:gd name="connsiteX2" fmla="*/ 786581 w 786581"/>
                <a:gd name="connsiteY2" fmla="*/ 2428567 h 2428567"/>
                <a:gd name="connsiteX3" fmla="*/ 0 w 786581"/>
                <a:gd name="connsiteY3" fmla="*/ 639096 h 2428567"/>
                <a:gd name="connsiteX4" fmla="*/ 9833 w 786581"/>
                <a:gd name="connsiteY4" fmla="*/ 471948 h 2428567"/>
                <a:gd name="connsiteX0" fmla="*/ 9833 w 786581"/>
                <a:gd name="connsiteY0" fmla="*/ 471948 h 2428567"/>
                <a:gd name="connsiteX1" fmla="*/ 776749 w 786581"/>
                <a:gd name="connsiteY1" fmla="*/ 0 h 2428567"/>
                <a:gd name="connsiteX2" fmla="*/ 786581 w 786581"/>
                <a:gd name="connsiteY2" fmla="*/ 2428567 h 2428567"/>
                <a:gd name="connsiteX3" fmla="*/ 0 w 786581"/>
                <a:gd name="connsiteY3" fmla="*/ 639096 h 2428567"/>
                <a:gd name="connsiteX4" fmla="*/ 9833 w 786581"/>
                <a:gd name="connsiteY4" fmla="*/ 471948 h 2428567"/>
                <a:gd name="connsiteX0" fmla="*/ 9833 w 786581"/>
                <a:gd name="connsiteY0" fmla="*/ 471948 h 2428567"/>
                <a:gd name="connsiteX1" fmla="*/ 776749 w 786581"/>
                <a:gd name="connsiteY1" fmla="*/ 0 h 2428567"/>
                <a:gd name="connsiteX2" fmla="*/ 786581 w 786581"/>
                <a:gd name="connsiteY2" fmla="*/ 2428567 h 2428567"/>
                <a:gd name="connsiteX3" fmla="*/ 0 w 786581"/>
                <a:gd name="connsiteY3" fmla="*/ 639096 h 2428567"/>
                <a:gd name="connsiteX4" fmla="*/ 9833 w 786581"/>
                <a:gd name="connsiteY4" fmla="*/ 471948 h 2428567"/>
                <a:gd name="connsiteX0" fmla="*/ 9833 w 786581"/>
                <a:gd name="connsiteY0" fmla="*/ 471948 h 2428567"/>
                <a:gd name="connsiteX1" fmla="*/ 776749 w 786581"/>
                <a:gd name="connsiteY1" fmla="*/ 0 h 2428567"/>
                <a:gd name="connsiteX2" fmla="*/ 786581 w 786581"/>
                <a:gd name="connsiteY2" fmla="*/ 2428567 h 2428567"/>
                <a:gd name="connsiteX3" fmla="*/ 0 w 786581"/>
                <a:gd name="connsiteY3" fmla="*/ 639096 h 2428567"/>
                <a:gd name="connsiteX4" fmla="*/ 9833 w 786581"/>
                <a:gd name="connsiteY4" fmla="*/ 471948 h 2428567"/>
                <a:gd name="connsiteX0" fmla="*/ 393291 w 1170039"/>
                <a:gd name="connsiteY0" fmla="*/ 471948 h 2428567"/>
                <a:gd name="connsiteX1" fmla="*/ 1160207 w 1170039"/>
                <a:gd name="connsiteY1" fmla="*/ 0 h 2428567"/>
                <a:gd name="connsiteX2" fmla="*/ 1170039 w 1170039"/>
                <a:gd name="connsiteY2" fmla="*/ 2428567 h 2428567"/>
                <a:gd name="connsiteX3" fmla="*/ 0 w 1170039"/>
                <a:gd name="connsiteY3" fmla="*/ 1946786 h 2428567"/>
                <a:gd name="connsiteX4" fmla="*/ 393291 w 1170039"/>
                <a:gd name="connsiteY4" fmla="*/ 471948 h 2428567"/>
                <a:gd name="connsiteX0" fmla="*/ 393291 w 1170039"/>
                <a:gd name="connsiteY0" fmla="*/ 471948 h 2428567"/>
                <a:gd name="connsiteX1" fmla="*/ 1160207 w 1170039"/>
                <a:gd name="connsiteY1" fmla="*/ 0 h 2428567"/>
                <a:gd name="connsiteX2" fmla="*/ 1170039 w 1170039"/>
                <a:gd name="connsiteY2" fmla="*/ 2428567 h 2428567"/>
                <a:gd name="connsiteX3" fmla="*/ 0 w 1170039"/>
                <a:gd name="connsiteY3" fmla="*/ 1946786 h 2428567"/>
                <a:gd name="connsiteX4" fmla="*/ 393291 w 1170039"/>
                <a:gd name="connsiteY4" fmla="*/ 471948 h 2428567"/>
                <a:gd name="connsiteX0" fmla="*/ 393291 w 1170039"/>
                <a:gd name="connsiteY0" fmla="*/ 471948 h 2428567"/>
                <a:gd name="connsiteX1" fmla="*/ 1160207 w 1170039"/>
                <a:gd name="connsiteY1" fmla="*/ 0 h 2428567"/>
                <a:gd name="connsiteX2" fmla="*/ 1170039 w 1170039"/>
                <a:gd name="connsiteY2" fmla="*/ 2428567 h 2428567"/>
                <a:gd name="connsiteX3" fmla="*/ 0 w 1170039"/>
                <a:gd name="connsiteY3" fmla="*/ 1946786 h 2428567"/>
                <a:gd name="connsiteX4" fmla="*/ 393291 w 1170039"/>
                <a:gd name="connsiteY4" fmla="*/ 471948 h 2428567"/>
                <a:gd name="connsiteX0" fmla="*/ 1 w 1170039"/>
                <a:gd name="connsiteY0" fmla="*/ 1809135 h 2428567"/>
                <a:gd name="connsiteX1" fmla="*/ 1160207 w 1170039"/>
                <a:gd name="connsiteY1" fmla="*/ 0 h 2428567"/>
                <a:gd name="connsiteX2" fmla="*/ 1170039 w 1170039"/>
                <a:gd name="connsiteY2" fmla="*/ 2428567 h 2428567"/>
                <a:gd name="connsiteX3" fmla="*/ 0 w 1170039"/>
                <a:gd name="connsiteY3" fmla="*/ 1946786 h 2428567"/>
                <a:gd name="connsiteX4" fmla="*/ 1 w 1170039"/>
                <a:gd name="connsiteY4" fmla="*/ 1809135 h 2428567"/>
                <a:gd name="connsiteX0" fmla="*/ 1 w 1170039"/>
                <a:gd name="connsiteY0" fmla="*/ 1809135 h 2428567"/>
                <a:gd name="connsiteX1" fmla="*/ 1160207 w 1170039"/>
                <a:gd name="connsiteY1" fmla="*/ 0 h 2428567"/>
                <a:gd name="connsiteX2" fmla="*/ 1170039 w 1170039"/>
                <a:gd name="connsiteY2" fmla="*/ 2428567 h 2428567"/>
                <a:gd name="connsiteX3" fmla="*/ 0 w 1170039"/>
                <a:gd name="connsiteY3" fmla="*/ 1946786 h 2428567"/>
                <a:gd name="connsiteX4" fmla="*/ 1 w 1170039"/>
                <a:gd name="connsiteY4" fmla="*/ 1809135 h 24285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0039" h="2428567">
                  <a:moveTo>
                    <a:pt x="1" y="1809135"/>
                  </a:moveTo>
                  <a:cubicBezTo>
                    <a:pt x="353962" y="1681316"/>
                    <a:pt x="875071" y="865238"/>
                    <a:pt x="1160207" y="0"/>
                  </a:cubicBezTo>
                  <a:cubicBezTo>
                    <a:pt x="1163484" y="809522"/>
                    <a:pt x="1166762" y="1619045"/>
                    <a:pt x="1170039" y="2428567"/>
                  </a:cubicBezTo>
                  <a:cubicBezTo>
                    <a:pt x="819356" y="2058219"/>
                    <a:pt x="714478" y="2090992"/>
                    <a:pt x="0" y="1946786"/>
                  </a:cubicBezTo>
                  <a:cubicBezTo>
                    <a:pt x="0" y="1900902"/>
                    <a:pt x="1" y="1855019"/>
                    <a:pt x="1" y="1809135"/>
                  </a:cubicBezTo>
                  <a:close/>
                </a:path>
              </a:pathLst>
            </a:cu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chemeClr val="bg1">
                    <a:lumMod val="75000"/>
                  </a:schemeClr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352" name="Group 351">
              <a:extLst>
                <a:ext uri="{FF2B5EF4-FFF2-40B4-BE49-F238E27FC236}">
                  <a16:creationId xmlns:a16="http://schemas.microsoft.com/office/drawing/2014/main" id="{C0DD3948-CF89-1B4A-9C82-0AB37CAEB9E9}"/>
                </a:ext>
              </a:extLst>
            </p:cNvPr>
            <p:cNvGrpSpPr/>
            <p:nvPr/>
          </p:nvGrpSpPr>
          <p:grpSpPr>
            <a:xfrm>
              <a:off x="9636528" y="219997"/>
              <a:ext cx="1149458" cy="2667397"/>
              <a:chOff x="9764348" y="1447800"/>
              <a:chExt cx="1149458" cy="2667397"/>
            </a:xfrm>
          </p:grpSpPr>
          <p:sp>
            <p:nvSpPr>
              <p:cNvPr id="353" name="Rectangle 352">
                <a:extLst>
                  <a:ext uri="{FF2B5EF4-FFF2-40B4-BE49-F238E27FC236}">
                    <a16:creationId xmlns:a16="http://schemas.microsoft.com/office/drawing/2014/main" id="{437B9C08-3BDF-8F4F-A9C0-02990BD722CE}"/>
                  </a:ext>
                </a:extLst>
              </p:cNvPr>
              <p:cNvSpPr/>
              <p:nvPr/>
            </p:nvSpPr>
            <p:spPr>
              <a:xfrm>
                <a:off x="9783097" y="1447800"/>
                <a:ext cx="1130709" cy="242611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354" name="Group 353">
                <a:extLst>
                  <a:ext uri="{FF2B5EF4-FFF2-40B4-BE49-F238E27FC236}">
                    <a16:creationId xmlns:a16="http://schemas.microsoft.com/office/drawing/2014/main" id="{E7008705-C479-2D4C-9959-510B7A9B8EE6}"/>
                  </a:ext>
                </a:extLst>
              </p:cNvPr>
              <p:cNvGrpSpPr/>
              <p:nvPr/>
            </p:nvGrpSpPr>
            <p:grpSpPr>
              <a:xfrm>
                <a:off x="9764348" y="1447800"/>
                <a:ext cx="1130291" cy="2667397"/>
                <a:chOff x="9472119" y="702026"/>
                <a:chExt cx="1130291" cy="2667397"/>
              </a:xfrm>
            </p:grpSpPr>
            <p:sp>
              <p:nvSpPr>
                <p:cNvPr id="355" name="Rectangle 354">
                  <a:extLst>
                    <a:ext uri="{FF2B5EF4-FFF2-40B4-BE49-F238E27FC236}">
                      <a16:creationId xmlns:a16="http://schemas.microsoft.com/office/drawing/2014/main" id="{085258CE-30FC-464C-A0FC-0D9E6D9AB747}"/>
                    </a:ext>
                  </a:extLst>
                </p:cNvPr>
                <p:cNvSpPr/>
                <p:nvPr/>
              </p:nvSpPr>
              <p:spPr>
                <a:xfrm>
                  <a:off x="9485428" y="706056"/>
                  <a:ext cx="1116982" cy="370390"/>
                </a:xfrm>
                <a:prstGeom prst="rect">
                  <a:avLst/>
                </a:prstGeom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381" name="TextBox 380">
                  <a:extLst>
                    <a:ext uri="{FF2B5EF4-FFF2-40B4-BE49-F238E27FC236}">
                      <a16:creationId xmlns:a16="http://schemas.microsoft.com/office/drawing/2014/main" id="{B9BA6274-E0A0-3948-A5DB-55B7676924DC}"/>
                    </a:ext>
                  </a:extLst>
                </p:cNvPr>
                <p:cNvSpPr txBox="1"/>
                <p:nvPr/>
              </p:nvSpPr>
              <p:spPr>
                <a:xfrm>
                  <a:off x="9472119" y="702026"/>
                  <a:ext cx="1088020" cy="2667397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algn="ctr">
                    <a:spcAft>
                      <a:spcPts val="400"/>
                    </a:spcAft>
                  </a:pPr>
                  <a:r>
                    <a:rPr lang="en-US" sz="2000" dirty="0">
                      <a:solidFill>
                        <a:schemeClr val="bg1"/>
                      </a:solidFill>
                    </a:rPr>
                    <a:t>DV in c:</a:t>
                  </a:r>
                </a:p>
                <a:p>
                  <a:pPr marL="114300" lvl="1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(a)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pPr marL="114300" lvl="1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(b) =</a:t>
                  </a:r>
                  <a:r>
                    <a:rPr lang="en-US" sz="1600" dirty="0">
                      <a:cs typeface="Arial" charset="0"/>
                    </a:rPr>
                    <a:t> 1</a:t>
                  </a:r>
                </a:p>
                <a:p>
                  <a:pPr marL="114300" lvl="1"/>
                  <a:r>
                    <a:rPr lang="en-US" sz="1600" dirty="0">
                      <a:cs typeface="Arial" charset="0"/>
                    </a:rPr>
                    <a:t>D</a:t>
                  </a:r>
                  <a:r>
                    <a:rPr lang="en-US" sz="1600" baseline="-25000" dirty="0">
                      <a:cs typeface="Arial" charset="0"/>
                    </a:rPr>
                    <a:t>c</a:t>
                  </a:r>
                  <a:r>
                    <a:rPr lang="en-US" sz="1600" dirty="0">
                      <a:cs typeface="Arial" charset="0"/>
                    </a:rPr>
                    <a:t>(c) = 0</a:t>
                  </a:r>
                  <a:endParaRPr lang="en-US" sz="1600" dirty="0"/>
                </a:p>
                <a:p>
                  <a:pPr marL="114300" lvl="1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(d)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  <a:p>
                  <a:pPr marL="114300" lvl="1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(e)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  <a:p>
                  <a:pPr marL="114300" lvl="1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(f)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  <a:p>
                  <a:pPr marL="114300" lvl="1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(g)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  <a:p>
                  <a:pPr marL="114300" lvl="1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(h)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  <a:p>
                  <a:pPr marL="114300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(i)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</p:txBody>
            </p:sp>
            <p:cxnSp>
              <p:nvCxnSpPr>
                <p:cNvPr id="382" name="Straight Connector 381">
                  <a:extLst>
                    <a:ext uri="{FF2B5EF4-FFF2-40B4-BE49-F238E27FC236}">
                      <a16:creationId xmlns:a16="http://schemas.microsoft.com/office/drawing/2014/main" id="{AFF98828-2852-754C-BEFC-C6380D94C06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477371" y="1076444"/>
                  <a:ext cx="1123866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83" name="Rectangle 382">
                  <a:extLst>
                    <a:ext uri="{FF2B5EF4-FFF2-40B4-BE49-F238E27FC236}">
                      <a16:creationId xmlns:a16="http://schemas.microsoft.com/office/drawing/2014/main" id="{999BD57D-FB10-9E43-BD0A-D8BC2F0EB294}"/>
                    </a:ext>
                  </a:extLst>
                </p:cNvPr>
                <p:cNvSpPr/>
                <p:nvPr/>
              </p:nvSpPr>
              <p:spPr>
                <a:xfrm>
                  <a:off x="9479666" y="706055"/>
                  <a:ext cx="1122744" cy="2620773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</p:grpSp>
      <p:grpSp>
        <p:nvGrpSpPr>
          <p:cNvPr id="384" name="Group 383">
            <a:extLst>
              <a:ext uri="{FF2B5EF4-FFF2-40B4-BE49-F238E27FC236}">
                <a16:creationId xmlns:a16="http://schemas.microsoft.com/office/drawing/2014/main" id="{FB03A273-627E-574B-BDC0-F4AE140B7CE4}"/>
              </a:ext>
            </a:extLst>
          </p:cNvPr>
          <p:cNvGrpSpPr/>
          <p:nvPr/>
        </p:nvGrpSpPr>
        <p:grpSpPr>
          <a:xfrm>
            <a:off x="9654637" y="3018176"/>
            <a:ext cx="1131350" cy="2675039"/>
            <a:chOff x="9762792" y="4031226"/>
            <a:chExt cx="1131350" cy="2675039"/>
          </a:xfrm>
        </p:grpSpPr>
        <p:sp>
          <p:nvSpPr>
            <p:cNvPr id="385" name="Rectangle 384">
              <a:extLst>
                <a:ext uri="{FF2B5EF4-FFF2-40B4-BE49-F238E27FC236}">
                  <a16:creationId xmlns:a16="http://schemas.microsoft.com/office/drawing/2014/main" id="{98C9FAD2-B0B7-5F4B-8DEA-95D7BB126D5B}"/>
                </a:ext>
              </a:extLst>
            </p:cNvPr>
            <p:cNvSpPr/>
            <p:nvPr/>
          </p:nvSpPr>
          <p:spPr>
            <a:xfrm>
              <a:off x="9792929" y="4031226"/>
              <a:ext cx="1101213" cy="2389239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386" name="Group 385">
              <a:extLst>
                <a:ext uri="{FF2B5EF4-FFF2-40B4-BE49-F238E27FC236}">
                  <a16:creationId xmlns:a16="http://schemas.microsoft.com/office/drawing/2014/main" id="{86276953-83B5-3D47-A4D9-B87794FE4688}"/>
                </a:ext>
              </a:extLst>
            </p:cNvPr>
            <p:cNvGrpSpPr/>
            <p:nvPr/>
          </p:nvGrpSpPr>
          <p:grpSpPr>
            <a:xfrm>
              <a:off x="9762792" y="4038868"/>
              <a:ext cx="1130292" cy="2667397"/>
              <a:chOff x="9472118" y="702026"/>
              <a:chExt cx="1130292" cy="2667397"/>
            </a:xfrm>
          </p:grpSpPr>
          <p:sp>
            <p:nvSpPr>
              <p:cNvPr id="387" name="Rectangle 386">
                <a:extLst>
                  <a:ext uri="{FF2B5EF4-FFF2-40B4-BE49-F238E27FC236}">
                    <a16:creationId xmlns:a16="http://schemas.microsoft.com/office/drawing/2014/main" id="{26F330CB-993E-B144-B52B-1CE527DC352D}"/>
                  </a:ext>
                </a:extLst>
              </p:cNvPr>
              <p:cNvSpPr/>
              <p:nvPr/>
            </p:nvSpPr>
            <p:spPr>
              <a:xfrm>
                <a:off x="9485428" y="706056"/>
                <a:ext cx="1116982" cy="370390"/>
              </a:xfrm>
              <a:prstGeom prst="rect">
                <a:avLst/>
              </a:prstGeom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88" name="TextBox 387">
                <a:extLst>
                  <a:ext uri="{FF2B5EF4-FFF2-40B4-BE49-F238E27FC236}">
                    <a16:creationId xmlns:a16="http://schemas.microsoft.com/office/drawing/2014/main" id="{61BA57FB-5FEA-284A-9CDD-7BA22D224965}"/>
                  </a:ext>
                </a:extLst>
              </p:cNvPr>
              <p:cNvSpPr txBox="1"/>
              <p:nvPr/>
            </p:nvSpPr>
            <p:spPr>
              <a:xfrm>
                <a:off x="9472118" y="702026"/>
                <a:ext cx="1117197" cy="266739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>
                  <a:spcAft>
                    <a:spcPts val="400"/>
                  </a:spcAft>
                </a:pPr>
                <a:r>
                  <a:rPr lang="en-US" sz="2000" dirty="0">
                    <a:solidFill>
                      <a:schemeClr val="bg1"/>
                    </a:solidFill>
                  </a:rPr>
                  <a:t>DV in e:</a:t>
                </a:r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e</a:t>
                </a:r>
                <a:r>
                  <a:rPr lang="en-US" sz="1600" dirty="0"/>
                  <a:t>(a) =</a:t>
                </a:r>
                <a:r>
                  <a:rPr lang="en-US" sz="1600" dirty="0">
                    <a:cs typeface="Arial" charset="0"/>
                  </a:rPr>
                  <a:t> ∞</a:t>
                </a:r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e</a:t>
                </a:r>
                <a:r>
                  <a:rPr lang="en-US" sz="1600" dirty="0"/>
                  <a:t>(b) =</a:t>
                </a:r>
                <a:r>
                  <a:rPr lang="en-US" sz="1600" dirty="0">
                    <a:cs typeface="Arial" charset="0"/>
                  </a:rPr>
                  <a:t> 1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e</a:t>
                </a:r>
                <a:r>
                  <a:rPr lang="en-US" sz="1600" dirty="0"/>
                  <a:t>(c) =</a:t>
                </a:r>
                <a:r>
                  <a:rPr lang="en-US" sz="1600" dirty="0">
                    <a:cs typeface="Arial" charset="0"/>
                  </a:rPr>
                  <a:t> ∞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e</a:t>
                </a:r>
                <a:r>
                  <a:rPr lang="en-US" sz="1600" dirty="0"/>
                  <a:t>(d) =</a:t>
                </a:r>
                <a:r>
                  <a:rPr lang="en-US" sz="1600" dirty="0">
                    <a:cs typeface="Arial" charset="0"/>
                  </a:rPr>
                  <a:t> 1</a:t>
                </a:r>
              </a:p>
              <a:p>
                <a:pPr marL="114300" lvl="1"/>
                <a:r>
                  <a:rPr lang="en-US" sz="1600" dirty="0">
                    <a:cs typeface="Arial" charset="0"/>
                  </a:rPr>
                  <a:t>D</a:t>
                </a:r>
                <a:r>
                  <a:rPr lang="en-US" sz="1600" baseline="-25000" dirty="0">
                    <a:cs typeface="Arial" charset="0"/>
                  </a:rPr>
                  <a:t>e</a:t>
                </a:r>
                <a:r>
                  <a:rPr lang="en-US" sz="1600" dirty="0">
                    <a:cs typeface="Arial" charset="0"/>
                  </a:rPr>
                  <a:t>(e) = 0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e</a:t>
                </a:r>
                <a:r>
                  <a:rPr lang="en-US" sz="1600" dirty="0"/>
                  <a:t>(f) =</a:t>
                </a:r>
                <a:r>
                  <a:rPr lang="en-US" sz="1600" dirty="0">
                    <a:cs typeface="Arial" charset="0"/>
                  </a:rPr>
                  <a:t> 1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e</a:t>
                </a:r>
                <a:r>
                  <a:rPr lang="en-US" sz="1600" dirty="0"/>
                  <a:t>(g) =</a:t>
                </a:r>
                <a:r>
                  <a:rPr lang="en-US" sz="1600" dirty="0">
                    <a:cs typeface="Arial" charset="0"/>
                  </a:rPr>
                  <a:t> ∞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e</a:t>
                </a:r>
                <a:r>
                  <a:rPr lang="en-US" sz="1600" dirty="0"/>
                  <a:t>(h) =</a:t>
                </a:r>
                <a:r>
                  <a:rPr lang="en-US" sz="1600" dirty="0">
                    <a:cs typeface="Arial" charset="0"/>
                  </a:rPr>
                  <a:t> 1</a:t>
                </a:r>
                <a:endParaRPr lang="en-US" sz="1600" dirty="0"/>
              </a:p>
              <a:p>
                <a:pPr marL="114300"/>
                <a:r>
                  <a:rPr lang="en-US" sz="1600" dirty="0"/>
                  <a:t>D</a:t>
                </a:r>
                <a:r>
                  <a:rPr lang="en-US" sz="1600" baseline="-25000" dirty="0"/>
                  <a:t>e</a:t>
                </a:r>
                <a:r>
                  <a:rPr lang="en-US" sz="1600" dirty="0"/>
                  <a:t>(i) =</a:t>
                </a:r>
                <a:r>
                  <a:rPr lang="en-US" sz="1600" dirty="0">
                    <a:cs typeface="Arial" charset="0"/>
                  </a:rPr>
                  <a:t> ∞</a:t>
                </a:r>
                <a:endParaRPr lang="en-US" sz="1600" dirty="0"/>
              </a:p>
            </p:txBody>
          </p:sp>
          <p:cxnSp>
            <p:nvCxnSpPr>
              <p:cNvPr id="389" name="Straight Connector 388">
                <a:extLst>
                  <a:ext uri="{FF2B5EF4-FFF2-40B4-BE49-F238E27FC236}">
                    <a16:creationId xmlns:a16="http://schemas.microsoft.com/office/drawing/2014/main" id="{15485626-0681-5545-8700-8078D9D0CE3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477371" y="1076444"/>
                <a:ext cx="1123866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90" name="Rectangle 389">
                <a:extLst>
                  <a:ext uri="{FF2B5EF4-FFF2-40B4-BE49-F238E27FC236}">
                    <a16:creationId xmlns:a16="http://schemas.microsoft.com/office/drawing/2014/main" id="{F3B40FD9-7D9E-B44D-9695-EAE9651C456A}"/>
                  </a:ext>
                </a:extLst>
              </p:cNvPr>
              <p:cNvSpPr/>
              <p:nvPr/>
            </p:nvSpPr>
            <p:spPr>
              <a:xfrm>
                <a:off x="9479666" y="706055"/>
                <a:ext cx="1122744" cy="2619113"/>
              </a:xfrm>
              <a:prstGeom prst="rect">
                <a:avLst/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</p:grp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98E05715-B0AC-CF47-B242-18018B71339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44</a:t>
            </a:fld>
            <a:endParaRPr lang="en-US" dirty="0"/>
          </a:p>
        </p:txBody>
      </p:sp>
      <p:cxnSp>
        <p:nvCxnSpPr>
          <p:cNvPr id="82" name="Straight Connector 81">
            <a:extLst>
              <a:ext uri="{FF2B5EF4-FFF2-40B4-BE49-F238E27FC236}">
                <a16:creationId xmlns:a16="http://schemas.microsoft.com/office/drawing/2014/main" id="{374B35E8-95B6-B946-8240-59B747B607B3}"/>
              </a:ext>
            </a:extLst>
          </p:cNvPr>
          <p:cNvCxnSpPr>
            <a:cxnSpLocks/>
            <a:stCxn id="76" idx="2"/>
            <a:endCxn id="76" idx="0"/>
          </p:cNvCxnSpPr>
          <p:nvPr/>
        </p:nvCxnSpPr>
        <p:spPr>
          <a:xfrm flipV="1">
            <a:off x="6530326" y="2129120"/>
            <a:ext cx="0" cy="3863111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6" name="Straight Connector 95">
            <a:extLst>
              <a:ext uri="{FF2B5EF4-FFF2-40B4-BE49-F238E27FC236}">
                <a16:creationId xmlns:a16="http://schemas.microsoft.com/office/drawing/2014/main" id="{DE34EA38-AB93-704A-ACF2-764D62663226}"/>
              </a:ext>
            </a:extLst>
          </p:cNvPr>
          <p:cNvCxnSpPr>
            <a:cxnSpLocks/>
            <a:stCxn id="76" idx="1"/>
            <a:endCxn id="76" idx="3"/>
          </p:cNvCxnSpPr>
          <p:nvPr/>
        </p:nvCxnSpPr>
        <p:spPr>
          <a:xfrm>
            <a:off x="4598770" y="4060675"/>
            <a:ext cx="3863111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6" name="Rectangle 75">
            <a:extLst>
              <a:ext uri="{FF2B5EF4-FFF2-40B4-BE49-F238E27FC236}">
                <a16:creationId xmlns:a16="http://schemas.microsoft.com/office/drawing/2014/main" id="{A169888C-5E10-3E40-BC1D-A5D0DB850712}"/>
              </a:ext>
            </a:extLst>
          </p:cNvPr>
          <p:cNvSpPr/>
          <p:nvPr/>
        </p:nvSpPr>
        <p:spPr>
          <a:xfrm>
            <a:off x="4598770" y="2129120"/>
            <a:ext cx="3863111" cy="3863111"/>
          </a:xfrm>
          <a:prstGeom prst="rect">
            <a:avLst/>
          </a:prstGeom>
          <a:noFill/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dirty="0"/>
          </a:p>
        </p:txBody>
      </p:sp>
      <p:sp>
        <p:nvSpPr>
          <p:cNvPr id="150" name="Rectangle 149">
            <a:extLst>
              <a:ext uri="{FF2B5EF4-FFF2-40B4-BE49-F238E27FC236}">
                <a16:creationId xmlns:a16="http://schemas.microsoft.com/office/drawing/2014/main" id="{CB39BACF-E4D1-6641-8B8C-0274EDEFA113}"/>
              </a:ext>
            </a:extLst>
          </p:cNvPr>
          <p:cNvSpPr/>
          <p:nvPr/>
        </p:nvSpPr>
        <p:spPr>
          <a:xfrm>
            <a:off x="8380337" y="2200470"/>
            <a:ext cx="132508" cy="1855109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dirty="0"/>
          </a:p>
        </p:txBody>
      </p:sp>
      <p:grpSp>
        <p:nvGrpSpPr>
          <p:cNvPr id="1034" name="Group 1033">
            <a:extLst>
              <a:ext uri="{FF2B5EF4-FFF2-40B4-BE49-F238E27FC236}">
                <a16:creationId xmlns:a16="http://schemas.microsoft.com/office/drawing/2014/main" id="{B4BFA757-E5EA-9A42-8A16-AA2091E708C8}"/>
              </a:ext>
            </a:extLst>
          </p:cNvPr>
          <p:cNvGrpSpPr/>
          <p:nvPr/>
        </p:nvGrpSpPr>
        <p:grpSpPr>
          <a:xfrm>
            <a:off x="4333785" y="5772213"/>
            <a:ext cx="4395351" cy="404576"/>
            <a:chOff x="4333785" y="5772213"/>
            <a:chExt cx="4395351" cy="404576"/>
          </a:xfrm>
        </p:grpSpPr>
        <p:grpSp>
          <p:nvGrpSpPr>
            <p:cNvPr id="184" name="Group 183">
              <a:extLst>
                <a:ext uri="{FF2B5EF4-FFF2-40B4-BE49-F238E27FC236}">
                  <a16:creationId xmlns:a16="http://schemas.microsoft.com/office/drawing/2014/main" id="{600795BD-C1B6-1748-B28A-001A8505BE86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205" name="Group 204">
                <a:extLst>
                  <a:ext uri="{FF2B5EF4-FFF2-40B4-BE49-F238E27FC236}">
                    <a16:creationId xmlns:a16="http://schemas.microsoft.com/office/drawing/2014/main" id="{CE81AFB3-2346-434C-A463-93F9C295562A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09" name="Oval 5">
                  <a:extLst>
                    <a:ext uri="{FF2B5EF4-FFF2-40B4-BE49-F238E27FC236}">
                      <a16:creationId xmlns:a16="http://schemas.microsoft.com/office/drawing/2014/main" id="{7918ED2E-E380-6C4E-86AA-0BF9D761441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0" name="Line 6">
                  <a:extLst>
                    <a:ext uri="{FF2B5EF4-FFF2-40B4-BE49-F238E27FC236}">
                      <a16:creationId xmlns:a16="http://schemas.microsoft.com/office/drawing/2014/main" id="{45F96407-8127-654C-9C52-5B626907562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1" name="Line 7">
                  <a:extLst>
                    <a:ext uri="{FF2B5EF4-FFF2-40B4-BE49-F238E27FC236}">
                      <a16:creationId xmlns:a16="http://schemas.microsoft.com/office/drawing/2014/main" id="{F1C01DA2-272A-CD4F-87F1-779C30F3555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2" name="Rectangle 8">
                  <a:extLst>
                    <a:ext uri="{FF2B5EF4-FFF2-40B4-BE49-F238E27FC236}">
                      <a16:creationId xmlns:a16="http://schemas.microsoft.com/office/drawing/2014/main" id="{7969C970-9697-A847-B375-82D629934D5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3" name="Oval 9">
                  <a:extLst>
                    <a:ext uri="{FF2B5EF4-FFF2-40B4-BE49-F238E27FC236}">
                      <a16:creationId xmlns:a16="http://schemas.microsoft.com/office/drawing/2014/main" id="{F8D02D26-0EA1-FD40-AD1F-E4E8635F47C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06" name="Group 44">
                <a:extLst>
                  <a:ext uri="{FF2B5EF4-FFF2-40B4-BE49-F238E27FC236}">
                    <a16:creationId xmlns:a16="http://schemas.microsoft.com/office/drawing/2014/main" id="{02C0B744-445A-A04E-812A-2D60476C152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207" name="Rectangle 45">
                  <a:extLst>
                    <a:ext uri="{FF2B5EF4-FFF2-40B4-BE49-F238E27FC236}">
                      <a16:creationId xmlns:a16="http://schemas.microsoft.com/office/drawing/2014/main" id="{83E6E4B2-940F-B749-91D8-19B033341D5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8" name="Text Box 46">
                  <a:extLst>
                    <a:ext uri="{FF2B5EF4-FFF2-40B4-BE49-F238E27FC236}">
                      <a16:creationId xmlns:a16="http://schemas.microsoft.com/office/drawing/2014/main" id="{16D546E0-A23E-174D-8F0D-BFB691AF1D6C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g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185" name="Group 184">
              <a:extLst>
                <a:ext uri="{FF2B5EF4-FFF2-40B4-BE49-F238E27FC236}">
                  <a16:creationId xmlns:a16="http://schemas.microsoft.com/office/drawing/2014/main" id="{34A0F8A7-FCD0-9A45-80B9-24CC78B561FE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196" name="Group 195">
                <a:extLst>
                  <a:ext uri="{FF2B5EF4-FFF2-40B4-BE49-F238E27FC236}">
                    <a16:creationId xmlns:a16="http://schemas.microsoft.com/office/drawing/2014/main" id="{18AECA76-7F06-F84A-928B-C13839D9F43F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00" name="Oval 5">
                  <a:extLst>
                    <a:ext uri="{FF2B5EF4-FFF2-40B4-BE49-F238E27FC236}">
                      <a16:creationId xmlns:a16="http://schemas.microsoft.com/office/drawing/2014/main" id="{04917013-CC10-D043-8A71-34F24813049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1" name="Line 6">
                  <a:extLst>
                    <a:ext uri="{FF2B5EF4-FFF2-40B4-BE49-F238E27FC236}">
                      <a16:creationId xmlns:a16="http://schemas.microsoft.com/office/drawing/2014/main" id="{7E7DEF49-D295-8547-9FE7-8CBB42CEB81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2" name="Line 7">
                  <a:extLst>
                    <a:ext uri="{FF2B5EF4-FFF2-40B4-BE49-F238E27FC236}">
                      <a16:creationId xmlns:a16="http://schemas.microsoft.com/office/drawing/2014/main" id="{5633B25D-6786-5A4A-A44E-E4A1EE3575B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3" name="Rectangle 8">
                  <a:extLst>
                    <a:ext uri="{FF2B5EF4-FFF2-40B4-BE49-F238E27FC236}">
                      <a16:creationId xmlns:a16="http://schemas.microsoft.com/office/drawing/2014/main" id="{968E012E-E513-8340-9324-11A79B223E2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4" name="Oval 9">
                  <a:extLst>
                    <a:ext uri="{FF2B5EF4-FFF2-40B4-BE49-F238E27FC236}">
                      <a16:creationId xmlns:a16="http://schemas.microsoft.com/office/drawing/2014/main" id="{7AFB2A7E-90B7-454F-BABB-E2A39AC7C95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197" name="Group 44">
                <a:extLst>
                  <a:ext uri="{FF2B5EF4-FFF2-40B4-BE49-F238E27FC236}">
                    <a16:creationId xmlns:a16="http://schemas.microsoft.com/office/drawing/2014/main" id="{5567606D-D82D-2A4D-A3C8-A7D0703B3CC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198" name="Rectangle 45">
                  <a:extLst>
                    <a:ext uri="{FF2B5EF4-FFF2-40B4-BE49-F238E27FC236}">
                      <a16:creationId xmlns:a16="http://schemas.microsoft.com/office/drawing/2014/main" id="{39206D20-AD6D-3242-8865-2C6680CB410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9" name="Text Box 46">
                  <a:extLst>
                    <a:ext uri="{FF2B5EF4-FFF2-40B4-BE49-F238E27FC236}">
                      <a16:creationId xmlns:a16="http://schemas.microsoft.com/office/drawing/2014/main" id="{E3BB3556-A335-984F-978A-FECE515B6702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h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186" name="Group 185">
              <a:extLst>
                <a:ext uri="{FF2B5EF4-FFF2-40B4-BE49-F238E27FC236}">
                  <a16:creationId xmlns:a16="http://schemas.microsoft.com/office/drawing/2014/main" id="{3B620D34-7BA8-EF49-AC1C-93F5BBC84AEC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187" name="Group 186">
                <a:extLst>
                  <a:ext uri="{FF2B5EF4-FFF2-40B4-BE49-F238E27FC236}">
                    <a16:creationId xmlns:a16="http://schemas.microsoft.com/office/drawing/2014/main" id="{A6C2F80D-43A1-5746-B518-C0C4F1A20ACD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191" name="Oval 5">
                  <a:extLst>
                    <a:ext uri="{FF2B5EF4-FFF2-40B4-BE49-F238E27FC236}">
                      <a16:creationId xmlns:a16="http://schemas.microsoft.com/office/drawing/2014/main" id="{442E1AFF-BC2C-C849-85D1-13E42B701CE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2" name="Line 6">
                  <a:extLst>
                    <a:ext uri="{FF2B5EF4-FFF2-40B4-BE49-F238E27FC236}">
                      <a16:creationId xmlns:a16="http://schemas.microsoft.com/office/drawing/2014/main" id="{C2994154-DB6D-E247-8511-C6FE8D9665F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3" name="Line 7">
                  <a:extLst>
                    <a:ext uri="{FF2B5EF4-FFF2-40B4-BE49-F238E27FC236}">
                      <a16:creationId xmlns:a16="http://schemas.microsoft.com/office/drawing/2014/main" id="{C730A3ED-5222-5348-831E-092DE7D6CEE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4" name="Rectangle 8">
                  <a:extLst>
                    <a:ext uri="{FF2B5EF4-FFF2-40B4-BE49-F238E27FC236}">
                      <a16:creationId xmlns:a16="http://schemas.microsoft.com/office/drawing/2014/main" id="{BED424F7-1928-5F41-831D-417161F220B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5" name="Oval 9">
                  <a:extLst>
                    <a:ext uri="{FF2B5EF4-FFF2-40B4-BE49-F238E27FC236}">
                      <a16:creationId xmlns:a16="http://schemas.microsoft.com/office/drawing/2014/main" id="{76DDF5F9-ACB7-E642-ACEA-223EE2F5F41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188" name="Group 44">
                <a:extLst>
                  <a:ext uri="{FF2B5EF4-FFF2-40B4-BE49-F238E27FC236}">
                    <a16:creationId xmlns:a16="http://schemas.microsoft.com/office/drawing/2014/main" id="{495DC56F-8C0E-6549-849D-6D43F4F8BC0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500196" y="2507397"/>
                <a:ext cx="267548" cy="419100"/>
                <a:chOff x="2972" y="2425"/>
                <a:chExt cx="171" cy="264"/>
              </a:xfrm>
            </p:grpSpPr>
            <p:sp>
              <p:nvSpPr>
                <p:cNvPr id="189" name="Rectangle 45">
                  <a:extLst>
                    <a:ext uri="{FF2B5EF4-FFF2-40B4-BE49-F238E27FC236}">
                      <a16:creationId xmlns:a16="http://schemas.microsoft.com/office/drawing/2014/main" id="{892DBBAB-E011-FD4A-BA7E-105CEF9075A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0" name="Text Box 46">
                  <a:extLst>
                    <a:ext uri="{FF2B5EF4-FFF2-40B4-BE49-F238E27FC236}">
                      <a16:creationId xmlns:a16="http://schemas.microsoft.com/office/drawing/2014/main" id="{173A4036-1DC3-BD4D-9E66-D9BC48C58BA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72" y="2425"/>
                  <a:ext cx="171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i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sp>
        <p:nvSpPr>
          <p:cNvPr id="215" name="TextBox 214">
            <a:extLst>
              <a:ext uri="{FF2B5EF4-FFF2-40B4-BE49-F238E27FC236}">
                <a16:creationId xmlns:a16="http://schemas.microsoft.com/office/drawing/2014/main" id="{74A89238-377F-A840-BB03-52D53CBBC3F3}"/>
              </a:ext>
            </a:extLst>
          </p:cNvPr>
          <p:cNvSpPr txBox="1"/>
          <p:nvPr/>
        </p:nvSpPr>
        <p:spPr>
          <a:xfrm>
            <a:off x="4305782" y="2870522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6" name="TextBox 215">
            <a:extLst>
              <a:ext uri="{FF2B5EF4-FFF2-40B4-BE49-F238E27FC236}">
                <a16:creationId xmlns:a16="http://schemas.microsoft.com/office/drawing/2014/main" id="{3D3F7215-9DE8-0542-8CCA-A9CEDC8717E2}"/>
              </a:ext>
            </a:extLst>
          </p:cNvPr>
          <p:cNvSpPr txBox="1"/>
          <p:nvPr/>
        </p:nvSpPr>
        <p:spPr>
          <a:xfrm>
            <a:off x="6217534" y="2860877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7" name="TextBox 216">
            <a:extLst>
              <a:ext uri="{FF2B5EF4-FFF2-40B4-BE49-F238E27FC236}">
                <a16:creationId xmlns:a16="http://schemas.microsoft.com/office/drawing/2014/main" id="{FC342D48-14A2-BA4E-A191-060C4177F678}"/>
              </a:ext>
            </a:extLst>
          </p:cNvPr>
          <p:cNvSpPr txBox="1"/>
          <p:nvPr/>
        </p:nvSpPr>
        <p:spPr>
          <a:xfrm>
            <a:off x="3920218" y="4855966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8" name="TextBox 217">
            <a:extLst>
              <a:ext uri="{FF2B5EF4-FFF2-40B4-BE49-F238E27FC236}">
                <a16:creationId xmlns:a16="http://schemas.microsoft.com/office/drawing/2014/main" id="{C9336A94-9BC9-8F41-95A7-69E18360DF3D}"/>
              </a:ext>
            </a:extLst>
          </p:cNvPr>
          <p:cNvSpPr txBox="1"/>
          <p:nvPr/>
        </p:nvSpPr>
        <p:spPr>
          <a:xfrm>
            <a:off x="5855120" y="4857896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9" name="TextBox 218">
            <a:extLst>
              <a:ext uri="{FF2B5EF4-FFF2-40B4-BE49-F238E27FC236}">
                <a16:creationId xmlns:a16="http://schemas.microsoft.com/office/drawing/2014/main" id="{E11EFAA3-3025-6E40-9F7B-8AEC8E44C52D}"/>
              </a:ext>
            </a:extLst>
          </p:cNvPr>
          <p:cNvSpPr txBox="1"/>
          <p:nvPr/>
        </p:nvSpPr>
        <p:spPr>
          <a:xfrm>
            <a:off x="8154365" y="4890306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1" name="TextBox 220">
            <a:extLst>
              <a:ext uri="{FF2B5EF4-FFF2-40B4-BE49-F238E27FC236}">
                <a16:creationId xmlns:a16="http://schemas.microsoft.com/office/drawing/2014/main" id="{EECDCBF1-5ACC-CF43-B981-907337945BA2}"/>
              </a:ext>
            </a:extLst>
          </p:cNvPr>
          <p:cNvSpPr txBox="1"/>
          <p:nvPr/>
        </p:nvSpPr>
        <p:spPr>
          <a:xfrm>
            <a:off x="5066110" y="3999440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2" name="TextBox 221">
            <a:extLst>
              <a:ext uri="{FF2B5EF4-FFF2-40B4-BE49-F238E27FC236}">
                <a16:creationId xmlns:a16="http://schemas.microsoft.com/office/drawing/2014/main" id="{2DD32315-0DAF-354B-ADE2-76F406D6A871}"/>
              </a:ext>
            </a:extLst>
          </p:cNvPr>
          <p:cNvSpPr txBox="1"/>
          <p:nvPr/>
        </p:nvSpPr>
        <p:spPr>
          <a:xfrm>
            <a:off x="7353782" y="4020275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3" name="TextBox 222">
            <a:extLst>
              <a:ext uri="{FF2B5EF4-FFF2-40B4-BE49-F238E27FC236}">
                <a16:creationId xmlns:a16="http://schemas.microsoft.com/office/drawing/2014/main" id="{25B3E8DA-82E1-B746-9524-A8B47546C7B7}"/>
              </a:ext>
            </a:extLst>
          </p:cNvPr>
          <p:cNvSpPr txBox="1"/>
          <p:nvPr/>
        </p:nvSpPr>
        <p:spPr>
          <a:xfrm>
            <a:off x="5068038" y="5922767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4" name="TextBox 223">
            <a:extLst>
              <a:ext uri="{FF2B5EF4-FFF2-40B4-BE49-F238E27FC236}">
                <a16:creationId xmlns:a16="http://schemas.microsoft.com/office/drawing/2014/main" id="{51516E14-40A2-B34F-B880-05B80B68D6FC}"/>
              </a:ext>
            </a:extLst>
          </p:cNvPr>
          <p:cNvSpPr txBox="1"/>
          <p:nvPr/>
        </p:nvSpPr>
        <p:spPr>
          <a:xfrm>
            <a:off x="7081390" y="5902962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5" name="TextBox 224">
            <a:extLst>
              <a:ext uri="{FF2B5EF4-FFF2-40B4-BE49-F238E27FC236}">
                <a16:creationId xmlns:a16="http://schemas.microsoft.com/office/drawing/2014/main" id="{9174059A-E895-E740-9A26-AA7943E4A64F}"/>
              </a:ext>
            </a:extLst>
          </p:cNvPr>
          <p:cNvSpPr txBox="1"/>
          <p:nvPr/>
        </p:nvSpPr>
        <p:spPr>
          <a:xfrm>
            <a:off x="5445886" y="2123956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8</a:t>
            </a:r>
          </a:p>
        </p:txBody>
      </p:sp>
      <p:sp>
        <p:nvSpPr>
          <p:cNvPr id="226" name="TextBox 225">
            <a:extLst>
              <a:ext uri="{FF2B5EF4-FFF2-40B4-BE49-F238E27FC236}">
                <a16:creationId xmlns:a16="http://schemas.microsoft.com/office/drawing/2014/main" id="{F7510488-7C59-7449-A4EE-C5A32BFCB3A5}"/>
              </a:ext>
            </a:extLst>
          </p:cNvPr>
          <p:cNvSpPr txBox="1"/>
          <p:nvPr/>
        </p:nvSpPr>
        <p:spPr>
          <a:xfrm>
            <a:off x="7357638" y="2114311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grpSp>
        <p:nvGrpSpPr>
          <p:cNvPr id="159" name="Group 158">
            <a:extLst>
              <a:ext uri="{FF2B5EF4-FFF2-40B4-BE49-F238E27FC236}">
                <a16:creationId xmlns:a16="http://schemas.microsoft.com/office/drawing/2014/main" id="{4AAED925-F16C-8F45-B5D7-47EABDB0B993}"/>
              </a:ext>
            </a:extLst>
          </p:cNvPr>
          <p:cNvGrpSpPr/>
          <p:nvPr/>
        </p:nvGrpSpPr>
        <p:grpSpPr>
          <a:xfrm>
            <a:off x="584365" y="1859143"/>
            <a:ext cx="736099" cy="1229581"/>
            <a:chOff x="10030307" y="3444875"/>
            <a:chExt cx="736099" cy="1229581"/>
          </a:xfrm>
        </p:grpSpPr>
        <p:sp>
          <p:nvSpPr>
            <p:cNvPr id="160" name="TextBox 159">
              <a:extLst>
                <a:ext uri="{FF2B5EF4-FFF2-40B4-BE49-F238E27FC236}">
                  <a16:creationId xmlns:a16="http://schemas.microsoft.com/office/drawing/2014/main" id="{6655EB12-A2B9-9D4A-A0A9-F9958BDB0106}"/>
                </a:ext>
              </a:extLst>
            </p:cNvPr>
            <p:cNvSpPr txBox="1"/>
            <p:nvPr/>
          </p:nvSpPr>
          <p:spPr>
            <a:xfrm>
              <a:off x="10030307" y="4089681"/>
              <a:ext cx="736099" cy="58477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3200" dirty="0"/>
                <a:t>t=1</a:t>
              </a:r>
            </a:p>
          </p:txBody>
        </p:sp>
        <p:grpSp>
          <p:nvGrpSpPr>
            <p:cNvPr id="161" name="Group 160">
              <a:extLst>
                <a:ext uri="{FF2B5EF4-FFF2-40B4-BE49-F238E27FC236}">
                  <a16:creationId xmlns:a16="http://schemas.microsoft.com/office/drawing/2014/main" id="{0523D739-F413-264B-A745-A38C62E06D3B}"/>
                </a:ext>
              </a:extLst>
            </p:cNvPr>
            <p:cNvGrpSpPr/>
            <p:nvPr/>
          </p:nvGrpSpPr>
          <p:grpSpPr>
            <a:xfrm>
              <a:off x="10034588" y="3444875"/>
              <a:ext cx="682627" cy="682625"/>
              <a:chOff x="10034588" y="3444875"/>
              <a:chExt cx="682627" cy="682625"/>
            </a:xfrm>
          </p:grpSpPr>
          <p:sp>
            <p:nvSpPr>
              <p:cNvPr id="162" name="Oval 161">
                <a:extLst>
                  <a:ext uri="{FF2B5EF4-FFF2-40B4-BE49-F238E27FC236}">
                    <a16:creationId xmlns:a16="http://schemas.microsoft.com/office/drawing/2014/main" id="{CB814881-01DB-0E43-BA2F-B64D7EA26896}"/>
                  </a:ext>
                </a:extLst>
              </p:cNvPr>
              <p:cNvSpPr/>
              <p:nvPr/>
            </p:nvSpPr>
            <p:spPr>
              <a:xfrm>
                <a:off x="10039551" y="3449256"/>
                <a:ext cx="671332" cy="671332"/>
              </a:xfrm>
              <a:prstGeom prst="ellipse">
                <a:avLst/>
              </a:prstGeom>
              <a:noFill/>
              <a:ln w="3492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cxnSp>
            <p:nvCxnSpPr>
              <p:cNvPr id="163" name="Straight Connector 162">
                <a:extLst>
                  <a:ext uri="{FF2B5EF4-FFF2-40B4-BE49-F238E27FC236}">
                    <a16:creationId xmlns:a16="http://schemas.microsoft.com/office/drawing/2014/main" id="{08775389-41CA-4740-B083-4D54E5FAECED}"/>
                  </a:ext>
                </a:extLst>
              </p:cNvPr>
              <p:cNvCxnSpPr/>
              <p:nvPr/>
            </p:nvCxnSpPr>
            <p:spPr>
              <a:xfrm>
                <a:off x="10372725" y="344487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4" name="Straight Connector 163">
                <a:extLst>
                  <a:ext uri="{FF2B5EF4-FFF2-40B4-BE49-F238E27FC236}">
                    <a16:creationId xmlns:a16="http://schemas.microsoft.com/office/drawing/2014/main" id="{3E6B6CB9-512E-6343-AD8B-BBAB6CE819A4}"/>
                  </a:ext>
                </a:extLst>
              </p:cNvPr>
              <p:cNvCxnSpPr/>
              <p:nvPr/>
            </p:nvCxnSpPr>
            <p:spPr>
              <a:xfrm>
                <a:off x="10372725" y="406717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5" name="Straight Connector 164">
                <a:extLst>
                  <a:ext uri="{FF2B5EF4-FFF2-40B4-BE49-F238E27FC236}">
                    <a16:creationId xmlns:a16="http://schemas.microsoft.com/office/drawing/2014/main" id="{6B84002D-08B3-2041-9EB9-DE4D7AA96DC7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>
                <a:off x="10064751" y="375602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6" name="Straight Connector 165">
                <a:extLst>
                  <a:ext uri="{FF2B5EF4-FFF2-40B4-BE49-F238E27FC236}">
                    <a16:creationId xmlns:a16="http://schemas.microsoft.com/office/drawing/2014/main" id="{C10AF67D-3C60-074D-85D9-BB7F3C22BA6E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>
                <a:off x="10687053" y="375602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7" name="Straight Connector 166">
                <a:extLst>
                  <a:ext uri="{FF2B5EF4-FFF2-40B4-BE49-F238E27FC236}">
                    <a16:creationId xmlns:a16="http://schemas.microsoft.com/office/drawing/2014/main" id="{D7001C9A-A249-5941-879B-C26FFA2151F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523542" y="4037013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8" name="Straight Connector 167">
                <a:extLst>
                  <a:ext uri="{FF2B5EF4-FFF2-40B4-BE49-F238E27FC236}">
                    <a16:creationId xmlns:a16="http://schemas.microsoft.com/office/drawing/2014/main" id="{F6CFD6FA-4D66-9F4F-9565-82515FD78B1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202867" y="3490913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9" name="Straight Connector 168">
                <a:extLst>
                  <a:ext uri="{FF2B5EF4-FFF2-40B4-BE49-F238E27FC236}">
                    <a16:creationId xmlns:a16="http://schemas.microsoft.com/office/drawing/2014/main" id="{3AF8B4F1-6823-4E49-BDC2-8B3DFF75FC97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196517" y="4033838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0" name="Straight Connector 169">
                <a:extLst>
                  <a:ext uri="{FF2B5EF4-FFF2-40B4-BE49-F238E27FC236}">
                    <a16:creationId xmlns:a16="http://schemas.microsoft.com/office/drawing/2014/main" id="{A8A30E75-242F-B744-AD86-D5121CF798F7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517192" y="3487738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1" name="Straight Connector 170">
                <a:extLst>
                  <a:ext uri="{FF2B5EF4-FFF2-40B4-BE49-F238E27FC236}">
                    <a16:creationId xmlns:a16="http://schemas.microsoft.com/office/drawing/2014/main" id="{CA6C8979-7ABA-2548-A690-DBB79A1510E8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631493" y="3611565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2" name="Straight Connector 171">
                <a:extLst>
                  <a:ext uri="{FF2B5EF4-FFF2-40B4-BE49-F238E27FC236}">
                    <a16:creationId xmlns:a16="http://schemas.microsoft.com/office/drawing/2014/main" id="{9D0B68AA-F684-FE43-A969-18E51C1C177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085393" y="3929065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3" name="Straight Connector 172">
                <a:extLst>
                  <a:ext uri="{FF2B5EF4-FFF2-40B4-BE49-F238E27FC236}">
                    <a16:creationId xmlns:a16="http://schemas.microsoft.com/office/drawing/2014/main" id="{5419F84A-0D3B-EF47-949B-02A63FAFFC86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10094918" y="3614740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4" name="Straight Connector 173">
                <a:extLst>
                  <a:ext uri="{FF2B5EF4-FFF2-40B4-BE49-F238E27FC236}">
                    <a16:creationId xmlns:a16="http://schemas.microsoft.com/office/drawing/2014/main" id="{FDC9525E-B8EE-704E-94A9-DA434054CDB0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10631493" y="3932240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5" name="Oval 174">
                <a:extLst>
                  <a:ext uri="{FF2B5EF4-FFF2-40B4-BE49-F238E27FC236}">
                    <a16:creationId xmlns:a16="http://schemas.microsoft.com/office/drawing/2014/main" id="{1326D6D5-4368-3242-940E-7E5978F1247E}"/>
                  </a:ext>
                </a:extLst>
              </p:cNvPr>
              <p:cNvSpPr/>
              <p:nvPr/>
            </p:nvSpPr>
            <p:spPr>
              <a:xfrm>
                <a:off x="10331450" y="3743325"/>
                <a:ext cx="82550" cy="87136"/>
              </a:xfrm>
              <a:prstGeom prst="ellipse">
                <a:avLst/>
              </a:prstGeom>
              <a:solidFill>
                <a:srgbClr val="C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</p:grpSp>
      <p:cxnSp>
        <p:nvCxnSpPr>
          <p:cNvPr id="153" name="Straight Connector 152">
            <a:extLst>
              <a:ext uri="{FF2B5EF4-FFF2-40B4-BE49-F238E27FC236}">
                <a16:creationId xmlns:a16="http://schemas.microsoft.com/office/drawing/2014/main" id="{1BDF6761-A298-0649-AD22-E32D353E085B}"/>
              </a:ext>
            </a:extLst>
          </p:cNvPr>
          <p:cNvCxnSpPr>
            <a:cxnSpLocks/>
          </p:cNvCxnSpPr>
          <p:nvPr/>
        </p:nvCxnSpPr>
        <p:spPr>
          <a:xfrm>
            <a:off x="919556" y="1995948"/>
            <a:ext cx="0" cy="196031"/>
          </a:xfrm>
          <a:prstGeom prst="line">
            <a:avLst/>
          </a:prstGeom>
          <a:ln w="25400" cap="flat">
            <a:solidFill>
              <a:srgbClr val="C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81" name="TextBox 280">
            <a:extLst>
              <a:ext uri="{FF2B5EF4-FFF2-40B4-BE49-F238E27FC236}">
                <a16:creationId xmlns:a16="http://schemas.microsoft.com/office/drawing/2014/main" id="{9547E6FC-ED98-A842-83E6-5B393D42D482}"/>
              </a:ext>
            </a:extLst>
          </p:cNvPr>
          <p:cNvSpPr txBox="1"/>
          <p:nvPr/>
        </p:nvSpPr>
        <p:spPr>
          <a:xfrm flipH="1">
            <a:off x="348626" y="3078991"/>
            <a:ext cx="2195814" cy="8402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indent="-285750">
              <a:lnSpc>
                <a:spcPct val="90000"/>
              </a:lnSpc>
              <a:buClr>
                <a:srgbClr val="0000A8"/>
              </a:buClr>
              <a:buFont typeface="Wingdings" pitchFamily="2" charset="2"/>
              <a:buChar char="§"/>
            </a:pPr>
            <a:r>
              <a:rPr lang="en-US" dirty="0"/>
              <a:t>b receives DVs from a, c, e, computes:</a:t>
            </a:r>
          </a:p>
        </p:txBody>
      </p:sp>
      <p:sp>
        <p:nvSpPr>
          <p:cNvPr id="356" name="Right Arrow 355">
            <a:extLst>
              <a:ext uri="{FF2B5EF4-FFF2-40B4-BE49-F238E27FC236}">
                <a16:creationId xmlns:a16="http://schemas.microsoft.com/office/drawing/2014/main" id="{FECE1C4C-C6DE-E44B-8914-C9FAB6E59F01}"/>
              </a:ext>
            </a:extLst>
          </p:cNvPr>
          <p:cNvSpPr/>
          <p:nvPr/>
        </p:nvSpPr>
        <p:spPr>
          <a:xfrm>
            <a:off x="4973224" y="1937987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57" name="Right Arrow 356">
            <a:extLst>
              <a:ext uri="{FF2B5EF4-FFF2-40B4-BE49-F238E27FC236}">
                <a16:creationId xmlns:a16="http://schemas.microsoft.com/office/drawing/2014/main" id="{E44AC5A8-AB5C-6D48-965A-B3150C882B9F}"/>
              </a:ext>
            </a:extLst>
          </p:cNvPr>
          <p:cNvSpPr/>
          <p:nvPr/>
        </p:nvSpPr>
        <p:spPr>
          <a:xfrm rot="10800000">
            <a:off x="7631559" y="1919702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314" name="Group 313">
            <a:extLst>
              <a:ext uri="{FF2B5EF4-FFF2-40B4-BE49-F238E27FC236}">
                <a16:creationId xmlns:a16="http://schemas.microsoft.com/office/drawing/2014/main" id="{917871C2-1731-FE43-944D-6364CCE85DA9}"/>
              </a:ext>
            </a:extLst>
          </p:cNvPr>
          <p:cNvGrpSpPr/>
          <p:nvPr/>
        </p:nvGrpSpPr>
        <p:grpSpPr>
          <a:xfrm>
            <a:off x="4333785" y="1906063"/>
            <a:ext cx="4395351" cy="404576"/>
            <a:chOff x="4333785" y="5772213"/>
            <a:chExt cx="4395351" cy="404576"/>
          </a:xfrm>
        </p:grpSpPr>
        <p:grpSp>
          <p:nvGrpSpPr>
            <p:cNvPr id="315" name="Group 314">
              <a:extLst>
                <a:ext uri="{FF2B5EF4-FFF2-40B4-BE49-F238E27FC236}">
                  <a16:creationId xmlns:a16="http://schemas.microsoft.com/office/drawing/2014/main" id="{68E7B419-D4D3-3A4B-86E1-D40C76B2BB2C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336" name="Group 335">
                <a:extLst>
                  <a:ext uri="{FF2B5EF4-FFF2-40B4-BE49-F238E27FC236}">
                    <a16:creationId xmlns:a16="http://schemas.microsoft.com/office/drawing/2014/main" id="{93705575-DDBD-3D44-B843-C77E28CEAAD2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40" name="Oval 5">
                  <a:extLst>
                    <a:ext uri="{FF2B5EF4-FFF2-40B4-BE49-F238E27FC236}">
                      <a16:creationId xmlns:a16="http://schemas.microsoft.com/office/drawing/2014/main" id="{AF888CEF-6837-CD45-809F-91550C92C80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1" name="Line 6">
                  <a:extLst>
                    <a:ext uri="{FF2B5EF4-FFF2-40B4-BE49-F238E27FC236}">
                      <a16:creationId xmlns:a16="http://schemas.microsoft.com/office/drawing/2014/main" id="{4535759C-A65E-D84B-9508-03E1DC0B824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2" name="Line 7">
                  <a:extLst>
                    <a:ext uri="{FF2B5EF4-FFF2-40B4-BE49-F238E27FC236}">
                      <a16:creationId xmlns:a16="http://schemas.microsoft.com/office/drawing/2014/main" id="{FFA7BAB7-E53C-EC41-ACE7-66FCD862969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3" name="Rectangle 8">
                  <a:extLst>
                    <a:ext uri="{FF2B5EF4-FFF2-40B4-BE49-F238E27FC236}">
                      <a16:creationId xmlns:a16="http://schemas.microsoft.com/office/drawing/2014/main" id="{69E05203-3EC0-6447-8988-D4F7C2150FA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4" name="Oval 9">
                  <a:extLst>
                    <a:ext uri="{FF2B5EF4-FFF2-40B4-BE49-F238E27FC236}">
                      <a16:creationId xmlns:a16="http://schemas.microsoft.com/office/drawing/2014/main" id="{D9043B05-A159-7D41-90D4-718D621EA02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37" name="Group 44">
                <a:extLst>
                  <a:ext uri="{FF2B5EF4-FFF2-40B4-BE49-F238E27FC236}">
                    <a16:creationId xmlns:a16="http://schemas.microsoft.com/office/drawing/2014/main" id="{230264F8-C92F-C344-8341-A92C3D105F2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338" name="Rectangle 45">
                  <a:extLst>
                    <a:ext uri="{FF2B5EF4-FFF2-40B4-BE49-F238E27FC236}">
                      <a16:creationId xmlns:a16="http://schemas.microsoft.com/office/drawing/2014/main" id="{F2B81453-DE5E-984D-B97A-6884B0BDD35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9" name="Text Box 46">
                  <a:extLst>
                    <a:ext uri="{FF2B5EF4-FFF2-40B4-BE49-F238E27FC236}">
                      <a16:creationId xmlns:a16="http://schemas.microsoft.com/office/drawing/2014/main" id="{35E945F9-D699-744B-ACB7-587B2AA668D3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a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316" name="Group 315">
              <a:extLst>
                <a:ext uri="{FF2B5EF4-FFF2-40B4-BE49-F238E27FC236}">
                  <a16:creationId xmlns:a16="http://schemas.microsoft.com/office/drawing/2014/main" id="{1CE7BA36-0E22-4F41-B503-121F0E8FF751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327" name="Group 326">
                <a:extLst>
                  <a:ext uri="{FF2B5EF4-FFF2-40B4-BE49-F238E27FC236}">
                    <a16:creationId xmlns:a16="http://schemas.microsoft.com/office/drawing/2014/main" id="{ABA31A37-F3CD-1746-9C86-0557D36C5404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31" name="Oval 5">
                  <a:extLst>
                    <a:ext uri="{FF2B5EF4-FFF2-40B4-BE49-F238E27FC236}">
                      <a16:creationId xmlns:a16="http://schemas.microsoft.com/office/drawing/2014/main" id="{39C9919B-E459-6946-BAB3-A266303D27E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2" name="Line 6">
                  <a:extLst>
                    <a:ext uri="{FF2B5EF4-FFF2-40B4-BE49-F238E27FC236}">
                      <a16:creationId xmlns:a16="http://schemas.microsoft.com/office/drawing/2014/main" id="{61A62C09-3017-A541-9429-460C1A7F6B5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3" name="Line 7">
                  <a:extLst>
                    <a:ext uri="{FF2B5EF4-FFF2-40B4-BE49-F238E27FC236}">
                      <a16:creationId xmlns:a16="http://schemas.microsoft.com/office/drawing/2014/main" id="{86063EB7-D2C3-3447-B2FD-57FC1E74D32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4" name="Rectangle 8">
                  <a:extLst>
                    <a:ext uri="{FF2B5EF4-FFF2-40B4-BE49-F238E27FC236}">
                      <a16:creationId xmlns:a16="http://schemas.microsoft.com/office/drawing/2014/main" id="{BD5BCC42-3550-DF4A-BB55-F643AEBFD9A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5" name="Oval 9">
                  <a:extLst>
                    <a:ext uri="{FF2B5EF4-FFF2-40B4-BE49-F238E27FC236}">
                      <a16:creationId xmlns:a16="http://schemas.microsoft.com/office/drawing/2014/main" id="{74611398-E647-494F-A7BD-186BB5CB545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28" name="Group 44">
                <a:extLst>
                  <a:ext uri="{FF2B5EF4-FFF2-40B4-BE49-F238E27FC236}">
                    <a16:creationId xmlns:a16="http://schemas.microsoft.com/office/drawing/2014/main" id="{B57BC638-F090-114B-B8BF-7E2F4A6CC8F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329" name="Rectangle 45">
                  <a:extLst>
                    <a:ext uri="{FF2B5EF4-FFF2-40B4-BE49-F238E27FC236}">
                      <a16:creationId xmlns:a16="http://schemas.microsoft.com/office/drawing/2014/main" id="{0F91A427-A1B7-A54C-8320-A92F425DFC7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0" name="Text Box 46">
                  <a:extLst>
                    <a:ext uri="{FF2B5EF4-FFF2-40B4-BE49-F238E27FC236}">
                      <a16:creationId xmlns:a16="http://schemas.microsoft.com/office/drawing/2014/main" id="{E600E15A-04DE-4F44-AD3B-D284039393AF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b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317" name="Group 316">
              <a:extLst>
                <a:ext uri="{FF2B5EF4-FFF2-40B4-BE49-F238E27FC236}">
                  <a16:creationId xmlns:a16="http://schemas.microsoft.com/office/drawing/2014/main" id="{2EB87748-B820-0349-A8AC-FE8BBD55B257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318" name="Group 317">
                <a:extLst>
                  <a:ext uri="{FF2B5EF4-FFF2-40B4-BE49-F238E27FC236}">
                    <a16:creationId xmlns:a16="http://schemas.microsoft.com/office/drawing/2014/main" id="{EB6E4C7D-CDAA-7F47-A797-1E5FB2A80494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22" name="Oval 5">
                  <a:extLst>
                    <a:ext uri="{FF2B5EF4-FFF2-40B4-BE49-F238E27FC236}">
                      <a16:creationId xmlns:a16="http://schemas.microsoft.com/office/drawing/2014/main" id="{F9943B67-FB21-3647-869F-669BE6A721C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3" name="Line 6">
                  <a:extLst>
                    <a:ext uri="{FF2B5EF4-FFF2-40B4-BE49-F238E27FC236}">
                      <a16:creationId xmlns:a16="http://schemas.microsoft.com/office/drawing/2014/main" id="{57CCD935-17C4-B04B-B482-9A946E848EC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4" name="Line 7">
                  <a:extLst>
                    <a:ext uri="{FF2B5EF4-FFF2-40B4-BE49-F238E27FC236}">
                      <a16:creationId xmlns:a16="http://schemas.microsoft.com/office/drawing/2014/main" id="{2FE8EAFF-CC53-364C-974F-2F913B960D6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5" name="Rectangle 8">
                  <a:extLst>
                    <a:ext uri="{FF2B5EF4-FFF2-40B4-BE49-F238E27FC236}">
                      <a16:creationId xmlns:a16="http://schemas.microsoft.com/office/drawing/2014/main" id="{B25B691E-9E1D-1E4F-9419-9156013814C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6" name="Oval 9">
                  <a:extLst>
                    <a:ext uri="{FF2B5EF4-FFF2-40B4-BE49-F238E27FC236}">
                      <a16:creationId xmlns:a16="http://schemas.microsoft.com/office/drawing/2014/main" id="{9CB3B73F-9E39-EC4E-83F7-FBE10697408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19" name="Group 44">
                <a:extLst>
                  <a:ext uri="{FF2B5EF4-FFF2-40B4-BE49-F238E27FC236}">
                    <a16:creationId xmlns:a16="http://schemas.microsoft.com/office/drawing/2014/main" id="{0F42679C-ED56-BC45-8C82-597609DBD4D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64216" y="2507397"/>
                <a:ext cx="341085" cy="419100"/>
                <a:chOff x="2949" y="2425"/>
                <a:chExt cx="218" cy="264"/>
              </a:xfrm>
            </p:grpSpPr>
            <p:sp>
              <p:nvSpPr>
                <p:cNvPr id="320" name="Rectangle 45">
                  <a:extLst>
                    <a:ext uri="{FF2B5EF4-FFF2-40B4-BE49-F238E27FC236}">
                      <a16:creationId xmlns:a16="http://schemas.microsoft.com/office/drawing/2014/main" id="{CF557465-1C6C-1245-9762-D6D2D9F891F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1" name="Text Box 46">
                  <a:extLst>
                    <a:ext uri="{FF2B5EF4-FFF2-40B4-BE49-F238E27FC236}">
                      <a16:creationId xmlns:a16="http://schemas.microsoft.com/office/drawing/2014/main" id="{CEEF1658-9381-E84D-81A0-1A501484FB8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9" y="2425"/>
                  <a:ext cx="218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c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grpSp>
        <p:nvGrpSpPr>
          <p:cNvPr id="283" name="Group 282">
            <a:extLst>
              <a:ext uri="{FF2B5EF4-FFF2-40B4-BE49-F238E27FC236}">
                <a16:creationId xmlns:a16="http://schemas.microsoft.com/office/drawing/2014/main" id="{A665C0C8-7FDD-0A42-80A3-CC602804C042}"/>
              </a:ext>
            </a:extLst>
          </p:cNvPr>
          <p:cNvGrpSpPr/>
          <p:nvPr/>
        </p:nvGrpSpPr>
        <p:grpSpPr>
          <a:xfrm>
            <a:off x="4336458" y="3833790"/>
            <a:ext cx="4395351" cy="404576"/>
            <a:chOff x="4333785" y="5772213"/>
            <a:chExt cx="4395351" cy="404576"/>
          </a:xfrm>
        </p:grpSpPr>
        <p:grpSp>
          <p:nvGrpSpPr>
            <p:cNvPr id="284" name="Group 283">
              <a:extLst>
                <a:ext uri="{FF2B5EF4-FFF2-40B4-BE49-F238E27FC236}">
                  <a16:creationId xmlns:a16="http://schemas.microsoft.com/office/drawing/2014/main" id="{4C02DC92-2A83-AC4D-B9F0-2BCDE917BDBC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305" name="Group 304">
                <a:extLst>
                  <a:ext uri="{FF2B5EF4-FFF2-40B4-BE49-F238E27FC236}">
                    <a16:creationId xmlns:a16="http://schemas.microsoft.com/office/drawing/2014/main" id="{F01EB862-010E-A34F-8D39-25BC2BED2A6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09" name="Oval 5">
                  <a:extLst>
                    <a:ext uri="{FF2B5EF4-FFF2-40B4-BE49-F238E27FC236}">
                      <a16:creationId xmlns:a16="http://schemas.microsoft.com/office/drawing/2014/main" id="{C2A61603-05BC-1E4D-99AA-0AB1CC49473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0" name="Line 6">
                  <a:extLst>
                    <a:ext uri="{FF2B5EF4-FFF2-40B4-BE49-F238E27FC236}">
                      <a16:creationId xmlns:a16="http://schemas.microsoft.com/office/drawing/2014/main" id="{7043DA0E-702D-CD4E-BA28-9341275851D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1" name="Line 7">
                  <a:extLst>
                    <a:ext uri="{FF2B5EF4-FFF2-40B4-BE49-F238E27FC236}">
                      <a16:creationId xmlns:a16="http://schemas.microsoft.com/office/drawing/2014/main" id="{CE93F761-782C-C640-B2B6-8CA7492B28B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2" name="Rectangle 8">
                  <a:extLst>
                    <a:ext uri="{FF2B5EF4-FFF2-40B4-BE49-F238E27FC236}">
                      <a16:creationId xmlns:a16="http://schemas.microsoft.com/office/drawing/2014/main" id="{723858D6-68CF-1C4E-A28B-A9FF5D728F2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3" name="Oval 9">
                  <a:extLst>
                    <a:ext uri="{FF2B5EF4-FFF2-40B4-BE49-F238E27FC236}">
                      <a16:creationId xmlns:a16="http://schemas.microsoft.com/office/drawing/2014/main" id="{70A7292E-FC97-924B-9010-8079BEC6219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06" name="Group 44">
                <a:extLst>
                  <a:ext uri="{FF2B5EF4-FFF2-40B4-BE49-F238E27FC236}">
                    <a16:creationId xmlns:a16="http://schemas.microsoft.com/office/drawing/2014/main" id="{DA3B2173-D171-E340-B704-06A3FE481C7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307" name="Rectangle 45">
                  <a:extLst>
                    <a:ext uri="{FF2B5EF4-FFF2-40B4-BE49-F238E27FC236}">
                      <a16:creationId xmlns:a16="http://schemas.microsoft.com/office/drawing/2014/main" id="{A7CA85B6-08AA-4840-AE2B-A3321A49B6F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8" name="Text Box 46">
                  <a:extLst>
                    <a:ext uri="{FF2B5EF4-FFF2-40B4-BE49-F238E27FC236}">
                      <a16:creationId xmlns:a16="http://schemas.microsoft.com/office/drawing/2014/main" id="{68812F5E-7A92-7B45-BBDE-2068A3A134D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d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285" name="Group 284">
              <a:extLst>
                <a:ext uri="{FF2B5EF4-FFF2-40B4-BE49-F238E27FC236}">
                  <a16:creationId xmlns:a16="http://schemas.microsoft.com/office/drawing/2014/main" id="{5E3B07EB-D89E-C542-85F0-D68A3698AEC4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296" name="Group 295">
                <a:extLst>
                  <a:ext uri="{FF2B5EF4-FFF2-40B4-BE49-F238E27FC236}">
                    <a16:creationId xmlns:a16="http://schemas.microsoft.com/office/drawing/2014/main" id="{CE2D511A-9878-0E42-B4E3-97548A8A67A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00" name="Oval 5">
                  <a:extLst>
                    <a:ext uri="{FF2B5EF4-FFF2-40B4-BE49-F238E27FC236}">
                      <a16:creationId xmlns:a16="http://schemas.microsoft.com/office/drawing/2014/main" id="{C66E96DA-F1B1-9A41-8B0D-2F21B3B7ACB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1" name="Line 6">
                  <a:extLst>
                    <a:ext uri="{FF2B5EF4-FFF2-40B4-BE49-F238E27FC236}">
                      <a16:creationId xmlns:a16="http://schemas.microsoft.com/office/drawing/2014/main" id="{A2387D1F-7EF0-9443-8128-6FF284EC9AF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2" name="Line 7">
                  <a:extLst>
                    <a:ext uri="{FF2B5EF4-FFF2-40B4-BE49-F238E27FC236}">
                      <a16:creationId xmlns:a16="http://schemas.microsoft.com/office/drawing/2014/main" id="{4B183F70-EB28-A94F-BF31-54B939F6B75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3" name="Rectangle 8">
                  <a:extLst>
                    <a:ext uri="{FF2B5EF4-FFF2-40B4-BE49-F238E27FC236}">
                      <a16:creationId xmlns:a16="http://schemas.microsoft.com/office/drawing/2014/main" id="{84BE29FD-A805-D348-99C3-8D3C650618E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4" name="Oval 9">
                  <a:extLst>
                    <a:ext uri="{FF2B5EF4-FFF2-40B4-BE49-F238E27FC236}">
                      <a16:creationId xmlns:a16="http://schemas.microsoft.com/office/drawing/2014/main" id="{BF5D685A-16D6-5B40-9EEF-970D3CDCE37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97" name="Group 44">
                <a:extLst>
                  <a:ext uri="{FF2B5EF4-FFF2-40B4-BE49-F238E27FC236}">
                    <a16:creationId xmlns:a16="http://schemas.microsoft.com/office/drawing/2014/main" id="{058B095B-B9C0-F84A-B78C-FE9DCA729C7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298" name="Rectangle 45">
                  <a:extLst>
                    <a:ext uri="{FF2B5EF4-FFF2-40B4-BE49-F238E27FC236}">
                      <a16:creationId xmlns:a16="http://schemas.microsoft.com/office/drawing/2014/main" id="{7FBA9119-2A14-E84A-A39B-55E9D6AE939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9" name="Text Box 46">
                  <a:extLst>
                    <a:ext uri="{FF2B5EF4-FFF2-40B4-BE49-F238E27FC236}">
                      <a16:creationId xmlns:a16="http://schemas.microsoft.com/office/drawing/2014/main" id="{2944FA12-D5D2-E241-A9FC-D4A85A350D0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e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286" name="Group 285">
              <a:extLst>
                <a:ext uri="{FF2B5EF4-FFF2-40B4-BE49-F238E27FC236}">
                  <a16:creationId xmlns:a16="http://schemas.microsoft.com/office/drawing/2014/main" id="{B9D4EE61-1CC1-6D4C-822D-300C73469B48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287" name="Group 286">
                <a:extLst>
                  <a:ext uri="{FF2B5EF4-FFF2-40B4-BE49-F238E27FC236}">
                    <a16:creationId xmlns:a16="http://schemas.microsoft.com/office/drawing/2014/main" id="{75D4F492-E56A-6541-9F9D-1D85B09999F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91" name="Oval 5">
                  <a:extLst>
                    <a:ext uri="{FF2B5EF4-FFF2-40B4-BE49-F238E27FC236}">
                      <a16:creationId xmlns:a16="http://schemas.microsoft.com/office/drawing/2014/main" id="{190A087A-A659-3E4D-B4FE-1EA13D56BE4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2" name="Line 6">
                  <a:extLst>
                    <a:ext uri="{FF2B5EF4-FFF2-40B4-BE49-F238E27FC236}">
                      <a16:creationId xmlns:a16="http://schemas.microsoft.com/office/drawing/2014/main" id="{E7E9FE4A-5449-D244-A5A8-DEB5E1D8494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3" name="Line 7">
                  <a:extLst>
                    <a:ext uri="{FF2B5EF4-FFF2-40B4-BE49-F238E27FC236}">
                      <a16:creationId xmlns:a16="http://schemas.microsoft.com/office/drawing/2014/main" id="{8C243F83-93B5-2C49-9D61-2E8E8652A48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4" name="Rectangle 8">
                  <a:extLst>
                    <a:ext uri="{FF2B5EF4-FFF2-40B4-BE49-F238E27FC236}">
                      <a16:creationId xmlns:a16="http://schemas.microsoft.com/office/drawing/2014/main" id="{B0B61A2E-99AA-324F-8224-CB0B3B44042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5" name="Oval 9">
                  <a:extLst>
                    <a:ext uri="{FF2B5EF4-FFF2-40B4-BE49-F238E27FC236}">
                      <a16:creationId xmlns:a16="http://schemas.microsoft.com/office/drawing/2014/main" id="{2F485C77-8179-0B4E-B93A-E5C91296B44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88" name="Group 44">
                <a:extLst>
                  <a:ext uri="{FF2B5EF4-FFF2-40B4-BE49-F238E27FC236}">
                    <a16:creationId xmlns:a16="http://schemas.microsoft.com/office/drawing/2014/main" id="{0826EA6F-730D-8C47-8DDA-2C65DD6716B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92372" y="2507397"/>
                <a:ext cx="283194" cy="419100"/>
                <a:chOff x="2967" y="2425"/>
                <a:chExt cx="181" cy="264"/>
              </a:xfrm>
            </p:grpSpPr>
            <p:sp>
              <p:nvSpPr>
                <p:cNvPr id="289" name="Rectangle 45">
                  <a:extLst>
                    <a:ext uri="{FF2B5EF4-FFF2-40B4-BE49-F238E27FC236}">
                      <a16:creationId xmlns:a16="http://schemas.microsoft.com/office/drawing/2014/main" id="{C3E85E15-4F40-FF40-89C4-0E851470FA4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0" name="Text Box 46">
                  <a:extLst>
                    <a:ext uri="{FF2B5EF4-FFF2-40B4-BE49-F238E27FC236}">
                      <a16:creationId xmlns:a16="http://schemas.microsoft.com/office/drawing/2014/main" id="{1905E332-CD71-E748-AE06-2A274A0D7B1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67" y="2425"/>
                  <a:ext cx="181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f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sp>
        <p:nvSpPr>
          <p:cNvPr id="3" name="Freeform 2">
            <a:extLst>
              <a:ext uri="{FF2B5EF4-FFF2-40B4-BE49-F238E27FC236}">
                <a16:creationId xmlns:a16="http://schemas.microsoft.com/office/drawing/2014/main" id="{2C0204D3-6B89-BB42-939B-2BC738257374}"/>
              </a:ext>
            </a:extLst>
          </p:cNvPr>
          <p:cNvSpPr/>
          <p:nvPr/>
        </p:nvSpPr>
        <p:spPr>
          <a:xfrm>
            <a:off x="3078478" y="2885440"/>
            <a:ext cx="5923281" cy="3820160"/>
          </a:xfrm>
          <a:custGeom>
            <a:avLst/>
            <a:gdLst>
              <a:gd name="connsiteX0" fmla="*/ 528320 w 5049520"/>
              <a:gd name="connsiteY0" fmla="*/ 0 h 3840480"/>
              <a:gd name="connsiteX1" fmla="*/ 2275840 w 5049520"/>
              <a:gd name="connsiteY1" fmla="*/ 0 h 3840480"/>
              <a:gd name="connsiteX2" fmla="*/ 2255520 w 5049520"/>
              <a:gd name="connsiteY2" fmla="*/ 690880 h 3840480"/>
              <a:gd name="connsiteX3" fmla="*/ 5049520 w 5049520"/>
              <a:gd name="connsiteY3" fmla="*/ 680720 h 3840480"/>
              <a:gd name="connsiteX4" fmla="*/ 5049520 w 5049520"/>
              <a:gd name="connsiteY4" fmla="*/ 3820160 h 3840480"/>
              <a:gd name="connsiteX5" fmla="*/ 0 w 5049520"/>
              <a:gd name="connsiteY5" fmla="*/ 3840480 h 3840480"/>
              <a:gd name="connsiteX6" fmla="*/ 294640 w 5049520"/>
              <a:gd name="connsiteY6" fmla="*/ 375920 h 3840480"/>
              <a:gd name="connsiteX7" fmla="*/ 528320 w 5049520"/>
              <a:gd name="connsiteY7" fmla="*/ 0 h 3840480"/>
              <a:gd name="connsiteX0" fmla="*/ 528320 w 5049520"/>
              <a:gd name="connsiteY0" fmla="*/ 0 h 3840480"/>
              <a:gd name="connsiteX1" fmla="*/ 2275840 w 5049520"/>
              <a:gd name="connsiteY1" fmla="*/ 0 h 3840480"/>
              <a:gd name="connsiteX2" fmla="*/ 2275840 w 5049520"/>
              <a:gd name="connsiteY2" fmla="*/ 955040 h 3840480"/>
              <a:gd name="connsiteX3" fmla="*/ 5049520 w 5049520"/>
              <a:gd name="connsiteY3" fmla="*/ 680720 h 3840480"/>
              <a:gd name="connsiteX4" fmla="*/ 5049520 w 5049520"/>
              <a:gd name="connsiteY4" fmla="*/ 3820160 h 3840480"/>
              <a:gd name="connsiteX5" fmla="*/ 0 w 5049520"/>
              <a:gd name="connsiteY5" fmla="*/ 3840480 h 3840480"/>
              <a:gd name="connsiteX6" fmla="*/ 294640 w 5049520"/>
              <a:gd name="connsiteY6" fmla="*/ 375920 h 3840480"/>
              <a:gd name="connsiteX7" fmla="*/ 528320 w 5049520"/>
              <a:gd name="connsiteY7" fmla="*/ 0 h 3840480"/>
              <a:gd name="connsiteX0" fmla="*/ 528320 w 5049520"/>
              <a:gd name="connsiteY0" fmla="*/ 0 h 3840480"/>
              <a:gd name="connsiteX1" fmla="*/ 2275840 w 5049520"/>
              <a:gd name="connsiteY1" fmla="*/ 0 h 3840480"/>
              <a:gd name="connsiteX2" fmla="*/ 2275840 w 5049520"/>
              <a:gd name="connsiteY2" fmla="*/ 955040 h 3840480"/>
              <a:gd name="connsiteX3" fmla="*/ 5019040 w 5049520"/>
              <a:gd name="connsiteY3" fmla="*/ 782320 h 3840480"/>
              <a:gd name="connsiteX4" fmla="*/ 5049520 w 5049520"/>
              <a:gd name="connsiteY4" fmla="*/ 3820160 h 3840480"/>
              <a:gd name="connsiteX5" fmla="*/ 0 w 5049520"/>
              <a:gd name="connsiteY5" fmla="*/ 3840480 h 3840480"/>
              <a:gd name="connsiteX6" fmla="*/ 294640 w 5049520"/>
              <a:gd name="connsiteY6" fmla="*/ 375920 h 3840480"/>
              <a:gd name="connsiteX7" fmla="*/ 528320 w 5049520"/>
              <a:gd name="connsiteY7" fmla="*/ 0 h 3840480"/>
              <a:gd name="connsiteX0" fmla="*/ 528320 w 5049520"/>
              <a:gd name="connsiteY0" fmla="*/ 0 h 3840480"/>
              <a:gd name="connsiteX1" fmla="*/ 2275840 w 5049520"/>
              <a:gd name="connsiteY1" fmla="*/ 0 h 3840480"/>
              <a:gd name="connsiteX2" fmla="*/ 2275840 w 5049520"/>
              <a:gd name="connsiteY2" fmla="*/ 955040 h 3840480"/>
              <a:gd name="connsiteX3" fmla="*/ 5019040 w 5049520"/>
              <a:gd name="connsiteY3" fmla="*/ 782320 h 3840480"/>
              <a:gd name="connsiteX4" fmla="*/ 5049520 w 5049520"/>
              <a:gd name="connsiteY4" fmla="*/ 3820160 h 3840480"/>
              <a:gd name="connsiteX5" fmla="*/ 0 w 5049520"/>
              <a:gd name="connsiteY5" fmla="*/ 3840480 h 3840480"/>
              <a:gd name="connsiteX6" fmla="*/ 256923 w 5049520"/>
              <a:gd name="connsiteY6" fmla="*/ 904240 h 3840480"/>
              <a:gd name="connsiteX7" fmla="*/ 294640 w 5049520"/>
              <a:gd name="connsiteY7" fmla="*/ 375920 h 3840480"/>
              <a:gd name="connsiteX8" fmla="*/ 528320 w 5049520"/>
              <a:gd name="connsiteY8" fmla="*/ 0 h 3840480"/>
              <a:gd name="connsiteX0" fmla="*/ 1170627 w 5691827"/>
              <a:gd name="connsiteY0" fmla="*/ 0 h 3840480"/>
              <a:gd name="connsiteX1" fmla="*/ 2918147 w 5691827"/>
              <a:gd name="connsiteY1" fmla="*/ 0 h 3840480"/>
              <a:gd name="connsiteX2" fmla="*/ 2918147 w 5691827"/>
              <a:gd name="connsiteY2" fmla="*/ 955040 h 3840480"/>
              <a:gd name="connsiteX3" fmla="*/ 5661347 w 5691827"/>
              <a:gd name="connsiteY3" fmla="*/ 782320 h 3840480"/>
              <a:gd name="connsiteX4" fmla="*/ 5691827 w 5691827"/>
              <a:gd name="connsiteY4" fmla="*/ 3820160 h 3840480"/>
              <a:gd name="connsiteX5" fmla="*/ 642307 w 5691827"/>
              <a:gd name="connsiteY5" fmla="*/ 3840480 h 3840480"/>
              <a:gd name="connsiteX6" fmla="*/ 0 w 5691827"/>
              <a:gd name="connsiteY6" fmla="*/ 955040 h 3840480"/>
              <a:gd name="connsiteX7" fmla="*/ 936947 w 5691827"/>
              <a:gd name="connsiteY7" fmla="*/ 375920 h 3840480"/>
              <a:gd name="connsiteX8" fmla="*/ 1170627 w 5691827"/>
              <a:gd name="connsiteY8" fmla="*/ 0 h 3840480"/>
              <a:gd name="connsiteX0" fmla="*/ 1239799 w 5760999"/>
              <a:gd name="connsiteY0" fmla="*/ 0 h 3820160"/>
              <a:gd name="connsiteX1" fmla="*/ 2987319 w 5760999"/>
              <a:gd name="connsiteY1" fmla="*/ 0 h 3820160"/>
              <a:gd name="connsiteX2" fmla="*/ 2987319 w 5760999"/>
              <a:gd name="connsiteY2" fmla="*/ 955040 h 3820160"/>
              <a:gd name="connsiteX3" fmla="*/ 5730519 w 5760999"/>
              <a:gd name="connsiteY3" fmla="*/ 782320 h 3820160"/>
              <a:gd name="connsiteX4" fmla="*/ 5760999 w 5760999"/>
              <a:gd name="connsiteY4" fmla="*/ 3820160 h 3820160"/>
              <a:gd name="connsiteX5" fmla="*/ 0 w 5760999"/>
              <a:gd name="connsiteY5" fmla="*/ 3810000 h 3820160"/>
              <a:gd name="connsiteX6" fmla="*/ 69172 w 5760999"/>
              <a:gd name="connsiteY6" fmla="*/ 955040 h 3820160"/>
              <a:gd name="connsiteX7" fmla="*/ 1006119 w 5760999"/>
              <a:gd name="connsiteY7" fmla="*/ 375920 h 3820160"/>
              <a:gd name="connsiteX8" fmla="*/ 1239799 w 5760999"/>
              <a:gd name="connsiteY8" fmla="*/ 0 h 3820160"/>
              <a:gd name="connsiteX0" fmla="*/ 1239799 w 5760999"/>
              <a:gd name="connsiteY0" fmla="*/ 0 h 3820160"/>
              <a:gd name="connsiteX1" fmla="*/ 2987319 w 5760999"/>
              <a:gd name="connsiteY1" fmla="*/ 0 h 3820160"/>
              <a:gd name="connsiteX2" fmla="*/ 2987319 w 5760999"/>
              <a:gd name="connsiteY2" fmla="*/ 955040 h 3820160"/>
              <a:gd name="connsiteX3" fmla="*/ 5730519 w 5760999"/>
              <a:gd name="connsiteY3" fmla="*/ 782320 h 3820160"/>
              <a:gd name="connsiteX4" fmla="*/ 5760999 w 5760999"/>
              <a:gd name="connsiteY4" fmla="*/ 3820160 h 3820160"/>
              <a:gd name="connsiteX5" fmla="*/ 0 w 5760999"/>
              <a:gd name="connsiteY5" fmla="*/ 3810000 h 3820160"/>
              <a:gd name="connsiteX6" fmla="*/ 69172 w 5760999"/>
              <a:gd name="connsiteY6" fmla="*/ 955040 h 3820160"/>
              <a:gd name="connsiteX7" fmla="*/ 917184 w 5760999"/>
              <a:gd name="connsiteY7" fmla="*/ 904240 h 3820160"/>
              <a:gd name="connsiteX8" fmla="*/ 1239799 w 5760999"/>
              <a:gd name="connsiteY8" fmla="*/ 0 h 38201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760999" h="3820160">
                <a:moveTo>
                  <a:pt x="1239799" y="0"/>
                </a:moveTo>
                <a:lnTo>
                  <a:pt x="2987319" y="0"/>
                </a:lnTo>
                <a:lnTo>
                  <a:pt x="2987319" y="955040"/>
                </a:lnTo>
                <a:lnTo>
                  <a:pt x="5730519" y="782320"/>
                </a:lnTo>
                <a:lnTo>
                  <a:pt x="5760999" y="3820160"/>
                </a:lnTo>
                <a:lnTo>
                  <a:pt x="0" y="3810000"/>
                </a:lnTo>
                <a:lnTo>
                  <a:pt x="69172" y="955040"/>
                </a:lnTo>
                <a:lnTo>
                  <a:pt x="917184" y="904240"/>
                </a:lnTo>
                <a:lnTo>
                  <a:pt x="1239799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239" name="Group 238">
            <a:extLst>
              <a:ext uri="{FF2B5EF4-FFF2-40B4-BE49-F238E27FC236}">
                <a16:creationId xmlns:a16="http://schemas.microsoft.com/office/drawing/2014/main" id="{0E0A9FB0-8302-2744-A9AC-61FA5D0E591E}"/>
              </a:ext>
            </a:extLst>
          </p:cNvPr>
          <p:cNvGrpSpPr/>
          <p:nvPr/>
        </p:nvGrpSpPr>
        <p:grpSpPr>
          <a:xfrm>
            <a:off x="7010562" y="5133094"/>
            <a:ext cx="2128849" cy="1445342"/>
            <a:chOff x="7344204" y="108155"/>
            <a:chExt cx="2128849" cy="1445342"/>
          </a:xfrm>
        </p:grpSpPr>
        <p:sp>
          <p:nvSpPr>
            <p:cNvPr id="240" name="Rectangle 239">
              <a:extLst>
                <a:ext uri="{FF2B5EF4-FFF2-40B4-BE49-F238E27FC236}">
                  <a16:creationId xmlns:a16="http://schemas.microsoft.com/office/drawing/2014/main" id="{D243147C-9122-B241-8C55-25D0B03D8B27}"/>
                </a:ext>
              </a:extLst>
            </p:cNvPr>
            <p:cNvSpPr/>
            <p:nvPr/>
          </p:nvSpPr>
          <p:spPr>
            <a:xfrm>
              <a:off x="7413523" y="108155"/>
              <a:ext cx="1936954" cy="143551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252" name="Group 251">
              <a:extLst>
                <a:ext uri="{FF2B5EF4-FFF2-40B4-BE49-F238E27FC236}">
                  <a16:creationId xmlns:a16="http://schemas.microsoft.com/office/drawing/2014/main" id="{6D2336AA-0C32-324B-A00A-57F9CA7ECD15}"/>
                </a:ext>
              </a:extLst>
            </p:cNvPr>
            <p:cNvGrpSpPr/>
            <p:nvPr/>
          </p:nvGrpSpPr>
          <p:grpSpPr>
            <a:xfrm>
              <a:off x="7344204" y="120836"/>
              <a:ext cx="2128849" cy="1432661"/>
              <a:chOff x="7344204" y="120836"/>
              <a:chExt cx="2128849" cy="1432661"/>
            </a:xfrm>
          </p:grpSpPr>
          <p:sp>
            <p:nvSpPr>
              <p:cNvPr id="253" name="Rectangle 252">
                <a:extLst>
                  <a:ext uri="{FF2B5EF4-FFF2-40B4-BE49-F238E27FC236}">
                    <a16:creationId xmlns:a16="http://schemas.microsoft.com/office/drawing/2014/main" id="{9DC590FA-D1AC-6D48-9AED-FD23B9858548}"/>
                  </a:ext>
                </a:extLst>
              </p:cNvPr>
              <p:cNvSpPr/>
              <p:nvPr/>
            </p:nvSpPr>
            <p:spPr>
              <a:xfrm>
                <a:off x="7409951" y="124866"/>
                <a:ext cx="1940525" cy="370390"/>
              </a:xfrm>
              <a:prstGeom prst="rect">
                <a:avLst/>
              </a:prstGeom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54" name="TextBox 253">
                <a:extLst>
                  <a:ext uri="{FF2B5EF4-FFF2-40B4-BE49-F238E27FC236}">
                    <a16:creationId xmlns:a16="http://schemas.microsoft.com/office/drawing/2014/main" id="{8366C6AB-4C92-574D-ABC4-3F2AE3DE7BA4}"/>
                  </a:ext>
                </a:extLst>
              </p:cNvPr>
              <p:cNvSpPr txBox="1"/>
              <p:nvPr/>
            </p:nvSpPr>
            <p:spPr>
              <a:xfrm>
                <a:off x="7799764" y="120836"/>
                <a:ext cx="1117197" cy="4001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>
                  <a:spcAft>
                    <a:spcPts val="400"/>
                  </a:spcAft>
                </a:pPr>
                <a:r>
                  <a:rPr lang="en-US" sz="2000" dirty="0">
                    <a:solidFill>
                      <a:schemeClr val="bg1"/>
                    </a:solidFill>
                  </a:rPr>
                  <a:t>DV in b:</a:t>
                </a:r>
              </a:p>
            </p:txBody>
          </p:sp>
          <p:cxnSp>
            <p:nvCxnSpPr>
              <p:cNvPr id="255" name="Straight Connector 254">
                <a:extLst>
                  <a:ext uri="{FF2B5EF4-FFF2-40B4-BE49-F238E27FC236}">
                    <a16:creationId xmlns:a16="http://schemas.microsoft.com/office/drawing/2014/main" id="{D0A767ED-844F-1848-B773-F20F44965F1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401895" y="495254"/>
                <a:ext cx="1123866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56" name="Rectangle 255">
                <a:extLst>
                  <a:ext uri="{FF2B5EF4-FFF2-40B4-BE49-F238E27FC236}">
                    <a16:creationId xmlns:a16="http://schemas.microsoft.com/office/drawing/2014/main" id="{14FE793B-897D-AE4D-809B-4BC6049E42EF}"/>
                  </a:ext>
                </a:extLst>
              </p:cNvPr>
              <p:cNvSpPr/>
              <p:nvPr/>
            </p:nvSpPr>
            <p:spPr>
              <a:xfrm>
                <a:off x="7404189" y="124866"/>
                <a:ext cx="1936455" cy="1428631"/>
              </a:xfrm>
              <a:prstGeom prst="rect">
                <a:avLst/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57" name="TextBox 256">
                <a:extLst>
                  <a:ext uri="{FF2B5EF4-FFF2-40B4-BE49-F238E27FC236}">
                    <a16:creationId xmlns:a16="http://schemas.microsoft.com/office/drawing/2014/main" id="{4C7B8338-DF18-834C-9D16-A6EFCD25492C}"/>
                  </a:ext>
                </a:extLst>
              </p:cNvPr>
              <p:cNvSpPr txBox="1"/>
              <p:nvPr/>
            </p:nvSpPr>
            <p:spPr>
              <a:xfrm>
                <a:off x="8362008" y="560500"/>
                <a:ext cx="1111045" cy="978729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>
                  <a:lnSpc>
                    <a:spcPct val="90000"/>
                  </a:lnSpc>
                </a:pPr>
                <a:r>
                  <a:rPr lang="en-US" sz="1600" dirty="0"/>
                  <a:t>D</a:t>
                </a:r>
                <a:r>
                  <a:rPr lang="en-US" sz="1600" baseline="-25000" dirty="0"/>
                  <a:t>b</a:t>
                </a:r>
                <a:r>
                  <a:rPr lang="en-US" sz="1600" dirty="0"/>
                  <a:t>(f) =</a:t>
                </a:r>
                <a:r>
                  <a:rPr lang="en-US" sz="1600" dirty="0">
                    <a:cs typeface="Arial" charset="0"/>
                  </a:rPr>
                  <a:t>2</a:t>
                </a:r>
              </a:p>
              <a:p>
                <a:pPr>
                  <a:lnSpc>
                    <a:spcPct val="90000"/>
                  </a:lnSpc>
                </a:pPr>
                <a:r>
                  <a:rPr lang="en-US" sz="1600" dirty="0"/>
                  <a:t>D</a:t>
                </a:r>
                <a:r>
                  <a:rPr lang="en-US" sz="1600" baseline="-25000" dirty="0"/>
                  <a:t>b</a:t>
                </a:r>
                <a:r>
                  <a:rPr lang="en-US" sz="1600" dirty="0"/>
                  <a:t>(g) =</a:t>
                </a:r>
                <a:r>
                  <a:rPr lang="en-US" sz="1600" dirty="0">
                    <a:cs typeface="Arial" charset="0"/>
                  </a:rPr>
                  <a:t> ∞</a:t>
                </a:r>
              </a:p>
              <a:p>
                <a:pPr>
                  <a:lnSpc>
                    <a:spcPct val="90000"/>
                  </a:lnSpc>
                </a:pPr>
                <a:r>
                  <a:rPr lang="en-US" sz="1600" dirty="0"/>
                  <a:t>D</a:t>
                </a:r>
                <a:r>
                  <a:rPr lang="en-US" sz="1600" baseline="-25000" dirty="0"/>
                  <a:t>b</a:t>
                </a:r>
                <a:r>
                  <a:rPr lang="en-US" sz="1600" dirty="0"/>
                  <a:t>(h) =</a:t>
                </a:r>
                <a:r>
                  <a:rPr lang="en-US" sz="1600" dirty="0">
                    <a:cs typeface="Arial" charset="0"/>
                  </a:rPr>
                  <a:t> 2</a:t>
                </a:r>
              </a:p>
              <a:p>
                <a:pPr>
                  <a:lnSpc>
                    <a:spcPct val="90000"/>
                  </a:lnSpc>
                </a:pPr>
                <a:r>
                  <a:rPr lang="en-US" sz="1600" dirty="0"/>
                  <a:t>D</a:t>
                </a:r>
                <a:r>
                  <a:rPr lang="en-US" sz="1600" baseline="-25000" dirty="0"/>
                  <a:t>b</a:t>
                </a:r>
                <a:r>
                  <a:rPr lang="en-US" sz="1600" dirty="0"/>
                  <a:t>(i) =</a:t>
                </a:r>
                <a:r>
                  <a:rPr lang="en-US" sz="1600" dirty="0">
                    <a:cs typeface="Arial" charset="0"/>
                  </a:rPr>
                  <a:t> ∞</a:t>
                </a:r>
                <a:endParaRPr lang="en-US" sz="1600" dirty="0"/>
              </a:p>
            </p:txBody>
          </p:sp>
          <p:sp>
            <p:nvSpPr>
              <p:cNvPr id="258" name="TextBox 257">
                <a:extLst>
                  <a:ext uri="{FF2B5EF4-FFF2-40B4-BE49-F238E27FC236}">
                    <a16:creationId xmlns:a16="http://schemas.microsoft.com/office/drawing/2014/main" id="{35BC9C8C-D610-0F40-9928-D68B0361F296}"/>
                  </a:ext>
                </a:extLst>
              </p:cNvPr>
              <p:cNvSpPr txBox="1"/>
              <p:nvPr/>
            </p:nvSpPr>
            <p:spPr>
              <a:xfrm>
                <a:off x="7344204" y="557387"/>
                <a:ext cx="1117197" cy="978729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114300" lvl="1">
                  <a:lnSpc>
                    <a:spcPct val="90000"/>
                  </a:lnSpc>
                </a:pPr>
                <a:r>
                  <a:rPr lang="en-US" sz="1600" dirty="0"/>
                  <a:t>D</a:t>
                </a:r>
                <a:r>
                  <a:rPr lang="en-US" sz="1600" baseline="-25000" dirty="0"/>
                  <a:t>b</a:t>
                </a:r>
                <a:r>
                  <a:rPr lang="en-US" sz="1600" dirty="0"/>
                  <a:t>(a) = 8</a:t>
                </a:r>
                <a:endParaRPr lang="en-US" sz="1600" dirty="0">
                  <a:cs typeface="Arial" charset="0"/>
                </a:endParaRPr>
              </a:p>
              <a:p>
                <a:pPr marL="114300" lvl="1">
                  <a:lnSpc>
                    <a:spcPct val="90000"/>
                  </a:lnSpc>
                </a:pPr>
                <a:r>
                  <a:rPr lang="en-US" sz="1600" dirty="0"/>
                  <a:t>D</a:t>
                </a:r>
                <a:r>
                  <a:rPr lang="en-US" sz="1600" baseline="-25000" dirty="0"/>
                  <a:t>b</a:t>
                </a:r>
                <a:r>
                  <a:rPr lang="en-US" sz="1600" dirty="0"/>
                  <a:t>(c) =</a:t>
                </a:r>
                <a:r>
                  <a:rPr lang="en-US" sz="1600" dirty="0">
                    <a:cs typeface="Arial" charset="0"/>
                  </a:rPr>
                  <a:t> 1</a:t>
                </a:r>
                <a:endParaRPr lang="en-US" sz="1600" dirty="0"/>
              </a:p>
              <a:p>
                <a:pPr marL="114300" lvl="1">
                  <a:lnSpc>
                    <a:spcPct val="90000"/>
                  </a:lnSpc>
                </a:pPr>
                <a:r>
                  <a:rPr lang="en-US" sz="1600" dirty="0"/>
                  <a:t>D</a:t>
                </a:r>
                <a:r>
                  <a:rPr lang="en-US" sz="1600" baseline="-25000" dirty="0"/>
                  <a:t>b</a:t>
                </a:r>
                <a:r>
                  <a:rPr lang="en-US" sz="1600" dirty="0"/>
                  <a:t>(d) =</a:t>
                </a:r>
                <a:r>
                  <a:rPr lang="en-US" sz="1600" dirty="0">
                    <a:cs typeface="Arial" charset="0"/>
                  </a:rPr>
                  <a:t> 2</a:t>
                </a:r>
                <a:endParaRPr lang="en-US" sz="1600" dirty="0"/>
              </a:p>
              <a:p>
                <a:pPr marL="114300" lvl="1">
                  <a:lnSpc>
                    <a:spcPct val="90000"/>
                  </a:lnSpc>
                </a:pPr>
                <a:r>
                  <a:rPr lang="en-US" sz="1600" dirty="0"/>
                  <a:t>D</a:t>
                </a:r>
                <a:r>
                  <a:rPr lang="en-US" sz="1600" baseline="-25000" dirty="0"/>
                  <a:t>b</a:t>
                </a:r>
                <a:r>
                  <a:rPr lang="en-US" sz="1600" dirty="0"/>
                  <a:t>(e) =</a:t>
                </a:r>
                <a:r>
                  <a:rPr lang="en-US" sz="1600" dirty="0">
                    <a:cs typeface="Arial" charset="0"/>
                  </a:rPr>
                  <a:t> 1</a:t>
                </a:r>
                <a:endParaRPr lang="en-US" sz="1600" dirty="0"/>
              </a:p>
            </p:txBody>
          </p:sp>
        </p:grpSp>
      </p:grpSp>
      <p:grpSp>
        <p:nvGrpSpPr>
          <p:cNvPr id="178" name="Group 177">
            <a:extLst>
              <a:ext uri="{FF2B5EF4-FFF2-40B4-BE49-F238E27FC236}">
                <a16:creationId xmlns:a16="http://schemas.microsoft.com/office/drawing/2014/main" id="{89D4687F-AFE7-244E-A453-8BB8262DAAC3}"/>
              </a:ext>
            </a:extLst>
          </p:cNvPr>
          <p:cNvGrpSpPr/>
          <p:nvPr/>
        </p:nvGrpSpPr>
        <p:grpSpPr>
          <a:xfrm>
            <a:off x="6256790" y="3442384"/>
            <a:ext cx="531821" cy="369069"/>
            <a:chOff x="1348328" y="2507397"/>
            <a:chExt cx="603916" cy="419100"/>
          </a:xfrm>
        </p:grpSpPr>
        <p:grpSp>
          <p:nvGrpSpPr>
            <p:cNvPr id="179" name="Group 178">
              <a:extLst>
                <a:ext uri="{FF2B5EF4-FFF2-40B4-BE49-F238E27FC236}">
                  <a16:creationId xmlns:a16="http://schemas.microsoft.com/office/drawing/2014/main" id="{C2BE01E6-70E6-8E4C-BA8D-DED393966A32}"/>
                </a:ext>
              </a:extLst>
            </p:cNvPr>
            <p:cNvGrpSpPr/>
            <p:nvPr/>
          </p:nvGrpSpPr>
          <p:grpSpPr>
            <a:xfrm>
              <a:off x="1348328" y="2555748"/>
              <a:ext cx="603916" cy="308999"/>
              <a:chOff x="5278570" y="2983486"/>
              <a:chExt cx="501650" cy="233363"/>
            </a:xfrm>
          </p:grpSpPr>
          <p:sp>
            <p:nvSpPr>
              <p:cNvPr id="214" name="Oval 5">
                <a:extLst>
                  <a:ext uri="{FF2B5EF4-FFF2-40B4-BE49-F238E27FC236}">
                    <a16:creationId xmlns:a16="http://schemas.microsoft.com/office/drawing/2014/main" id="{576AA6BD-E7DD-0A40-BFA5-EFAB7BD890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83332" y="3088261"/>
                <a:ext cx="496888" cy="128588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20" name="Line 6">
                <a:extLst>
                  <a:ext uri="{FF2B5EF4-FFF2-40B4-BE49-F238E27FC236}">
                    <a16:creationId xmlns:a16="http://schemas.microsoft.com/office/drawing/2014/main" id="{FB5F05C7-2780-E646-8583-F10D5D5536E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283332" y="3077148"/>
                <a:ext cx="0" cy="7937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27" name="Line 7">
                <a:extLst>
                  <a:ext uri="{FF2B5EF4-FFF2-40B4-BE49-F238E27FC236}">
                    <a16:creationId xmlns:a16="http://schemas.microsoft.com/office/drawing/2014/main" id="{240BBD39-ACCD-DF48-9D18-EC6A730D10B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780220" y="3077148"/>
                <a:ext cx="0" cy="7937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28" name="Rectangle 8">
                <a:extLst>
                  <a:ext uri="{FF2B5EF4-FFF2-40B4-BE49-F238E27FC236}">
                    <a16:creationId xmlns:a16="http://schemas.microsoft.com/office/drawing/2014/main" id="{349823E2-5D3A-874F-8AEA-E5A577221D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83332" y="3077148"/>
                <a:ext cx="492125" cy="77788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29" name="Oval 9">
                <a:extLst>
                  <a:ext uri="{FF2B5EF4-FFF2-40B4-BE49-F238E27FC236}">
                    <a16:creationId xmlns:a16="http://schemas.microsoft.com/office/drawing/2014/main" id="{6A08B5E5-AB62-2748-A4C8-66903F651E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78570" y="2983486"/>
                <a:ext cx="496888" cy="150813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180" name="Group 44">
              <a:extLst>
                <a:ext uri="{FF2B5EF4-FFF2-40B4-BE49-F238E27FC236}">
                  <a16:creationId xmlns:a16="http://schemas.microsoft.com/office/drawing/2014/main" id="{43C35E11-2685-B047-A4DC-8CC297487F3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456374" y="2507397"/>
              <a:ext cx="355165" cy="419100"/>
              <a:chOff x="2944" y="2425"/>
              <a:chExt cx="227" cy="264"/>
            </a:xfrm>
          </p:grpSpPr>
          <p:sp>
            <p:nvSpPr>
              <p:cNvPr id="181" name="Rectangle 45">
                <a:extLst>
                  <a:ext uri="{FF2B5EF4-FFF2-40B4-BE49-F238E27FC236}">
                    <a16:creationId xmlns:a16="http://schemas.microsoft.com/office/drawing/2014/main" id="{EC128E69-3091-E647-8AD6-7159F31038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82" name="Text Box 46">
                <a:extLst>
                  <a:ext uri="{FF2B5EF4-FFF2-40B4-BE49-F238E27FC236}">
                    <a16:creationId xmlns:a16="http://schemas.microsoft.com/office/drawing/2014/main" id="{A7A5AEDE-B171-4F4D-BA15-5EAD869315A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44" y="2425"/>
                <a:ext cx="227" cy="26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e</a:t>
                </a:r>
                <a:endPara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</p:grpSp>
      <p:sp>
        <p:nvSpPr>
          <p:cNvPr id="259" name="Right Arrow 258">
            <a:extLst>
              <a:ext uri="{FF2B5EF4-FFF2-40B4-BE49-F238E27FC236}">
                <a16:creationId xmlns:a16="http://schemas.microsoft.com/office/drawing/2014/main" id="{E250E3B0-8C1E-E145-9521-A455E8D67258}"/>
              </a:ext>
            </a:extLst>
          </p:cNvPr>
          <p:cNvSpPr/>
          <p:nvPr/>
        </p:nvSpPr>
        <p:spPr>
          <a:xfrm rot="16200000">
            <a:off x="6307392" y="3030961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64" name="Freeform 263">
            <a:extLst>
              <a:ext uri="{FF2B5EF4-FFF2-40B4-BE49-F238E27FC236}">
                <a16:creationId xmlns:a16="http://schemas.microsoft.com/office/drawing/2014/main" id="{858E32EE-CF9A-BC4E-8C7A-5B0F4E196DDB}"/>
              </a:ext>
            </a:extLst>
          </p:cNvPr>
          <p:cNvSpPr/>
          <p:nvPr/>
        </p:nvSpPr>
        <p:spPr>
          <a:xfrm>
            <a:off x="6784256" y="3016538"/>
            <a:ext cx="2899862" cy="2634390"/>
          </a:xfrm>
          <a:custGeom>
            <a:avLst/>
            <a:gdLst>
              <a:gd name="connsiteX0" fmla="*/ 0 w 2615381"/>
              <a:gd name="connsiteY0" fmla="*/ 0 h 2615381"/>
              <a:gd name="connsiteX1" fmla="*/ 2595716 w 2615381"/>
              <a:gd name="connsiteY1" fmla="*/ 235975 h 2615381"/>
              <a:gd name="connsiteX2" fmla="*/ 2615381 w 2615381"/>
              <a:gd name="connsiteY2" fmla="*/ 2615381 h 2615381"/>
              <a:gd name="connsiteX3" fmla="*/ 9832 w 2615381"/>
              <a:gd name="connsiteY3" fmla="*/ 167149 h 2615381"/>
              <a:gd name="connsiteX4" fmla="*/ 0 w 2615381"/>
              <a:gd name="connsiteY4" fmla="*/ 0 h 2615381"/>
              <a:gd name="connsiteX0" fmla="*/ 0 w 2654709"/>
              <a:gd name="connsiteY0" fmla="*/ 0 h 2615381"/>
              <a:gd name="connsiteX1" fmla="*/ 2654709 w 2654709"/>
              <a:gd name="connsiteY1" fmla="*/ 255639 h 2615381"/>
              <a:gd name="connsiteX2" fmla="*/ 2615381 w 2654709"/>
              <a:gd name="connsiteY2" fmla="*/ 2615381 h 2615381"/>
              <a:gd name="connsiteX3" fmla="*/ 9832 w 2654709"/>
              <a:gd name="connsiteY3" fmla="*/ 167149 h 2615381"/>
              <a:gd name="connsiteX4" fmla="*/ 0 w 2654709"/>
              <a:gd name="connsiteY4" fmla="*/ 0 h 2615381"/>
              <a:gd name="connsiteX0" fmla="*/ 0 w 2654710"/>
              <a:gd name="connsiteY0" fmla="*/ 0 h 2605549"/>
              <a:gd name="connsiteX1" fmla="*/ 2654709 w 2654710"/>
              <a:gd name="connsiteY1" fmla="*/ 255639 h 2605549"/>
              <a:gd name="connsiteX2" fmla="*/ 2654710 w 2654710"/>
              <a:gd name="connsiteY2" fmla="*/ 2605549 h 2605549"/>
              <a:gd name="connsiteX3" fmla="*/ 9832 w 2654710"/>
              <a:gd name="connsiteY3" fmla="*/ 167149 h 2605549"/>
              <a:gd name="connsiteX4" fmla="*/ 0 w 2654710"/>
              <a:gd name="connsiteY4" fmla="*/ 0 h 2605549"/>
              <a:gd name="connsiteX0" fmla="*/ 0 w 2654710"/>
              <a:gd name="connsiteY0" fmla="*/ 0 h 2605549"/>
              <a:gd name="connsiteX1" fmla="*/ 2654709 w 2654710"/>
              <a:gd name="connsiteY1" fmla="*/ 255639 h 2605549"/>
              <a:gd name="connsiteX2" fmla="*/ 2654710 w 2654710"/>
              <a:gd name="connsiteY2" fmla="*/ 2605549 h 2605549"/>
              <a:gd name="connsiteX3" fmla="*/ 9832 w 2654710"/>
              <a:gd name="connsiteY3" fmla="*/ 167149 h 2605549"/>
              <a:gd name="connsiteX4" fmla="*/ 0 w 2654710"/>
              <a:gd name="connsiteY4" fmla="*/ 0 h 2605549"/>
              <a:gd name="connsiteX0" fmla="*/ 0 w 2654710"/>
              <a:gd name="connsiteY0" fmla="*/ 0 h 2605549"/>
              <a:gd name="connsiteX1" fmla="*/ 2654709 w 2654710"/>
              <a:gd name="connsiteY1" fmla="*/ 255639 h 2605549"/>
              <a:gd name="connsiteX2" fmla="*/ 2654710 w 2654710"/>
              <a:gd name="connsiteY2" fmla="*/ 2605549 h 2605549"/>
              <a:gd name="connsiteX3" fmla="*/ 9832 w 2654710"/>
              <a:gd name="connsiteY3" fmla="*/ 167149 h 2605549"/>
              <a:gd name="connsiteX4" fmla="*/ 0 w 2654710"/>
              <a:gd name="connsiteY4" fmla="*/ 0 h 2605549"/>
              <a:gd name="connsiteX0" fmla="*/ 0 w 2654710"/>
              <a:gd name="connsiteY0" fmla="*/ 0 h 2605549"/>
              <a:gd name="connsiteX1" fmla="*/ 2654709 w 2654710"/>
              <a:gd name="connsiteY1" fmla="*/ 255639 h 2605549"/>
              <a:gd name="connsiteX2" fmla="*/ 2654710 w 2654710"/>
              <a:gd name="connsiteY2" fmla="*/ 2605549 h 2605549"/>
              <a:gd name="connsiteX3" fmla="*/ 9832 w 2654710"/>
              <a:gd name="connsiteY3" fmla="*/ 167149 h 2605549"/>
              <a:gd name="connsiteX4" fmla="*/ 0 w 2654710"/>
              <a:gd name="connsiteY4" fmla="*/ 0 h 2605549"/>
              <a:gd name="connsiteX0" fmla="*/ 0 w 2654710"/>
              <a:gd name="connsiteY0" fmla="*/ 0 h 2605549"/>
              <a:gd name="connsiteX1" fmla="*/ 2654709 w 2654710"/>
              <a:gd name="connsiteY1" fmla="*/ 255639 h 2605549"/>
              <a:gd name="connsiteX2" fmla="*/ 2654710 w 2654710"/>
              <a:gd name="connsiteY2" fmla="*/ 2605549 h 2605549"/>
              <a:gd name="connsiteX3" fmla="*/ 9832 w 2654710"/>
              <a:gd name="connsiteY3" fmla="*/ 167149 h 2605549"/>
              <a:gd name="connsiteX4" fmla="*/ 0 w 2654710"/>
              <a:gd name="connsiteY4" fmla="*/ 0 h 2605549"/>
              <a:gd name="connsiteX0" fmla="*/ 29497 w 2684207"/>
              <a:gd name="connsiteY0" fmla="*/ 0 h 2605549"/>
              <a:gd name="connsiteX1" fmla="*/ 2684206 w 2684207"/>
              <a:gd name="connsiteY1" fmla="*/ 255639 h 2605549"/>
              <a:gd name="connsiteX2" fmla="*/ 2684207 w 2684207"/>
              <a:gd name="connsiteY2" fmla="*/ 2605549 h 2605549"/>
              <a:gd name="connsiteX3" fmla="*/ 0 w 2684207"/>
              <a:gd name="connsiteY3" fmla="*/ 176981 h 2605549"/>
              <a:gd name="connsiteX4" fmla="*/ 29497 w 2684207"/>
              <a:gd name="connsiteY4" fmla="*/ 0 h 2605549"/>
              <a:gd name="connsiteX0" fmla="*/ 29497 w 2684207"/>
              <a:gd name="connsiteY0" fmla="*/ 0 h 2605549"/>
              <a:gd name="connsiteX1" fmla="*/ 2684206 w 2684207"/>
              <a:gd name="connsiteY1" fmla="*/ 255639 h 2605549"/>
              <a:gd name="connsiteX2" fmla="*/ 2684207 w 2684207"/>
              <a:gd name="connsiteY2" fmla="*/ 2605549 h 2605549"/>
              <a:gd name="connsiteX3" fmla="*/ 0 w 2684207"/>
              <a:gd name="connsiteY3" fmla="*/ 176981 h 2605549"/>
              <a:gd name="connsiteX4" fmla="*/ 29497 w 2684207"/>
              <a:gd name="connsiteY4" fmla="*/ 0 h 2605549"/>
              <a:gd name="connsiteX0" fmla="*/ 226143 w 2880853"/>
              <a:gd name="connsiteY0" fmla="*/ 0 h 2605549"/>
              <a:gd name="connsiteX1" fmla="*/ 2880852 w 2880853"/>
              <a:gd name="connsiteY1" fmla="*/ 255639 h 2605549"/>
              <a:gd name="connsiteX2" fmla="*/ 2880853 w 2880853"/>
              <a:gd name="connsiteY2" fmla="*/ 2605549 h 2605549"/>
              <a:gd name="connsiteX3" fmla="*/ 0 w 2880853"/>
              <a:gd name="connsiteY3" fmla="*/ 1543665 h 2605549"/>
              <a:gd name="connsiteX4" fmla="*/ 226143 w 2880853"/>
              <a:gd name="connsiteY4" fmla="*/ 0 h 2605549"/>
              <a:gd name="connsiteX0" fmla="*/ 226143 w 2880853"/>
              <a:gd name="connsiteY0" fmla="*/ 0 h 2605549"/>
              <a:gd name="connsiteX1" fmla="*/ 2880852 w 2880853"/>
              <a:gd name="connsiteY1" fmla="*/ 255639 h 2605549"/>
              <a:gd name="connsiteX2" fmla="*/ 2880853 w 2880853"/>
              <a:gd name="connsiteY2" fmla="*/ 2605549 h 2605549"/>
              <a:gd name="connsiteX3" fmla="*/ 0 w 2880853"/>
              <a:gd name="connsiteY3" fmla="*/ 1543665 h 2605549"/>
              <a:gd name="connsiteX4" fmla="*/ 226143 w 2880853"/>
              <a:gd name="connsiteY4" fmla="*/ 0 h 2605549"/>
              <a:gd name="connsiteX0" fmla="*/ 226143 w 2880853"/>
              <a:gd name="connsiteY0" fmla="*/ 0 h 2605549"/>
              <a:gd name="connsiteX1" fmla="*/ 2880852 w 2880853"/>
              <a:gd name="connsiteY1" fmla="*/ 255639 h 2605549"/>
              <a:gd name="connsiteX2" fmla="*/ 2880853 w 2880853"/>
              <a:gd name="connsiteY2" fmla="*/ 2605549 h 2605549"/>
              <a:gd name="connsiteX3" fmla="*/ 0 w 2880853"/>
              <a:gd name="connsiteY3" fmla="*/ 1543665 h 2605549"/>
              <a:gd name="connsiteX4" fmla="*/ 226143 w 2880853"/>
              <a:gd name="connsiteY4" fmla="*/ 0 h 2605549"/>
              <a:gd name="connsiteX0" fmla="*/ 0 w 2939845"/>
              <a:gd name="connsiteY0" fmla="*/ 1140541 h 2349910"/>
              <a:gd name="connsiteX1" fmla="*/ 2939844 w 2939845"/>
              <a:gd name="connsiteY1" fmla="*/ 0 h 2349910"/>
              <a:gd name="connsiteX2" fmla="*/ 2939845 w 2939845"/>
              <a:gd name="connsiteY2" fmla="*/ 2349910 h 2349910"/>
              <a:gd name="connsiteX3" fmla="*/ 58992 w 2939845"/>
              <a:gd name="connsiteY3" fmla="*/ 1288026 h 2349910"/>
              <a:gd name="connsiteX4" fmla="*/ 0 w 2939845"/>
              <a:gd name="connsiteY4" fmla="*/ 1140541 h 2349910"/>
              <a:gd name="connsiteX0" fmla="*/ 0 w 2939845"/>
              <a:gd name="connsiteY0" fmla="*/ 1140541 h 2349910"/>
              <a:gd name="connsiteX1" fmla="*/ 2939844 w 2939845"/>
              <a:gd name="connsiteY1" fmla="*/ 0 h 2349910"/>
              <a:gd name="connsiteX2" fmla="*/ 2939845 w 2939845"/>
              <a:gd name="connsiteY2" fmla="*/ 2349910 h 2349910"/>
              <a:gd name="connsiteX3" fmla="*/ 58992 w 2939845"/>
              <a:gd name="connsiteY3" fmla="*/ 1288026 h 2349910"/>
              <a:gd name="connsiteX4" fmla="*/ 0 w 2939845"/>
              <a:gd name="connsiteY4" fmla="*/ 1140541 h 2349910"/>
              <a:gd name="connsiteX0" fmla="*/ 0 w 2939845"/>
              <a:gd name="connsiteY0" fmla="*/ 1140541 h 2349910"/>
              <a:gd name="connsiteX1" fmla="*/ 2939844 w 2939845"/>
              <a:gd name="connsiteY1" fmla="*/ 0 h 2349910"/>
              <a:gd name="connsiteX2" fmla="*/ 2939845 w 2939845"/>
              <a:gd name="connsiteY2" fmla="*/ 2349910 h 2349910"/>
              <a:gd name="connsiteX3" fmla="*/ 58992 w 2939845"/>
              <a:gd name="connsiteY3" fmla="*/ 1288026 h 2349910"/>
              <a:gd name="connsiteX4" fmla="*/ 0 w 2939845"/>
              <a:gd name="connsiteY4" fmla="*/ 1140541 h 2349910"/>
              <a:gd name="connsiteX0" fmla="*/ 0 w 2939845"/>
              <a:gd name="connsiteY0" fmla="*/ 1140541 h 2349910"/>
              <a:gd name="connsiteX1" fmla="*/ 2939844 w 2939845"/>
              <a:gd name="connsiteY1" fmla="*/ 0 h 2349910"/>
              <a:gd name="connsiteX2" fmla="*/ 2939845 w 2939845"/>
              <a:gd name="connsiteY2" fmla="*/ 2349910 h 2349910"/>
              <a:gd name="connsiteX3" fmla="*/ 19663 w 2939845"/>
              <a:gd name="connsiteY3" fmla="*/ 1307690 h 2349910"/>
              <a:gd name="connsiteX4" fmla="*/ 0 w 2939845"/>
              <a:gd name="connsiteY4" fmla="*/ 1140541 h 2349910"/>
              <a:gd name="connsiteX0" fmla="*/ 0 w 2939844"/>
              <a:gd name="connsiteY0" fmla="*/ 1140541 h 2878230"/>
              <a:gd name="connsiteX1" fmla="*/ 2939844 w 2939844"/>
              <a:gd name="connsiteY1" fmla="*/ 0 h 2878230"/>
              <a:gd name="connsiteX2" fmla="*/ 2919525 w 2939844"/>
              <a:gd name="connsiteY2" fmla="*/ 2878230 h 2878230"/>
              <a:gd name="connsiteX3" fmla="*/ 19663 w 2939844"/>
              <a:gd name="connsiteY3" fmla="*/ 1307690 h 2878230"/>
              <a:gd name="connsiteX4" fmla="*/ 0 w 2939844"/>
              <a:gd name="connsiteY4" fmla="*/ 1140541 h 2878230"/>
              <a:gd name="connsiteX0" fmla="*/ 0 w 2939844"/>
              <a:gd name="connsiteY0" fmla="*/ 1140541 h 2878230"/>
              <a:gd name="connsiteX1" fmla="*/ 2939844 w 2939844"/>
              <a:gd name="connsiteY1" fmla="*/ 0 h 2878230"/>
              <a:gd name="connsiteX2" fmla="*/ 2919525 w 2939844"/>
              <a:gd name="connsiteY2" fmla="*/ 2878230 h 2878230"/>
              <a:gd name="connsiteX3" fmla="*/ 19663 w 2939844"/>
              <a:gd name="connsiteY3" fmla="*/ 1307690 h 2878230"/>
              <a:gd name="connsiteX4" fmla="*/ 0 w 2939844"/>
              <a:gd name="connsiteY4" fmla="*/ 1140541 h 2878230"/>
              <a:gd name="connsiteX0" fmla="*/ 0 w 2919525"/>
              <a:gd name="connsiteY0" fmla="*/ 896701 h 2634390"/>
              <a:gd name="connsiteX1" fmla="*/ 2899204 w 2919525"/>
              <a:gd name="connsiteY1" fmla="*/ 0 h 2634390"/>
              <a:gd name="connsiteX2" fmla="*/ 2919525 w 2919525"/>
              <a:gd name="connsiteY2" fmla="*/ 2634390 h 2634390"/>
              <a:gd name="connsiteX3" fmla="*/ 19663 w 2919525"/>
              <a:gd name="connsiteY3" fmla="*/ 1063850 h 2634390"/>
              <a:gd name="connsiteX4" fmla="*/ 0 w 2919525"/>
              <a:gd name="connsiteY4" fmla="*/ 896701 h 2634390"/>
              <a:gd name="connsiteX0" fmla="*/ 0 w 2919525"/>
              <a:gd name="connsiteY0" fmla="*/ 896701 h 2634390"/>
              <a:gd name="connsiteX1" fmla="*/ 2899204 w 2919525"/>
              <a:gd name="connsiteY1" fmla="*/ 0 h 2634390"/>
              <a:gd name="connsiteX2" fmla="*/ 2919525 w 2919525"/>
              <a:gd name="connsiteY2" fmla="*/ 2634390 h 2634390"/>
              <a:gd name="connsiteX3" fmla="*/ 19663 w 2919525"/>
              <a:gd name="connsiteY3" fmla="*/ 1063850 h 2634390"/>
              <a:gd name="connsiteX4" fmla="*/ 0 w 2919525"/>
              <a:gd name="connsiteY4" fmla="*/ 896701 h 2634390"/>
              <a:gd name="connsiteX0" fmla="*/ 0 w 2919525"/>
              <a:gd name="connsiteY0" fmla="*/ 896701 h 2634390"/>
              <a:gd name="connsiteX1" fmla="*/ 2899204 w 2919525"/>
              <a:gd name="connsiteY1" fmla="*/ 0 h 2634390"/>
              <a:gd name="connsiteX2" fmla="*/ 2919525 w 2919525"/>
              <a:gd name="connsiteY2" fmla="*/ 2634390 h 2634390"/>
              <a:gd name="connsiteX3" fmla="*/ 29823 w 2919525"/>
              <a:gd name="connsiteY3" fmla="*/ 1094330 h 2634390"/>
              <a:gd name="connsiteX4" fmla="*/ 0 w 2919525"/>
              <a:gd name="connsiteY4" fmla="*/ 896701 h 2634390"/>
              <a:gd name="connsiteX0" fmla="*/ 0 w 2919525"/>
              <a:gd name="connsiteY0" fmla="*/ 896701 h 2634390"/>
              <a:gd name="connsiteX1" fmla="*/ 2899204 w 2919525"/>
              <a:gd name="connsiteY1" fmla="*/ 0 h 2634390"/>
              <a:gd name="connsiteX2" fmla="*/ 2919525 w 2919525"/>
              <a:gd name="connsiteY2" fmla="*/ 2634390 h 2634390"/>
              <a:gd name="connsiteX3" fmla="*/ 29823 w 2919525"/>
              <a:gd name="connsiteY3" fmla="*/ 1094330 h 2634390"/>
              <a:gd name="connsiteX4" fmla="*/ 0 w 2919525"/>
              <a:gd name="connsiteY4" fmla="*/ 896701 h 2634390"/>
              <a:gd name="connsiteX0" fmla="*/ 10817 w 2889702"/>
              <a:gd name="connsiteY0" fmla="*/ 896701 h 2634390"/>
              <a:gd name="connsiteX1" fmla="*/ 2869381 w 2889702"/>
              <a:gd name="connsiteY1" fmla="*/ 0 h 2634390"/>
              <a:gd name="connsiteX2" fmla="*/ 2889702 w 2889702"/>
              <a:gd name="connsiteY2" fmla="*/ 2634390 h 2634390"/>
              <a:gd name="connsiteX3" fmla="*/ 0 w 2889702"/>
              <a:gd name="connsiteY3" fmla="*/ 1094330 h 2634390"/>
              <a:gd name="connsiteX4" fmla="*/ 10817 w 2889702"/>
              <a:gd name="connsiteY4" fmla="*/ 896701 h 2634390"/>
              <a:gd name="connsiteX0" fmla="*/ 10817 w 2889702"/>
              <a:gd name="connsiteY0" fmla="*/ 896701 h 2634390"/>
              <a:gd name="connsiteX1" fmla="*/ 2869381 w 2889702"/>
              <a:gd name="connsiteY1" fmla="*/ 0 h 2634390"/>
              <a:gd name="connsiteX2" fmla="*/ 2889702 w 2889702"/>
              <a:gd name="connsiteY2" fmla="*/ 2634390 h 2634390"/>
              <a:gd name="connsiteX3" fmla="*/ 0 w 2889702"/>
              <a:gd name="connsiteY3" fmla="*/ 1094330 h 2634390"/>
              <a:gd name="connsiteX4" fmla="*/ 10817 w 2889702"/>
              <a:gd name="connsiteY4" fmla="*/ 896701 h 2634390"/>
              <a:gd name="connsiteX0" fmla="*/ 0 w 2899205"/>
              <a:gd name="connsiteY0" fmla="*/ 541101 h 2634390"/>
              <a:gd name="connsiteX1" fmla="*/ 2878884 w 2899205"/>
              <a:gd name="connsiteY1" fmla="*/ 0 h 2634390"/>
              <a:gd name="connsiteX2" fmla="*/ 2899205 w 2899205"/>
              <a:gd name="connsiteY2" fmla="*/ 2634390 h 2634390"/>
              <a:gd name="connsiteX3" fmla="*/ 9503 w 2899205"/>
              <a:gd name="connsiteY3" fmla="*/ 1094330 h 2634390"/>
              <a:gd name="connsiteX4" fmla="*/ 0 w 2899205"/>
              <a:gd name="connsiteY4" fmla="*/ 541101 h 2634390"/>
              <a:gd name="connsiteX0" fmla="*/ 0 w 2899205"/>
              <a:gd name="connsiteY0" fmla="*/ 541101 h 2634390"/>
              <a:gd name="connsiteX1" fmla="*/ 2878884 w 2899205"/>
              <a:gd name="connsiteY1" fmla="*/ 0 h 2634390"/>
              <a:gd name="connsiteX2" fmla="*/ 2899205 w 2899205"/>
              <a:gd name="connsiteY2" fmla="*/ 2634390 h 2634390"/>
              <a:gd name="connsiteX3" fmla="*/ 9503 w 2899205"/>
              <a:gd name="connsiteY3" fmla="*/ 1094330 h 2634390"/>
              <a:gd name="connsiteX4" fmla="*/ 0 w 2899205"/>
              <a:gd name="connsiteY4" fmla="*/ 541101 h 2634390"/>
              <a:gd name="connsiteX0" fmla="*/ 657 w 2899862"/>
              <a:gd name="connsiteY0" fmla="*/ 541101 h 2634390"/>
              <a:gd name="connsiteX1" fmla="*/ 2879541 w 2899862"/>
              <a:gd name="connsiteY1" fmla="*/ 0 h 2634390"/>
              <a:gd name="connsiteX2" fmla="*/ 2899862 w 2899862"/>
              <a:gd name="connsiteY2" fmla="*/ 2634390 h 2634390"/>
              <a:gd name="connsiteX3" fmla="*/ 0 w 2899862"/>
              <a:gd name="connsiteY3" fmla="*/ 708250 h 2634390"/>
              <a:gd name="connsiteX4" fmla="*/ 657 w 2899862"/>
              <a:gd name="connsiteY4" fmla="*/ 541101 h 2634390"/>
              <a:gd name="connsiteX0" fmla="*/ 657 w 2899862"/>
              <a:gd name="connsiteY0" fmla="*/ 541101 h 2634390"/>
              <a:gd name="connsiteX1" fmla="*/ 2879541 w 2899862"/>
              <a:gd name="connsiteY1" fmla="*/ 0 h 2634390"/>
              <a:gd name="connsiteX2" fmla="*/ 2899862 w 2899862"/>
              <a:gd name="connsiteY2" fmla="*/ 2634390 h 2634390"/>
              <a:gd name="connsiteX3" fmla="*/ 0 w 2899862"/>
              <a:gd name="connsiteY3" fmla="*/ 708250 h 2634390"/>
              <a:gd name="connsiteX4" fmla="*/ 657 w 2899862"/>
              <a:gd name="connsiteY4" fmla="*/ 541101 h 26343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899862" h="2634390">
                <a:moveTo>
                  <a:pt x="657" y="541101"/>
                </a:moveTo>
                <a:cubicBezTo>
                  <a:pt x="1842566" y="465721"/>
                  <a:pt x="1787505" y="533564"/>
                  <a:pt x="2879541" y="0"/>
                </a:cubicBezTo>
                <a:cubicBezTo>
                  <a:pt x="2879541" y="783303"/>
                  <a:pt x="2899862" y="1851087"/>
                  <a:pt x="2899862" y="2634390"/>
                </a:cubicBezTo>
                <a:cubicBezTo>
                  <a:pt x="2640945" y="598784"/>
                  <a:pt x="2154903" y="642374"/>
                  <a:pt x="0" y="708250"/>
                </a:cubicBezTo>
                <a:lnTo>
                  <a:pt x="657" y="541101"/>
                </a:lnTo>
                <a:close/>
              </a:path>
            </a:pathLst>
          </a:custGeom>
          <a:gradFill>
            <a:gsLst>
              <a:gs pos="0">
                <a:schemeClr val="bg1">
                  <a:lumMod val="95000"/>
                </a:schemeClr>
              </a:gs>
              <a:gs pos="100000">
                <a:schemeClr val="bg1">
                  <a:lumMod val="75000"/>
                </a:schemeClr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65" name="Down Arrow 264">
            <a:extLst>
              <a:ext uri="{FF2B5EF4-FFF2-40B4-BE49-F238E27FC236}">
                <a16:creationId xmlns:a16="http://schemas.microsoft.com/office/drawing/2014/main" id="{3CB1AFBB-CB3F-1542-8613-2F98EF8BBFE5}"/>
              </a:ext>
            </a:extLst>
          </p:cNvPr>
          <p:cNvSpPr/>
          <p:nvPr/>
        </p:nvSpPr>
        <p:spPr>
          <a:xfrm rot="16200000">
            <a:off x="6612907" y="5410623"/>
            <a:ext cx="339615" cy="560629"/>
          </a:xfrm>
          <a:prstGeom prst="downArrow">
            <a:avLst/>
          </a:prstGeom>
          <a:gradFill>
            <a:gsLst>
              <a:gs pos="0">
                <a:schemeClr val="bg1"/>
              </a:gs>
              <a:gs pos="100000">
                <a:schemeClr val="accent5">
                  <a:lumMod val="40000"/>
                  <a:lumOff val="60000"/>
                </a:schemeClr>
              </a:gs>
            </a:gsLst>
            <a:lin ang="54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B3DD77FF-E95C-9640-83A8-8668D2A2C680}"/>
              </a:ext>
            </a:extLst>
          </p:cNvPr>
          <p:cNvGrpSpPr/>
          <p:nvPr/>
        </p:nvGrpSpPr>
        <p:grpSpPr>
          <a:xfrm>
            <a:off x="751840" y="2113280"/>
            <a:ext cx="6014720" cy="4541520"/>
            <a:chOff x="751840" y="2113280"/>
            <a:chExt cx="6014720" cy="4541520"/>
          </a:xfrm>
        </p:grpSpPr>
        <p:sp>
          <p:nvSpPr>
            <p:cNvPr id="176" name="Rectangle 175">
              <a:extLst>
                <a:ext uri="{FF2B5EF4-FFF2-40B4-BE49-F238E27FC236}">
                  <a16:creationId xmlns:a16="http://schemas.microsoft.com/office/drawing/2014/main" id="{F01C52F0-787E-E542-8310-BD2127FCC025}"/>
                </a:ext>
              </a:extLst>
            </p:cNvPr>
            <p:cNvSpPr/>
            <p:nvPr/>
          </p:nvSpPr>
          <p:spPr>
            <a:xfrm>
              <a:off x="782320" y="3942080"/>
              <a:ext cx="5659120" cy="2712720"/>
            </a:xfrm>
            <a:prstGeom prst="rect">
              <a:avLst/>
            </a:prstGeom>
            <a:solidFill>
              <a:schemeClr val="accent5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8" name="Freeform 7">
              <a:extLst>
                <a:ext uri="{FF2B5EF4-FFF2-40B4-BE49-F238E27FC236}">
                  <a16:creationId xmlns:a16="http://schemas.microsoft.com/office/drawing/2014/main" id="{0B553762-65E4-7242-AB73-E073D39B1FB6}"/>
                </a:ext>
              </a:extLst>
            </p:cNvPr>
            <p:cNvSpPr/>
            <p:nvPr/>
          </p:nvSpPr>
          <p:spPr>
            <a:xfrm>
              <a:off x="751840" y="2113280"/>
              <a:ext cx="6014720" cy="1838960"/>
            </a:xfrm>
            <a:custGeom>
              <a:avLst/>
              <a:gdLst>
                <a:gd name="connsiteX0" fmla="*/ 6014720 w 6014720"/>
                <a:gd name="connsiteY0" fmla="*/ 0 h 1838960"/>
                <a:gd name="connsiteX1" fmla="*/ 5618480 w 6014720"/>
                <a:gd name="connsiteY1" fmla="*/ 1838960 h 1838960"/>
                <a:gd name="connsiteX2" fmla="*/ 0 w 6014720"/>
                <a:gd name="connsiteY2" fmla="*/ 1838960 h 1838960"/>
                <a:gd name="connsiteX3" fmla="*/ 5496560 w 6014720"/>
                <a:gd name="connsiteY3" fmla="*/ 0 h 1838960"/>
                <a:gd name="connsiteX4" fmla="*/ 6014720 w 6014720"/>
                <a:gd name="connsiteY4" fmla="*/ 0 h 1838960"/>
                <a:gd name="connsiteX0" fmla="*/ 6014720 w 6014720"/>
                <a:gd name="connsiteY0" fmla="*/ 0 h 1838960"/>
                <a:gd name="connsiteX1" fmla="*/ 5618480 w 6014720"/>
                <a:gd name="connsiteY1" fmla="*/ 1838960 h 1838960"/>
                <a:gd name="connsiteX2" fmla="*/ 0 w 6014720"/>
                <a:gd name="connsiteY2" fmla="*/ 1838960 h 1838960"/>
                <a:gd name="connsiteX3" fmla="*/ 5496560 w 6014720"/>
                <a:gd name="connsiteY3" fmla="*/ 0 h 1838960"/>
                <a:gd name="connsiteX4" fmla="*/ 6014720 w 6014720"/>
                <a:gd name="connsiteY4" fmla="*/ 0 h 1838960"/>
                <a:gd name="connsiteX0" fmla="*/ 6014720 w 6014720"/>
                <a:gd name="connsiteY0" fmla="*/ 0 h 1838960"/>
                <a:gd name="connsiteX1" fmla="*/ 5618480 w 6014720"/>
                <a:gd name="connsiteY1" fmla="*/ 1838960 h 1838960"/>
                <a:gd name="connsiteX2" fmla="*/ 0 w 6014720"/>
                <a:gd name="connsiteY2" fmla="*/ 1838960 h 1838960"/>
                <a:gd name="connsiteX3" fmla="*/ 5496560 w 6014720"/>
                <a:gd name="connsiteY3" fmla="*/ 0 h 1838960"/>
                <a:gd name="connsiteX4" fmla="*/ 6014720 w 6014720"/>
                <a:gd name="connsiteY4" fmla="*/ 0 h 1838960"/>
                <a:gd name="connsiteX0" fmla="*/ 6014720 w 6014720"/>
                <a:gd name="connsiteY0" fmla="*/ 0 h 1838960"/>
                <a:gd name="connsiteX1" fmla="*/ 5618480 w 6014720"/>
                <a:gd name="connsiteY1" fmla="*/ 1838960 h 1838960"/>
                <a:gd name="connsiteX2" fmla="*/ 0 w 6014720"/>
                <a:gd name="connsiteY2" fmla="*/ 1838960 h 1838960"/>
                <a:gd name="connsiteX3" fmla="*/ 5496560 w 6014720"/>
                <a:gd name="connsiteY3" fmla="*/ 0 h 1838960"/>
                <a:gd name="connsiteX4" fmla="*/ 6014720 w 6014720"/>
                <a:gd name="connsiteY4" fmla="*/ 0 h 1838960"/>
                <a:gd name="connsiteX0" fmla="*/ 6014720 w 6014720"/>
                <a:gd name="connsiteY0" fmla="*/ 0 h 1838960"/>
                <a:gd name="connsiteX1" fmla="*/ 5618480 w 6014720"/>
                <a:gd name="connsiteY1" fmla="*/ 1838960 h 1838960"/>
                <a:gd name="connsiteX2" fmla="*/ 0 w 6014720"/>
                <a:gd name="connsiteY2" fmla="*/ 1838960 h 1838960"/>
                <a:gd name="connsiteX3" fmla="*/ 5496560 w 6014720"/>
                <a:gd name="connsiteY3" fmla="*/ 0 h 1838960"/>
                <a:gd name="connsiteX4" fmla="*/ 6014720 w 6014720"/>
                <a:gd name="connsiteY4" fmla="*/ 0 h 1838960"/>
                <a:gd name="connsiteX0" fmla="*/ 6014720 w 6014720"/>
                <a:gd name="connsiteY0" fmla="*/ 0 h 1838960"/>
                <a:gd name="connsiteX1" fmla="*/ 5618480 w 6014720"/>
                <a:gd name="connsiteY1" fmla="*/ 1838960 h 1838960"/>
                <a:gd name="connsiteX2" fmla="*/ 0 w 6014720"/>
                <a:gd name="connsiteY2" fmla="*/ 1838960 h 1838960"/>
                <a:gd name="connsiteX3" fmla="*/ 5496560 w 6014720"/>
                <a:gd name="connsiteY3" fmla="*/ 0 h 1838960"/>
                <a:gd name="connsiteX4" fmla="*/ 6014720 w 6014720"/>
                <a:gd name="connsiteY4" fmla="*/ 0 h 1838960"/>
                <a:gd name="connsiteX0" fmla="*/ 6014720 w 6014720"/>
                <a:gd name="connsiteY0" fmla="*/ 0 h 1838960"/>
                <a:gd name="connsiteX1" fmla="*/ 5618480 w 6014720"/>
                <a:gd name="connsiteY1" fmla="*/ 1838960 h 1838960"/>
                <a:gd name="connsiteX2" fmla="*/ 0 w 6014720"/>
                <a:gd name="connsiteY2" fmla="*/ 1838960 h 1838960"/>
                <a:gd name="connsiteX3" fmla="*/ 5496560 w 6014720"/>
                <a:gd name="connsiteY3" fmla="*/ 0 h 1838960"/>
                <a:gd name="connsiteX4" fmla="*/ 6014720 w 6014720"/>
                <a:gd name="connsiteY4" fmla="*/ 0 h 1838960"/>
                <a:gd name="connsiteX0" fmla="*/ 6014720 w 6014720"/>
                <a:gd name="connsiteY0" fmla="*/ 0 h 1838960"/>
                <a:gd name="connsiteX1" fmla="*/ 5618480 w 6014720"/>
                <a:gd name="connsiteY1" fmla="*/ 1838960 h 1838960"/>
                <a:gd name="connsiteX2" fmla="*/ 0 w 6014720"/>
                <a:gd name="connsiteY2" fmla="*/ 1838960 h 1838960"/>
                <a:gd name="connsiteX3" fmla="*/ 5496560 w 6014720"/>
                <a:gd name="connsiteY3" fmla="*/ 0 h 1838960"/>
                <a:gd name="connsiteX4" fmla="*/ 6014720 w 6014720"/>
                <a:gd name="connsiteY4" fmla="*/ 0 h 1838960"/>
                <a:gd name="connsiteX0" fmla="*/ 6014720 w 6014720"/>
                <a:gd name="connsiteY0" fmla="*/ 0 h 1838960"/>
                <a:gd name="connsiteX1" fmla="*/ 5618480 w 6014720"/>
                <a:gd name="connsiteY1" fmla="*/ 1838960 h 1838960"/>
                <a:gd name="connsiteX2" fmla="*/ 0 w 6014720"/>
                <a:gd name="connsiteY2" fmla="*/ 1838960 h 1838960"/>
                <a:gd name="connsiteX3" fmla="*/ 5496560 w 6014720"/>
                <a:gd name="connsiteY3" fmla="*/ 0 h 1838960"/>
                <a:gd name="connsiteX4" fmla="*/ 6014720 w 6014720"/>
                <a:gd name="connsiteY4" fmla="*/ 0 h 1838960"/>
                <a:gd name="connsiteX0" fmla="*/ 6014720 w 6014720"/>
                <a:gd name="connsiteY0" fmla="*/ 0 h 1838960"/>
                <a:gd name="connsiteX1" fmla="*/ 5659120 w 6014720"/>
                <a:gd name="connsiteY1" fmla="*/ 1838960 h 1838960"/>
                <a:gd name="connsiteX2" fmla="*/ 0 w 6014720"/>
                <a:gd name="connsiteY2" fmla="*/ 1838960 h 1838960"/>
                <a:gd name="connsiteX3" fmla="*/ 5496560 w 6014720"/>
                <a:gd name="connsiteY3" fmla="*/ 0 h 1838960"/>
                <a:gd name="connsiteX4" fmla="*/ 6014720 w 6014720"/>
                <a:gd name="connsiteY4" fmla="*/ 0 h 1838960"/>
                <a:gd name="connsiteX0" fmla="*/ 6014720 w 6014720"/>
                <a:gd name="connsiteY0" fmla="*/ 0 h 1838960"/>
                <a:gd name="connsiteX1" fmla="*/ 5659120 w 6014720"/>
                <a:gd name="connsiteY1" fmla="*/ 1838960 h 1838960"/>
                <a:gd name="connsiteX2" fmla="*/ 0 w 6014720"/>
                <a:gd name="connsiteY2" fmla="*/ 1838960 h 1838960"/>
                <a:gd name="connsiteX3" fmla="*/ 5496560 w 6014720"/>
                <a:gd name="connsiteY3" fmla="*/ 0 h 1838960"/>
                <a:gd name="connsiteX4" fmla="*/ 6014720 w 6014720"/>
                <a:gd name="connsiteY4" fmla="*/ 0 h 18389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14720" h="1838960">
                  <a:moveTo>
                    <a:pt x="6014720" y="0"/>
                  </a:moveTo>
                  <a:cubicBezTo>
                    <a:pt x="4937760" y="795867"/>
                    <a:pt x="5008880" y="1479973"/>
                    <a:pt x="5659120" y="1838960"/>
                  </a:cubicBezTo>
                  <a:lnTo>
                    <a:pt x="0" y="1838960"/>
                  </a:lnTo>
                  <a:cubicBezTo>
                    <a:pt x="3772747" y="1642533"/>
                    <a:pt x="3776133" y="1578187"/>
                    <a:pt x="5496560" y="0"/>
                  </a:cubicBezTo>
                  <a:lnTo>
                    <a:pt x="6014720" y="0"/>
                  </a:lnTo>
                  <a:close/>
                </a:path>
              </a:pathLst>
            </a:custGeom>
            <a:gradFill>
              <a:gsLst>
                <a:gs pos="0">
                  <a:schemeClr val="bg1"/>
                </a:gs>
                <a:gs pos="100000">
                  <a:schemeClr val="accent5">
                    <a:lumMod val="20000"/>
                    <a:lumOff val="80000"/>
                  </a:schemeClr>
                </a:gs>
              </a:gsLst>
              <a:lin ang="540000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260" name="Group 259">
            <a:extLst>
              <a:ext uri="{FF2B5EF4-FFF2-40B4-BE49-F238E27FC236}">
                <a16:creationId xmlns:a16="http://schemas.microsoft.com/office/drawing/2014/main" id="{F7FE6501-59AE-7E4F-A363-64532C89299C}"/>
              </a:ext>
            </a:extLst>
          </p:cNvPr>
          <p:cNvGrpSpPr/>
          <p:nvPr/>
        </p:nvGrpSpPr>
        <p:grpSpPr>
          <a:xfrm>
            <a:off x="5852446" y="1758989"/>
            <a:ext cx="1196054" cy="1022555"/>
            <a:chOff x="9655277" y="2349909"/>
            <a:chExt cx="1196054" cy="1022555"/>
          </a:xfrm>
        </p:grpSpPr>
        <p:sp>
          <p:nvSpPr>
            <p:cNvPr id="261" name="Freeform 260">
              <a:extLst>
                <a:ext uri="{FF2B5EF4-FFF2-40B4-BE49-F238E27FC236}">
                  <a16:creationId xmlns:a16="http://schemas.microsoft.com/office/drawing/2014/main" id="{C63ACF7A-01CE-D940-9A14-306A3279A424}"/>
                </a:ext>
              </a:extLst>
            </p:cNvPr>
            <p:cNvSpPr/>
            <p:nvPr/>
          </p:nvSpPr>
          <p:spPr>
            <a:xfrm>
              <a:off x="9655277" y="2349909"/>
              <a:ext cx="1196054" cy="1022555"/>
            </a:xfrm>
            <a:custGeom>
              <a:avLst/>
              <a:gdLst>
                <a:gd name="connsiteX0" fmla="*/ 1416106 w 2820074"/>
                <a:gd name="connsiteY0" fmla="*/ 606903 h 2290046"/>
                <a:gd name="connsiteX1" fmla="*/ 1096471 w 2820074"/>
                <a:gd name="connsiteY1" fmla="*/ 222531 h 2290046"/>
                <a:gd name="connsiteX2" fmla="*/ 954860 w 2820074"/>
                <a:gd name="connsiteY2" fmla="*/ 667593 h 2290046"/>
                <a:gd name="connsiteX3" fmla="*/ 89012 w 2820074"/>
                <a:gd name="connsiteY3" fmla="*/ 242761 h 2290046"/>
                <a:gd name="connsiteX4" fmla="*/ 610948 w 2820074"/>
                <a:gd name="connsiteY4" fmla="*/ 797066 h 2290046"/>
                <a:gd name="connsiteX5" fmla="*/ 0 w 2820074"/>
                <a:gd name="connsiteY5" fmla="*/ 902262 h 2290046"/>
                <a:gd name="connsiteX6" fmla="*/ 481476 w 2820074"/>
                <a:gd name="connsiteY6" fmla="*/ 1246174 h 2290046"/>
                <a:gd name="connsiteX7" fmla="*/ 36414 w 2820074"/>
                <a:gd name="connsiteY7" fmla="*/ 1533441 h 2290046"/>
                <a:gd name="connsiteX8" fmla="*/ 760651 w 2820074"/>
                <a:gd name="connsiteY8" fmla="*/ 1476797 h 2290046"/>
                <a:gd name="connsiteX9" fmla="*/ 623086 w 2820074"/>
                <a:gd name="connsiteY9" fmla="*/ 1869260 h 2290046"/>
                <a:gd name="connsiteX10" fmla="*/ 1003412 w 2820074"/>
                <a:gd name="connsiteY10" fmla="*/ 1658867 h 2290046"/>
                <a:gd name="connsiteX11" fmla="*/ 1104563 w 2820074"/>
                <a:gd name="connsiteY11" fmla="*/ 2290046 h 2290046"/>
                <a:gd name="connsiteX12" fmla="*/ 1383738 w 2820074"/>
                <a:gd name="connsiteY12" fmla="*/ 1569855 h 2290046"/>
                <a:gd name="connsiteX13" fmla="*/ 1743833 w 2820074"/>
                <a:gd name="connsiteY13" fmla="*/ 2091791 h 2290046"/>
                <a:gd name="connsiteX14" fmla="*/ 1836892 w 2820074"/>
                <a:gd name="connsiteY14" fmla="*/ 1529395 h 2290046"/>
                <a:gd name="connsiteX15" fmla="*/ 2375012 w 2820074"/>
                <a:gd name="connsiteY15" fmla="*/ 1889491 h 2290046"/>
                <a:gd name="connsiteX16" fmla="*/ 2209125 w 2820074"/>
                <a:gd name="connsiteY16" fmla="*/ 1351370 h 2290046"/>
                <a:gd name="connsiteX17" fmla="*/ 2820074 w 2820074"/>
                <a:gd name="connsiteY17" fmla="*/ 1399922 h 2290046"/>
                <a:gd name="connsiteX18" fmla="*/ 2310276 w 2820074"/>
                <a:gd name="connsiteY18" fmla="*/ 1092425 h 2290046"/>
                <a:gd name="connsiteX19" fmla="*/ 2775568 w 2820074"/>
                <a:gd name="connsiteY19" fmla="*/ 837526 h 2290046"/>
                <a:gd name="connsiteX20" fmla="*/ 2196987 w 2820074"/>
                <a:gd name="connsiteY20" fmla="*/ 768744 h 2290046"/>
                <a:gd name="connsiteX21" fmla="*/ 2427610 w 2820074"/>
                <a:gd name="connsiteY21" fmla="*/ 441016 h 2290046"/>
                <a:gd name="connsiteX22" fmla="*/ 1844984 w 2820074"/>
                <a:gd name="connsiteY22" fmla="*/ 546213 h 2290046"/>
                <a:gd name="connsiteX23" fmla="*/ 1901628 w 2820074"/>
                <a:gd name="connsiteY23" fmla="*/ 0 h 2290046"/>
                <a:gd name="connsiteX24" fmla="*/ 1416106 w 2820074"/>
                <a:gd name="connsiteY24" fmla="*/ 606903 h 2290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2820074" h="2290046">
                  <a:moveTo>
                    <a:pt x="1416106" y="606903"/>
                  </a:moveTo>
                  <a:lnTo>
                    <a:pt x="1096471" y="222531"/>
                  </a:lnTo>
                  <a:lnTo>
                    <a:pt x="954860" y="667593"/>
                  </a:lnTo>
                  <a:lnTo>
                    <a:pt x="89012" y="242761"/>
                  </a:lnTo>
                  <a:lnTo>
                    <a:pt x="610948" y="797066"/>
                  </a:lnTo>
                  <a:lnTo>
                    <a:pt x="0" y="902262"/>
                  </a:lnTo>
                  <a:lnTo>
                    <a:pt x="481476" y="1246174"/>
                  </a:lnTo>
                  <a:lnTo>
                    <a:pt x="36414" y="1533441"/>
                  </a:lnTo>
                  <a:lnTo>
                    <a:pt x="760651" y="1476797"/>
                  </a:lnTo>
                  <a:lnTo>
                    <a:pt x="623086" y="1869260"/>
                  </a:lnTo>
                  <a:lnTo>
                    <a:pt x="1003412" y="1658867"/>
                  </a:lnTo>
                  <a:lnTo>
                    <a:pt x="1104563" y="2290046"/>
                  </a:lnTo>
                  <a:lnTo>
                    <a:pt x="1383738" y="1569855"/>
                  </a:lnTo>
                  <a:lnTo>
                    <a:pt x="1743833" y="2091791"/>
                  </a:lnTo>
                  <a:lnTo>
                    <a:pt x="1836892" y="1529395"/>
                  </a:lnTo>
                  <a:lnTo>
                    <a:pt x="2375012" y="1889491"/>
                  </a:lnTo>
                  <a:lnTo>
                    <a:pt x="2209125" y="1351370"/>
                  </a:lnTo>
                  <a:lnTo>
                    <a:pt x="2820074" y="1399922"/>
                  </a:lnTo>
                  <a:lnTo>
                    <a:pt x="2310276" y="1092425"/>
                  </a:lnTo>
                  <a:lnTo>
                    <a:pt x="2775568" y="837526"/>
                  </a:lnTo>
                  <a:lnTo>
                    <a:pt x="2196987" y="768744"/>
                  </a:lnTo>
                  <a:lnTo>
                    <a:pt x="2427610" y="441016"/>
                  </a:lnTo>
                  <a:lnTo>
                    <a:pt x="1844984" y="546213"/>
                  </a:lnTo>
                  <a:lnTo>
                    <a:pt x="1901628" y="0"/>
                  </a:lnTo>
                  <a:lnTo>
                    <a:pt x="1416106" y="606903"/>
                  </a:lnTo>
                  <a:close/>
                </a:path>
              </a:pathLst>
            </a:custGeom>
            <a:solidFill>
              <a:srgbClr val="FFFF00">
                <a:alpha val="73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62" name="TextBox 261">
              <a:extLst>
                <a:ext uri="{FF2B5EF4-FFF2-40B4-BE49-F238E27FC236}">
                  <a16:creationId xmlns:a16="http://schemas.microsoft.com/office/drawing/2014/main" id="{669F4A56-8AD8-9443-9DD4-4E6082993E4D}"/>
                </a:ext>
              </a:extLst>
            </p:cNvPr>
            <p:cNvSpPr txBox="1"/>
            <p:nvPr/>
          </p:nvSpPr>
          <p:spPr>
            <a:xfrm>
              <a:off x="9753600" y="2635045"/>
              <a:ext cx="1020216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dirty="0">
                  <a:solidFill>
                    <a:srgbClr val="C00000"/>
                  </a:solidFill>
                </a:rPr>
                <a:t>compute</a:t>
              </a:r>
            </a:p>
          </p:txBody>
        </p:sp>
      </p:grpSp>
      <p:sp>
        <p:nvSpPr>
          <p:cNvPr id="263" name="TextBox 262">
            <a:extLst>
              <a:ext uri="{FF2B5EF4-FFF2-40B4-BE49-F238E27FC236}">
                <a16:creationId xmlns:a16="http://schemas.microsoft.com/office/drawing/2014/main" id="{AD73DF7B-C6A1-8C43-92E7-35914D44AF5F}"/>
              </a:ext>
            </a:extLst>
          </p:cNvPr>
          <p:cNvSpPr txBox="1"/>
          <p:nvPr/>
        </p:nvSpPr>
        <p:spPr>
          <a:xfrm>
            <a:off x="6355429" y="1927737"/>
            <a:ext cx="319318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000" dirty="0"/>
              <a:t>b</a:t>
            </a:r>
          </a:p>
        </p:txBody>
      </p:sp>
      <p:sp>
        <p:nvSpPr>
          <p:cNvPr id="230" name="TextBox 229">
            <a:extLst>
              <a:ext uri="{FF2B5EF4-FFF2-40B4-BE49-F238E27FC236}">
                <a16:creationId xmlns:a16="http://schemas.microsoft.com/office/drawing/2014/main" id="{592C8CA7-0104-4B46-8A79-58E2F147158C}"/>
              </a:ext>
            </a:extLst>
          </p:cNvPr>
          <p:cNvSpPr txBox="1"/>
          <p:nvPr/>
        </p:nvSpPr>
        <p:spPr>
          <a:xfrm>
            <a:off x="894080" y="4021574"/>
            <a:ext cx="5567680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spcBef>
                <a:spcPts val="300"/>
              </a:spcBef>
            </a:pPr>
            <a:r>
              <a:rPr lang="en-US" sz="1600" dirty="0"/>
              <a:t>D</a:t>
            </a:r>
            <a:r>
              <a:rPr lang="en-US" sz="1600" baseline="-25000" dirty="0"/>
              <a:t>b</a:t>
            </a:r>
            <a:r>
              <a:rPr lang="en-US" sz="1600" dirty="0"/>
              <a:t>(a) = min{c</a:t>
            </a:r>
            <a:r>
              <a:rPr lang="en-US" sz="1600" baseline="-25000" dirty="0"/>
              <a:t>b,a</a:t>
            </a:r>
            <a:r>
              <a:rPr lang="en-US" sz="1600" dirty="0"/>
              <a:t>+D</a:t>
            </a:r>
            <a:r>
              <a:rPr lang="en-US" sz="1600" baseline="-25000" dirty="0"/>
              <a:t>a</a:t>
            </a:r>
            <a:r>
              <a:rPr lang="en-US" sz="1600" dirty="0"/>
              <a:t>(a), c</a:t>
            </a:r>
            <a:r>
              <a:rPr lang="en-US" sz="1600" baseline="-25000" dirty="0"/>
              <a:t>b,c </a:t>
            </a:r>
            <a:r>
              <a:rPr lang="en-US" sz="1600" dirty="0"/>
              <a:t>+D</a:t>
            </a:r>
            <a:r>
              <a:rPr lang="en-US" sz="1600" baseline="-25000" dirty="0"/>
              <a:t>c</a:t>
            </a:r>
            <a:r>
              <a:rPr lang="en-US" sz="1600" dirty="0"/>
              <a:t>(a), c</a:t>
            </a:r>
            <a:r>
              <a:rPr lang="en-US" sz="1600" baseline="-25000" dirty="0"/>
              <a:t>b,e</a:t>
            </a:r>
            <a:r>
              <a:rPr lang="en-US" sz="1600" dirty="0"/>
              <a:t>+D</a:t>
            </a:r>
            <a:r>
              <a:rPr lang="en-US" sz="1600" baseline="-25000" dirty="0"/>
              <a:t>e</a:t>
            </a:r>
            <a:r>
              <a:rPr lang="en-US" sz="1600" dirty="0"/>
              <a:t>(a)}  = min{8,</a:t>
            </a:r>
            <a:r>
              <a:rPr lang="en-US" sz="1600" dirty="0">
                <a:cs typeface="Arial" charset="0"/>
              </a:rPr>
              <a:t>∞,∞} = 8 </a:t>
            </a:r>
          </a:p>
        </p:txBody>
      </p:sp>
      <p:sp>
        <p:nvSpPr>
          <p:cNvPr id="231" name="TextBox 230">
            <a:extLst>
              <a:ext uri="{FF2B5EF4-FFF2-40B4-BE49-F238E27FC236}">
                <a16:creationId xmlns:a16="http://schemas.microsoft.com/office/drawing/2014/main" id="{DCFB5697-087A-6A4F-A48D-98A3E75CFA5F}"/>
              </a:ext>
            </a:extLst>
          </p:cNvPr>
          <p:cNvSpPr txBox="1"/>
          <p:nvPr/>
        </p:nvSpPr>
        <p:spPr>
          <a:xfrm>
            <a:off x="894080" y="4346694"/>
            <a:ext cx="5537200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spcBef>
                <a:spcPts val="300"/>
              </a:spcBef>
            </a:pPr>
            <a:r>
              <a:rPr lang="en-US" sz="1600" dirty="0"/>
              <a:t>D</a:t>
            </a:r>
            <a:r>
              <a:rPr lang="en-US" sz="1600" baseline="-25000" dirty="0"/>
              <a:t>b</a:t>
            </a:r>
            <a:r>
              <a:rPr lang="en-US" sz="1600" dirty="0"/>
              <a:t>(c) = min{c</a:t>
            </a:r>
            <a:r>
              <a:rPr lang="en-US" sz="1600" baseline="-25000" dirty="0"/>
              <a:t>b,a</a:t>
            </a:r>
            <a:r>
              <a:rPr lang="en-US" sz="1600" dirty="0"/>
              <a:t>+D</a:t>
            </a:r>
            <a:r>
              <a:rPr lang="en-US" sz="1600" baseline="-25000" dirty="0"/>
              <a:t>a</a:t>
            </a:r>
            <a:r>
              <a:rPr lang="en-US" sz="1600" dirty="0"/>
              <a:t>(c), c</a:t>
            </a:r>
            <a:r>
              <a:rPr lang="en-US" sz="1600" baseline="-25000" dirty="0"/>
              <a:t>b,c </a:t>
            </a:r>
            <a:r>
              <a:rPr lang="en-US" sz="1600" dirty="0"/>
              <a:t>+D</a:t>
            </a:r>
            <a:r>
              <a:rPr lang="en-US" sz="1600" baseline="-25000" dirty="0"/>
              <a:t>c</a:t>
            </a:r>
            <a:r>
              <a:rPr lang="en-US" sz="1600" dirty="0"/>
              <a:t>(c), c</a:t>
            </a:r>
            <a:r>
              <a:rPr lang="en-US" sz="1600" baseline="-25000" dirty="0"/>
              <a:t> b,e </a:t>
            </a:r>
            <a:r>
              <a:rPr lang="en-US" sz="1600" dirty="0"/>
              <a:t>+D</a:t>
            </a:r>
            <a:r>
              <a:rPr lang="en-US" sz="1600" baseline="-25000" dirty="0"/>
              <a:t>e</a:t>
            </a:r>
            <a:r>
              <a:rPr lang="en-US" sz="1600" dirty="0"/>
              <a:t>(c)}  = min{</a:t>
            </a:r>
            <a:r>
              <a:rPr lang="en-US" sz="1600" dirty="0">
                <a:cs typeface="Arial" charset="0"/>
              </a:rPr>
              <a:t>∞,1,∞} = 1 </a:t>
            </a:r>
            <a:endParaRPr lang="en-US" sz="1600" dirty="0"/>
          </a:p>
        </p:txBody>
      </p:sp>
      <p:sp>
        <p:nvSpPr>
          <p:cNvPr id="232" name="TextBox 231">
            <a:extLst>
              <a:ext uri="{FF2B5EF4-FFF2-40B4-BE49-F238E27FC236}">
                <a16:creationId xmlns:a16="http://schemas.microsoft.com/office/drawing/2014/main" id="{0E1E6414-BFC2-6F49-BF7D-69F4679C38EE}"/>
              </a:ext>
            </a:extLst>
          </p:cNvPr>
          <p:cNvSpPr txBox="1"/>
          <p:nvPr/>
        </p:nvSpPr>
        <p:spPr>
          <a:xfrm>
            <a:off x="883920" y="4671814"/>
            <a:ext cx="5527040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spcBef>
                <a:spcPts val="300"/>
              </a:spcBef>
            </a:pPr>
            <a:r>
              <a:rPr lang="en-US" sz="1600" dirty="0"/>
              <a:t>D</a:t>
            </a:r>
            <a:r>
              <a:rPr lang="en-US" sz="1600" baseline="-25000" dirty="0"/>
              <a:t>b</a:t>
            </a:r>
            <a:r>
              <a:rPr lang="en-US" sz="1600" dirty="0"/>
              <a:t>(d) = min{c</a:t>
            </a:r>
            <a:r>
              <a:rPr lang="en-US" sz="1600" baseline="-25000" dirty="0"/>
              <a:t>b,a</a:t>
            </a:r>
            <a:r>
              <a:rPr lang="en-US" sz="1600" dirty="0"/>
              <a:t>+D</a:t>
            </a:r>
            <a:r>
              <a:rPr lang="en-US" sz="1600" baseline="-25000" dirty="0"/>
              <a:t>a</a:t>
            </a:r>
            <a:r>
              <a:rPr lang="en-US" sz="1600" dirty="0"/>
              <a:t>(d), c</a:t>
            </a:r>
            <a:r>
              <a:rPr lang="en-US" sz="1600" baseline="-25000" dirty="0"/>
              <a:t>b,c </a:t>
            </a:r>
            <a:r>
              <a:rPr lang="en-US" sz="1600" dirty="0"/>
              <a:t>+D</a:t>
            </a:r>
            <a:r>
              <a:rPr lang="en-US" sz="1600" baseline="-25000" dirty="0"/>
              <a:t>c</a:t>
            </a:r>
            <a:r>
              <a:rPr lang="en-US" sz="1600" dirty="0"/>
              <a:t>(d), c</a:t>
            </a:r>
            <a:r>
              <a:rPr lang="en-US" sz="1600" baseline="-25000" dirty="0"/>
              <a:t> b,e </a:t>
            </a:r>
            <a:r>
              <a:rPr lang="en-US" sz="1600" dirty="0"/>
              <a:t>+D</a:t>
            </a:r>
            <a:r>
              <a:rPr lang="en-US" sz="1600" baseline="-25000" dirty="0"/>
              <a:t>e</a:t>
            </a:r>
            <a:r>
              <a:rPr lang="en-US" sz="1600" dirty="0"/>
              <a:t>(d)}  = min{</a:t>
            </a:r>
            <a:r>
              <a:rPr lang="en-US" sz="1600" dirty="0">
                <a:cs typeface="Arial" charset="0"/>
              </a:rPr>
              <a:t>9,2,∞} = 2 </a:t>
            </a:r>
            <a:endParaRPr lang="en-US" sz="1600" dirty="0"/>
          </a:p>
        </p:txBody>
      </p:sp>
      <p:sp>
        <p:nvSpPr>
          <p:cNvPr id="235" name="TextBox 234">
            <a:extLst>
              <a:ext uri="{FF2B5EF4-FFF2-40B4-BE49-F238E27FC236}">
                <a16:creationId xmlns:a16="http://schemas.microsoft.com/office/drawing/2014/main" id="{3834A49C-F57F-2B4C-8C1E-8CA2C48DB280}"/>
              </a:ext>
            </a:extLst>
          </p:cNvPr>
          <p:cNvSpPr txBox="1"/>
          <p:nvPr/>
        </p:nvSpPr>
        <p:spPr>
          <a:xfrm>
            <a:off x="883920" y="5301734"/>
            <a:ext cx="5496560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spcBef>
                <a:spcPts val="300"/>
              </a:spcBef>
            </a:pPr>
            <a:r>
              <a:rPr lang="en-US" sz="1600" dirty="0"/>
              <a:t>D</a:t>
            </a:r>
            <a:r>
              <a:rPr lang="en-US" sz="1600" baseline="-25000" dirty="0"/>
              <a:t>b</a:t>
            </a:r>
            <a:r>
              <a:rPr lang="en-US" sz="1600" dirty="0"/>
              <a:t>(f) = min{c</a:t>
            </a:r>
            <a:r>
              <a:rPr lang="en-US" sz="1600" baseline="-25000" dirty="0"/>
              <a:t>b,a</a:t>
            </a:r>
            <a:r>
              <a:rPr lang="en-US" sz="1600" dirty="0"/>
              <a:t>+D</a:t>
            </a:r>
            <a:r>
              <a:rPr lang="en-US" sz="1600" baseline="-25000" dirty="0"/>
              <a:t>a</a:t>
            </a:r>
            <a:r>
              <a:rPr lang="en-US" sz="1600" dirty="0"/>
              <a:t>(f), c</a:t>
            </a:r>
            <a:r>
              <a:rPr lang="en-US" sz="1600" baseline="-25000" dirty="0"/>
              <a:t>b,c </a:t>
            </a:r>
            <a:r>
              <a:rPr lang="en-US" sz="1600" dirty="0"/>
              <a:t>+D</a:t>
            </a:r>
            <a:r>
              <a:rPr lang="en-US" sz="1600" baseline="-25000" dirty="0"/>
              <a:t>c</a:t>
            </a:r>
            <a:r>
              <a:rPr lang="en-US" sz="1600" dirty="0"/>
              <a:t>(f), c</a:t>
            </a:r>
            <a:r>
              <a:rPr lang="en-US" sz="1600" baseline="-25000" dirty="0"/>
              <a:t> b,e </a:t>
            </a:r>
            <a:r>
              <a:rPr lang="en-US" sz="1600" dirty="0"/>
              <a:t>+D</a:t>
            </a:r>
            <a:r>
              <a:rPr lang="en-US" sz="1600" baseline="-25000" dirty="0"/>
              <a:t>e</a:t>
            </a:r>
            <a:r>
              <a:rPr lang="en-US" sz="1600" dirty="0"/>
              <a:t>(f)}  = min{</a:t>
            </a:r>
            <a:r>
              <a:rPr lang="en-US" sz="1600" dirty="0">
                <a:cs typeface="Arial" charset="0"/>
              </a:rPr>
              <a:t>∞,∞,2} = 2 </a:t>
            </a:r>
            <a:endParaRPr lang="en-US" sz="1600" dirty="0"/>
          </a:p>
        </p:txBody>
      </p:sp>
      <p:sp>
        <p:nvSpPr>
          <p:cNvPr id="237" name="TextBox 236">
            <a:extLst>
              <a:ext uri="{FF2B5EF4-FFF2-40B4-BE49-F238E27FC236}">
                <a16:creationId xmlns:a16="http://schemas.microsoft.com/office/drawing/2014/main" id="{0F652DFE-1D53-2E40-AA65-BBF6D49AD967}"/>
              </a:ext>
            </a:extLst>
          </p:cNvPr>
          <p:cNvSpPr txBox="1"/>
          <p:nvPr/>
        </p:nvSpPr>
        <p:spPr>
          <a:xfrm>
            <a:off x="894080" y="6244828"/>
            <a:ext cx="5466080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spcBef>
                <a:spcPts val="300"/>
              </a:spcBef>
            </a:pPr>
            <a:r>
              <a:rPr lang="en-US" sz="1600" dirty="0"/>
              <a:t>D</a:t>
            </a:r>
            <a:r>
              <a:rPr lang="en-US" sz="1600" baseline="-25000" dirty="0"/>
              <a:t>b</a:t>
            </a:r>
            <a:r>
              <a:rPr lang="en-US" sz="1600" dirty="0"/>
              <a:t>(i) = min{c</a:t>
            </a:r>
            <a:r>
              <a:rPr lang="en-US" sz="1600" baseline="-25000" dirty="0"/>
              <a:t>b,a</a:t>
            </a:r>
            <a:r>
              <a:rPr lang="en-US" sz="1600" dirty="0"/>
              <a:t>+D</a:t>
            </a:r>
            <a:r>
              <a:rPr lang="en-US" sz="1600" baseline="-25000" dirty="0"/>
              <a:t>a</a:t>
            </a:r>
            <a:r>
              <a:rPr lang="en-US" sz="1600" dirty="0"/>
              <a:t>(i), c</a:t>
            </a:r>
            <a:r>
              <a:rPr lang="en-US" sz="1600" baseline="-25000" dirty="0"/>
              <a:t>b,c </a:t>
            </a:r>
            <a:r>
              <a:rPr lang="en-US" sz="1600" dirty="0"/>
              <a:t>+D</a:t>
            </a:r>
            <a:r>
              <a:rPr lang="en-US" sz="1600" baseline="-25000" dirty="0"/>
              <a:t>c</a:t>
            </a:r>
            <a:r>
              <a:rPr lang="en-US" sz="1600" dirty="0"/>
              <a:t>(i), c</a:t>
            </a:r>
            <a:r>
              <a:rPr lang="en-US" sz="1600" baseline="-25000" dirty="0"/>
              <a:t> b,e</a:t>
            </a:r>
            <a:r>
              <a:rPr lang="en-US" sz="1600" dirty="0"/>
              <a:t>+D</a:t>
            </a:r>
            <a:r>
              <a:rPr lang="en-US" sz="1600" baseline="-25000" dirty="0"/>
              <a:t>e</a:t>
            </a:r>
            <a:r>
              <a:rPr lang="en-US" sz="1600" dirty="0"/>
              <a:t>(i)}  = min{</a:t>
            </a:r>
            <a:r>
              <a:rPr lang="en-US" sz="1600" dirty="0">
                <a:cs typeface="Arial" charset="0"/>
              </a:rPr>
              <a:t>∞,</a:t>
            </a:r>
            <a:r>
              <a:rPr lang="en-US" sz="1600" baseline="-25000" dirty="0"/>
              <a:t> </a:t>
            </a:r>
            <a:r>
              <a:rPr lang="en-US" sz="1600" dirty="0">
                <a:cs typeface="Arial" charset="0"/>
              </a:rPr>
              <a:t>∞, ∞} = ∞ </a:t>
            </a:r>
            <a:endParaRPr lang="en-US" sz="1600" dirty="0"/>
          </a:p>
        </p:txBody>
      </p:sp>
      <p:sp>
        <p:nvSpPr>
          <p:cNvPr id="238" name="TextBox 237">
            <a:extLst>
              <a:ext uri="{FF2B5EF4-FFF2-40B4-BE49-F238E27FC236}">
                <a16:creationId xmlns:a16="http://schemas.microsoft.com/office/drawing/2014/main" id="{6F6C5C23-C561-3C45-BF6E-B71BD8ABBA6F}"/>
              </a:ext>
            </a:extLst>
          </p:cNvPr>
          <p:cNvSpPr txBox="1"/>
          <p:nvPr/>
        </p:nvSpPr>
        <p:spPr>
          <a:xfrm>
            <a:off x="883920" y="5940028"/>
            <a:ext cx="5547360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spcBef>
                <a:spcPts val="300"/>
              </a:spcBef>
            </a:pPr>
            <a:r>
              <a:rPr lang="en-US" sz="1600" dirty="0"/>
              <a:t>D</a:t>
            </a:r>
            <a:r>
              <a:rPr lang="en-US" sz="1600" baseline="-25000" dirty="0"/>
              <a:t>b</a:t>
            </a:r>
            <a:r>
              <a:rPr lang="en-US" sz="1600" dirty="0"/>
              <a:t>(h) = min{c</a:t>
            </a:r>
            <a:r>
              <a:rPr lang="en-US" sz="1600" baseline="-25000" dirty="0"/>
              <a:t>b,a</a:t>
            </a:r>
            <a:r>
              <a:rPr lang="en-US" sz="1600" dirty="0"/>
              <a:t>+D</a:t>
            </a:r>
            <a:r>
              <a:rPr lang="en-US" sz="1600" baseline="-25000" dirty="0"/>
              <a:t>a</a:t>
            </a:r>
            <a:r>
              <a:rPr lang="en-US" sz="1600" dirty="0"/>
              <a:t>(h), c</a:t>
            </a:r>
            <a:r>
              <a:rPr lang="en-US" sz="1600" baseline="-25000" dirty="0"/>
              <a:t>b,c </a:t>
            </a:r>
            <a:r>
              <a:rPr lang="en-US" sz="1600" dirty="0"/>
              <a:t>+D</a:t>
            </a:r>
            <a:r>
              <a:rPr lang="en-US" sz="1600" baseline="-25000" dirty="0"/>
              <a:t>c</a:t>
            </a:r>
            <a:r>
              <a:rPr lang="en-US" sz="1600" dirty="0"/>
              <a:t>(h), c</a:t>
            </a:r>
            <a:r>
              <a:rPr lang="en-US" sz="1600" baseline="-25000" dirty="0"/>
              <a:t> b,e</a:t>
            </a:r>
            <a:r>
              <a:rPr lang="en-US" sz="1600" dirty="0"/>
              <a:t>+D</a:t>
            </a:r>
            <a:r>
              <a:rPr lang="en-US" sz="1600" baseline="-25000" dirty="0"/>
              <a:t>e</a:t>
            </a:r>
            <a:r>
              <a:rPr lang="en-US" sz="1600" dirty="0"/>
              <a:t>(h)}  = min{</a:t>
            </a:r>
            <a:r>
              <a:rPr lang="en-US" sz="1600" dirty="0">
                <a:cs typeface="Arial" charset="0"/>
              </a:rPr>
              <a:t>∞,</a:t>
            </a:r>
            <a:r>
              <a:rPr lang="en-US" sz="1600" baseline="-25000" dirty="0"/>
              <a:t> </a:t>
            </a:r>
            <a:r>
              <a:rPr lang="en-US" sz="1600" dirty="0">
                <a:cs typeface="Arial" charset="0"/>
              </a:rPr>
              <a:t>∞, 2} = 2 </a:t>
            </a:r>
            <a:endParaRPr lang="en-US" sz="1600" dirty="0"/>
          </a:p>
        </p:txBody>
      </p:sp>
      <p:sp>
        <p:nvSpPr>
          <p:cNvPr id="233" name="TextBox 232">
            <a:extLst>
              <a:ext uri="{FF2B5EF4-FFF2-40B4-BE49-F238E27FC236}">
                <a16:creationId xmlns:a16="http://schemas.microsoft.com/office/drawing/2014/main" id="{BADCD68C-1DA0-8447-9D21-763071468EAD}"/>
              </a:ext>
            </a:extLst>
          </p:cNvPr>
          <p:cNvSpPr txBox="1"/>
          <p:nvPr/>
        </p:nvSpPr>
        <p:spPr>
          <a:xfrm>
            <a:off x="894080" y="4976614"/>
            <a:ext cx="5445760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spcBef>
                <a:spcPts val="300"/>
              </a:spcBef>
            </a:pPr>
            <a:r>
              <a:rPr lang="en-US" sz="1600" dirty="0"/>
              <a:t>D</a:t>
            </a:r>
            <a:r>
              <a:rPr lang="en-US" sz="1600" baseline="-25000" dirty="0"/>
              <a:t>b</a:t>
            </a:r>
            <a:r>
              <a:rPr lang="en-US" sz="1600" dirty="0"/>
              <a:t>(e) = min{c</a:t>
            </a:r>
            <a:r>
              <a:rPr lang="en-US" sz="1600" baseline="-25000" dirty="0"/>
              <a:t>b,a</a:t>
            </a:r>
            <a:r>
              <a:rPr lang="en-US" sz="1600" dirty="0"/>
              <a:t>+D</a:t>
            </a:r>
            <a:r>
              <a:rPr lang="en-US" sz="1600" baseline="-25000" dirty="0"/>
              <a:t>a</a:t>
            </a:r>
            <a:r>
              <a:rPr lang="en-US" sz="1600" dirty="0"/>
              <a:t>(e), c</a:t>
            </a:r>
            <a:r>
              <a:rPr lang="en-US" sz="1600" baseline="-25000" dirty="0"/>
              <a:t>b,c </a:t>
            </a:r>
            <a:r>
              <a:rPr lang="en-US" sz="1600" dirty="0"/>
              <a:t>+D</a:t>
            </a:r>
            <a:r>
              <a:rPr lang="en-US" sz="1600" baseline="-25000" dirty="0"/>
              <a:t>c</a:t>
            </a:r>
            <a:r>
              <a:rPr lang="en-US" sz="1600" dirty="0"/>
              <a:t>(e), c</a:t>
            </a:r>
            <a:r>
              <a:rPr lang="en-US" sz="1600" baseline="-25000" dirty="0"/>
              <a:t> b,e </a:t>
            </a:r>
            <a:r>
              <a:rPr lang="en-US" sz="1600" dirty="0"/>
              <a:t>+D</a:t>
            </a:r>
            <a:r>
              <a:rPr lang="en-US" sz="1600" baseline="-25000" dirty="0"/>
              <a:t>e</a:t>
            </a:r>
            <a:r>
              <a:rPr lang="en-US" sz="1600" dirty="0"/>
              <a:t>(e)}  = min{</a:t>
            </a:r>
            <a:r>
              <a:rPr lang="en-US" sz="1600" dirty="0">
                <a:cs typeface="Arial" charset="0"/>
              </a:rPr>
              <a:t>∞,∞,1} = 1 </a:t>
            </a:r>
            <a:endParaRPr lang="en-US" sz="1600" dirty="0"/>
          </a:p>
        </p:txBody>
      </p:sp>
      <p:sp>
        <p:nvSpPr>
          <p:cNvPr id="236" name="TextBox 235">
            <a:extLst>
              <a:ext uri="{FF2B5EF4-FFF2-40B4-BE49-F238E27FC236}">
                <a16:creationId xmlns:a16="http://schemas.microsoft.com/office/drawing/2014/main" id="{CD08082F-26E1-5D4C-847F-FBDD59BB5533}"/>
              </a:ext>
            </a:extLst>
          </p:cNvPr>
          <p:cNvSpPr txBox="1"/>
          <p:nvPr/>
        </p:nvSpPr>
        <p:spPr>
          <a:xfrm>
            <a:off x="894080" y="5616694"/>
            <a:ext cx="5547360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spcBef>
                <a:spcPts val="300"/>
              </a:spcBef>
            </a:pPr>
            <a:r>
              <a:rPr lang="en-US" sz="1600" dirty="0"/>
              <a:t>D</a:t>
            </a:r>
            <a:r>
              <a:rPr lang="en-US" sz="1600" baseline="-25000" dirty="0"/>
              <a:t>b</a:t>
            </a:r>
            <a:r>
              <a:rPr lang="en-US" sz="1600" dirty="0"/>
              <a:t>(g) = min{c</a:t>
            </a:r>
            <a:r>
              <a:rPr lang="en-US" sz="1600" baseline="-25000" dirty="0"/>
              <a:t>b,a</a:t>
            </a:r>
            <a:r>
              <a:rPr lang="en-US" sz="1600" dirty="0"/>
              <a:t>+D</a:t>
            </a:r>
            <a:r>
              <a:rPr lang="en-US" sz="1600" baseline="-25000" dirty="0"/>
              <a:t>a</a:t>
            </a:r>
            <a:r>
              <a:rPr lang="en-US" sz="1600" dirty="0"/>
              <a:t>(g), c</a:t>
            </a:r>
            <a:r>
              <a:rPr lang="en-US" sz="1600" baseline="-25000" dirty="0"/>
              <a:t>b,c </a:t>
            </a:r>
            <a:r>
              <a:rPr lang="en-US" sz="1600" dirty="0"/>
              <a:t>+D</a:t>
            </a:r>
            <a:r>
              <a:rPr lang="en-US" sz="1600" baseline="-25000" dirty="0"/>
              <a:t>c</a:t>
            </a:r>
            <a:r>
              <a:rPr lang="en-US" sz="1600" dirty="0"/>
              <a:t>(g), c</a:t>
            </a:r>
            <a:r>
              <a:rPr lang="en-US" sz="1600" baseline="-25000" dirty="0"/>
              <a:t> b,e</a:t>
            </a:r>
            <a:r>
              <a:rPr lang="en-US" sz="1600" dirty="0"/>
              <a:t>+D</a:t>
            </a:r>
            <a:r>
              <a:rPr lang="en-US" sz="1600" baseline="-25000" dirty="0"/>
              <a:t>e</a:t>
            </a:r>
            <a:r>
              <a:rPr lang="en-US" sz="1600" dirty="0"/>
              <a:t>(g)}  = min{</a:t>
            </a:r>
            <a:r>
              <a:rPr lang="en-US" sz="1600" dirty="0">
                <a:cs typeface="Arial" charset="0"/>
              </a:rPr>
              <a:t>∞,</a:t>
            </a:r>
            <a:r>
              <a:rPr lang="en-US" sz="1600" baseline="-25000" dirty="0"/>
              <a:t> </a:t>
            </a:r>
            <a:r>
              <a:rPr lang="en-US" sz="1600" dirty="0">
                <a:cs typeface="Arial" charset="0"/>
              </a:rPr>
              <a:t>∞, ∞} = ∞ </a:t>
            </a:r>
            <a:endParaRPr lang="en-US" sz="1600" dirty="0"/>
          </a:p>
        </p:txBody>
      </p:sp>
    </p:spTree>
    <p:extLst>
      <p:ext uri="{BB962C8B-B14F-4D97-AF65-F5344CB8AC3E}">
        <p14:creationId xmlns:p14="http://schemas.microsoft.com/office/powerpoint/2010/main" val="129995941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2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2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2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2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500"/>
                                        <p:tgtEl>
                                          <p:spTgt spid="2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7" dur="500"/>
                                        <p:tgtEl>
                                          <p:spTgt spid="2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2" dur="500"/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7" dur="500"/>
                                        <p:tgtEl>
                                          <p:spTgt spid="2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2" dur="500"/>
                                        <p:tgtEl>
                                          <p:spTgt spid="2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7" dur="500"/>
                                        <p:tgtEl>
                                          <p:spTgt spid="2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500"/>
                            </p:stCondLst>
                            <p:childTnLst>
                              <p:par>
                                <p:cTn id="5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1" dur="500"/>
                                        <p:tgtEl>
                                          <p:spTgt spid="2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2" fill="hold">
                      <p:stCondLst>
                        <p:cond delay="indefinite"/>
                      </p:stCondLst>
                      <p:childTnLst>
                        <p:par>
                          <p:cTn id="63" fill="hold">
                            <p:stCondLst>
                              <p:cond delay="0"/>
                            </p:stCondLst>
                            <p:childTnLst>
                              <p:par>
                                <p:cTn id="64" presetID="42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156 -3.7037E-6 L -0.0013 -0.71435 " pathEditMode="relative" rAng="0" ptsTypes="AA">
                                      <p:cBhvr>
                                        <p:cTn id="65" dur="2000" fill="hold"/>
                                        <p:tgtEl>
                                          <p:spTgt spid="23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3" y="-35718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265" grpId="0" animBg="1"/>
      <p:bldP spid="230" grpId="0"/>
      <p:bldP spid="231" grpId="0"/>
      <p:bldP spid="232" grpId="0"/>
      <p:bldP spid="235" grpId="0"/>
      <p:bldP spid="237" grpId="0"/>
      <p:bldP spid="238" grpId="0"/>
      <p:bldP spid="233" grpId="0"/>
      <p:bldP spid="236" grpId="0"/>
    </p:bldLst>
  </p:timing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72" name="Group 371">
            <a:extLst>
              <a:ext uri="{FF2B5EF4-FFF2-40B4-BE49-F238E27FC236}">
                <a16:creationId xmlns:a16="http://schemas.microsoft.com/office/drawing/2014/main" id="{6256310D-2722-AC40-836B-70B2E6C735F3}"/>
              </a:ext>
            </a:extLst>
          </p:cNvPr>
          <p:cNvGrpSpPr/>
          <p:nvPr/>
        </p:nvGrpSpPr>
        <p:grpSpPr>
          <a:xfrm>
            <a:off x="2827965" y="1130710"/>
            <a:ext cx="1547391" cy="2620631"/>
            <a:chOff x="3221255" y="1012723"/>
            <a:chExt cx="1547391" cy="2620631"/>
          </a:xfrm>
        </p:grpSpPr>
        <p:sp>
          <p:nvSpPr>
            <p:cNvPr id="373" name="Freeform 372">
              <a:extLst>
                <a:ext uri="{FF2B5EF4-FFF2-40B4-BE49-F238E27FC236}">
                  <a16:creationId xmlns:a16="http://schemas.microsoft.com/office/drawing/2014/main" id="{83550A18-F3EF-E943-8229-8A03AEBA0C06}"/>
                </a:ext>
              </a:extLst>
            </p:cNvPr>
            <p:cNvSpPr/>
            <p:nvPr/>
          </p:nvSpPr>
          <p:spPr>
            <a:xfrm>
              <a:off x="4316362" y="1042219"/>
              <a:ext cx="452284" cy="2389239"/>
            </a:xfrm>
            <a:custGeom>
              <a:avLst/>
              <a:gdLst>
                <a:gd name="connsiteX0" fmla="*/ 0 w 491613"/>
                <a:gd name="connsiteY0" fmla="*/ 0 h 2389239"/>
                <a:gd name="connsiteX1" fmla="*/ 491613 w 491613"/>
                <a:gd name="connsiteY1" fmla="*/ 904568 h 2389239"/>
                <a:gd name="connsiteX2" fmla="*/ 491613 w 491613"/>
                <a:gd name="connsiteY2" fmla="*/ 1052052 h 2389239"/>
                <a:gd name="connsiteX3" fmla="*/ 19665 w 491613"/>
                <a:gd name="connsiteY3" fmla="*/ 2389239 h 2389239"/>
                <a:gd name="connsiteX4" fmla="*/ 0 w 491613"/>
                <a:gd name="connsiteY4" fmla="*/ 0 h 2389239"/>
                <a:gd name="connsiteX0" fmla="*/ 19664 w 471948"/>
                <a:gd name="connsiteY0" fmla="*/ 0 h 2389239"/>
                <a:gd name="connsiteX1" fmla="*/ 471948 w 471948"/>
                <a:gd name="connsiteY1" fmla="*/ 904568 h 2389239"/>
                <a:gd name="connsiteX2" fmla="*/ 471948 w 471948"/>
                <a:gd name="connsiteY2" fmla="*/ 1052052 h 2389239"/>
                <a:gd name="connsiteX3" fmla="*/ 0 w 471948"/>
                <a:gd name="connsiteY3" fmla="*/ 2389239 h 2389239"/>
                <a:gd name="connsiteX4" fmla="*/ 19664 w 471948"/>
                <a:gd name="connsiteY4" fmla="*/ 0 h 2389239"/>
                <a:gd name="connsiteX0" fmla="*/ 19664 w 471948"/>
                <a:gd name="connsiteY0" fmla="*/ 0 h 2389239"/>
                <a:gd name="connsiteX1" fmla="*/ 471948 w 471948"/>
                <a:gd name="connsiteY1" fmla="*/ 904568 h 2389239"/>
                <a:gd name="connsiteX2" fmla="*/ 471948 w 471948"/>
                <a:gd name="connsiteY2" fmla="*/ 1052052 h 2389239"/>
                <a:gd name="connsiteX3" fmla="*/ 0 w 471948"/>
                <a:gd name="connsiteY3" fmla="*/ 2389239 h 2389239"/>
                <a:gd name="connsiteX4" fmla="*/ 19664 w 471948"/>
                <a:gd name="connsiteY4" fmla="*/ 0 h 2389239"/>
                <a:gd name="connsiteX0" fmla="*/ 19664 w 471948"/>
                <a:gd name="connsiteY0" fmla="*/ 0 h 2389239"/>
                <a:gd name="connsiteX1" fmla="*/ 471948 w 471948"/>
                <a:gd name="connsiteY1" fmla="*/ 904568 h 2389239"/>
                <a:gd name="connsiteX2" fmla="*/ 471948 w 471948"/>
                <a:gd name="connsiteY2" fmla="*/ 1052052 h 2389239"/>
                <a:gd name="connsiteX3" fmla="*/ 0 w 471948"/>
                <a:gd name="connsiteY3" fmla="*/ 2389239 h 2389239"/>
                <a:gd name="connsiteX4" fmla="*/ 19664 w 471948"/>
                <a:gd name="connsiteY4" fmla="*/ 0 h 2389239"/>
                <a:gd name="connsiteX0" fmla="*/ 19664 w 471948"/>
                <a:gd name="connsiteY0" fmla="*/ 0 h 2389239"/>
                <a:gd name="connsiteX1" fmla="*/ 471948 w 471948"/>
                <a:gd name="connsiteY1" fmla="*/ 904568 h 2389239"/>
                <a:gd name="connsiteX2" fmla="*/ 471948 w 471948"/>
                <a:gd name="connsiteY2" fmla="*/ 1052052 h 2389239"/>
                <a:gd name="connsiteX3" fmla="*/ 0 w 471948"/>
                <a:gd name="connsiteY3" fmla="*/ 2389239 h 2389239"/>
                <a:gd name="connsiteX4" fmla="*/ 19664 w 471948"/>
                <a:gd name="connsiteY4" fmla="*/ 0 h 2389239"/>
                <a:gd name="connsiteX0" fmla="*/ 0 w 452284"/>
                <a:gd name="connsiteY0" fmla="*/ 0 h 2389239"/>
                <a:gd name="connsiteX1" fmla="*/ 452284 w 452284"/>
                <a:gd name="connsiteY1" fmla="*/ 904568 h 2389239"/>
                <a:gd name="connsiteX2" fmla="*/ 452284 w 452284"/>
                <a:gd name="connsiteY2" fmla="*/ 1052052 h 2389239"/>
                <a:gd name="connsiteX3" fmla="*/ 9833 w 452284"/>
                <a:gd name="connsiteY3" fmla="*/ 2389239 h 2389239"/>
                <a:gd name="connsiteX4" fmla="*/ 0 w 452284"/>
                <a:gd name="connsiteY4" fmla="*/ 0 h 2389239"/>
                <a:gd name="connsiteX0" fmla="*/ 0 w 452284"/>
                <a:gd name="connsiteY0" fmla="*/ 0 h 2389239"/>
                <a:gd name="connsiteX1" fmla="*/ 452284 w 452284"/>
                <a:gd name="connsiteY1" fmla="*/ 904568 h 2389239"/>
                <a:gd name="connsiteX2" fmla="*/ 452284 w 452284"/>
                <a:gd name="connsiteY2" fmla="*/ 1052052 h 2389239"/>
                <a:gd name="connsiteX3" fmla="*/ 9833 w 452284"/>
                <a:gd name="connsiteY3" fmla="*/ 2389239 h 2389239"/>
                <a:gd name="connsiteX4" fmla="*/ 0 w 452284"/>
                <a:gd name="connsiteY4" fmla="*/ 0 h 2389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2284" h="2389239">
                  <a:moveTo>
                    <a:pt x="0" y="0"/>
                  </a:moveTo>
                  <a:cubicBezTo>
                    <a:pt x="170425" y="625988"/>
                    <a:pt x="242530" y="681703"/>
                    <a:pt x="452284" y="904568"/>
                  </a:cubicBezTo>
                  <a:lnTo>
                    <a:pt x="452284" y="1052052"/>
                  </a:lnTo>
                  <a:cubicBezTo>
                    <a:pt x="206477" y="1507613"/>
                    <a:pt x="137653" y="1825523"/>
                    <a:pt x="9833" y="2389239"/>
                  </a:cubicBezTo>
                  <a:cubicBezTo>
                    <a:pt x="6555" y="1592826"/>
                    <a:pt x="3278" y="796413"/>
                    <a:pt x="0" y="0"/>
                  </a:cubicBezTo>
                  <a:close/>
                </a:path>
              </a:pathLst>
            </a:cu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chemeClr val="bg1">
                    <a:lumMod val="75000"/>
                  </a:schemeClr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374" name="Group 373">
              <a:extLst>
                <a:ext uri="{FF2B5EF4-FFF2-40B4-BE49-F238E27FC236}">
                  <a16:creationId xmlns:a16="http://schemas.microsoft.com/office/drawing/2014/main" id="{CB9AF062-8753-5B40-ABD3-B709A7CA41D6}"/>
                </a:ext>
              </a:extLst>
            </p:cNvPr>
            <p:cNvGrpSpPr/>
            <p:nvPr/>
          </p:nvGrpSpPr>
          <p:grpSpPr>
            <a:xfrm>
              <a:off x="3221255" y="1012723"/>
              <a:ext cx="1172904" cy="2620631"/>
              <a:chOff x="3221255" y="1012723"/>
              <a:chExt cx="1172904" cy="2620631"/>
            </a:xfrm>
          </p:grpSpPr>
          <p:sp>
            <p:nvSpPr>
              <p:cNvPr id="375" name="Rectangle 374">
                <a:extLst>
                  <a:ext uri="{FF2B5EF4-FFF2-40B4-BE49-F238E27FC236}">
                    <a16:creationId xmlns:a16="http://schemas.microsoft.com/office/drawing/2014/main" id="{993DA739-7CEA-114D-820B-DF132DB3984F}"/>
                  </a:ext>
                </a:extLst>
              </p:cNvPr>
              <p:cNvSpPr/>
              <p:nvPr/>
            </p:nvSpPr>
            <p:spPr>
              <a:xfrm>
                <a:off x="3224981" y="1012723"/>
                <a:ext cx="1111045" cy="2418735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376" name="Group 375">
                <a:extLst>
                  <a:ext uri="{FF2B5EF4-FFF2-40B4-BE49-F238E27FC236}">
                    <a16:creationId xmlns:a16="http://schemas.microsoft.com/office/drawing/2014/main" id="{CCC46E28-2F9A-614B-981E-EA679AD82EB0}"/>
                  </a:ext>
                </a:extLst>
              </p:cNvPr>
              <p:cNvGrpSpPr/>
              <p:nvPr/>
            </p:nvGrpSpPr>
            <p:grpSpPr>
              <a:xfrm>
                <a:off x="3221255" y="1017253"/>
                <a:ext cx="1172904" cy="2616101"/>
                <a:chOff x="9477371" y="702026"/>
                <a:chExt cx="1172904" cy="2616101"/>
              </a:xfrm>
            </p:grpSpPr>
            <p:sp>
              <p:nvSpPr>
                <p:cNvPr id="377" name="Rectangle 376">
                  <a:extLst>
                    <a:ext uri="{FF2B5EF4-FFF2-40B4-BE49-F238E27FC236}">
                      <a16:creationId xmlns:a16="http://schemas.microsoft.com/office/drawing/2014/main" id="{99E48FE5-7FBB-0648-927F-69AA9BA117F7}"/>
                    </a:ext>
                  </a:extLst>
                </p:cNvPr>
                <p:cNvSpPr/>
                <p:nvPr/>
              </p:nvSpPr>
              <p:spPr>
                <a:xfrm>
                  <a:off x="9485428" y="706056"/>
                  <a:ext cx="1116982" cy="370390"/>
                </a:xfrm>
                <a:prstGeom prst="rect">
                  <a:avLst/>
                </a:prstGeom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378" name="TextBox 377">
                  <a:extLst>
                    <a:ext uri="{FF2B5EF4-FFF2-40B4-BE49-F238E27FC236}">
                      <a16:creationId xmlns:a16="http://schemas.microsoft.com/office/drawing/2014/main" id="{741917D9-8AC9-0D49-8D6F-B97725FED00C}"/>
                    </a:ext>
                  </a:extLst>
                </p:cNvPr>
                <p:cNvSpPr txBox="1"/>
                <p:nvPr/>
              </p:nvSpPr>
              <p:spPr>
                <a:xfrm>
                  <a:off x="9533078" y="702026"/>
                  <a:ext cx="1117197" cy="261610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US" sz="2000" dirty="0">
                      <a:solidFill>
                        <a:schemeClr val="bg1"/>
                      </a:solidFill>
                    </a:rPr>
                    <a:t>DV in a: </a:t>
                  </a:r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(a)=0</a:t>
                  </a:r>
                </a:p>
                <a:p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(b) = 8</a:t>
                  </a:r>
                  <a:endParaRPr lang="en-US" sz="1600" dirty="0">
                    <a:cs typeface="Arial" charset="0"/>
                  </a:endParaRPr>
                </a:p>
                <a:p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(c)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(d) =</a:t>
                  </a:r>
                  <a:r>
                    <a:rPr lang="en-US" sz="1600" dirty="0">
                      <a:cs typeface="Arial" charset="0"/>
                    </a:rPr>
                    <a:t> 1</a:t>
                  </a:r>
                </a:p>
                <a:p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(e)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(f)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(g)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(h)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(i)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</p:txBody>
            </p:sp>
            <p:cxnSp>
              <p:nvCxnSpPr>
                <p:cNvPr id="379" name="Straight Connector 378">
                  <a:extLst>
                    <a:ext uri="{FF2B5EF4-FFF2-40B4-BE49-F238E27FC236}">
                      <a16:creationId xmlns:a16="http://schemas.microsoft.com/office/drawing/2014/main" id="{50ED32A2-619A-5348-8102-F0D95343ADB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477371" y="1076444"/>
                  <a:ext cx="1123866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80" name="Rectangle 379">
                  <a:extLst>
                    <a:ext uri="{FF2B5EF4-FFF2-40B4-BE49-F238E27FC236}">
                      <a16:creationId xmlns:a16="http://schemas.microsoft.com/office/drawing/2014/main" id="{DCEA8569-4767-BC4F-95B8-4CEC559CA8A1}"/>
                    </a:ext>
                  </a:extLst>
                </p:cNvPr>
                <p:cNvSpPr/>
                <p:nvPr/>
              </p:nvSpPr>
              <p:spPr>
                <a:xfrm>
                  <a:off x="9479666" y="706056"/>
                  <a:ext cx="1122744" cy="2589450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252B9189-7CDF-0741-9858-A79357149B7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6624" y="174028"/>
            <a:ext cx="10893427" cy="894622"/>
          </a:xfrm>
        </p:spPr>
        <p:txBody>
          <a:bodyPr/>
          <a:lstStyle/>
          <a:p>
            <a:r>
              <a:rPr lang="en-US" dirty="0"/>
              <a:t>Distance vector example: computation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98E05715-B0AC-CF47-B242-18018B71339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45</a:t>
            </a:fld>
            <a:endParaRPr lang="en-US" dirty="0"/>
          </a:p>
        </p:txBody>
      </p:sp>
      <p:cxnSp>
        <p:nvCxnSpPr>
          <p:cNvPr id="82" name="Straight Connector 81">
            <a:extLst>
              <a:ext uri="{FF2B5EF4-FFF2-40B4-BE49-F238E27FC236}">
                <a16:creationId xmlns:a16="http://schemas.microsoft.com/office/drawing/2014/main" id="{374B35E8-95B6-B946-8240-59B747B607B3}"/>
              </a:ext>
            </a:extLst>
          </p:cNvPr>
          <p:cNvCxnSpPr>
            <a:cxnSpLocks/>
            <a:stCxn id="76" idx="2"/>
            <a:endCxn id="76" idx="0"/>
          </p:cNvCxnSpPr>
          <p:nvPr/>
        </p:nvCxnSpPr>
        <p:spPr>
          <a:xfrm flipV="1">
            <a:off x="6530326" y="2129120"/>
            <a:ext cx="0" cy="3863111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6" name="Straight Connector 95">
            <a:extLst>
              <a:ext uri="{FF2B5EF4-FFF2-40B4-BE49-F238E27FC236}">
                <a16:creationId xmlns:a16="http://schemas.microsoft.com/office/drawing/2014/main" id="{DE34EA38-AB93-704A-ACF2-764D62663226}"/>
              </a:ext>
            </a:extLst>
          </p:cNvPr>
          <p:cNvCxnSpPr>
            <a:cxnSpLocks/>
            <a:stCxn id="76" idx="1"/>
            <a:endCxn id="76" idx="3"/>
          </p:cNvCxnSpPr>
          <p:nvPr/>
        </p:nvCxnSpPr>
        <p:spPr>
          <a:xfrm>
            <a:off x="4598770" y="4060675"/>
            <a:ext cx="3863111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6" name="Rectangle 75">
            <a:extLst>
              <a:ext uri="{FF2B5EF4-FFF2-40B4-BE49-F238E27FC236}">
                <a16:creationId xmlns:a16="http://schemas.microsoft.com/office/drawing/2014/main" id="{A169888C-5E10-3E40-BC1D-A5D0DB850712}"/>
              </a:ext>
            </a:extLst>
          </p:cNvPr>
          <p:cNvSpPr/>
          <p:nvPr/>
        </p:nvSpPr>
        <p:spPr>
          <a:xfrm>
            <a:off x="4598770" y="2129120"/>
            <a:ext cx="3863111" cy="3863111"/>
          </a:xfrm>
          <a:prstGeom prst="rect">
            <a:avLst/>
          </a:prstGeom>
          <a:noFill/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dirty="0"/>
          </a:p>
        </p:txBody>
      </p:sp>
      <p:sp>
        <p:nvSpPr>
          <p:cNvPr id="150" name="Rectangle 149">
            <a:extLst>
              <a:ext uri="{FF2B5EF4-FFF2-40B4-BE49-F238E27FC236}">
                <a16:creationId xmlns:a16="http://schemas.microsoft.com/office/drawing/2014/main" id="{CB39BACF-E4D1-6641-8B8C-0274EDEFA113}"/>
              </a:ext>
            </a:extLst>
          </p:cNvPr>
          <p:cNvSpPr/>
          <p:nvPr/>
        </p:nvSpPr>
        <p:spPr>
          <a:xfrm>
            <a:off x="8380337" y="2200470"/>
            <a:ext cx="132508" cy="1855109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dirty="0"/>
          </a:p>
        </p:txBody>
      </p:sp>
      <p:grpSp>
        <p:nvGrpSpPr>
          <p:cNvPr id="1034" name="Group 1033">
            <a:extLst>
              <a:ext uri="{FF2B5EF4-FFF2-40B4-BE49-F238E27FC236}">
                <a16:creationId xmlns:a16="http://schemas.microsoft.com/office/drawing/2014/main" id="{B4BFA757-E5EA-9A42-8A16-AA2091E708C8}"/>
              </a:ext>
            </a:extLst>
          </p:cNvPr>
          <p:cNvGrpSpPr/>
          <p:nvPr/>
        </p:nvGrpSpPr>
        <p:grpSpPr>
          <a:xfrm>
            <a:off x="4333785" y="5772213"/>
            <a:ext cx="4395351" cy="404576"/>
            <a:chOff x="4333785" y="5772213"/>
            <a:chExt cx="4395351" cy="404576"/>
          </a:xfrm>
        </p:grpSpPr>
        <p:grpSp>
          <p:nvGrpSpPr>
            <p:cNvPr id="184" name="Group 183">
              <a:extLst>
                <a:ext uri="{FF2B5EF4-FFF2-40B4-BE49-F238E27FC236}">
                  <a16:creationId xmlns:a16="http://schemas.microsoft.com/office/drawing/2014/main" id="{600795BD-C1B6-1748-B28A-001A8505BE86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205" name="Group 204">
                <a:extLst>
                  <a:ext uri="{FF2B5EF4-FFF2-40B4-BE49-F238E27FC236}">
                    <a16:creationId xmlns:a16="http://schemas.microsoft.com/office/drawing/2014/main" id="{CE81AFB3-2346-434C-A463-93F9C295562A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09" name="Oval 5">
                  <a:extLst>
                    <a:ext uri="{FF2B5EF4-FFF2-40B4-BE49-F238E27FC236}">
                      <a16:creationId xmlns:a16="http://schemas.microsoft.com/office/drawing/2014/main" id="{7918ED2E-E380-6C4E-86AA-0BF9D761441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0" name="Line 6">
                  <a:extLst>
                    <a:ext uri="{FF2B5EF4-FFF2-40B4-BE49-F238E27FC236}">
                      <a16:creationId xmlns:a16="http://schemas.microsoft.com/office/drawing/2014/main" id="{45F96407-8127-654C-9C52-5B626907562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1" name="Line 7">
                  <a:extLst>
                    <a:ext uri="{FF2B5EF4-FFF2-40B4-BE49-F238E27FC236}">
                      <a16:creationId xmlns:a16="http://schemas.microsoft.com/office/drawing/2014/main" id="{F1C01DA2-272A-CD4F-87F1-779C30F3555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2" name="Rectangle 8">
                  <a:extLst>
                    <a:ext uri="{FF2B5EF4-FFF2-40B4-BE49-F238E27FC236}">
                      <a16:creationId xmlns:a16="http://schemas.microsoft.com/office/drawing/2014/main" id="{7969C970-9697-A847-B375-82D629934D5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3" name="Oval 9">
                  <a:extLst>
                    <a:ext uri="{FF2B5EF4-FFF2-40B4-BE49-F238E27FC236}">
                      <a16:creationId xmlns:a16="http://schemas.microsoft.com/office/drawing/2014/main" id="{F8D02D26-0EA1-FD40-AD1F-E4E8635F47C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06" name="Group 44">
                <a:extLst>
                  <a:ext uri="{FF2B5EF4-FFF2-40B4-BE49-F238E27FC236}">
                    <a16:creationId xmlns:a16="http://schemas.microsoft.com/office/drawing/2014/main" id="{02C0B744-445A-A04E-812A-2D60476C152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207" name="Rectangle 45">
                  <a:extLst>
                    <a:ext uri="{FF2B5EF4-FFF2-40B4-BE49-F238E27FC236}">
                      <a16:creationId xmlns:a16="http://schemas.microsoft.com/office/drawing/2014/main" id="{83E6E4B2-940F-B749-91D8-19B033341D5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8" name="Text Box 46">
                  <a:extLst>
                    <a:ext uri="{FF2B5EF4-FFF2-40B4-BE49-F238E27FC236}">
                      <a16:creationId xmlns:a16="http://schemas.microsoft.com/office/drawing/2014/main" id="{16D546E0-A23E-174D-8F0D-BFB691AF1D6C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g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185" name="Group 184">
              <a:extLst>
                <a:ext uri="{FF2B5EF4-FFF2-40B4-BE49-F238E27FC236}">
                  <a16:creationId xmlns:a16="http://schemas.microsoft.com/office/drawing/2014/main" id="{34A0F8A7-FCD0-9A45-80B9-24CC78B561FE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196" name="Group 195">
                <a:extLst>
                  <a:ext uri="{FF2B5EF4-FFF2-40B4-BE49-F238E27FC236}">
                    <a16:creationId xmlns:a16="http://schemas.microsoft.com/office/drawing/2014/main" id="{18AECA76-7F06-F84A-928B-C13839D9F43F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00" name="Oval 5">
                  <a:extLst>
                    <a:ext uri="{FF2B5EF4-FFF2-40B4-BE49-F238E27FC236}">
                      <a16:creationId xmlns:a16="http://schemas.microsoft.com/office/drawing/2014/main" id="{04917013-CC10-D043-8A71-34F24813049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1" name="Line 6">
                  <a:extLst>
                    <a:ext uri="{FF2B5EF4-FFF2-40B4-BE49-F238E27FC236}">
                      <a16:creationId xmlns:a16="http://schemas.microsoft.com/office/drawing/2014/main" id="{7E7DEF49-D295-8547-9FE7-8CBB42CEB81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2" name="Line 7">
                  <a:extLst>
                    <a:ext uri="{FF2B5EF4-FFF2-40B4-BE49-F238E27FC236}">
                      <a16:creationId xmlns:a16="http://schemas.microsoft.com/office/drawing/2014/main" id="{5633B25D-6786-5A4A-A44E-E4A1EE3575B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3" name="Rectangle 8">
                  <a:extLst>
                    <a:ext uri="{FF2B5EF4-FFF2-40B4-BE49-F238E27FC236}">
                      <a16:creationId xmlns:a16="http://schemas.microsoft.com/office/drawing/2014/main" id="{968E012E-E513-8340-9324-11A79B223E2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4" name="Oval 9">
                  <a:extLst>
                    <a:ext uri="{FF2B5EF4-FFF2-40B4-BE49-F238E27FC236}">
                      <a16:creationId xmlns:a16="http://schemas.microsoft.com/office/drawing/2014/main" id="{7AFB2A7E-90B7-454F-BABB-E2A39AC7C95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197" name="Group 44">
                <a:extLst>
                  <a:ext uri="{FF2B5EF4-FFF2-40B4-BE49-F238E27FC236}">
                    <a16:creationId xmlns:a16="http://schemas.microsoft.com/office/drawing/2014/main" id="{5567606D-D82D-2A4D-A3C8-A7D0703B3CC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198" name="Rectangle 45">
                  <a:extLst>
                    <a:ext uri="{FF2B5EF4-FFF2-40B4-BE49-F238E27FC236}">
                      <a16:creationId xmlns:a16="http://schemas.microsoft.com/office/drawing/2014/main" id="{39206D20-AD6D-3242-8865-2C6680CB410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9" name="Text Box 46">
                  <a:extLst>
                    <a:ext uri="{FF2B5EF4-FFF2-40B4-BE49-F238E27FC236}">
                      <a16:creationId xmlns:a16="http://schemas.microsoft.com/office/drawing/2014/main" id="{E3BB3556-A335-984F-978A-FECE515B6702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h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186" name="Group 185">
              <a:extLst>
                <a:ext uri="{FF2B5EF4-FFF2-40B4-BE49-F238E27FC236}">
                  <a16:creationId xmlns:a16="http://schemas.microsoft.com/office/drawing/2014/main" id="{3B620D34-7BA8-EF49-AC1C-93F5BBC84AEC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187" name="Group 186">
                <a:extLst>
                  <a:ext uri="{FF2B5EF4-FFF2-40B4-BE49-F238E27FC236}">
                    <a16:creationId xmlns:a16="http://schemas.microsoft.com/office/drawing/2014/main" id="{A6C2F80D-43A1-5746-B518-C0C4F1A20ACD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191" name="Oval 5">
                  <a:extLst>
                    <a:ext uri="{FF2B5EF4-FFF2-40B4-BE49-F238E27FC236}">
                      <a16:creationId xmlns:a16="http://schemas.microsoft.com/office/drawing/2014/main" id="{442E1AFF-BC2C-C849-85D1-13E42B701CE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2" name="Line 6">
                  <a:extLst>
                    <a:ext uri="{FF2B5EF4-FFF2-40B4-BE49-F238E27FC236}">
                      <a16:creationId xmlns:a16="http://schemas.microsoft.com/office/drawing/2014/main" id="{C2994154-DB6D-E247-8511-C6FE8D9665F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3" name="Line 7">
                  <a:extLst>
                    <a:ext uri="{FF2B5EF4-FFF2-40B4-BE49-F238E27FC236}">
                      <a16:creationId xmlns:a16="http://schemas.microsoft.com/office/drawing/2014/main" id="{C730A3ED-5222-5348-831E-092DE7D6CEE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4" name="Rectangle 8">
                  <a:extLst>
                    <a:ext uri="{FF2B5EF4-FFF2-40B4-BE49-F238E27FC236}">
                      <a16:creationId xmlns:a16="http://schemas.microsoft.com/office/drawing/2014/main" id="{BED424F7-1928-5F41-831D-417161F220B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5" name="Oval 9">
                  <a:extLst>
                    <a:ext uri="{FF2B5EF4-FFF2-40B4-BE49-F238E27FC236}">
                      <a16:creationId xmlns:a16="http://schemas.microsoft.com/office/drawing/2014/main" id="{76DDF5F9-ACB7-E642-ACEA-223EE2F5F41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188" name="Group 44">
                <a:extLst>
                  <a:ext uri="{FF2B5EF4-FFF2-40B4-BE49-F238E27FC236}">
                    <a16:creationId xmlns:a16="http://schemas.microsoft.com/office/drawing/2014/main" id="{495DC56F-8C0E-6549-849D-6D43F4F8BC0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500196" y="2507397"/>
                <a:ext cx="267548" cy="419100"/>
                <a:chOff x="2972" y="2425"/>
                <a:chExt cx="171" cy="264"/>
              </a:xfrm>
            </p:grpSpPr>
            <p:sp>
              <p:nvSpPr>
                <p:cNvPr id="189" name="Rectangle 45">
                  <a:extLst>
                    <a:ext uri="{FF2B5EF4-FFF2-40B4-BE49-F238E27FC236}">
                      <a16:creationId xmlns:a16="http://schemas.microsoft.com/office/drawing/2014/main" id="{892DBBAB-E011-FD4A-BA7E-105CEF9075A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0" name="Text Box 46">
                  <a:extLst>
                    <a:ext uri="{FF2B5EF4-FFF2-40B4-BE49-F238E27FC236}">
                      <a16:creationId xmlns:a16="http://schemas.microsoft.com/office/drawing/2014/main" id="{173A4036-1DC3-BD4D-9E66-D9BC48C58BA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72" y="2425"/>
                  <a:ext cx="171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i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sp>
        <p:nvSpPr>
          <p:cNvPr id="215" name="TextBox 214">
            <a:extLst>
              <a:ext uri="{FF2B5EF4-FFF2-40B4-BE49-F238E27FC236}">
                <a16:creationId xmlns:a16="http://schemas.microsoft.com/office/drawing/2014/main" id="{74A89238-377F-A840-BB03-52D53CBBC3F3}"/>
              </a:ext>
            </a:extLst>
          </p:cNvPr>
          <p:cNvSpPr txBox="1"/>
          <p:nvPr/>
        </p:nvSpPr>
        <p:spPr>
          <a:xfrm>
            <a:off x="4305782" y="2870522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6" name="TextBox 215">
            <a:extLst>
              <a:ext uri="{FF2B5EF4-FFF2-40B4-BE49-F238E27FC236}">
                <a16:creationId xmlns:a16="http://schemas.microsoft.com/office/drawing/2014/main" id="{3D3F7215-9DE8-0542-8CCA-A9CEDC8717E2}"/>
              </a:ext>
            </a:extLst>
          </p:cNvPr>
          <p:cNvSpPr txBox="1"/>
          <p:nvPr/>
        </p:nvSpPr>
        <p:spPr>
          <a:xfrm>
            <a:off x="6217534" y="2860877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7" name="TextBox 216">
            <a:extLst>
              <a:ext uri="{FF2B5EF4-FFF2-40B4-BE49-F238E27FC236}">
                <a16:creationId xmlns:a16="http://schemas.microsoft.com/office/drawing/2014/main" id="{FC342D48-14A2-BA4E-A191-060C4177F678}"/>
              </a:ext>
            </a:extLst>
          </p:cNvPr>
          <p:cNvSpPr txBox="1"/>
          <p:nvPr/>
        </p:nvSpPr>
        <p:spPr>
          <a:xfrm>
            <a:off x="4296138" y="4886446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8" name="TextBox 217">
            <a:extLst>
              <a:ext uri="{FF2B5EF4-FFF2-40B4-BE49-F238E27FC236}">
                <a16:creationId xmlns:a16="http://schemas.microsoft.com/office/drawing/2014/main" id="{C9336A94-9BC9-8F41-95A7-69E18360DF3D}"/>
              </a:ext>
            </a:extLst>
          </p:cNvPr>
          <p:cNvSpPr txBox="1"/>
          <p:nvPr/>
        </p:nvSpPr>
        <p:spPr>
          <a:xfrm>
            <a:off x="6231040" y="4888376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9" name="TextBox 218">
            <a:extLst>
              <a:ext uri="{FF2B5EF4-FFF2-40B4-BE49-F238E27FC236}">
                <a16:creationId xmlns:a16="http://schemas.microsoft.com/office/drawing/2014/main" id="{E11EFAA3-3025-6E40-9F7B-8AEC8E44C52D}"/>
              </a:ext>
            </a:extLst>
          </p:cNvPr>
          <p:cNvSpPr txBox="1"/>
          <p:nvPr/>
        </p:nvSpPr>
        <p:spPr>
          <a:xfrm>
            <a:off x="8154365" y="4890306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1" name="TextBox 220">
            <a:extLst>
              <a:ext uri="{FF2B5EF4-FFF2-40B4-BE49-F238E27FC236}">
                <a16:creationId xmlns:a16="http://schemas.microsoft.com/office/drawing/2014/main" id="{EECDCBF1-5ACC-CF43-B981-907337945BA2}"/>
              </a:ext>
            </a:extLst>
          </p:cNvPr>
          <p:cNvSpPr txBox="1"/>
          <p:nvPr/>
        </p:nvSpPr>
        <p:spPr>
          <a:xfrm>
            <a:off x="5442030" y="4029920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2" name="TextBox 221">
            <a:extLst>
              <a:ext uri="{FF2B5EF4-FFF2-40B4-BE49-F238E27FC236}">
                <a16:creationId xmlns:a16="http://schemas.microsoft.com/office/drawing/2014/main" id="{2DD32315-0DAF-354B-ADE2-76F406D6A871}"/>
              </a:ext>
            </a:extLst>
          </p:cNvPr>
          <p:cNvSpPr txBox="1"/>
          <p:nvPr/>
        </p:nvSpPr>
        <p:spPr>
          <a:xfrm>
            <a:off x="7353782" y="4020275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3" name="TextBox 222">
            <a:extLst>
              <a:ext uri="{FF2B5EF4-FFF2-40B4-BE49-F238E27FC236}">
                <a16:creationId xmlns:a16="http://schemas.microsoft.com/office/drawing/2014/main" id="{25B3E8DA-82E1-B746-9524-A8B47546C7B7}"/>
              </a:ext>
            </a:extLst>
          </p:cNvPr>
          <p:cNvSpPr txBox="1"/>
          <p:nvPr/>
        </p:nvSpPr>
        <p:spPr>
          <a:xfrm>
            <a:off x="5443958" y="5953247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4" name="TextBox 223">
            <a:extLst>
              <a:ext uri="{FF2B5EF4-FFF2-40B4-BE49-F238E27FC236}">
                <a16:creationId xmlns:a16="http://schemas.microsoft.com/office/drawing/2014/main" id="{51516E14-40A2-B34F-B880-05B80B68D6FC}"/>
              </a:ext>
            </a:extLst>
          </p:cNvPr>
          <p:cNvSpPr txBox="1"/>
          <p:nvPr/>
        </p:nvSpPr>
        <p:spPr>
          <a:xfrm>
            <a:off x="7355710" y="5943602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5" name="TextBox 224">
            <a:extLst>
              <a:ext uri="{FF2B5EF4-FFF2-40B4-BE49-F238E27FC236}">
                <a16:creationId xmlns:a16="http://schemas.microsoft.com/office/drawing/2014/main" id="{9174059A-E895-E740-9A26-AA7943E4A64F}"/>
              </a:ext>
            </a:extLst>
          </p:cNvPr>
          <p:cNvSpPr txBox="1"/>
          <p:nvPr/>
        </p:nvSpPr>
        <p:spPr>
          <a:xfrm>
            <a:off x="5445886" y="2123956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8</a:t>
            </a:r>
          </a:p>
        </p:txBody>
      </p:sp>
      <p:sp>
        <p:nvSpPr>
          <p:cNvPr id="226" name="TextBox 225">
            <a:extLst>
              <a:ext uri="{FF2B5EF4-FFF2-40B4-BE49-F238E27FC236}">
                <a16:creationId xmlns:a16="http://schemas.microsoft.com/office/drawing/2014/main" id="{F7510488-7C59-7449-A4EE-C5A32BFCB3A5}"/>
              </a:ext>
            </a:extLst>
          </p:cNvPr>
          <p:cNvSpPr txBox="1"/>
          <p:nvPr/>
        </p:nvSpPr>
        <p:spPr>
          <a:xfrm>
            <a:off x="7357638" y="2114311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grpSp>
        <p:nvGrpSpPr>
          <p:cNvPr id="159" name="Group 158">
            <a:extLst>
              <a:ext uri="{FF2B5EF4-FFF2-40B4-BE49-F238E27FC236}">
                <a16:creationId xmlns:a16="http://schemas.microsoft.com/office/drawing/2014/main" id="{4AAED925-F16C-8F45-B5D7-47EABDB0B993}"/>
              </a:ext>
            </a:extLst>
          </p:cNvPr>
          <p:cNvGrpSpPr/>
          <p:nvPr/>
        </p:nvGrpSpPr>
        <p:grpSpPr>
          <a:xfrm>
            <a:off x="584365" y="1859143"/>
            <a:ext cx="736099" cy="1229581"/>
            <a:chOff x="10030307" y="3444875"/>
            <a:chExt cx="736099" cy="1229581"/>
          </a:xfrm>
        </p:grpSpPr>
        <p:sp>
          <p:nvSpPr>
            <p:cNvPr id="160" name="TextBox 159">
              <a:extLst>
                <a:ext uri="{FF2B5EF4-FFF2-40B4-BE49-F238E27FC236}">
                  <a16:creationId xmlns:a16="http://schemas.microsoft.com/office/drawing/2014/main" id="{6655EB12-A2B9-9D4A-A0A9-F9958BDB0106}"/>
                </a:ext>
              </a:extLst>
            </p:cNvPr>
            <p:cNvSpPr txBox="1"/>
            <p:nvPr/>
          </p:nvSpPr>
          <p:spPr>
            <a:xfrm>
              <a:off x="10030307" y="4089681"/>
              <a:ext cx="736099" cy="58477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3200" dirty="0"/>
                <a:t>t=1</a:t>
              </a:r>
            </a:p>
          </p:txBody>
        </p:sp>
        <p:grpSp>
          <p:nvGrpSpPr>
            <p:cNvPr id="161" name="Group 160">
              <a:extLst>
                <a:ext uri="{FF2B5EF4-FFF2-40B4-BE49-F238E27FC236}">
                  <a16:creationId xmlns:a16="http://schemas.microsoft.com/office/drawing/2014/main" id="{0523D739-F413-264B-A745-A38C62E06D3B}"/>
                </a:ext>
              </a:extLst>
            </p:cNvPr>
            <p:cNvGrpSpPr/>
            <p:nvPr/>
          </p:nvGrpSpPr>
          <p:grpSpPr>
            <a:xfrm>
              <a:off x="10034588" y="3444875"/>
              <a:ext cx="682627" cy="682625"/>
              <a:chOff x="10034588" y="3444875"/>
              <a:chExt cx="682627" cy="682625"/>
            </a:xfrm>
          </p:grpSpPr>
          <p:sp>
            <p:nvSpPr>
              <p:cNvPr id="162" name="Oval 161">
                <a:extLst>
                  <a:ext uri="{FF2B5EF4-FFF2-40B4-BE49-F238E27FC236}">
                    <a16:creationId xmlns:a16="http://schemas.microsoft.com/office/drawing/2014/main" id="{CB814881-01DB-0E43-BA2F-B64D7EA26896}"/>
                  </a:ext>
                </a:extLst>
              </p:cNvPr>
              <p:cNvSpPr/>
              <p:nvPr/>
            </p:nvSpPr>
            <p:spPr>
              <a:xfrm>
                <a:off x="10039551" y="3449256"/>
                <a:ext cx="671332" cy="671332"/>
              </a:xfrm>
              <a:prstGeom prst="ellipse">
                <a:avLst/>
              </a:prstGeom>
              <a:noFill/>
              <a:ln w="3492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cxnSp>
            <p:nvCxnSpPr>
              <p:cNvPr id="163" name="Straight Connector 162">
                <a:extLst>
                  <a:ext uri="{FF2B5EF4-FFF2-40B4-BE49-F238E27FC236}">
                    <a16:creationId xmlns:a16="http://schemas.microsoft.com/office/drawing/2014/main" id="{08775389-41CA-4740-B083-4D54E5FAECED}"/>
                  </a:ext>
                </a:extLst>
              </p:cNvPr>
              <p:cNvCxnSpPr/>
              <p:nvPr/>
            </p:nvCxnSpPr>
            <p:spPr>
              <a:xfrm>
                <a:off x="10372725" y="344487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4" name="Straight Connector 163">
                <a:extLst>
                  <a:ext uri="{FF2B5EF4-FFF2-40B4-BE49-F238E27FC236}">
                    <a16:creationId xmlns:a16="http://schemas.microsoft.com/office/drawing/2014/main" id="{3E6B6CB9-512E-6343-AD8B-BBAB6CE819A4}"/>
                  </a:ext>
                </a:extLst>
              </p:cNvPr>
              <p:cNvCxnSpPr/>
              <p:nvPr/>
            </p:nvCxnSpPr>
            <p:spPr>
              <a:xfrm>
                <a:off x="10372725" y="406717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5" name="Straight Connector 164">
                <a:extLst>
                  <a:ext uri="{FF2B5EF4-FFF2-40B4-BE49-F238E27FC236}">
                    <a16:creationId xmlns:a16="http://schemas.microsoft.com/office/drawing/2014/main" id="{6B84002D-08B3-2041-9EB9-DE4D7AA96DC7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>
                <a:off x="10064751" y="375602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6" name="Straight Connector 165">
                <a:extLst>
                  <a:ext uri="{FF2B5EF4-FFF2-40B4-BE49-F238E27FC236}">
                    <a16:creationId xmlns:a16="http://schemas.microsoft.com/office/drawing/2014/main" id="{C10AF67D-3C60-074D-85D9-BB7F3C22BA6E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>
                <a:off x="10687053" y="375602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7" name="Straight Connector 166">
                <a:extLst>
                  <a:ext uri="{FF2B5EF4-FFF2-40B4-BE49-F238E27FC236}">
                    <a16:creationId xmlns:a16="http://schemas.microsoft.com/office/drawing/2014/main" id="{D7001C9A-A249-5941-879B-C26FFA2151F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523542" y="4037013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8" name="Straight Connector 167">
                <a:extLst>
                  <a:ext uri="{FF2B5EF4-FFF2-40B4-BE49-F238E27FC236}">
                    <a16:creationId xmlns:a16="http://schemas.microsoft.com/office/drawing/2014/main" id="{F6CFD6FA-4D66-9F4F-9565-82515FD78B1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202867" y="3490913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9" name="Straight Connector 168">
                <a:extLst>
                  <a:ext uri="{FF2B5EF4-FFF2-40B4-BE49-F238E27FC236}">
                    <a16:creationId xmlns:a16="http://schemas.microsoft.com/office/drawing/2014/main" id="{3AF8B4F1-6823-4E49-BDC2-8B3DFF75FC97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196517" y="4033838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0" name="Straight Connector 169">
                <a:extLst>
                  <a:ext uri="{FF2B5EF4-FFF2-40B4-BE49-F238E27FC236}">
                    <a16:creationId xmlns:a16="http://schemas.microsoft.com/office/drawing/2014/main" id="{A8A30E75-242F-B744-AD86-D5121CF798F7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517192" y="3487738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1" name="Straight Connector 170">
                <a:extLst>
                  <a:ext uri="{FF2B5EF4-FFF2-40B4-BE49-F238E27FC236}">
                    <a16:creationId xmlns:a16="http://schemas.microsoft.com/office/drawing/2014/main" id="{CA6C8979-7ABA-2548-A690-DBB79A1510E8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631493" y="3611565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2" name="Straight Connector 171">
                <a:extLst>
                  <a:ext uri="{FF2B5EF4-FFF2-40B4-BE49-F238E27FC236}">
                    <a16:creationId xmlns:a16="http://schemas.microsoft.com/office/drawing/2014/main" id="{9D0B68AA-F684-FE43-A969-18E51C1C177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085393" y="3929065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3" name="Straight Connector 172">
                <a:extLst>
                  <a:ext uri="{FF2B5EF4-FFF2-40B4-BE49-F238E27FC236}">
                    <a16:creationId xmlns:a16="http://schemas.microsoft.com/office/drawing/2014/main" id="{5419F84A-0D3B-EF47-949B-02A63FAFFC86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10094918" y="3614740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4" name="Straight Connector 173">
                <a:extLst>
                  <a:ext uri="{FF2B5EF4-FFF2-40B4-BE49-F238E27FC236}">
                    <a16:creationId xmlns:a16="http://schemas.microsoft.com/office/drawing/2014/main" id="{FDC9525E-B8EE-704E-94A9-DA434054CDB0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10631493" y="3932240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5" name="Oval 174">
                <a:extLst>
                  <a:ext uri="{FF2B5EF4-FFF2-40B4-BE49-F238E27FC236}">
                    <a16:creationId xmlns:a16="http://schemas.microsoft.com/office/drawing/2014/main" id="{1326D6D5-4368-3242-940E-7E5978F1247E}"/>
                  </a:ext>
                </a:extLst>
              </p:cNvPr>
              <p:cNvSpPr/>
              <p:nvPr/>
            </p:nvSpPr>
            <p:spPr>
              <a:xfrm>
                <a:off x="10331450" y="3743325"/>
                <a:ext cx="82550" cy="87136"/>
              </a:xfrm>
              <a:prstGeom prst="ellipse">
                <a:avLst/>
              </a:prstGeom>
              <a:solidFill>
                <a:srgbClr val="C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</p:grpSp>
      <p:cxnSp>
        <p:nvCxnSpPr>
          <p:cNvPr id="153" name="Straight Connector 152">
            <a:extLst>
              <a:ext uri="{FF2B5EF4-FFF2-40B4-BE49-F238E27FC236}">
                <a16:creationId xmlns:a16="http://schemas.microsoft.com/office/drawing/2014/main" id="{1BDF6761-A298-0649-AD22-E32D353E085B}"/>
              </a:ext>
            </a:extLst>
          </p:cNvPr>
          <p:cNvCxnSpPr>
            <a:cxnSpLocks/>
          </p:cNvCxnSpPr>
          <p:nvPr/>
        </p:nvCxnSpPr>
        <p:spPr>
          <a:xfrm>
            <a:off x="919556" y="1995948"/>
            <a:ext cx="0" cy="196031"/>
          </a:xfrm>
          <a:prstGeom prst="line">
            <a:avLst/>
          </a:prstGeom>
          <a:ln w="25400" cap="flat">
            <a:solidFill>
              <a:srgbClr val="C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4" name="Rectangle 153">
            <a:extLst>
              <a:ext uri="{FF2B5EF4-FFF2-40B4-BE49-F238E27FC236}">
                <a16:creationId xmlns:a16="http://schemas.microsoft.com/office/drawing/2014/main" id="{6E805ECD-DD10-C845-94C0-375A905AFE6F}"/>
              </a:ext>
            </a:extLst>
          </p:cNvPr>
          <p:cNvSpPr/>
          <p:nvPr/>
        </p:nvSpPr>
        <p:spPr>
          <a:xfrm>
            <a:off x="6626942" y="275303"/>
            <a:ext cx="3038168" cy="629265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241" name="Group 240">
            <a:extLst>
              <a:ext uri="{FF2B5EF4-FFF2-40B4-BE49-F238E27FC236}">
                <a16:creationId xmlns:a16="http://schemas.microsoft.com/office/drawing/2014/main" id="{C0DE6387-1D17-B74C-B49C-337140026F6C}"/>
              </a:ext>
            </a:extLst>
          </p:cNvPr>
          <p:cNvGrpSpPr/>
          <p:nvPr/>
        </p:nvGrpSpPr>
        <p:grpSpPr>
          <a:xfrm>
            <a:off x="6656438" y="235974"/>
            <a:ext cx="2493133" cy="1917291"/>
            <a:chOff x="7010400" y="108155"/>
            <a:chExt cx="2493133" cy="1917291"/>
          </a:xfrm>
        </p:grpSpPr>
        <p:sp>
          <p:nvSpPr>
            <p:cNvPr id="242" name="Freeform 241">
              <a:extLst>
                <a:ext uri="{FF2B5EF4-FFF2-40B4-BE49-F238E27FC236}">
                  <a16:creationId xmlns:a16="http://schemas.microsoft.com/office/drawing/2014/main" id="{AAB1A5DE-415B-F14B-A28A-363ED94665BF}"/>
                </a:ext>
              </a:extLst>
            </p:cNvPr>
            <p:cNvSpPr/>
            <p:nvPr/>
          </p:nvSpPr>
          <p:spPr>
            <a:xfrm>
              <a:off x="7010400" y="176982"/>
              <a:ext cx="2340077" cy="1848464"/>
            </a:xfrm>
            <a:custGeom>
              <a:avLst/>
              <a:gdLst>
                <a:gd name="connsiteX0" fmla="*/ 0 w 2340077"/>
                <a:gd name="connsiteY0" fmla="*/ 304800 h 432619"/>
                <a:gd name="connsiteX1" fmla="*/ 393290 w 2340077"/>
                <a:gd name="connsiteY1" fmla="*/ 0 h 432619"/>
                <a:gd name="connsiteX2" fmla="*/ 2340077 w 2340077"/>
                <a:gd name="connsiteY2" fmla="*/ 0 h 432619"/>
                <a:gd name="connsiteX3" fmla="*/ 147484 w 2340077"/>
                <a:gd name="connsiteY3" fmla="*/ 432619 h 432619"/>
                <a:gd name="connsiteX4" fmla="*/ 0 w 2340077"/>
                <a:gd name="connsiteY4" fmla="*/ 304800 h 432619"/>
                <a:gd name="connsiteX0" fmla="*/ 0 w 2340077"/>
                <a:gd name="connsiteY0" fmla="*/ 1691148 h 1818967"/>
                <a:gd name="connsiteX1" fmla="*/ 383458 w 2340077"/>
                <a:gd name="connsiteY1" fmla="*/ 0 h 1818967"/>
                <a:gd name="connsiteX2" fmla="*/ 2340077 w 2340077"/>
                <a:gd name="connsiteY2" fmla="*/ 1386348 h 1818967"/>
                <a:gd name="connsiteX3" fmla="*/ 147484 w 2340077"/>
                <a:gd name="connsiteY3" fmla="*/ 1818967 h 1818967"/>
                <a:gd name="connsiteX4" fmla="*/ 0 w 2340077"/>
                <a:gd name="connsiteY4" fmla="*/ 1691148 h 1818967"/>
                <a:gd name="connsiteX0" fmla="*/ 0 w 2340077"/>
                <a:gd name="connsiteY0" fmla="*/ 1691148 h 1818967"/>
                <a:gd name="connsiteX1" fmla="*/ 383458 w 2340077"/>
                <a:gd name="connsiteY1" fmla="*/ 0 h 1818967"/>
                <a:gd name="connsiteX2" fmla="*/ 2340077 w 2340077"/>
                <a:gd name="connsiteY2" fmla="*/ 1386348 h 1818967"/>
                <a:gd name="connsiteX3" fmla="*/ 147484 w 2340077"/>
                <a:gd name="connsiteY3" fmla="*/ 1818967 h 1818967"/>
                <a:gd name="connsiteX4" fmla="*/ 0 w 2340077"/>
                <a:gd name="connsiteY4" fmla="*/ 1691148 h 1818967"/>
                <a:gd name="connsiteX0" fmla="*/ 0 w 2340077"/>
                <a:gd name="connsiteY0" fmla="*/ 1691148 h 1828799"/>
                <a:gd name="connsiteX1" fmla="*/ 383458 w 2340077"/>
                <a:gd name="connsiteY1" fmla="*/ 0 h 1828799"/>
                <a:gd name="connsiteX2" fmla="*/ 2340077 w 2340077"/>
                <a:gd name="connsiteY2" fmla="*/ 1386348 h 1828799"/>
                <a:gd name="connsiteX3" fmla="*/ 186813 w 2340077"/>
                <a:gd name="connsiteY3" fmla="*/ 1828799 h 1828799"/>
                <a:gd name="connsiteX4" fmla="*/ 0 w 2340077"/>
                <a:gd name="connsiteY4" fmla="*/ 1691148 h 1828799"/>
                <a:gd name="connsiteX0" fmla="*/ 0 w 2340077"/>
                <a:gd name="connsiteY0" fmla="*/ 1691148 h 1828799"/>
                <a:gd name="connsiteX1" fmla="*/ 383458 w 2340077"/>
                <a:gd name="connsiteY1" fmla="*/ 0 h 1828799"/>
                <a:gd name="connsiteX2" fmla="*/ 2340077 w 2340077"/>
                <a:gd name="connsiteY2" fmla="*/ 1386348 h 1828799"/>
                <a:gd name="connsiteX3" fmla="*/ 186813 w 2340077"/>
                <a:gd name="connsiteY3" fmla="*/ 1828799 h 1828799"/>
                <a:gd name="connsiteX4" fmla="*/ 0 w 2340077"/>
                <a:gd name="connsiteY4" fmla="*/ 1691148 h 1828799"/>
                <a:gd name="connsiteX0" fmla="*/ 0 w 2340077"/>
                <a:gd name="connsiteY0" fmla="*/ 1691148 h 1828799"/>
                <a:gd name="connsiteX1" fmla="*/ 383458 w 2340077"/>
                <a:gd name="connsiteY1" fmla="*/ 0 h 1828799"/>
                <a:gd name="connsiteX2" fmla="*/ 2340077 w 2340077"/>
                <a:gd name="connsiteY2" fmla="*/ 1386348 h 1828799"/>
                <a:gd name="connsiteX3" fmla="*/ 186813 w 2340077"/>
                <a:gd name="connsiteY3" fmla="*/ 1828799 h 1828799"/>
                <a:gd name="connsiteX4" fmla="*/ 0 w 2340077"/>
                <a:gd name="connsiteY4" fmla="*/ 1691148 h 1828799"/>
                <a:gd name="connsiteX0" fmla="*/ 0 w 2340077"/>
                <a:gd name="connsiteY0" fmla="*/ 1691148 h 1828799"/>
                <a:gd name="connsiteX1" fmla="*/ 383458 w 2340077"/>
                <a:gd name="connsiteY1" fmla="*/ 0 h 1828799"/>
                <a:gd name="connsiteX2" fmla="*/ 2340077 w 2340077"/>
                <a:gd name="connsiteY2" fmla="*/ 1386348 h 1828799"/>
                <a:gd name="connsiteX3" fmla="*/ 186813 w 2340077"/>
                <a:gd name="connsiteY3" fmla="*/ 1828799 h 1828799"/>
                <a:gd name="connsiteX4" fmla="*/ 0 w 2340077"/>
                <a:gd name="connsiteY4" fmla="*/ 1691148 h 1828799"/>
                <a:gd name="connsiteX0" fmla="*/ 0 w 2340077"/>
                <a:gd name="connsiteY0" fmla="*/ 1691148 h 1848464"/>
                <a:gd name="connsiteX1" fmla="*/ 383458 w 2340077"/>
                <a:gd name="connsiteY1" fmla="*/ 0 h 1848464"/>
                <a:gd name="connsiteX2" fmla="*/ 2340077 w 2340077"/>
                <a:gd name="connsiteY2" fmla="*/ 1386348 h 1848464"/>
                <a:gd name="connsiteX3" fmla="*/ 137651 w 2340077"/>
                <a:gd name="connsiteY3" fmla="*/ 1848464 h 1848464"/>
                <a:gd name="connsiteX4" fmla="*/ 0 w 2340077"/>
                <a:gd name="connsiteY4" fmla="*/ 1691148 h 1848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40077" h="1848464">
                  <a:moveTo>
                    <a:pt x="0" y="1691148"/>
                  </a:moveTo>
                  <a:cubicBezTo>
                    <a:pt x="167148" y="1304412"/>
                    <a:pt x="285136" y="770193"/>
                    <a:pt x="383458" y="0"/>
                  </a:cubicBezTo>
                  <a:lnTo>
                    <a:pt x="2340077" y="1386348"/>
                  </a:lnTo>
                  <a:cubicBezTo>
                    <a:pt x="871794" y="1579716"/>
                    <a:pt x="740695" y="1645264"/>
                    <a:pt x="137651" y="1848464"/>
                  </a:cubicBezTo>
                  <a:lnTo>
                    <a:pt x="0" y="1691148"/>
                  </a:lnTo>
                  <a:close/>
                </a:path>
              </a:pathLst>
            </a:cu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chemeClr val="bg1">
                    <a:lumMod val="75000"/>
                  </a:schemeClr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243" name="Group 242">
              <a:extLst>
                <a:ext uri="{FF2B5EF4-FFF2-40B4-BE49-F238E27FC236}">
                  <a16:creationId xmlns:a16="http://schemas.microsoft.com/office/drawing/2014/main" id="{937CC7FC-FB1E-3F44-8360-192E93D54F76}"/>
                </a:ext>
              </a:extLst>
            </p:cNvPr>
            <p:cNvGrpSpPr/>
            <p:nvPr/>
          </p:nvGrpSpPr>
          <p:grpSpPr>
            <a:xfrm>
              <a:off x="7323884" y="108155"/>
              <a:ext cx="2179649" cy="1445342"/>
              <a:chOff x="7323884" y="108155"/>
              <a:chExt cx="2179649" cy="1445342"/>
            </a:xfrm>
          </p:grpSpPr>
          <p:sp>
            <p:nvSpPr>
              <p:cNvPr id="244" name="Rectangle 243">
                <a:extLst>
                  <a:ext uri="{FF2B5EF4-FFF2-40B4-BE49-F238E27FC236}">
                    <a16:creationId xmlns:a16="http://schemas.microsoft.com/office/drawing/2014/main" id="{4491BF2B-1B3B-CC46-9290-459EE74E54A2}"/>
                  </a:ext>
                </a:extLst>
              </p:cNvPr>
              <p:cNvSpPr/>
              <p:nvPr/>
            </p:nvSpPr>
            <p:spPr>
              <a:xfrm>
                <a:off x="7413523" y="108155"/>
                <a:ext cx="1936954" cy="143551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245" name="Group 244">
                <a:extLst>
                  <a:ext uri="{FF2B5EF4-FFF2-40B4-BE49-F238E27FC236}">
                    <a16:creationId xmlns:a16="http://schemas.microsoft.com/office/drawing/2014/main" id="{FCF8DCB2-D709-AF40-B84B-C341D1A769CD}"/>
                  </a:ext>
                </a:extLst>
              </p:cNvPr>
              <p:cNvGrpSpPr/>
              <p:nvPr/>
            </p:nvGrpSpPr>
            <p:grpSpPr>
              <a:xfrm>
                <a:off x="7323884" y="120836"/>
                <a:ext cx="2179649" cy="1432661"/>
                <a:chOff x="7323884" y="120836"/>
                <a:chExt cx="2179649" cy="1432661"/>
              </a:xfrm>
            </p:grpSpPr>
            <p:sp>
              <p:nvSpPr>
                <p:cNvPr id="246" name="Rectangle 245">
                  <a:extLst>
                    <a:ext uri="{FF2B5EF4-FFF2-40B4-BE49-F238E27FC236}">
                      <a16:creationId xmlns:a16="http://schemas.microsoft.com/office/drawing/2014/main" id="{AAB1F5FE-4DFF-8942-96D2-1BF59A9B8ED7}"/>
                    </a:ext>
                  </a:extLst>
                </p:cNvPr>
                <p:cNvSpPr/>
                <p:nvPr/>
              </p:nvSpPr>
              <p:spPr>
                <a:xfrm>
                  <a:off x="7409951" y="124866"/>
                  <a:ext cx="1940525" cy="370390"/>
                </a:xfrm>
                <a:prstGeom prst="rect">
                  <a:avLst/>
                </a:prstGeom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47" name="TextBox 246">
                  <a:extLst>
                    <a:ext uri="{FF2B5EF4-FFF2-40B4-BE49-F238E27FC236}">
                      <a16:creationId xmlns:a16="http://schemas.microsoft.com/office/drawing/2014/main" id="{02C346E9-CF40-A846-ACD9-F72DFBB9E805}"/>
                    </a:ext>
                  </a:extLst>
                </p:cNvPr>
                <p:cNvSpPr txBox="1"/>
                <p:nvPr/>
              </p:nvSpPr>
              <p:spPr>
                <a:xfrm>
                  <a:off x="7799764" y="120836"/>
                  <a:ext cx="1117197" cy="400110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algn="ctr">
                    <a:spcAft>
                      <a:spcPts val="400"/>
                    </a:spcAft>
                  </a:pPr>
                  <a:r>
                    <a:rPr lang="en-US" sz="2000" dirty="0">
                      <a:solidFill>
                        <a:schemeClr val="bg1"/>
                      </a:solidFill>
                    </a:rPr>
                    <a:t>DV in b:</a:t>
                  </a:r>
                </a:p>
              </p:txBody>
            </p:sp>
            <p:cxnSp>
              <p:nvCxnSpPr>
                <p:cNvPr id="248" name="Straight Connector 247">
                  <a:extLst>
                    <a:ext uri="{FF2B5EF4-FFF2-40B4-BE49-F238E27FC236}">
                      <a16:creationId xmlns:a16="http://schemas.microsoft.com/office/drawing/2014/main" id="{322E19FC-BD9D-FC41-8AF9-4540EB9B5BC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7401895" y="495254"/>
                  <a:ext cx="1123866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49" name="Rectangle 248">
                  <a:extLst>
                    <a:ext uri="{FF2B5EF4-FFF2-40B4-BE49-F238E27FC236}">
                      <a16:creationId xmlns:a16="http://schemas.microsoft.com/office/drawing/2014/main" id="{14EC7CB6-196B-5E44-AD24-302ACAC213D8}"/>
                    </a:ext>
                  </a:extLst>
                </p:cNvPr>
                <p:cNvSpPr/>
                <p:nvPr/>
              </p:nvSpPr>
              <p:spPr>
                <a:xfrm>
                  <a:off x="7404189" y="124866"/>
                  <a:ext cx="1936455" cy="1428631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50" name="TextBox 249">
                  <a:extLst>
                    <a:ext uri="{FF2B5EF4-FFF2-40B4-BE49-F238E27FC236}">
                      <a16:creationId xmlns:a16="http://schemas.microsoft.com/office/drawing/2014/main" id="{15AACE12-C210-0141-824B-658545F2E1EB}"/>
                    </a:ext>
                  </a:extLst>
                </p:cNvPr>
                <p:cNvSpPr txBox="1"/>
                <p:nvPr/>
              </p:nvSpPr>
              <p:spPr>
                <a:xfrm>
                  <a:off x="8392488" y="560500"/>
                  <a:ext cx="1111045" cy="978729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(f)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pPr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(g)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pPr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(h)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pPr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(i)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</p:txBody>
            </p:sp>
            <p:sp>
              <p:nvSpPr>
                <p:cNvPr id="251" name="TextBox 250">
                  <a:extLst>
                    <a:ext uri="{FF2B5EF4-FFF2-40B4-BE49-F238E27FC236}">
                      <a16:creationId xmlns:a16="http://schemas.microsoft.com/office/drawing/2014/main" id="{8FBBD149-E4A4-7649-964F-57535C719AD2}"/>
                    </a:ext>
                  </a:extLst>
                </p:cNvPr>
                <p:cNvSpPr txBox="1"/>
                <p:nvPr/>
              </p:nvSpPr>
              <p:spPr>
                <a:xfrm>
                  <a:off x="7323884" y="557387"/>
                  <a:ext cx="1117197" cy="978729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114300" lvl="1"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(a) = 8</a:t>
                  </a:r>
                  <a:endParaRPr lang="en-US" sz="1600" dirty="0">
                    <a:cs typeface="Arial" charset="0"/>
                  </a:endParaRPr>
                </a:p>
                <a:p>
                  <a:pPr marL="114300" lvl="1"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(c) =</a:t>
                  </a:r>
                  <a:r>
                    <a:rPr lang="en-US" sz="1600" dirty="0">
                      <a:cs typeface="Arial" charset="0"/>
                    </a:rPr>
                    <a:t> 1</a:t>
                  </a:r>
                  <a:endParaRPr lang="en-US" sz="1600" dirty="0"/>
                </a:p>
                <a:p>
                  <a:pPr marL="114300" lvl="1"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(d)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  <a:p>
                  <a:pPr marL="114300" lvl="1"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(e) =</a:t>
                  </a:r>
                  <a:r>
                    <a:rPr lang="en-US" sz="1600" dirty="0">
                      <a:cs typeface="Arial" charset="0"/>
                    </a:rPr>
                    <a:t> 1</a:t>
                  </a:r>
                  <a:endParaRPr lang="en-US" sz="1600" dirty="0"/>
                </a:p>
              </p:txBody>
            </p:sp>
          </p:grpSp>
        </p:grpSp>
      </p:grpSp>
      <p:sp>
        <p:nvSpPr>
          <p:cNvPr id="281" name="TextBox 280">
            <a:extLst>
              <a:ext uri="{FF2B5EF4-FFF2-40B4-BE49-F238E27FC236}">
                <a16:creationId xmlns:a16="http://schemas.microsoft.com/office/drawing/2014/main" id="{9547E6FC-ED98-A842-83E6-5B393D42D482}"/>
              </a:ext>
            </a:extLst>
          </p:cNvPr>
          <p:cNvSpPr txBox="1"/>
          <p:nvPr/>
        </p:nvSpPr>
        <p:spPr>
          <a:xfrm flipH="1">
            <a:off x="348626" y="3078991"/>
            <a:ext cx="2195814" cy="5909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indent="-285750">
              <a:lnSpc>
                <a:spcPct val="90000"/>
              </a:lnSpc>
              <a:buClr>
                <a:srgbClr val="0000A8"/>
              </a:buClr>
              <a:buFont typeface="Wingdings" pitchFamily="2" charset="2"/>
              <a:buChar char="§"/>
            </a:pPr>
            <a:r>
              <a:rPr lang="en-US" dirty="0"/>
              <a:t>c receives DVs from b</a:t>
            </a:r>
          </a:p>
        </p:txBody>
      </p:sp>
      <p:sp>
        <p:nvSpPr>
          <p:cNvPr id="345" name="Right Arrow 344">
            <a:extLst>
              <a:ext uri="{FF2B5EF4-FFF2-40B4-BE49-F238E27FC236}">
                <a16:creationId xmlns:a16="http://schemas.microsoft.com/office/drawing/2014/main" id="{92F5E3C5-FAC5-934A-B5A5-9BE872588D4E}"/>
              </a:ext>
            </a:extLst>
          </p:cNvPr>
          <p:cNvSpPr/>
          <p:nvPr/>
        </p:nvSpPr>
        <p:spPr>
          <a:xfrm rot="16200000">
            <a:off x="6346718" y="3406881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56" name="Right Arrow 355">
            <a:extLst>
              <a:ext uri="{FF2B5EF4-FFF2-40B4-BE49-F238E27FC236}">
                <a16:creationId xmlns:a16="http://schemas.microsoft.com/office/drawing/2014/main" id="{FECE1C4C-C6DE-E44B-8914-C9FAB6E59F01}"/>
              </a:ext>
            </a:extLst>
          </p:cNvPr>
          <p:cNvSpPr/>
          <p:nvPr/>
        </p:nvSpPr>
        <p:spPr>
          <a:xfrm>
            <a:off x="4973224" y="1937987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57" name="Right Arrow 356">
            <a:extLst>
              <a:ext uri="{FF2B5EF4-FFF2-40B4-BE49-F238E27FC236}">
                <a16:creationId xmlns:a16="http://schemas.microsoft.com/office/drawing/2014/main" id="{E44AC5A8-AB5C-6D48-965A-B3150C882B9F}"/>
              </a:ext>
            </a:extLst>
          </p:cNvPr>
          <p:cNvSpPr/>
          <p:nvPr/>
        </p:nvSpPr>
        <p:spPr>
          <a:xfrm rot="10800000">
            <a:off x="7631559" y="1919702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314" name="Group 313">
            <a:extLst>
              <a:ext uri="{FF2B5EF4-FFF2-40B4-BE49-F238E27FC236}">
                <a16:creationId xmlns:a16="http://schemas.microsoft.com/office/drawing/2014/main" id="{917871C2-1731-FE43-944D-6364CCE85DA9}"/>
              </a:ext>
            </a:extLst>
          </p:cNvPr>
          <p:cNvGrpSpPr/>
          <p:nvPr/>
        </p:nvGrpSpPr>
        <p:grpSpPr>
          <a:xfrm>
            <a:off x="4333785" y="1906063"/>
            <a:ext cx="4395351" cy="404576"/>
            <a:chOff x="4333785" y="5772213"/>
            <a:chExt cx="4395351" cy="404576"/>
          </a:xfrm>
        </p:grpSpPr>
        <p:grpSp>
          <p:nvGrpSpPr>
            <p:cNvPr id="315" name="Group 314">
              <a:extLst>
                <a:ext uri="{FF2B5EF4-FFF2-40B4-BE49-F238E27FC236}">
                  <a16:creationId xmlns:a16="http://schemas.microsoft.com/office/drawing/2014/main" id="{68E7B419-D4D3-3A4B-86E1-D40C76B2BB2C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336" name="Group 335">
                <a:extLst>
                  <a:ext uri="{FF2B5EF4-FFF2-40B4-BE49-F238E27FC236}">
                    <a16:creationId xmlns:a16="http://schemas.microsoft.com/office/drawing/2014/main" id="{93705575-DDBD-3D44-B843-C77E28CEAAD2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40" name="Oval 5">
                  <a:extLst>
                    <a:ext uri="{FF2B5EF4-FFF2-40B4-BE49-F238E27FC236}">
                      <a16:creationId xmlns:a16="http://schemas.microsoft.com/office/drawing/2014/main" id="{AF888CEF-6837-CD45-809F-91550C92C80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1" name="Line 6">
                  <a:extLst>
                    <a:ext uri="{FF2B5EF4-FFF2-40B4-BE49-F238E27FC236}">
                      <a16:creationId xmlns:a16="http://schemas.microsoft.com/office/drawing/2014/main" id="{4535759C-A65E-D84B-9508-03E1DC0B824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2" name="Line 7">
                  <a:extLst>
                    <a:ext uri="{FF2B5EF4-FFF2-40B4-BE49-F238E27FC236}">
                      <a16:creationId xmlns:a16="http://schemas.microsoft.com/office/drawing/2014/main" id="{FFA7BAB7-E53C-EC41-ACE7-66FCD862969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3" name="Rectangle 8">
                  <a:extLst>
                    <a:ext uri="{FF2B5EF4-FFF2-40B4-BE49-F238E27FC236}">
                      <a16:creationId xmlns:a16="http://schemas.microsoft.com/office/drawing/2014/main" id="{69E05203-3EC0-6447-8988-D4F7C2150FA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4" name="Oval 9">
                  <a:extLst>
                    <a:ext uri="{FF2B5EF4-FFF2-40B4-BE49-F238E27FC236}">
                      <a16:creationId xmlns:a16="http://schemas.microsoft.com/office/drawing/2014/main" id="{D9043B05-A159-7D41-90D4-718D621EA02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37" name="Group 44">
                <a:extLst>
                  <a:ext uri="{FF2B5EF4-FFF2-40B4-BE49-F238E27FC236}">
                    <a16:creationId xmlns:a16="http://schemas.microsoft.com/office/drawing/2014/main" id="{230264F8-C92F-C344-8341-A92C3D105F2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338" name="Rectangle 45">
                  <a:extLst>
                    <a:ext uri="{FF2B5EF4-FFF2-40B4-BE49-F238E27FC236}">
                      <a16:creationId xmlns:a16="http://schemas.microsoft.com/office/drawing/2014/main" id="{F2B81453-DE5E-984D-B97A-6884B0BDD35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9" name="Text Box 46">
                  <a:extLst>
                    <a:ext uri="{FF2B5EF4-FFF2-40B4-BE49-F238E27FC236}">
                      <a16:creationId xmlns:a16="http://schemas.microsoft.com/office/drawing/2014/main" id="{35E945F9-D699-744B-ACB7-587B2AA668D3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a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316" name="Group 315">
              <a:extLst>
                <a:ext uri="{FF2B5EF4-FFF2-40B4-BE49-F238E27FC236}">
                  <a16:creationId xmlns:a16="http://schemas.microsoft.com/office/drawing/2014/main" id="{1CE7BA36-0E22-4F41-B503-121F0E8FF751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327" name="Group 326">
                <a:extLst>
                  <a:ext uri="{FF2B5EF4-FFF2-40B4-BE49-F238E27FC236}">
                    <a16:creationId xmlns:a16="http://schemas.microsoft.com/office/drawing/2014/main" id="{ABA31A37-F3CD-1746-9C86-0557D36C5404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31" name="Oval 5">
                  <a:extLst>
                    <a:ext uri="{FF2B5EF4-FFF2-40B4-BE49-F238E27FC236}">
                      <a16:creationId xmlns:a16="http://schemas.microsoft.com/office/drawing/2014/main" id="{39C9919B-E459-6946-BAB3-A266303D27E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2" name="Line 6">
                  <a:extLst>
                    <a:ext uri="{FF2B5EF4-FFF2-40B4-BE49-F238E27FC236}">
                      <a16:creationId xmlns:a16="http://schemas.microsoft.com/office/drawing/2014/main" id="{61A62C09-3017-A541-9429-460C1A7F6B5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3" name="Line 7">
                  <a:extLst>
                    <a:ext uri="{FF2B5EF4-FFF2-40B4-BE49-F238E27FC236}">
                      <a16:creationId xmlns:a16="http://schemas.microsoft.com/office/drawing/2014/main" id="{86063EB7-D2C3-3447-B2FD-57FC1E74D32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4" name="Rectangle 8">
                  <a:extLst>
                    <a:ext uri="{FF2B5EF4-FFF2-40B4-BE49-F238E27FC236}">
                      <a16:creationId xmlns:a16="http://schemas.microsoft.com/office/drawing/2014/main" id="{BD5BCC42-3550-DF4A-BB55-F643AEBFD9A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5" name="Oval 9">
                  <a:extLst>
                    <a:ext uri="{FF2B5EF4-FFF2-40B4-BE49-F238E27FC236}">
                      <a16:creationId xmlns:a16="http://schemas.microsoft.com/office/drawing/2014/main" id="{74611398-E647-494F-A7BD-186BB5CB545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28" name="Group 44">
                <a:extLst>
                  <a:ext uri="{FF2B5EF4-FFF2-40B4-BE49-F238E27FC236}">
                    <a16:creationId xmlns:a16="http://schemas.microsoft.com/office/drawing/2014/main" id="{B57BC638-F090-114B-B8BF-7E2F4A6CC8F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329" name="Rectangle 45">
                  <a:extLst>
                    <a:ext uri="{FF2B5EF4-FFF2-40B4-BE49-F238E27FC236}">
                      <a16:creationId xmlns:a16="http://schemas.microsoft.com/office/drawing/2014/main" id="{0F91A427-A1B7-A54C-8320-A92F425DFC7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0" name="Text Box 46">
                  <a:extLst>
                    <a:ext uri="{FF2B5EF4-FFF2-40B4-BE49-F238E27FC236}">
                      <a16:creationId xmlns:a16="http://schemas.microsoft.com/office/drawing/2014/main" id="{E600E15A-04DE-4F44-AD3B-D284039393AF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b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317" name="Group 316">
              <a:extLst>
                <a:ext uri="{FF2B5EF4-FFF2-40B4-BE49-F238E27FC236}">
                  <a16:creationId xmlns:a16="http://schemas.microsoft.com/office/drawing/2014/main" id="{2EB87748-B820-0349-A8AC-FE8BBD55B257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318" name="Group 317">
                <a:extLst>
                  <a:ext uri="{FF2B5EF4-FFF2-40B4-BE49-F238E27FC236}">
                    <a16:creationId xmlns:a16="http://schemas.microsoft.com/office/drawing/2014/main" id="{EB6E4C7D-CDAA-7F47-A797-1E5FB2A80494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22" name="Oval 5">
                  <a:extLst>
                    <a:ext uri="{FF2B5EF4-FFF2-40B4-BE49-F238E27FC236}">
                      <a16:creationId xmlns:a16="http://schemas.microsoft.com/office/drawing/2014/main" id="{F9943B67-FB21-3647-869F-669BE6A721C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3" name="Line 6">
                  <a:extLst>
                    <a:ext uri="{FF2B5EF4-FFF2-40B4-BE49-F238E27FC236}">
                      <a16:creationId xmlns:a16="http://schemas.microsoft.com/office/drawing/2014/main" id="{57CCD935-17C4-B04B-B482-9A946E848EC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4" name="Line 7">
                  <a:extLst>
                    <a:ext uri="{FF2B5EF4-FFF2-40B4-BE49-F238E27FC236}">
                      <a16:creationId xmlns:a16="http://schemas.microsoft.com/office/drawing/2014/main" id="{2FE8EAFF-CC53-364C-974F-2F913B960D6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5" name="Rectangle 8">
                  <a:extLst>
                    <a:ext uri="{FF2B5EF4-FFF2-40B4-BE49-F238E27FC236}">
                      <a16:creationId xmlns:a16="http://schemas.microsoft.com/office/drawing/2014/main" id="{B25B691E-9E1D-1E4F-9419-9156013814C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6" name="Oval 9">
                  <a:extLst>
                    <a:ext uri="{FF2B5EF4-FFF2-40B4-BE49-F238E27FC236}">
                      <a16:creationId xmlns:a16="http://schemas.microsoft.com/office/drawing/2014/main" id="{9CB3B73F-9E39-EC4E-83F7-FBE10697408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19" name="Group 44">
                <a:extLst>
                  <a:ext uri="{FF2B5EF4-FFF2-40B4-BE49-F238E27FC236}">
                    <a16:creationId xmlns:a16="http://schemas.microsoft.com/office/drawing/2014/main" id="{0F42679C-ED56-BC45-8C82-597609DBD4D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64216" y="2507397"/>
                <a:ext cx="341085" cy="419100"/>
                <a:chOff x="2949" y="2425"/>
                <a:chExt cx="218" cy="264"/>
              </a:xfrm>
            </p:grpSpPr>
            <p:sp>
              <p:nvSpPr>
                <p:cNvPr id="320" name="Rectangle 45">
                  <a:extLst>
                    <a:ext uri="{FF2B5EF4-FFF2-40B4-BE49-F238E27FC236}">
                      <a16:creationId xmlns:a16="http://schemas.microsoft.com/office/drawing/2014/main" id="{CF557465-1C6C-1245-9762-D6D2D9F891F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1" name="Text Box 46">
                  <a:extLst>
                    <a:ext uri="{FF2B5EF4-FFF2-40B4-BE49-F238E27FC236}">
                      <a16:creationId xmlns:a16="http://schemas.microsoft.com/office/drawing/2014/main" id="{CEEF1658-9381-E84D-81A0-1A501484FB8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9" y="2425"/>
                  <a:ext cx="218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c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grpSp>
        <p:nvGrpSpPr>
          <p:cNvPr id="283" name="Group 282">
            <a:extLst>
              <a:ext uri="{FF2B5EF4-FFF2-40B4-BE49-F238E27FC236}">
                <a16:creationId xmlns:a16="http://schemas.microsoft.com/office/drawing/2014/main" id="{A665C0C8-7FDD-0A42-80A3-CC602804C042}"/>
              </a:ext>
            </a:extLst>
          </p:cNvPr>
          <p:cNvGrpSpPr/>
          <p:nvPr/>
        </p:nvGrpSpPr>
        <p:grpSpPr>
          <a:xfrm>
            <a:off x="4336458" y="3833790"/>
            <a:ext cx="4395351" cy="404576"/>
            <a:chOff x="4333785" y="5772213"/>
            <a:chExt cx="4395351" cy="404576"/>
          </a:xfrm>
        </p:grpSpPr>
        <p:grpSp>
          <p:nvGrpSpPr>
            <p:cNvPr id="284" name="Group 283">
              <a:extLst>
                <a:ext uri="{FF2B5EF4-FFF2-40B4-BE49-F238E27FC236}">
                  <a16:creationId xmlns:a16="http://schemas.microsoft.com/office/drawing/2014/main" id="{4C02DC92-2A83-AC4D-B9F0-2BCDE917BDBC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305" name="Group 304">
                <a:extLst>
                  <a:ext uri="{FF2B5EF4-FFF2-40B4-BE49-F238E27FC236}">
                    <a16:creationId xmlns:a16="http://schemas.microsoft.com/office/drawing/2014/main" id="{F01EB862-010E-A34F-8D39-25BC2BED2A6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09" name="Oval 5">
                  <a:extLst>
                    <a:ext uri="{FF2B5EF4-FFF2-40B4-BE49-F238E27FC236}">
                      <a16:creationId xmlns:a16="http://schemas.microsoft.com/office/drawing/2014/main" id="{C2A61603-05BC-1E4D-99AA-0AB1CC49473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0" name="Line 6">
                  <a:extLst>
                    <a:ext uri="{FF2B5EF4-FFF2-40B4-BE49-F238E27FC236}">
                      <a16:creationId xmlns:a16="http://schemas.microsoft.com/office/drawing/2014/main" id="{7043DA0E-702D-CD4E-BA28-9341275851D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1" name="Line 7">
                  <a:extLst>
                    <a:ext uri="{FF2B5EF4-FFF2-40B4-BE49-F238E27FC236}">
                      <a16:creationId xmlns:a16="http://schemas.microsoft.com/office/drawing/2014/main" id="{CE93F761-782C-C640-B2B6-8CA7492B28B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2" name="Rectangle 8">
                  <a:extLst>
                    <a:ext uri="{FF2B5EF4-FFF2-40B4-BE49-F238E27FC236}">
                      <a16:creationId xmlns:a16="http://schemas.microsoft.com/office/drawing/2014/main" id="{723858D6-68CF-1C4E-A28B-A9FF5D728F2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3" name="Oval 9">
                  <a:extLst>
                    <a:ext uri="{FF2B5EF4-FFF2-40B4-BE49-F238E27FC236}">
                      <a16:creationId xmlns:a16="http://schemas.microsoft.com/office/drawing/2014/main" id="{70A7292E-FC97-924B-9010-8079BEC6219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06" name="Group 44">
                <a:extLst>
                  <a:ext uri="{FF2B5EF4-FFF2-40B4-BE49-F238E27FC236}">
                    <a16:creationId xmlns:a16="http://schemas.microsoft.com/office/drawing/2014/main" id="{DA3B2173-D171-E340-B704-06A3FE481C7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307" name="Rectangle 45">
                  <a:extLst>
                    <a:ext uri="{FF2B5EF4-FFF2-40B4-BE49-F238E27FC236}">
                      <a16:creationId xmlns:a16="http://schemas.microsoft.com/office/drawing/2014/main" id="{A7CA85B6-08AA-4840-AE2B-A3321A49B6F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8" name="Text Box 46">
                  <a:extLst>
                    <a:ext uri="{FF2B5EF4-FFF2-40B4-BE49-F238E27FC236}">
                      <a16:creationId xmlns:a16="http://schemas.microsoft.com/office/drawing/2014/main" id="{68812F5E-7A92-7B45-BBDE-2068A3A134D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d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285" name="Group 284">
              <a:extLst>
                <a:ext uri="{FF2B5EF4-FFF2-40B4-BE49-F238E27FC236}">
                  <a16:creationId xmlns:a16="http://schemas.microsoft.com/office/drawing/2014/main" id="{5E3B07EB-D89E-C542-85F0-D68A3698AEC4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296" name="Group 295">
                <a:extLst>
                  <a:ext uri="{FF2B5EF4-FFF2-40B4-BE49-F238E27FC236}">
                    <a16:creationId xmlns:a16="http://schemas.microsoft.com/office/drawing/2014/main" id="{CE2D511A-9878-0E42-B4E3-97548A8A67A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00" name="Oval 5">
                  <a:extLst>
                    <a:ext uri="{FF2B5EF4-FFF2-40B4-BE49-F238E27FC236}">
                      <a16:creationId xmlns:a16="http://schemas.microsoft.com/office/drawing/2014/main" id="{C66E96DA-F1B1-9A41-8B0D-2F21B3B7ACB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1" name="Line 6">
                  <a:extLst>
                    <a:ext uri="{FF2B5EF4-FFF2-40B4-BE49-F238E27FC236}">
                      <a16:creationId xmlns:a16="http://schemas.microsoft.com/office/drawing/2014/main" id="{A2387D1F-7EF0-9443-8128-6FF284EC9AF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2" name="Line 7">
                  <a:extLst>
                    <a:ext uri="{FF2B5EF4-FFF2-40B4-BE49-F238E27FC236}">
                      <a16:creationId xmlns:a16="http://schemas.microsoft.com/office/drawing/2014/main" id="{4B183F70-EB28-A94F-BF31-54B939F6B75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3" name="Rectangle 8">
                  <a:extLst>
                    <a:ext uri="{FF2B5EF4-FFF2-40B4-BE49-F238E27FC236}">
                      <a16:creationId xmlns:a16="http://schemas.microsoft.com/office/drawing/2014/main" id="{84BE29FD-A805-D348-99C3-8D3C650618E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4" name="Oval 9">
                  <a:extLst>
                    <a:ext uri="{FF2B5EF4-FFF2-40B4-BE49-F238E27FC236}">
                      <a16:creationId xmlns:a16="http://schemas.microsoft.com/office/drawing/2014/main" id="{BF5D685A-16D6-5B40-9EEF-970D3CDCE37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97" name="Group 44">
                <a:extLst>
                  <a:ext uri="{FF2B5EF4-FFF2-40B4-BE49-F238E27FC236}">
                    <a16:creationId xmlns:a16="http://schemas.microsoft.com/office/drawing/2014/main" id="{058B095B-B9C0-F84A-B78C-FE9DCA729C7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298" name="Rectangle 45">
                  <a:extLst>
                    <a:ext uri="{FF2B5EF4-FFF2-40B4-BE49-F238E27FC236}">
                      <a16:creationId xmlns:a16="http://schemas.microsoft.com/office/drawing/2014/main" id="{7FBA9119-2A14-E84A-A39B-55E9D6AE939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9" name="Text Box 46">
                  <a:extLst>
                    <a:ext uri="{FF2B5EF4-FFF2-40B4-BE49-F238E27FC236}">
                      <a16:creationId xmlns:a16="http://schemas.microsoft.com/office/drawing/2014/main" id="{2944FA12-D5D2-E241-A9FC-D4A85A350D0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e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286" name="Group 285">
              <a:extLst>
                <a:ext uri="{FF2B5EF4-FFF2-40B4-BE49-F238E27FC236}">
                  <a16:creationId xmlns:a16="http://schemas.microsoft.com/office/drawing/2014/main" id="{B9D4EE61-1CC1-6D4C-822D-300C73469B48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287" name="Group 286">
                <a:extLst>
                  <a:ext uri="{FF2B5EF4-FFF2-40B4-BE49-F238E27FC236}">
                    <a16:creationId xmlns:a16="http://schemas.microsoft.com/office/drawing/2014/main" id="{75D4F492-E56A-6541-9F9D-1D85B09999F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91" name="Oval 5">
                  <a:extLst>
                    <a:ext uri="{FF2B5EF4-FFF2-40B4-BE49-F238E27FC236}">
                      <a16:creationId xmlns:a16="http://schemas.microsoft.com/office/drawing/2014/main" id="{190A087A-A659-3E4D-B4FE-1EA13D56BE4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2" name="Line 6">
                  <a:extLst>
                    <a:ext uri="{FF2B5EF4-FFF2-40B4-BE49-F238E27FC236}">
                      <a16:creationId xmlns:a16="http://schemas.microsoft.com/office/drawing/2014/main" id="{E7E9FE4A-5449-D244-A5A8-DEB5E1D8494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3" name="Line 7">
                  <a:extLst>
                    <a:ext uri="{FF2B5EF4-FFF2-40B4-BE49-F238E27FC236}">
                      <a16:creationId xmlns:a16="http://schemas.microsoft.com/office/drawing/2014/main" id="{8C243F83-93B5-2C49-9D61-2E8E8652A48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4" name="Rectangle 8">
                  <a:extLst>
                    <a:ext uri="{FF2B5EF4-FFF2-40B4-BE49-F238E27FC236}">
                      <a16:creationId xmlns:a16="http://schemas.microsoft.com/office/drawing/2014/main" id="{B0B61A2E-99AA-324F-8224-CB0B3B44042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5" name="Oval 9">
                  <a:extLst>
                    <a:ext uri="{FF2B5EF4-FFF2-40B4-BE49-F238E27FC236}">
                      <a16:creationId xmlns:a16="http://schemas.microsoft.com/office/drawing/2014/main" id="{2F485C77-8179-0B4E-B93A-E5C91296B44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88" name="Group 44">
                <a:extLst>
                  <a:ext uri="{FF2B5EF4-FFF2-40B4-BE49-F238E27FC236}">
                    <a16:creationId xmlns:a16="http://schemas.microsoft.com/office/drawing/2014/main" id="{0826EA6F-730D-8C47-8DDA-2C65DD6716B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92372" y="2507397"/>
                <a:ext cx="283194" cy="419100"/>
                <a:chOff x="2967" y="2425"/>
                <a:chExt cx="181" cy="264"/>
              </a:xfrm>
            </p:grpSpPr>
            <p:sp>
              <p:nvSpPr>
                <p:cNvPr id="289" name="Rectangle 45">
                  <a:extLst>
                    <a:ext uri="{FF2B5EF4-FFF2-40B4-BE49-F238E27FC236}">
                      <a16:creationId xmlns:a16="http://schemas.microsoft.com/office/drawing/2014/main" id="{C3E85E15-4F40-FF40-89C4-0E851470FA4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0" name="Text Box 46">
                  <a:extLst>
                    <a:ext uri="{FF2B5EF4-FFF2-40B4-BE49-F238E27FC236}">
                      <a16:creationId xmlns:a16="http://schemas.microsoft.com/office/drawing/2014/main" id="{1905E332-CD71-E748-AE06-2A274A0D7B1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67" y="2425"/>
                  <a:ext cx="181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f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grpSp>
        <p:nvGrpSpPr>
          <p:cNvPr id="4" name="Group 3">
            <a:extLst>
              <a:ext uri="{FF2B5EF4-FFF2-40B4-BE49-F238E27FC236}">
                <a16:creationId xmlns:a16="http://schemas.microsoft.com/office/drawing/2014/main" id="{D3B35DA9-63C6-B944-AEED-1CE8A219D68F}"/>
              </a:ext>
            </a:extLst>
          </p:cNvPr>
          <p:cNvGrpSpPr/>
          <p:nvPr/>
        </p:nvGrpSpPr>
        <p:grpSpPr>
          <a:xfrm>
            <a:off x="8740877" y="219997"/>
            <a:ext cx="2045109" cy="2667397"/>
            <a:chOff x="8740877" y="219997"/>
            <a:chExt cx="2045109" cy="2667397"/>
          </a:xfrm>
        </p:grpSpPr>
        <p:sp>
          <p:nvSpPr>
            <p:cNvPr id="234" name="Freeform 233">
              <a:extLst>
                <a:ext uri="{FF2B5EF4-FFF2-40B4-BE49-F238E27FC236}">
                  <a16:creationId xmlns:a16="http://schemas.microsoft.com/office/drawing/2014/main" id="{CD3625DA-7674-FD43-A116-87C156BB9E53}"/>
                </a:ext>
              </a:extLst>
            </p:cNvPr>
            <p:cNvSpPr/>
            <p:nvPr/>
          </p:nvSpPr>
          <p:spPr>
            <a:xfrm>
              <a:off x="8740877" y="247036"/>
              <a:ext cx="924232" cy="2428567"/>
            </a:xfrm>
            <a:custGeom>
              <a:avLst/>
              <a:gdLst>
                <a:gd name="connsiteX0" fmla="*/ 9833 w 786581"/>
                <a:gd name="connsiteY0" fmla="*/ 501445 h 2458064"/>
                <a:gd name="connsiteX1" fmla="*/ 747252 w 786581"/>
                <a:gd name="connsiteY1" fmla="*/ 0 h 2458064"/>
                <a:gd name="connsiteX2" fmla="*/ 786581 w 786581"/>
                <a:gd name="connsiteY2" fmla="*/ 2458064 h 2458064"/>
                <a:gd name="connsiteX3" fmla="*/ 0 w 786581"/>
                <a:gd name="connsiteY3" fmla="*/ 668593 h 2458064"/>
                <a:gd name="connsiteX4" fmla="*/ 9833 w 786581"/>
                <a:gd name="connsiteY4" fmla="*/ 501445 h 2458064"/>
                <a:gd name="connsiteX0" fmla="*/ 9833 w 786581"/>
                <a:gd name="connsiteY0" fmla="*/ 471948 h 2428567"/>
                <a:gd name="connsiteX1" fmla="*/ 776749 w 786581"/>
                <a:gd name="connsiteY1" fmla="*/ 0 h 2428567"/>
                <a:gd name="connsiteX2" fmla="*/ 786581 w 786581"/>
                <a:gd name="connsiteY2" fmla="*/ 2428567 h 2428567"/>
                <a:gd name="connsiteX3" fmla="*/ 0 w 786581"/>
                <a:gd name="connsiteY3" fmla="*/ 639096 h 2428567"/>
                <a:gd name="connsiteX4" fmla="*/ 9833 w 786581"/>
                <a:gd name="connsiteY4" fmla="*/ 471948 h 2428567"/>
                <a:gd name="connsiteX0" fmla="*/ 9833 w 786581"/>
                <a:gd name="connsiteY0" fmla="*/ 471948 h 2428567"/>
                <a:gd name="connsiteX1" fmla="*/ 776749 w 786581"/>
                <a:gd name="connsiteY1" fmla="*/ 0 h 2428567"/>
                <a:gd name="connsiteX2" fmla="*/ 786581 w 786581"/>
                <a:gd name="connsiteY2" fmla="*/ 2428567 h 2428567"/>
                <a:gd name="connsiteX3" fmla="*/ 0 w 786581"/>
                <a:gd name="connsiteY3" fmla="*/ 639096 h 2428567"/>
                <a:gd name="connsiteX4" fmla="*/ 9833 w 786581"/>
                <a:gd name="connsiteY4" fmla="*/ 471948 h 2428567"/>
                <a:gd name="connsiteX0" fmla="*/ 9833 w 786581"/>
                <a:gd name="connsiteY0" fmla="*/ 471948 h 2428567"/>
                <a:gd name="connsiteX1" fmla="*/ 776749 w 786581"/>
                <a:gd name="connsiteY1" fmla="*/ 0 h 2428567"/>
                <a:gd name="connsiteX2" fmla="*/ 786581 w 786581"/>
                <a:gd name="connsiteY2" fmla="*/ 2428567 h 2428567"/>
                <a:gd name="connsiteX3" fmla="*/ 0 w 786581"/>
                <a:gd name="connsiteY3" fmla="*/ 639096 h 2428567"/>
                <a:gd name="connsiteX4" fmla="*/ 9833 w 786581"/>
                <a:gd name="connsiteY4" fmla="*/ 471948 h 2428567"/>
                <a:gd name="connsiteX0" fmla="*/ 9833 w 786581"/>
                <a:gd name="connsiteY0" fmla="*/ 471948 h 2428567"/>
                <a:gd name="connsiteX1" fmla="*/ 776749 w 786581"/>
                <a:gd name="connsiteY1" fmla="*/ 0 h 2428567"/>
                <a:gd name="connsiteX2" fmla="*/ 786581 w 786581"/>
                <a:gd name="connsiteY2" fmla="*/ 2428567 h 2428567"/>
                <a:gd name="connsiteX3" fmla="*/ 0 w 786581"/>
                <a:gd name="connsiteY3" fmla="*/ 639096 h 2428567"/>
                <a:gd name="connsiteX4" fmla="*/ 9833 w 786581"/>
                <a:gd name="connsiteY4" fmla="*/ 471948 h 2428567"/>
                <a:gd name="connsiteX0" fmla="*/ 9833 w 786581"/>
                <a:gd name="connsiteY0" fmla="*/ 471948 h 2428567"/>
                <a:gd name="connsiteX1" fmla="*/ 776749 w 786581"/>
                <a:gd name="connsiteY1" fmla="*/ 0 h 2428567"/>
                <a:gd name="connsiteX2" fmla="*/ 786581 w 786581"/>
                <a:gd name="connsiteY2" fmla="*/ 2428567 h 2428567"/>
                <a:gd name="connsiteX3" fmla="*/ 0 w 786581"/>
                <a:gd name="connsiteY3" fmla="*/ 639096 h 2428567"/>
                <a:gd name="connsiteX4" fmla="*/ 9833 w 786581"/>
                <a:gd name="connsiteY4" fmla="*/ 471948 h 2428567"/>
                <a:gd name="connsiteX0" fmla="*/ 393291 w 1170039"/>
                <a:gd name="connsiteY0" fmla="*/ 471948 h 2428567"/>
                <a:gd name="connsiteX1" fmla="*/ 1160207 w 1170039"/>
                <a:gd name="connsiteY1" fmla="*/ 0 h 2428567"/>
                <a:gd name="connsiteX2" fmla="*/ 1170039 w 1170039"/>
                <a:gd name="connsiteY2" fmla="*/ 2428567 h 2428567"/>
                <a:gd name="connsiteX3" fmla="*/ 0 w 1170039"/>
                <a:gd name="connsiteY3" fmla="*/ 1946786 h 2428567"/>
                <a:gd name="connsiteX4" fmla="*/ 393291 w 1170039"/>
                <a:gd name="connsiteY4" fmla="*/ 471948 h 2428567"/>
                <a:gd name="connsiteX0" fmla="*/ 393291 w 1170039"/>
                <a:gd name="connsiteY0" fmla="*/ 471948 h 2428567"/>
                <a:gd name="connsiteX1" fmla="*/ 1160207 w 1170039"/>
                <a:gd name="connsiteY1" fmla="*/ 0 h 2428567"/>
                <a:gd name="connsiteX2" fmla="*/ 1170039 w 1170039"/>
                <a:gd name="connsiteY2" fmla="*/ 2428567 h 2428567"/>
                <a:gd name="connsiteX3" fmla="*/ 0 w 1170039"/>
                <a:gd name="connsiteY3" fmla="*/ 1946786 h 2428567"/>
                <a:gd name="connsiteX4" fmla="*/ 393291 w 1170039"/>
                <a:gd name="connsiteY4" fmla="*/ 471948 h 2428567"/>
                <a:gd name="connsiteX0" fmla="*/ 393291 w 1170039"/>
                <a:gd name="connsiteY0" fmla="*/ 471948 h 2428567"/>
                <a:gd name="connsiteX1" fmla="*/ 1160207 w 1170039"/>
                <a:gd name="connsiteY1" fmla="*/ 0 h 2428567"/>
                <a:gd name="connsiteX2" fmla="*/ 1170039 w 1170039"/>
                <a:gd name="connsiteY2" fmla="*/ 2428567 h 2428567"/>
                <a:gd name="connsiteX3" fmla="*/ 0 w 1170039"/>
                <a:gd name="connsiteY3" fmla="*/ 1946786 h 2428567"/>
                <a:gd name="connsiteX4" fmla="*/ 393291 w 1170039"/>
                <a:gd name="connsiteY4" fmla="*/ 471948 h 2428567"/>
                <a:gd name="connsiteX0" fmla="*/ 1 w 1170039"/>
                <a:gd name="connsiteY0" fmla="*/ 1809135 h 2428567"/>
                <a:gd name="connsiteX1" fmla="*/ 1160207 w 1170039"/>
                <a:gd name="connsiteY1" fmla="*/ 0 h 2428567"/>
                <a:gd name="connsiteX2" fmla="*/ 1170039 w 1170039"/>
                <a:gd name="connsiteY2" fmla="*/ 2428567 h 2428567"/>
                <a:gd name="connsiteX3" fmla="*/ 0 w 1170039"/>
                <a:gd name="connsiteY3" fmla="*/ 1946786 h 2428567"/>
                <a:gd name="connsiteX4" fmla="*/ 1 w 1170039"/>
                <a:gd name="connsiteY4" fmla="*/ 1809135 h 2428567"/>
                <a:gd name="connsiteX0" fmla="*/ 1 w 1170039"/>
                <a:gd name="connsiteY0" fmla="*/ 1809135 h 2428567"/>
                <a:gd name="connsiteX1" fmla="*/ 1160207 w 1170039"/>
                <a:gd name="connsiteY1" fmla="*/ 0 h 2428567"/>
                <a:gd name="connsiteX2" fmla="*/ 1170039 w 1170039"/>
                <a:gd name="connsiteY2" fmla="*/ 2428567 h 2428567"/>
                <a:gd name="connsiteX3" fmla="*/ 0 w 1170039"/>
                <a:gd name="connsiteY3" fmla="*/ 1946786 h 2428567"/>
                <a:gd name="connsiteX4" fmla="*/ 1 w 1170039"/>
                <a:gd name="connsiteY4" fmla="*/ 1809135 h 24285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0039" h="2428567">
                  <a:moveTo>
                    <a:pt x="1" y="1809135"/>
                  </a:moveTo>
                  <a:cubicBezTo>
                    <a:pt x="353962" y="1681316"/>
                    <a:pt x="875071" y="865238"/>
                    <a:pt x="1160207" y="0"/>
                  </a:cubicBezTo>
                  <a:cubicBezTo>
                    <a:pt x="1163484" y="809522"/>
                    <a:pt x="1166762" y="1619045"/>
                    <a:pt x="1170039" y="2428567"/>
                  </a:cubicBezTo>
                  <a:cubicBezTo>
                    <a:pt x="819356" y="2058219"/>
                    <a:pt x="714478" y="2090992"/>
                    <a:pt x="0" y="1946786"/>
                  </a:cubicBezTo>
                  <a:cubicBezTo>
                    <a:pt x="0" y="1900902"/>
                    <a:pt x="1" y="1855019"/>
                    <a:pt x="1" y="1809135"/>
                  </a:cubicBezTo>
                  <a:close/>
                </a:path>
              </a:pathLst>
            </a:cu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chemeClr val="bg1">
                    <a:lumMod val="75000"/>
                  </a:schemeClr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358" name="Group 357">
              <a:extLst>
                <a:ext uri="{FF2B5EF4-FFF2-40B4-BE49-F238E27FC236}">
                  <a16:creationId xmlns:a16="http://schemas.microsoft.com/office/drawing/2014/main" id="{8E84743B-19DB-E241-B0AF-861F515FE360}"/>
                </a:ext>
              </a:extLst>
            </p:cNvPr>
            <p:cNvGrpSpPr/>
            <p:nvPr/>
          </p:nvGrpSpPr>
          <p:grpSpPr>
            <a:xfrm>
              <a:off x="9636528" y="219997"/>
              <a:ext cx="1149458" cy="2667397"/>
              <a:chOff x="9764348" y="1447800"/>
              <a:chExt cx="1149458" cy="2667397"/>
            </a:xfrm>
          </p:grpSpPr>
          <p:sp>
            <p:nvSpPr>
              <p:cNvPr id="359" name="Rectangle 358">
                <a:extLst>
                  <a:ext uri="{FF2B5EF4-FFF2-40B4-BE49-F238E27FC236}">
                    <a16:creationId xmlns:a16="http://schemas.microsoft.com/office/drawing/2014/main" id="{FBF5705D-BC98-2845-B684-C5D5E33CE86A}"/>
                  </a:ext>
                </a:extLst>
              </p:cNvPr>
              <p:cNvSpPr/>
              <p:nvPr/>
            </p:nvSpPr>
            <p:spPr>
              <a:xfrm>
                <a:off x="9783097" y="1447800"/>
                <a:ext cx="1130709" cy="242611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360" name="Group 359">
                <a:extLst>
                  <a:ext uri="{FF2B5EF4-FFF2-40B4-BE49-F238E27FC236}">
                    <a16:creationId xmlns:a16="http://schemas.microsoft.com/office/drawing/2014/main" id="{45185F04-540F-1048-94D0-753D4872458F}"/>
                  </a:ext>
                </a:extLst>
              </p:cNvPr>
              <p:cNvGrpSpPr/>
              <p:nvPr/>
            </p:nvGrpSpPr>
            <p:grpSpPr>
              <a:xfrm>
                <a:off x="9764348" y="1447800"/>
                <a:ext cx="1130291" cy="2667397"/>
                <a:chOff x="9472119" y="702026"/>
                <a:chExt cx="1130291" cy="2667397"/>
              </a:xfrm>
            </p:grpSpPr>
            <p:sp>
              <p:nvSpPr>
                <p:cNvPr id="361" name="Rectangle 360">
                  <a:extLst>
                    <a:ext uri="{FF2B5EF4-FFF2-40B4-BE49-F238E27FC236}">
                      <a16:creationId xmlns:a16="http://schemas.microsoft.com/office/drawing/2014/main" id="{F1B029F2-3CFB-F446-A49B-ABBE33D07546}"/>
                    </a:ext>
                  </a:extLst>
                </p:cNvPr>
                <p:cNvSpPr/>
                <p:nvPr/>
              </p:nvSpPr>
              <p:spPr>
                <a:xfrm>
                  <a:off x="9485428" y="706056"/>
                  <a:ext cx="1116982" cy="370390"/>
                </a:xfrm>
                <a:prstGeom prst="rect">
                  <a:avLst/>
                </a:prstGeom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362" name="TextBox 361">
                  <a:extLst>
                    <a:ext uri="{FF2B5EF4-FFF2-40B4-BE49-F238E27FC236}">
                      <a16:creationId xmlns:a16="http://schemas.microsoft.com/office/drawing/2014/main" id="{E601508D-C456-214F-B2CC-E58813667624}"/>
                    </a:ext>
                  </a:extLst>
                </p:cNvPr>
                <p:cNvSpPr txBox="1"/>
                <p:nvPr/>
              </p:nvSpPr>
              <p:spPr>
                <a:xfrm>
                  <a:off x="9472119" y="702026"/>
                  <a:ext cx="1088020" cy="2667397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algn="ctr">
                    <a:spcAft>
                      <a:spcPts val="400"/>
                    </a:spcAft>
                  </a:pPr>
                  <a:r>
                    <a:rPr lang="en-US" sz="2000" dirty="0">
                      <a:solidFill>
                        <a:schemeClr val="bg1"/>
                      </a:solidFill>
                    </a:rPr>
                    <a:t>DV in c:</a:t>
                  </a:r>
                </a:p>
                <a:p>
                  <a:pPr marL="114300" lvl="1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(a)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pPr marL="114300" lvl="1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(b) =</a:t>
                  </a:r>
                  <a:r>
                    <a:rPr lang="en-US" sz="1600" dirty="0">
                      <a:cs typeface="Arial" charset="0"/>
                    </a:rPr>
                    <a:t> 1</a:t>
                  </a:r>
                </a:p>
                <a:p>
                  <a:pPr marL="114300" lvl="1"/>
                  <a:r>
                    <a:rPr lang="en-US" sz="1600" dirty="0">
                      <a:cs typeface="Arial" charset="0"/>
                    </a:rPr>
                    <a:t>D</a:t>
                  </a:r>
                  <a:r>
                    <a:rPr lang="en-US" sz="1600" baseline="-25000" dirty="0">
                      <a:cs typeface="Arial" charset="0"/>
                    </a:rPr>
                    <a:t>c</a:t>
                  </a:r>
                  <a:r>
                    <a:rPr lang="en-US" sz="1600" dirty="0">
                      <a:cs typeface="Arial" charset="0"/>
                    </a:rPr>
                    <a:t>(c) = 0</a:t>
                  </a:r>
                  <a:endParaRPr lang="en-US" sz="1600" dirty="0"/>
                </a:p>
                <a:p>
                  <a:pPr marL="114300" lvl="1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(d)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  <a:p>
                  <a:pPr marL="114300" lvl="1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(e)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  <a:p>
                  <a:pPr marL="114300" lvl="1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(f)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  <a:p>
                  <a:pPr marL="114300" lvl="1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(g)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  <a:p>
                  <a:pPr marL="114300" lvl="1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(h)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  <a:p>
                  <a:pPr marL="114300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(i)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</p:txBody>
            </p:sp>
            <p:cxnSp>
              <p:nvCxnSpPr>
                <p:cNvPr id="363" name="Straight Connector 362">
                  <a:extLst>
                    <a:ext uri="{FF2B5EF4-FFF2-40B4-BE49-F238E27FC236}">
                      <a16:creationId xmlns:a16="http://schemas.microsoft.com/office/drawing/2014/main" id="{3FDDC54C-ACD2-B847-8FF7-2C6CBDB5C16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477371" y="1076444"/>
                  <a:ext cx="1123866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64" name="Rectangle 363">
                  <a:extLst>
                    <a:ext uri="{FF2B5EF4-FFF2-40B4-BE49-F238E27FC236}">
                      <a16:creationId xmlns:a16="http://schemas.microsoft.com/office/drawing/2014/main" id="{C28D2058-9ADC-2F45-A3D5-6BE95FBA06E4}"/>
                    </a:ext>
                  </a:extLst>
                </p:cNvPr>
                <p:cNvSpPr/>
                <p:nvPr/>
              </p:nvSpPr>
              <p:spPr>
                <a:xfrm>
                  <a:off x="9479666" y="706055"/>
                  <a:ext cx="1122744" cy="2620773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</p:grpSp>
      <p:sp>
        <p:nvSpPr>
          <p:cNvPr id="183" name="Freeform 182">
            <a:extLst>
              <a:ext uri="{FF2B5EF4-FFF2-40B4-BE49-F238E27FC236}">
                <a16:creationId xmlns:a16="http://schemas.microsoft.com/office/drawing/2014/main" id="{2593EFCC-23E2-4043-94E6-A9E17FCC79C5}"/>
              </a:ext>
            </a:extLst>
          </p:cNvPr>
          <p:cNvSpPr/>
          <p:nvPr/>
        </p:nvSpPr>
        <p:spPr>
          <a:xfrm>
            <a:off x="6794417" y="3016538"/>
            <a:ext cx="2889702" cy="2634390"/>
          </a:xfrm>
          <a:custGeom>
            <a:avLst/>
            <a:gdLst>
              <a:gd name="connsiteX0" fmla="*/ 0 w 2615381"/>
              <a:gd name="connsiteY0" fmla="*/ 0 h 2615381"/>
              <a:gd name="connsiteX1" fmla="*/ 2595716 w 2615381"/>
              <a:gd name="connsiteY1" fmla="*/ 235975 h 2615381"/>
              <a:gd name="connsiteX2" fmla="*/ 2615381 w 2615381"/>
              <a:gd name="connsiteY2" fmla="*/ 2615381 h 2615381"/>
              <a:gd name="connsiteX3" fmla="*/ 9832 w 2615381"/>
              <a:gd name="connsiteY3" fmla="*/ 167149 h 2615381"/>
              <a:gd name="connsiteX4" fmla="*/ 0 w 2615381"/>
              <a:gd name="connsiteY4" fmla="*/ 0 h 2615381"/>
              <a:gd name="connsiteX0" fmla="*/ 0 w 2654709"/>
              <a:gd name="connsiteY0" fmla="*/ 0 h 2615381"/>
              <a:gd name="connsiteX1" fmla="*/ 2654709 w 2654709"/>
              <a:gd name="connsiteY1" fmla="*/ 255639 h 2615381"/>
              <a:gd name="connsiteX2" fmla="*/ 2615381 w 2654709"/>
              <a:gd name="connsiteY2" fmla="*/ 2615381 h 2615381"/>
              <a:gd name="connsiteX3" fmla="*/ 9832 w 2654709"/>
              <a:gd name="connsiteY3" fmla="*/ 167149 h 2615381"/>
              <a:gd name="connsiteX4" fmla="*/ 0 w 2654709"/>
              <a:gd name="connsiteY4" fmla="*/ 0 h 2615381"/>
              <a:gd name="connsiteX0" fmla="*/ 0 w 2654710"/>
              <a:gd name="connsiteY0" fmla="*/ 0 h 2605549"/>
              <a:gd name="connsiteX1" fmla="*/ 2654709 w 2654710"/>
              <a:gd name="connsiteY1" fmla="*/ 255639 h 2605549"/>
              <a:gd name="connsiteX2" fmla="*/ 2654710 w 2654710"/>
              <a:gd name="connsiteY2" fmla="*/ 2605549 h 2605549"/>
              <a:gd name="connsiteX3" fmla="*/ 9832 w 2654710"/>
              <a:gd name="connsiteY3" fmla="*/ 167149 h 2605549"/>
              <a:gd name="connsiteX4" fmla="*/ 0 w 2654710"/>
              <a:gd name="connsiteY4" fmla="*/ 0 h 2605549"/>
              <a:gd name="connsiteX0" fmla="*/ 0 w 2654710"/>
              <a:gd name="connsiteY0" fmla="*/ 0 h 2605549"/>
              <a:gd name="connsiteX1" fmla="*/ 2654709 w 2654710"/>
              <a:gd name="connsiteY1" fmla="*/ 255639 h 2605549"/>
              <a:gd name="connsiteX2" fmla="*/ 2654710 w 2654710"/>
              <a:gd name="connsiteY2" fmla="*/ 2605549 h 2605549"/>
              <a:gd name="connsiteX3" fmla="*/ 9832 w 2654710"/>
              <a:gd name="connsiteY3" fmla="*/ 167149 h 2605549"/>
              <a:gd name="connsiteX4" fmla="*/ 0 w 2654710"/>
              <a:gd name="connsiteY4" fmla="*/ 0 h 2605549"/>
              <a:gd name="connsiteX0" fmla="*/ 0 w 2654710"/>
              <a:gd name="connsiteY0" fmla="*/ 0 h 2605549"/>
              <a:gd name="connsiteX1" fmla="*/ 2654709 w 2654710"/>
              <a:gd name="connsiteY1" fmla="*/ 255639 h 2605549"/>
              <a:gd name="connsiteX2" fmla="*/ 2654710 w 2654710"/>
              <a:gd name="connsiteY2" fmla="*/ 2605549 h 2605549"/>
              <a:gd name="connsiteX3" fmla="*/ 9832 w 2654710"/>
              <a:gd name="connsiteY3" fmla="*/ 167149 h 2605549"/>
              <a:gd name="connsiteX4" fmla="*/ 0 w 2654710"/>
              <a:gd name="connsiteY4" fmla="*/ 0 h 2605549"/>
              <a:gd name="connsiteX0" fmla="*/ 0 w 2654710"/>
              <a:gd name="connsiteY0" fmla="*/ 0 h 2605549"/>
              <a:gd name="connsiteX1" fmla="*/ 2654709 w 2654710"/>
              <a:gd name="connsiteY1" fmla="*/ 255639 h 2605549"/>
              <a:gd name="connsiteX2" fmla="*/ 2654710 w 2654710"/>
              <a:gd name="connsiteY2" fmla="*/ 2605549 h 2605549"/>
              <a:gd name="connsiteX3" fmla="*/ 9832 w 2654710"/>
              <a:gd name="connsiteY3" fmla="*/ 167149 h 2605549"/>
              <a:gd name="connsiteX4" fmla="*/ 0 w 2654710"/>
              <a:gd name="connsiteY4" fmla="*/ 0 h 2605549"/>
              <a:gd name="connsiteX0" fmla="*/ 0 w 2654710"/>
              <a:gd name="connsiteY0" fmla="*/ 0 h 2605549"/>
              <a:gd name="connsiteX1" fmla="*/ 2654709 w 2654710"/>
              <a:gd name="connsiteY1" fmla="*/ 255639 h 2605549"/>
              <a:gd name="connsiteX2" fmla="*/ 2654710 w 2654710"/>
              <a:gd name="connsiteY2" fmla="*/ 2605549 h 2605549"/>
              <a:gd name="connsiteX3" fmla="*/ 9832 w 2654710"/>
              <a:gd name="connsiteY3" fmla="*/ 167149 h 2605549"/>
              <a:gd name="connsiteX4" fmla="*/ 0 w 2654710"/>
              <a:gd name="connsiteY4" fmla="*/ 0 h 2605549"/>
              <a:gd name="connsiteX0" fmla="*/ 29497 w 2684207"/>
              <a:gd name="connsiteY0" fmla="*/ 0 h 2605549"/>
              <a:gd name="connsiteX1" fmla="*/ 2684206 w 2684207"/>
              <a:gd name="connsiteY1" fmla="*/ 255639 h 2605549"/>
              <a:gd name="connsiteX2" fmla="*/ 2684207 w 2684207"/>
              <a:gd name="connsiteY2" fmla="*/ 2605549 h 2605549"/>
              <a:gd name="connsiteX3" fmla="*/ 0 w 2684207"/>
              <a:gd name="connsiteY3" fmla="*/ 176981 h 2605549"/>
              <a:gd name="connsiteX4" fmla="*/ 29497 w 2684207"/>
              <a:gd name="connsiteY4" fmla="*/ 0 h 2605549"/>
              <a:gd name="connsiteX0" fmla="*/ 29497 w 2684207"/>
              <a:gd name="connsiteY0" fmla="*/ 0 h 2605549"/>
              <a:gd name="connsiteX1" fmla="*/ 2684206 w 2684207"/>
              <a:gd name="connsiteY1" fmla="*/ 255639 h 2605549"/>
              <a:gd name="connsiteX2" fmla="*/ 2684207 w 2684207"/>
              <a:gd name="connsiteY2" fmla="*/ 2605549 h 2605549"/>
              <a:gd name="connsiteX3" fmla="*/ 0 w 2684207"/>
              <a:gd name="connsiteY3" fmla="*/ 176981 h 2605549"/>
              <a:gd name="connsiteX4" fmla="*/ 29497 w 2684207"/>
              <a:gd name="connsiteY4" fmla="*/ 0 h 2605549"/>
              <a:gd name="connsiteX0" fmla="*/ 226143 w 2880853"/>
              <a:gd name="connsiteY0" fmla="*/ 0 h 2605549"/>
              <a:gd name="connsiteX1" fmla="*/ 2880852 w 2880853"/>
              <a:gd name="connsiteY1" fmla="*/ 255639 h 2605549"/>
              <a:gd name="connsiteX2" fmla="*/ 2880853 w 2880853"/>
              <a:gd name="connsiteY2" fmla="*/ 2605549 h 2605549"/>
              <a:gd name="connsiteX3" fmla="*/ 0 w 2880853"/>
              <a:gd name="connsiteY3" fmla="*/ 1543665 h 2605549"/>
              <a:gd name="connsiteX4" fmla="*/ 226143 w 2880853"/>
              <a:gd name="connsiteY4" fmla="*/ 0 h 2605549"/>
              <a:gd name="connsiteX0" fmla="*/ 226143 w 2880853"/>
              <a:gd name="connsiteY0" fmla="*/ 0 h 2605549"/>
              <a:gd name="connsiteX1" fmla="*/ 2880852 w 2880853"/>
              <a:gd name="connsiteY1" fmla="*/ 255639 h 2605549"/>
              <a:gd name="connsiteX2" fmla="*/ 2880853 w 2880853"/>
              <a:gd name="connsiteY2" fmla="*/ 2605549 h 2605549"/>
              <a:gd name="connsiteX3" fmla="*/ 0 w 2880853"/>
              <a:gd name="connsiteY3" fmla="*/ 1543665 h 2605549"/>
              <a:gd name="connsiteX4" fmla="*/ 226143 w 2880853"/>
              <a:gd name="connsiteY4" fmla="*/ 0 h 2605549"/>
              <a:gd name="connsiteX0" fmla="*/ 226143 w 2880853"/>
              <a:gd name="connsiteY0" fmla="*/ 0 h 2605549"/>
              <a:gd name="connsiteX1" fmla="*/ 2880852 w 2880853"/>
              <a:gd name="connsiteY1" fmla="*/ 255639 h 2605549"/>
              <a:gd name="connsiteX2" fmla="*/ 2880853 w 2880853"/>
              <a:gd name="connsiteY2" fmla="*/ 2605549 h 2605549"/>
              <a:gd name="connsiteX3" fmla="*/ 0 w 2880853"/>
              <a:gd name="connsiteY3" fmla="*/ 1543665 h 2605549"/>
              <a:gd name="connsiteX4" fmla="*/ 226143 w 2880853"/>
              <a:gd name="connsiteY4" fmla="*/ 0 h 2605549"/>
              <a:gd name="connsiteX0" fmla="*/ 0 w 2939845"/>
              <a:gd name="connsiteY0" fmla="*/ 1140541 h 2349910"/>
              <a:gd name="connsiteX1" fmla="*/ 2939844 w 2939845"/>
              <a:gd name="connsiteY1" fmla="*/ 0 h 2349910"/>
              <a:gd name="connsiteX2" fmla="*/ 2939845 w 2939845"/>
              <a:gd name="connsiteY2" fmla="*/ 2349910 h 2349910"/>
              <a:gd name="connsiteX3" fmla="*/ 58992 w 2939845"/>
              <a:gd name="connsiteY3" fmla="*/ 1288026 h 2349910"/>
              <a:gd name="connsiteX4" fmla="*/ 0 w 2939845"/>
              <a:gd name="connsiteY4" fmla="*/ 1140541 h 2349910"/>
              <a:gd name="connsiteX0" fmla="*/ 0 w 2939845"/>
              <a:gd name="connsiteY0" fmla="*/ 1140541 h 2349910"/>
              <a:gd name="connsiteX1" fmla="*/ 2939844 w 2939845"/>
              <a:gd name="connsiteY1" fmla="*/ 0 h 2349910"/>
              <a:gd name="connsiteX2" fmla="*/ 2939845 w 2939845"/>
              <a:gd name="connsiteY2" fmla="*/ 2349910 h 2349910"/>
              <a:gd name="connsiteX3" fmla="*/ 58992 w 2939845"/>
              <a:gd name="connsiteY3" fmla="*/ 1288026 h 2349910"/>
              <a:gd name="connsiteX4" fmla="*/ 0 w 2939845"/>
              <a:gd name="connsiteY4" fmla="*/ 1140541 h 2349910"/>
              <a:gd name="connsiteX0" fmla="*/ 0 w 2939845"/>
              <a:gd name="connsiteY0" fmla="*/ 1140541 h 2349910"/>
              <a:gd name="connsiteX1" fmla="*/ 2939844 w 2939845"/>
              <a:gd name="connsiteY1" fmla="*/ 0 h 2349910"/>
              <a:gd name="connsiteX2" fmla="*/ 2939845 w 2939845"/>
              <a:gd name="connsiteY2" fmla="*/ 2349910 h 2349910"/>
              <a:gd name="connsiteX3" fmla="*/ 58992 w 2939845"/>
              <a:gd name="connsiteY3" fmla="*/ 1288026 h 2349910"/>
              <a:gd name="connsiteX4" fmla="*/ 0 w 2939845"/>
              <a:gd name="connsiteY4" fmla="*/ 1140541 h 2349910"/>
              <a:gd name="connsiteX0" fmla="*/ 0 w 2939845"/>
              <a:gd name="connsiteY0" fmla="*/ 1140541 h 2349910"/>
              <a:gd name="connsiteX1" fmla="*/ 2939844 w 2939845"/>
              <a:gd name="connsiteY1" fmla="*/ 0 h 2349910"/>
              <a:gd name="connsiteX2" fmla="*/ 2939845 w 2939845"/>
              <a:gd name="connsiteY2" fmla="*/ 2349910 h 2349910"/>
              <a:gd name="connsiteX3" fmla="*/ 19663 w 2939845"/>
              <a:gd name="connsiteY3" fmla="*/ 1307690 h 2349910"/>
              <a:gd name="connsiteX4" fmla="*/ 0 w 2939845"/>
              <a:gd name="connsiteY4" fmla="*/ 1140541 h 2349910"/>
              <a:gd name="connsiteX0" fmla="*/ 0 w 2939844"/>
              <a:gd name="connsiteY0" fmla="*/ 1140541 h 2878230"/>
              <a:gd name="connsiteX1" fmla="*/ 2939844 w 2939844"/>
              <a:gd name="connsiteY1" fmla="*/ 0 h 2878230"/>
              <a:gd name="connsiteX2" fmla="*/ 2919525 w 2939844"/>
              <a:gd name="connsiteY2" fmla="*/ 2878230 h 2878230"/>
              <a:gd name="connsiteX3" fmla="*/ 19663 w 2939844"/>
              <a:gd name="connsiteY3" fmla="*/ 1307690 h 2878230"/>
              <a:gd name="connsiteX4" fmla="*/ 0 w 2939844"/>
              <a:gd name="connsiteY4" fmla="*/ 1140541 h 2878230"/>
              <a:gd name="connsiteX0" fmla="*/ 0 w 2939844"/>
              <a:gd name="connsiteY0" fmla="*/ 1140541 h 2878230"/>
              <a:gd name="connsiteX1" fmla="*/ 2939844 w 2939844"/>
              <a:gd name="connsiteY1" fmla="*/ 0 h 2878230"/>
              <a:gd name="connsiteX2" fmla="*/ 2919525 w 2939844"/>
              <a:gd name="connsiteY2" fmla="*/ 2878230 h 2878230"/>
              <a:gd name="connsiteX3" fmla="*/ 19663 w 2939844"/>
              <a:gd name="connsiteY3" fmla="*/ 1307690 h 2878230"/>
              <a:gd name="connsiteX4" fmla="*/ 0 w 2939844"/>
              <a:gd name="connsiteY4" fmla="*/ 1140541 h 2878230"/>
              <a:gd name="connsiteX0" fmla="*/ 0 w 2919525"/>
              <a:gd name="connsiteY0" fmla="*/ 896701 h 2634390"/>
              <a:gd name="connsiteX1" fmla="*/ 2899204 w 2919525"/>
              <a:gd name="connsiteY1" fmla="*/ 0 h 2634390"/>
              <a:gd name="connsiteX2" fmla="*/ 2919525 w 2919525"/>
              <a:gd name="connsiteY2" fmla="*/ 2634390 h 2634390"/>
              <a:gd name="connsiteX3" fmla="*/ 19663 w 2919525"/>
              <a:gd name="connsiteY3" fmla="*/ 1063850 h 2634390"/>
              <a:gd name="connsiteX4" fmla="*/ 0 w 2919525"/>
              <a:gd name="connsiteY4" fmla="*/ 896701 h 2634390"/>
              <a:gd name="connsiteX0" fmla="*/ 0 w 2919525"/>
              <a:gd name="connsiteY0" fmla="*/ 896701 h 2634390"/>
              <a:gd name="connsiteX1" fmla="*/ 2899204 w 2919525"/>
              <a:gd name="connsiteY1" fmla="*/ 0 h 2634390"/>
              <a:gd name="connsiteX2" fmla="*/ 2919525 w 2919525"/>
              <a:gd name="connsiteY2" fmla="*/ 2634390 h 2634390"/>
              <a:gd name="connsiteX3" fmla="*/ 19663 w 2919525"/>
              <a:gd name="connsiteY3" fmla="*/ 1063850 h 2634390"/>
              <a:gd name="connsiteX4" fmla="*/ 0 w 2919525"/>
              <a:gd name="connsiteY4" fmla="*/ 896701 h 2634390"/>
              <a:gd name="connsiteX0" fmla="*/ 0 w 2919525"/>
              <a:gd name="connsiteY0" fmla="*/ 896701 h 2634390"/>
              <a:gd name="connsiteX1" fmla="*/ 2899204 w 2919525"/>
              <a:gd name="connsiteY1" fmla="*/ 0 h 2634390"/>
              <a:gd name="connsiteX2" fmla="*/ 2919525 w 2919525"/>
              <a:gd name="connsiteY2" fmla="*/ 2634390 h 2634390"/>
              <a:gd name="connsiteX3" fmla="*/ 29823 w 2919525"/>
              <a:gd name="connsiteY3" fmla="*/ 1094330 h 2634390"/>
              <a:gd name="connsiteX4" fmla="*/ 0 w 2919525"/>
              <a:gd name="connsiteY4" fmla="*/ 896701 h 2634390"/>
              <a:gd name="connsiteX0" fmla="*/ 0 w 2919525"/>
              <a:gd name="connsiteY0" fmla="*/ 896701 h 2634390"/>
              <a:gd name="connsiteX1" fmla="*/ 2899204 w 2919525"/>
              <a:gd name="connsiteY1" fmla="*/ 0 h 2634390"/>
              <a:gd name="connsiteX2" fmla="*/ 2919525 w 2919525"/>
              <a:gd name="connsiteY2" fmla="*/ 2634390 h 2634390"/>
              <a:gd name="connsiteX3" fmla="*/ 29823 w 2919525"/>
              <a:gd name="connsiteY3" fmla="*/ 1094330 h 2634390"/>
              <a:gd name="connsiteX4" fmla="*/ 0 w 2919525"/>
              <a:gd name="connsiteY4" fmla="*/ 896701 h 2634390"/>
              <a:gd name="connsiteX0" fmla="*/ 10817 w 2889702"/>
              <a:gd name="connsiteY0" fmla="*/ 896701 h 2634390"/>
              <a:gd name="connsiteX1" fmla="*/ 2869381 w 2889702"/>
              <a:gd name="connsiteY1" fmla="*/ 0 h 2634390"/>
              <a:gd name="connsiteX2" fmla="*/ 2889702 w 2889702"/>
              <a:gd name="connsiteY2" fmla="*/ 2634390 h 2634390"/>
              <a:gd name="connsiteX3" fmla="*/ 0 w 2889702"/>
              <a:gd name="connsiteY3" fmla="*/ 1094330 h 2634390"/>
              <a:gd name="connsiteX4" fmla="*/ 10817 w 2889702"/>
              <a:gd name="connsiteY4" fmla="*/ 896701 h 2634390"/>
              <a:gd name="connsiteX0" fmla="*/ 10817 w 2889702"/>
              <a:gd name="connsiteY0" fmla="*/ 896701 h 2634390"/>
              <a:gd name="connsiteX1" fmla="*/ 2869381 w 2889702"/>
              <a:gd name="connsiteY1" fmla="*/ 0 h 2634390"/>
              <a:gd name="connsiteX2" fmla="*/ 2889702 w 2889702"/>
              <a:gd name="connsiteY2" fmla="*/ 2634390 h 2634390"/>
              <a:gd name="connsiteX3" fmla="*/ 0 w 2889702"/>
              <a:gd name="connsiteY3" fmla="*/ 1094330 h 2634390"/>
              <a:gd name="connsiteX4" fmla="*/ 10817 w 2889702"/>
              <a:gd name="connsiteY4" fmla="*/ 896701 h 26343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889702" h="2634390">
                <a:moveTo>
                  <a:pt x="10817" y="896701"/>
                </a:moveTo>
                <a:cubicBezTo>
                  <a:pt x="1751126" y="516521"/>
                  <a:pt x="1777345" y="533564"/>
                  <a:pt x="2869381" y="0"/>
                </a:cubicBezTo>
                <a:cubicBezTo>
                  <a:pt x="2869381" y="783303"/>
                  <a:pt x="2889702" y="1851087"/>
                  <a:pt x="2889702" y="2634390"/>
                </a:cubicBezTo>
                <a:cubicBezTo>
                  <a:pt x="2630785" y="598784"/>
                  <a:pt x="2043143" y="642374"/>
                  <a:pt x="0" y="1094330"/>
                </a:cubicBezTo>
                <a:lnTo>
                  <a:pt x="10817" y="896701"/>
                </a:lnTo>
                <a:close/>
              </a:path>
            </a:pathLst>
          </a:custGeom>
          <a:gradFill>
            <a:gsLst>
              <a:gs pos="0">
                <a:schemeClr val="bg1">
                  <a:lumMod val="95000"/>
                </a:schemeClr>
              </a:gs>
              <a:gs pos="100000">
                <a:schemeClr val="bg1">
                  <a:lumMod val="75000"/>
                </a:schemeClr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365" name="Group 364">
            <a:extLst>
              <a:ext uri="{FF2B5EF4-FFF2-40B4-BE49-F238E27FC236}">
                <a16:creationId xmlns:a16="http://schemas.microsoft.com/office/drawing/2014/main" id="{CD6AC636-949C-B04A-A12F-4BBF60E3A068}"/>
              </a:ext>
            </a:extLst>
          </p:cNvPr>
          <p:cNvGrpSpPr/>
          <p:nvPr/>
        </p:nvGrpSpPr>
        <p:grpSpPr>
          <a:xfrm>
            <a:off x="9654637" y="3018176"/>
            <a:ext cx="1131350" cy="2675039"/>
            <a:chOff x="9762792" y="4031226"/>
            <a:chExt cx="1131350" cy="2675039"/>
          </a:xfrm>
        </p:grpSpPr>
        <p:sp>
          <p:nvSpPr>
            <p:cNvPr id="366" name="Rectangle 365">
              <a:extLst>
                <a:ext uri="{FF2B5EF4-FFF2-40B4-BE49-F238E27FC236}">
                  <a16:creationId xmlns:a16="http://schemas.microsoft.com/office/drawing/2014/main" id="{E11C6EC6-4F28-CD44-B5B6-0143F1CD0CD3}"/>
                </a:ext>
              </a:extLst>
            </p:cNvPr>
            <p:cNvSpPr/>
            <p:nvPr/>
          </p:nvSpPr>
          <p:spPr>
            <a:xfrm>
              <a:off x="9792929" y="4031226"/>
              <a:ext cx="1101213" cy="2389239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367" name="Group 366">
              <a:extLst>
                <a:ext uri="{FF2B5EF4-FFF2-40B4-BE49-F238E27FC236}">
                  <a16:creationId xmlns:a16="http://schemas.microsoft.com/office/drawing/2014/main" id="{B79E58C0-B1B4-B94B-8F0E-EB904614ACD4}"/>
                </a:ext>
              </a:extLst>
            </p:cNvPr>
            <p:cNvGrpSpPr/>
            <p:nvPr/>
          </p:nvGrpSpPr>
          <p:grpSpPr>
            <a:xfrm>
              <a:off x="9762792" y="4038868"/>
              <a:ext cx="1130292" cy="2667397"/>
              <a:chOff x="9472118" y="702026"/>
              <a:chExt cx="1130292" cy="2667397"/>
            </a:xfrm>
          </p:grpSpPr>
          <p:sp>
            <p:nvSpPr>
              <p:cNvPr id="368" name="Rectangle 367">
                <a:extLst>
                  <a:ext uri="{FF2B5EF4-FFF2-40B4-BE49-F238E27FC236}">
                    <a16:creationId xmlns:a16="http://schemas.microsoft.com/office/drawing/2014/main" id="{F6C3876C-103E-634C-8619-285D4D96A9C8}"/>
                  </a:ext>
                </a:extLst>
              </p:cNvPr>
              <p:cNvSpPr/>
              <p:nvPr/>
            </p:nvSpPr>
            <p:spPr>
              <a:xfrm>
                <a:off x="9485428" y="706056"/>
                <a:ext cx="1116982" cy="370390"/>
              </a:xfrm>
              <a:prstGeom prst="rect">
                <a:avLst/>
              </a:prstGeom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69" name="TextBox 368">
                <a:extLst>
                  <a:ext uri="{FF2B5EF4-FFF2-40B4-BE49-F238E27FC236}">
                    <a16:creationId xmlns:a16="http://schemas.microsoft.com/office/drawing/2014/main" id="{7C7420E3-75DE-FB4C-B805-F6E92683D068}"/>
                  </a:ext>
                </a:extLst>
              </p:cNvPr>
              <p:cNvSpPr txBox="1"/>
              <p:nvPr/>
            </p:nvSpPr>
            <p:spPr>
              <a:xfrm>
                <a:off x="9472118" y="702026"/>
                <a:ext cx="1117197" cy="266739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>
                  <a:spcAft>
                    <a:spcPts val="400"/>
                  </a:spcAft>
                </a:pPr>
                <a:r>
                  <a:rPr lang="en-US" sz="2000" dirty="0">
                    <a:solidFill>
                      <a:schemeClr val="bg1"/>
                    </a:solidFill>
                  </a:rPr>
                  <a:t>DV in e:</a:t>
                </a:r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e</a:t>
                </a:r>
                <a:r>
                  <a:rPr lang="en-US" sz="1600" dirty="0"/>
                  <a:t>(a) =</a:t>
                </a:r>
                <a:r>
                  <a:rPr lang="en-US" sz="1600" dirty="0">
                    <a:cs typeface="Arial" charset="0"/>
                  </a:rPr>
                  <a:t> ∞</a:t>
                </a:r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e</a:t>
                </a:r>
                <a:r>
                  <a:rPr lang="en-US" sz="1600" dirty="0"/>
                  <a:t>(b) =</a:t>
                </a:r>
                <a:r>
                  <a:rPr lang="en-US" sz="1600" dirty="0">
                    <a:cs typeface="Arial" charset="0"/>
                  </a:rPr>
                  <a:t> 1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e</a:t>
                </a:r>
                <a:r>
                  <a:rPr lang="en-US" sz="1600" dirty="0"/>
                  <a:t>(c) =</a:t>
                </a:r>
                <a:r>
                  <a:rPr lang="en-US" sz="1600" dirty="0">
                    <a:cs typeface="Arial" charset="0"/>
                  </a:rPr>
                  <a:t> ∞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e</a:t>
                </a:r>
                <a:r>
                  <a:rPr lang="en-US" sz="1600" dirty="0"/>
                  <a:t>(d) =</a:t>
                </a:r>
                <a:r>
                  <a:rPr lang="en-US" sz="1600" dirty="0">
                    <a:cs typeface="Arial" charset="0"/>
                  </a:rPr>
                  <a:t> 1</a:t>
                </a:r>
              </a:p>
              <a:p>
                <a:pPr marL="114300" lvl="1"/>
                <a:r>
                  <a:rPr lang="en-US" sz="1600" dirty="0">
                    <a:cs typeface="Arial" charset="0"/>
                  </a:rPr>
                  <a:t>D</a:t>
                </a:r>
                <a:r>
                  <a:rPr lang="en-US" sz="1600" baseline="-25000" dirty="0">
                    <a:cs typeface="Arial" charset="0"/>
                  </a:rPr>
                  <a:t>e</a:t>
                </a:r>
                <a:r>
                  <a:rPr lang="en-US" sz="1600" dirty="0">
                    <a:cs typeface="Arial" charset="0"/>
                  </a:rPr>
                  <a:t>(e) = 0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e</a:t>
                </a:r>
                <a:r>
                  <a:rPr lang="en-US" sz="1600" dirty="0"/>
                  <a:t>(f) =</a:t>
                </a:r>
                <a:r>
                  <a:rPr lang="en-US" sz="1600" dirty="0">
                    <a:cs typeface="Arial" charset="0"/>
                  </a:rPr>
                  <a:t> 1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e</a:t>
                </a:r>
                <a:r>
                  <a:rPr lang="en-US" sz="1600" dirty="0"/>
                  <a:t>(g) =</a:t>
                </a:r>
                <a:r>
                  <a:rPr lang="en-US" sz="1600" dirty="0">
                    <a:cs typeface="Arial" charset="0"/>
                  </a:rPr>
                  <a:t> ∞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e</a:t>
                </a:r>
                <a:r>
                  <a:rPr lang="en-US" sz="1600" dirty="0"/>
                  <a:t>(h) =</a:t>
                </a:r>
                <a:r>
                  <a:rPr lang="en-US" sz="1600" dirty="0">
                    <a:cs typeface="Arial" charset="0"/>
                  </a:rPr>
                  <a:t> 1</a:t>
                </a:r>
                <a:endParaRPr lang="en-US" sz="1600" dirty="0"/>
              </a:p>
              <a:p>
                <a:pPr marL="114300"/>
                <a:r>
                  <a:rPr lang="en-US" sz="1600" dirty="0"/>
                  <a:t>D</a:t>
                </a:r>
                <a:r>
                  <a:rPr lang="en-US" sz="1600" baseline="-25000" dirty="0"/>
                  <a:t>e</a:t>
                </a:r>
                <a:r>
                  <a:rPr lang="en-US" sz="1600" dirty="0"/>
                  <a:t>(i) =</a:t>
                </a:r>
                <a:r>
                  <a:rPr lang="en-US" sz="1600" dirty="0">
                    <a:cs typeface="Arial" charset="0"/>
                  </a:rPr>
                  <a:t> ∞</a:t>
                </a:r>
                <a:endParaRPr lang="en-US" sz="1600" dirty="0"/>
              </a:p>
            </p:txBody>
          </p:sp>
          <p:cxnSp>
            <p:nvCxnSpPr>
              <p:cNvPr id="370" name="Straight Connector 369">
                <a:extLst>
                  <a:ext uri="{FF2B5EF4-FFF2-40B4-BE49-F238E27FC236}">
                    <a16:creationId xmlns:a16="http://schemas.microsoft.com/office/drawing/2014/main" id="{1DC7A48D-E2F6-C84C-A00F-2E0AAD58111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477371" y="1076444"/>
                <a:ext cx="1123866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71" name="Rectangle 370">
                <a:extLst>
                  <a:ext uri="{FF2B5EF4-FFF2-40B4-BE49-F238E27FC236}">
                    <a16:creationId xmlns:a16="http://schemas.microsoft.com/office/drawing/2014/main" id="{D7FCACB9-7EBD-6042-B148-4018CD65A0BC}"/>
                  </a:ext>
                </a:extLst>
              </p:cNvPr>
              <p:cNvSpPr/>
              <p:nvPr/>
            </p:nvSpPr>
            <p:spPr>
              <a:xfrm>
                <a:off x="9479666" y="706055"/>
                <a:ext cx="1122744" cy="2619113"/>
              </a:xfrm>
              <a:prstGeom prst="rect">
                <a:avLst/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</p:grpSp>
      <p:sp>
        <p:nvSpPr>
          <p:cNvPr id="176" name="Right Arrow 175">
            <a:extLst>
              <a:ext uri="{FF2B5EF4-FFF2-40B4-BE49-F238E27FC236}">
                <a16:creationId xmlns:a16="http://schemas.microsoft.com/office/drawing/2014/main" id="{ADFF0534-3A73-9C40-92B4-D9FA82829903}"/>
              </a:ext>
            </a:extLst>
          </p:cNvPr>
          <p:cNvSpPr/>
          <p:nvPr/>
        </p:nvSpPr>
        <p:spPr>
          <a:xfrm>
            <a:off x="6977380" y="1927827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26696054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9" dur="500"/>
                                        <p:tgtEl>
                                          <p:spTgt spid="35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2" dur="500"/>
                                        <p:tgtEl>
                                          <p:spTgt spid="37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5" dur="500"/>
                                        <p:tgtEl>
                                          <p:spTgt spid="36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" presetID="9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8" dur="500"/>
                                        <p:tgtEl>
                                          <p:spTgt spid="34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" presetID="9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21" dur="500"/>
                                        <p:tgtEl>
                                          <p:spTgt spid="35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5" dur="500"/>
                                        <p:tgtEl>
                                          <p:spTgt spid="1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9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27" dur="500"/>
                                        <p:tgtEl>
                                          <p:spTgt spid="18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81" grpId="0"/>
      <p:bldP spid="345" grpId="0" animBg="1"/>
      <p:bldP spid="356" grpId="0" animBg="1"/>
      <p:bldP spid="357" grpId="0" animBg="1"/>
      <p:bldP spid="183" grpId="0" animBg="1"/>
      <p:bldP spid="176" grpId="0" animBg="1"/>
    </p:bldLst>
  </p:timing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52B9189-7CDF-0741-9858-A79357149B7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6624" y="174028"/>
            <a:ext cx="10893427" cy="894622"/>
          </a:xfrm>
        </p:spPr>
        <p:txBody>
          <a:bodyPr/>
          <a:lstStyle/>
          <a:p>
            <a:r>
              <a:rPr lang="en-US" dirty="0"/>
              <a:t>Distance vector example: computation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98E05715-B0AC-CF47-B242-18018B71339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46</a:t>
            </a:fld>
            <a:endParaRPr lang="en-US" dirty="0"/>
          </a:p>
        </p:txBody>
      </p:sp>
      <p:cxnSp>
        <p:nvCxnSpPr>
          <p:cNvPr id="82" name="Straight Connector 81">
            <a:extLst>
              <a:ext uri="{FF2B5EF4-FFF2-40B4-BE49-F238E27FC236}">
                <a16:creationId xmlns:a16="http://schemas.microsoft.com/office/drawing/2014/main" id="{374B35E8-95B6-B946-8240-59B747B607B3}"/>
              </a:ext>
            </a:extLst>
          </p:cNvPr>
          <p:cNvCxnSpPr>
            <a:cxnSpLocks/>
            <a:stCxn id="76" idx="2"/>
            <a:endCxn id="76" idx="0"/>
          </p:cNvCxnSpPr>
          <p:nvPr/>
        </p:nvCxnSpPr>
        <p:spPr>
          <a:xfrm flipV="1">
            <a:off x="6530326" y="2129120"/>
            <a:ext cx="0" cy="3863111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6" name="Straight Connector 95">
            <a:extLst>
              <a:ext uri="{FF2B5EF4-FFF2-40B4-BE49-F238E27FC236}">
                <a16:creationId xmlns:a16="http://schemas.microsoft.com/office/drawing/2014/main" id="{DE34EA38-AB93-704A-ACF2-764D62663226}"/>
              </a:ext>
            </a:extLst>
          </p:cNvPr>
          <p:cNvCxnSpPr>
            <a:cxnSpLocks/>
            <a:stCxn id="76" idx="1"/>
            <a:endCxn id="76" idx="3"/>
          </p:cNvCxnSpPr>
          <p:nvPr/>
        </p:nvCxnSpPr>
        <p:spPr>
          <a:xfrm>
            <a:off x="4598770" y="4060675"/>
            <a:ext cx="3863111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6" name="Rectangle 75">
            <a:extLst>
              <a:ext uri="{FF2B5EF4-FFF2-40B4-BE49-F238E27FC236}">
                <a16:creationId xmlns:a16="http://schemas.microsoft.com/office/drawing/2014/main" id="{A169888C-5E10-3E40-BC1D-A5D0DB850712}"/>
              </a:ext>
            </a:extLst>
          </p:cNvPr>
          <p:cNvSpPr/>
          <p:nvPr/>
        </p:nvSpPr>
        <p:spPr>
          <a:xfrm>
            <a:off x="4598770" y="2129120"/>
            <a:ext cx="3863111" cy="3863111"/>
          </a:xfrm>
          <a:prstGeom prst="rect">
            <a:avLst/>
          </a:prstGeom>
          <a:noFill/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dirty="0"/>
          </a:p>
        </p:txBody>
      </p:sp>
      <p:sp>
        <p:nvSpPr>
          <p:cNvPr id="150" name="Rectangle 149">
            <a:extLst>
              <a:ext uri="{FF2B5EF4-FFF2-40B4-BE49-F238E27FC236}">
                <a16:creationId xmlns:a16="http://schemas.microsoft.com/office/drawing/2014/main" id="{CB39BACF-E4D1-6641-8B8C-0274EDEFA113}"/>
              </a:ext>
            </a:extLst>
          </p:cNvPr>
          <p:cNvSpPr/>
          <p:nvPr/>
        </p:nvSpPr>
        <p:spPr>
          <a:xfrm>
            <a:off x="8380337" y="2220790"/>
            <a:ext cx="132508" cy="1855109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dirty="0"/>
          </a:p>
        </p:txBody>
      </p:sp>
      <p:grpSp>
        <p:nvGrpSpPr>
          <p:cNvPr id="1034" name="Group 1033">
            <a:extLst>
              <a:ext uri="{FF2B5EF4-FFF2-40B4-BE49-F238E27FC236}">
                <a16:creationId xmlns:a16="http://schemas.microsoft.com/office/drawing/2014/main" id="{B4BFA757-E5EA-9A42-8A16-AA2091E708C8}"/>
              </a:ext>
            </a:extLst>
          </p:cNvPr>
          <p:cNvGrpSpPr/>
          <p:nvPr/>
        </p:nvGrpSpPr>
        <p:grpSpPr>
          <a:xfrm>
            <a:off x="4333785" y="5772213"/>
            <a:ext cx="4395351" cy="404576"/>
            <a:chOff x="4333785" y="5772213"/>
            <a:chExt cx="4395351" cy="404576"/>
          </a:xfrm>
        </p:grpSpPr>
        <p:grpSp>
          <p:nvGrpSpPr>
            <p:cNvPr id="184" name="Group 183">
              <a:extLst>
                <a:ext uri="{FF2B5EF4-FFF2-40B4-BE49-F238E27FC236}">
                  <a16:creationId xmlns:a16="http://schemas.microsoft.com/office/drawing/2014/main" id="{600795BD-C1B6-1748-B28A-001A8505BE86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205" name="Group 204">
                <a:extLst>
                  <a:ext uri="{FF2B5EF4-FFF2-40B4-BE49-F238E27FC236}">
                    <a16:creationId xmlns:a16="http://schemas.microsoft.com/office/drawing/2014/main" id="{CE81AFB3-2346-434C-A463-93F9C295562A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09" name="Oval 5">
                  <a:extLst>
                    <a:ext uri="{FF2B5EF4-FFF2-40B4-BE49-F238E27FC236}">
                      <a16:creationId xmlns:a16="http://schemas.microsoft.com/office/drawing/2014/main" id="{7918ED2E-E380-6C4E-86AA-0BF9D761441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0" name="Line 6">
                  <a:extLst>
                    <a:ext uri="{FF2B5EF4-FFF2-40B4-BE49-F238E27FC236}">
                      <a16:creationId xmlns:a16="http://schemas.microsoft.com/office/drawing/2014/main" id="{45F96407-8127-654C-9C52-5B626907562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1" name="Line 7">
                  <a:extLst>
                    <a:ext uri="{FF2B5EF4-FFF2-40B4-BE49-F238E27FC236}">
                      <a16:creationId xmlns:a16="http://schemas.microsoft.com/office/drawing/2014/main" id="{F1C01DA2-272A-CD4F-87F1-779C30F3555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2" name="Rectangle 8">
                  <a:extLst>
                    <a:ext uri="{FF2B5EF4-FFF2-40B4-BE49-F238E27FC236}">
                      <a16:creationId xmlns:a16="http://schemas.microsoft.com/office/drawing/2014/main" id="{7969C970-9697-A847-B375-82D629934D5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3" name="Oval 9">
                  <a:extLst>
                    <a:ext uri="{FF2B5EF4-FFF2-40B4-BE49-F238E27FC236}">
                      <a16:creationId xmlns:a16="http://schemas.microsoft.com/office/drawing/2014/main" id="{F8D02D26-0EA1-FD40-AD1F-E4E8635F47C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06" name="Group 44">
                <a:extLst>
                  <a:ext uri="{FF2B5EF4-FFF2-40B4-BE49-F238E27FC236}">
                    <a16:creationId xmlns:a16="http://schemas.microsoft.com/office/drawing/2014/main" id="{02C0B744-445A-A04E-812A-2D60476C152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207" name="Rectangle 45">
                  <a:extLst>
                    <a:ext uri="{FF2B5EF4-FFF2-40B4-BE49-F238E27FC236}">
                      <a16:creationId xmlns:a16="http://schemas.microsoft.com/office/drawing/2014/main" id="{83E6E4B2-940F-B749-91D8-19B033341D5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8" name="Text Box 46">
                  <a:extLst>
                    <a:ext uri="{FF2B5EF4-FFF2-40B4-BE49-F238E27FC236}">
                      <a16:creationId xmlns:a16="http://schemas.microsoft.com/office/drawing/2014/main" id="{16D546E0-A23E-174D-8F0D-BFB691AF1D6C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g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185" name="Group 184">
              <a:extLst>
                <a:ext uri="{FF2B5EF4-FFF2-40B4-BE49-F238E27FC236}">
                  <a16:creationId xmlns:a16="http://schemas.microsoft.com/office/drawing/2014/main" id="{34A0F8A7-FCD0-9A45-80B9-24CC78B561FE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196" name="Group 195">
                <a:extLst>
                  <a:ext uri="{FF2B5EF4-FFF2-40B4-BE49-F238E27FC236}">
                    <a16:creationId xmlns:a16="http://schemas.microsoft.com/office/drawing/2014/main" id="{18AECA76-7F06-F84A-928B-C13839D9F43F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00" name="Oval 5">
                  <a:extLst>
                    <a:ext uri="{FF2B5EF4-FFF2-40B4-BE49-F238E27FC236}">
                      <a16:creationId xmlns:a16="http://schemas.microsoft.com/office/drawing/2014/main" id="{04917013-CC10-D043-8A71-34F24813049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1" name="Line 6">
                  <a:extLst>
                    <a:ext uri="{FF2B5EF4-FFF2-40B4-BE49-F238E27FC236}">
                      <a16:creationId xmlns:a16="http://schemas.microsoft.com/office/drawing/2014/main" id="{7E7DEF49-D295-8547-9FE7-8CBB42CEB81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2" name="Line 7">
                  <a:extLst>
                    <a:ext uri="{FF2B5EF4-FFF2-40B4-BE49-F238E27FC236}">
                      <a16:creationId xmlns:a16="http://schemas.microsoft.com/office/drawing/2014/main" id="{5633B25D-6786-5A4A-A44E-E4A1EE3575B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3" name="Rectangle 8">
                  <a:extLst>
                    <a:ext uri="{FF2B5EF4-FFF2-40B4-BE49-F238E27FC236}">
                      <a16:creationId xmlns:a16="http://schemas.microsoft.com/office/drawing/2014/main" id="{968E012E-E513-8340-9324-11A79B223E2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4" name="Oval 9">
                  <a:extLst>
                    <a:ext uri="{FF2B5EF4-FFF2-40B4-BE49-F238E27FC236}">
                      <a16:creationId xmlns:a16="http://schemas.microsoft.com/office/drawing/2014/main" id="{7AFB2A7E-90B7-454F-BABB-E2A39AC7C95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197" name="Group 44">
                <a:extLst>
                  <a:ext uri="{FF2B5EF4-FFF2-40B4-BE49-F238E27FC236}">
                    <a16:creationId xmlns:a16="http://schemas.microsoft.com/office/drawing/2014/main" id="{5567606D-D82D-2A4D-A3C8-A7D0703B3CC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198" name="Rectangle 45">
                  <a:extLst>
                    <a:ext uri="{FF2B5EF4-FFF2-40B4-BE49-F238E27FC236}">
                      <a16:creationId xmlns:a16="http://schemas.microsoft.com/office/drawing/2014/main" id="{39206D20-AD6D-3242-8865-2C6680CB410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9" name="Text Box 46">
                  <a:extLst>
                    <a:ext uri="{FF2B5EF4-FFF2-40B4-BE49-F238E27FC236}">
                      <a16:creationId xmlns:a16="http://schemas.microsoft.com/office/drawing/2014/main" id="{E3BB3556-A335-984F-978A-FECE515B6702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h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186" name="Group 185">
              <a:extLst>
                <a:ext uri="{FF2B5EF4-FFF2-40B4-BE49-F238E27FC236}">
                  <a16:creationId xmlns:a16="http://schemas.microsoft.com/office/drawing/2014/main" id="{3B620D34-7BA8-EF49-AC1C-93F5BBC84AEC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187" name="Group 186">
                <a:extLst>
                  <a:ext uri="{FF2B5EF4-FFF2-40B4-BE49-F238E27FC236}">
                    <a16:creationId xmlns:a16="http://schemas.microsoft.com/office/drawing/2014/main" id="{A6C2F80D-43A1-5746-B518-C0C4F1A20ACD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191" name="Oval 5">
                  <a:extLst>
                    <a:ext uri="{FF2B5EF4-FFF2-40B4-BE49-F238E27FC236}">
                      <a16:creationId xmlns:a16="http://schemas.microsoft.com/office/drawing/2014/main" id="{442E1AFF-BC2C-C849-85D1-13E42B701CE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2" name="Line 6">
                  <a:extLst>
                    <a:ext uri="{FF2B5EF4-FFF2-40B4-BE49-F238E27FC236}">
                      <a16:creationId xmlns:a16="http://schemas.microsoft.com/office/drawing/2014/main" id="{C2994154-DB6D-E247-8511-C6FE8D9665F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3" name="Line 7">
                  <a:extLst>
                    <a:ext uri="{FF2B5EF4-FFF2-40B4-BE49-F238E27FC236}">
                      <a16:creationId xmlns:a16="http://schemas.microsoft.com/office/drawing/2014/main" id="{C730A3ED-5222-5348-831E-092DE7D6CEE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4" name="Rectangle 8">
                  <a:extLst>
                    <a:ext uri="{FF2B5EF4-FFF2-40B4-BE49-F238E27FC236}">
                      <a16:creationId xmlns:a16="http://schemas.microsoft.com/office/drawing/2014/main" id="{BED424F7-1928-5F41-831D-417161F220B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5" name="Oval 9">
                  <a:extLst>
                    <a:ext uri="{FF2B5EF4-FFF2-40B4-BE49-F238E27FC236}">
                      <a16:creationId xmlns:a16="http://schemas.microsoft.com/office/drawing/2014/main" id="{76DDF5F9-ACB7-E642-ACEA-223EE2F5F41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188" name="Group 44">
                <a:extLst>
                  <a:ext uri="{FF2B5EF4-FFF2-40B4-BE49-F238E27FC236}">
                    <a16:creationId xmlns:a16="http://schemas.microsoft.com/office/drawing/2014/main" id="{495DC56F-8C0E-6549-849D-6D43F4F8BC0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500196" y="2507397"/>
                <a:ext cx="267548" cy="419100"/>
                <a:chOff x="2972" y="2425"/>
                <a:chExt cx="171" cy="264"/>
              </a:xfrm>
            </p:grpSpPr>
            <p:sp>
              <p:nvSpPr>
                <p:cNvPr id="189" name="Rectangle 45">
                  <a:extLst>
                    <a:ext uri="{FF2B5EF4-FFF2-40B4-BE49-F238E27FC236}">
                      <a16:creationId xmlns:a16="http://schemas.microsoft.com/office/drawing/2014/main" id="{892DBBAB-E011-FD4A-BA7E-105CEF9075A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0" name="Text Box 46">
                  <a:extLst>
                    <a:ext uri="{FF2B5EF4-FFF2-40B4-BE49-F238E27FC236}">
                      <a16:creationId xmlns:a16="http://schemas.microsoft.com/office/drawing/2014/main" id="{173A4036-1DC3-BD4D-9E66-D9BC48C58BA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72" y="2425"/>
                  <a:ext cx="171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i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sp>
        <p:nvSpPr>
          <p:cNvPr id="215" name="TextBox 214">
            <a:extLst>
              <a:ext uri="{FF2B5EF4-FFF2-40B4-BE49-F238E27FC236}">
                <a16:creationId xmlns:a16="http://schemas.microsoft.com/office/drawing/2014/main" id="{74A89238-377F-A840-BB03-52D53CBBC3F3}"/>
              </a:ext>
            </a:extLst>
          </p:cNvPr>
          <p:cNvSpPr txBox="1"/>
          <p:nvPr/>
        </p:nvSpPr>
        <p:spPr>
          <a:xfrm>
            <a:off x="4305782" y="2870522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6" name="TextBox 215">
            <a:extLst>
              <a:ext uri="{FF2B5EF4-FFF2-40B4-BE49-F238E27FC236}">
                <a16:creationId xmlns:a16="http://schemas.microsoft.com/office/drawing/2014/main" id="{3D3F7215-9DE8-0542-8CCA-A9CEDC8717E2}"/>
              </a:ext>
            </a:extLst>
          </p:cNvPr>
          <p:cNvSpPr txBox="1"/>
          <p:nvPr/>
        </p:nvSpPr>
        <p:spPr>
          <a:xfrm>
            <a:off x="6217534" y="2860877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5" name="TextBox 224">
            <a:extLst>
              <a:ext uri="{FF2B5EF4-FFF2-40B4-BE49-F238E27FC236}">
                <a16:creationId xmlns:a16="http://schemas.microsoft.com/office/drawing/2014/main" id="{9174059A-E895-E740-9A26-AA7943E4A64F}"/>
              </a:ext>
            </a:extLst>
          </p:cNvPr>
          <p:cNvSpPr txBox="1"/>
          <p:nvPr/>
        </p:nvSpPr>
        <p:spPr>
          <a:xfrm>
            <a:off x="5445886" y="2123956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8</a:t>
            </a:r>
          </a:p>
        </p:txBody>
      </p:sp>
      <p:sp>
        <p:nvSpPr>
          <p:cNvPr id="226" name="TextBox 225">
            <a:extLst>
              <a:ext uri="{FF2B5EF4-FFF2-40B4-BE49-F238E27FC236}">
                <a16:creationId xmlns:a16="http://schemas.microsoft.com/office/drawing/2014/main" id="{F7510488-7C59-7449-A4EE-C5A32BFCB3A5}"/>
              </a:ext>
            </a:extLst>
          </p:cNvPr>
          <p:cNvSpPr txBox="1"/>
          <p:nvPr/>
        </p:nvSpPr>
        <p:spPr>
          <a:xfrm>
            <a:off x="7357638" y="2114311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grpSp>
        <p:nvGrpSpPr>
          <p:cNvPr id="159" name="Group 158">
            <a:extLst>
              <a:ext uri="{FF2B5EF4-FFF2-40B4-BE49-F238E27FC236}">
                <a16:creationId xmlns:a16="http://schemas.microsoft.com/office/drawing/2014/main" id="{4AAED925-F16C-8F45-B5D7-47EABDB0B993}"/>
              </a:ext>
            </a:extLst>
          </p:cNvPr>
          <p:cNvGrpSpPr/>
          <p:nvPr/>
        </p:nvGrpSpPr>
        <p:grpSpPr>
          <a:xfrm>
            <a:off x="584365" y="1859143"/>
            <a:ext cx="736099" cy="1229581"/>
            <a:chOff x="10030307" y="3444875"/>
            <a:chExt cx="736099" cy="1229581"/>
          </a:xfrm>
        </p:grpSpPr>
        <p:sp>
          <p:nvSpPr>
            <p:cNvPr id="160" name="TextBox 159">
              <a:extLst>
                <a:ext uri="{FF2B5EF4-FFF2-40B4-BE49-F238E27FC236}">
                  <a16:creationId xmlns:a16="http://schemas.microsoft.com/office/drawing/2014/main" id="{6655EB12-A2B9-9D4A-A0A9-F9958BDB0106}"/>
                </a:ext>
              </a:extLst>
            </p:cNvPr>
            <p:cNvSpPr txBox="1"/>
            <p:nvPr/>
          </p:nvSpPr>
          <p:spPr>
            <a:xfrm>
              <a:off x="10030307" y="4089681"/>
              <a:ext cx="736099" cy="58477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3200" dirty="0"/>
                <a:t>t=1</a:t>
              </a:r>
            </a:p>
          </p:txBody>
        </p:sp>
        <p:grpSp>
          <p:nvGrpSpPr>
            <p:cNvPr id="161" name="Group 160">
              <a:extLst>
                <a:ext uri="{FF2B5EF4-FFF2-40B4-BE49-F238E27FC236}">
                  <a16:creationId xmlns:a16="http://schemas.microsoft.com/office/drawing/2014/main" id="{0523D739-F413-264B-A745-A38C62E06D3B}"/>
                </a:ext>
              </a:extLst>
            </p:cNvPr>
            <p:cNvGrpSpPr/>
            <p:nvPr/>
          </p:nvGrpSpPr>
          <p:grpSpPr>
            <a:xfrm>
              <a:off x="10034588" y="3444875"/>
              <a:ext cx="682627" cy="682625"/>
              <a:chOff x="10034588" y="3444875"/>
              <a:chExt cx="682627" cy="682625"/>
            </a:xfrm>
          </p:grpSpPr>
          <p:sp>
            <p:nvSpPr>
              <p:cNvPr id="162" name="Oval 161">
                <a:extLst>
                  <a:ext uri="{FF2B5EF4-FFF2-40B4-BE49-F238E27FC236}">
                    <a16:creationId xmlns:a16="http://schemas.microsoft.com/office/drawing/2014/main" id="{CB814881-01DB-0E43-BA2F-B64D7EA26896}"/>
                  </a:ext>
                </a:extLst>
              </p:cNvPr>
              <p:cNvSpPr/>
              <p:nvPr/>
            </p:nvSpPr>
            <p:spPr>
              <a:xfrm>
                <a:off x="10039551" y="3449256"/>
                <a:ext cx="671332" cy="671332"/>
              </a:xfrm>
              <a:prstGeom prst="ellipse">
                <a:avLst/>
              </a:prstGeom>
              <a:noFill/>
              <a:ln w="3492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cxnSp>
            <p:nvCxnSpPr>
              <p:cNvPr id="163" name="Straight Connector 162">
                <a:extLst>
                  <a:ext uri="{FF2B5EF4-FFF2-40B4-BE49-F238E27FC236}">
                    <a16:creationId xmlns:a16="http://schemas.microsoft.com/office/drawing/2014/main" id="{08775389-41CA-4740-B083-4D54E5FAECED}"/>
                  </a:ext>
                </a:extLst>
              </p:cNvPr>
              <p:cNvCxnSpPr/>
              <p:nvPr/>
            </p:nvCxnSpPr>
            <p:spPr>
              <a:xfrm>
                <a:off x="10372725" y="344487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4" name="Straight Connector 163">
                <a:extLst>
                  <a:ext uri="{FF2B5EF4-FFF2-40B4-BE49-F238E27FC236}">
                    <a16:creationId xmlns:a16="http://schemas.microsoft.com/office/drawing/2014/main" id="{3E6B6CB9-512E-6343-AD8B-BBAB6CE819A4}"/>
                  </a:ext>
                </a:extLst>
              </p:cNvPr>
              <p:cNvCxnSpPr/>
              <p:nvPr/>
            </p:nvCxnSpPr>
            <p:spPr>
              <a:xfrm>
                <a:off x="10372725" y="406717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5" name="Straight Connector 164">
                <a:extLst>
                  <a:ext uri="{FF2B5EF4-FFF2-40B4-BE49-F238E27FC236}">
                    <a16:creationId xmlns:a16="http://schemas.microsoft.com/office/drawing/2014/main" id="{6B84002D-08B3-2041-9EB9-DE4D7AA96DC7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>
                <a:off x="10064751" y="375602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6" name="Straight Connector 165">
                <a:extLst>
                  <a:ext uri="{FF2B5EF4-FFF2-40B4-BE49-F238E27FC236}">
                    <a16:creationId xmlns:a16="http://schemas.microsoft.com/office/drawing/2014/main" id="{C10AF67D-3C60-074D-85D9-BB7F3C22BA6E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>
                <a:off x="10687053" y="375602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7" name="Straight Connector 166">
                <a:extLst>
                  <a:ext uri="{FF2B5EF4-FFF2-40B4-BE49-F238E27FC236}">
                    <a16:creationId xmlns:a16="http://schemas.microsoft.com/office/drawing/2014/main" id="{D7001C9A-A249-5941-879B-C26FFA2151F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523542" y="4037013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8" name="Straight Connector 167">
                <a:extLst>
                  <a:ext uri="{FF2B5EF4-FFF2-40B4-BE49-F238E27FC236}">
                    <a16:creationId xmlns:a16="http://schemas.microsoft.com/office/drawing/2014/main" id="{F6CFD6FA-4D66-9F4F-9565-82515FD78B1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202867" y="3490913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9" name="Straight Connector 168">
                <a:extLst>
                  <a:ext uri="{FF2B5EF4-FFF2-40B4-BE49-F238E27FC236}">
                    <a16:creationId xmlns:a16="http://schemas.microsoft.com/office/drawing/2014/main" id="{3AF8B4F1-6823-4E49-BDC2-8B3DFF75FC97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196517" y="4033838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0" name="Straight Connector 169">
                <a:extLst>
                  <a:ext uri="{FF2B5EF4-FFF2-40B4-BE49-F238E27FC236}">
                    <a16:creationId xmlns:a16="http://schemas.microsoft.com/office/drawing/2014/main" id="{A8A30E75-242F-B744-AD86-D5121CF798F7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517192" y="3487738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1" name="Straight Connector 170">
                <a:extLst>
                  <a:ext uri="{FF2B5EF4-FFF2-40B4-BE49-F238E27FC236}">
                    <a16:creationId xmlns:a16="http://schemas.microsoft.com/office/drawing/2014/main" id="{CA6C8979-7ABA-2548-A690-DBB79A1510E8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631493" y="3611565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2" name="Straight Connector 171">
                <a:extLst>
                  <a:ext uri="{FF2B5EF4-FFF2-40B4-BE49-F238E27FC236}">
                    <a16:creationId xmlns:a16="http://schemas.microsoft.com/office/drawing/2014/main" id="{9D0B68AA-F684-FE43-A969-18E51C1C177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085393" y="3929065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3" name="Straight Connector 172">
                <a:extLst>
                  <a:ext uri="{FF2B5EF4-FFF2-40B4-BE49-F238E27FC236}">
                    <a16:creationId xmlns:a16="http://schemas.microsoft.com/office/drawing/2014/main" id="{5419F84A-0D3B-EF47-949B-02A63FAFFC86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10094918" y="3614740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4" name="Straight Connector 173">
                <a:extLst>
                  <a:ext uri="{FF2B5EF4-FFF2-40B4-BE49-F238E27FC236}">
                    <a16:creationId xmlns:a16="http://schemas.microsoft.com/office/drawing/2014/main" id="{FDC9525E-B8EE-704E-94A9-DA434054CDB0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10631493" y="3932240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5" name="Oval 174">
                <a:extLst>
                  <a:ext uri="{FF2B5EF4-FFF2-40B4-BE49-F238E27FC236}">
                    <a16:creationId xmlns:a16="http://schemas.microsoft.com/office/drawing/2014/main" id="{1326D6D5-4368-3242-940E-7E5978F1247E}"/>
                  </a:ext>
                </a:extLst>
              </p:cNvPr>
              <p:cNvSpPr/>
              <p:nvPr/>
            </p:nvSpPr>
            <p:spPr>
              <a:xfrm>
                <a:off x="10331450" y="3743325"/>
                <a:ext cx="82550" cy="87136"/>
              </a:xfrm>
              <a:prstGeom prst="ellipse">
                <a:avLst/>
              </a:prstGeom>
              <a:solidFill>
                <a:srgbClr val="C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</p:grpSp>
      <p:cxnSp>
        <p:nvCxnSpPr>
          <p:cNvPr id="153" name="Straight Connector 152">
            <a:extLst>
              <a:ext uri="{FF2B5EF4-FFF2-40B4-BE49-F238E27FC236}">
                <a16:creationId xmlns:a16="http://schemas.microsoft.com/office/drawing/2014/main" id="{1BDF6761-A298-0649-AD22-E32D353E085B}"/>
              </a:ext>
            </a:extLst>
          </p:cNvPr>
          <p:cNvCxnSpPr>
            <a:cxnSpLocks/>
          </p:cNvCxnSpPr>
          <p:nvPr/>
        </p:nvCxnSpPr>
        <p:spPr>
          <a:xfrm>
            <a:off x="919556" y="1995948"/>
            <a:ext cx="0" cy="196031"/>
          </a:xfrm>
          <a:prstGeom prst="line">
            <a:avLst/>
          </a:prstGeom>
          <a:ln w="25400" cap="flat">
            <a:solidFill>
              <a:srgbClr val="C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4" name="Rectangle 153">
            <a:extLst>
              <a:ext uri="{FF2B5EF4-FFF2-40B4-BE49-F238E27FC236}">
                <a16:creationId xmlns:a16="http://schemas.microsoft.com/office/drawing/2014/main" id="{6E805ECD-DD10-C845-94C0-375A905AFE6F}"/>
              </a:ext>
            </a:extLst>
          </p:cNvPr>
          <p:cNvSpPr/>
          <p:nvPr/>
        </p:nvSpPr>
        <p:spPr>
          <a:xfrm>
            <a:off x="6626942" y="275303"/>
            <a:ext cx="3038168" cy="629265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241" name="Group 240">
            <a:extLst>
              <a:ext uri="{FF2B5EF4-FFF2-40B4-BE49-F238E27FC236}">
                <a16:creationId xmlns:a16="http://schemas.microsoft.com/office/drawing/2014/main" id="{C0DE6387-1D17-B74C-B49C-337140026F6C}"/>
              </a:ext>
            </a:extLst>
          </p:cNvPr>
          <p:cNvGrpSpPr/>
          <p:nvPr/>
        </p:nvGrpSpPr>
        <p:grpSpPr>
          <a:xfrm>
            <a:off x="6656438" y="235974"/>
            <a:ext cx="2493133" cy="1917291"/>
            <a:chOff x="7010400" y="108155"/>
            <a:chExt cx="2493133" cy="1917291"/>
          </a:xfrm>
        </p:grpSpPr>
        <p:sp>
          <p:nvSpPr>
            <p:cNvPr id="242" name="Freeform 241">
              <a:extLst>
                <a:ext uri="{FF2B5EF4-FFF2-40B4-BE49-F238E27FC236}">
                  <a16:creationId xmlns:a16="http://schemas.microsoft.com/office/drawing/2014/main" id="{AAB1A5DE-415B-F14B-A28A-363ED94665BF}"/>
                </a:ext>
              </a:extLst>
            </p:cNvPr>
            <p:cNvSpPr/>
            <p:nvPr/>
          </p:nvSpPr>
          <p:spPr>
            <a:xfrm>
              <a:off x="7010400" y="176982"/>
              <a:ext cx="2340077" cy="1848464"/>
            </a:xfrm>
            <a:custGeom>
              <a:avLst/>
              <a:gdLst>
                <a:gd name="connsiteX0" fmla="*/ 0 w 2340077"/>
                <a:gd name="connsiteY0" fmla="*/ 304800 h 432619"/>
                <a:gd name="connsiteX1" fmla="*/ 393290 w 2340077"/>
                <a:gd name="connsiteY1" fmla="*/ 0 h 432619"/>
                <a:gd name="connsiteX2" fmla="*/ 2340077 w 2340077"/>
                <a:gd name="connsiteY2" fmla="*/ 0 h 432619"/>
                <a:gd name="connsiteX3" fmla="*/ 147484 w 2340077"/>
                <a:gd name="connsiteY3" fmla="*/ 432619 h 432619"/>
                <a:gd name="connsiteX4" fmla="*/ 0 w 2340077"/>
                <a:gd name="connsiteY4" fmla="*/ 304800 h 432619"/>
                <a:gd name="connsiteX0" fmla="*/ 0 w 2340077"/>
                <a:gd name="connsiteY0" fmla="*/ 1691148 h 1818967"/>
                <a:gd name="connsiteX1" fmla="*/ 383458 w 2340077"/>
                <a:gd name="connsiteY1" fmla="*/ 0 h 1818967"/>
                <a:gd name="connsiteX2" fmla="*/ 2340077 w 2340077"/>
                <a:gd name="connsiteY2" fmla="*/ 1386348 h 1818967"/>
                <a:gd name="connsiteX3" fmla="*/ 147484 w 2340077"/>
                <a:gd name="connsiteY3" fmla="*/ 1818967 h 1818967"/>
                <a:gd name="connsiteX4" fmla="*/ 0 w 2340077"/>
                <a:gd name="connsiteY4" fmla="*/ 1691148 h 1818967"/>
                <a:gd name="connsiteX0" fmla="*/ 0 w 2340077"/>
                <a:gd name="connsiteY0" fmla="*/ 1691148 h 1818967"/>
                <a:gd name="connsiteX1" fmla="*/ 383458 w 2340077"/>
                <a:gd name="connsiteY1" fmla="*/ 0 h 1818967"/>
                <a:gd name="connsiteX2" fmla="*/ 2340077 w 2340077"/>
                <a:gd name="connsiteY2" fmla="*/ 1386348 h 1818967"/>
                <a:gd name="connsiteX3" fmla="*/ 147484 w 2340077"/>
                <a:gd name="connsiteY3" fmla="*/ 1818967 h 1818967"/>
                <a:gd name="connsiteX4" fmla="*/ 0 w 2340077"/>
                <a:gd name="connsiteY4" fmla="*/ 1691148 h 1818967"/>
                <a:gd name="connsiteX0" fmla="*/ 0 w 2340077"/>
                <a:gd name="connsiteY0" fmla="*/ 1691148 h 1828799"/>
                <a:gd name="connsiteX1" fmla="*/ 383458 w 2340077"/>
                <a:gd name="connsiteY1" fmla="*/ 0 h 1828799"/>
                <a:gd name="connsiteX2" fmla="*/ 2340077 w 2340077"/>
                <a:gd name="connsiteY2" fmla="*/ 1386348 h 1828799"/>
                <a:gd name="connsiteX3" fmla="*/ 186813 w 2340077"/>
                <a:gd name="connsiteY3" fmla="*/ 1828799 h 1828799"/>
                <a:gd name="connsiteX4" fmla="*/ 0 w 2340077"/>
                <a:gd name="connsiteY4" fmla="*/ 1691148 h 1828799"/>
                <a:gd name="connsiteX0" fmla="*/ 0 w 2340077"/>
                <a:gd name="connsiteY0" fmla="*/ 1691148 h 1828799"/>
                <a:gd name="connsiteX1" fmla="*/ 383458 w 2340077"/>
                <a:gd name="connsiteY1" fmla="*/ 0 h 1828799"/>
                <a:gd name="connsiteX2" fmla="*/ 2340077 w 2340077"/>
                <a:gd name="connsiteY2" fmla="*/ 1386348 h 1828799"/>
                <a:gd name="connsiteX3" fmla="*/ 186813 w 2340077"/>
                <a:gd name="connsiteY3" fmla="*/ 1828799 h 1828799"/>
                <a:gd name="connsiteX4" fmla="*/ 0 w 2340077"/>
                <a:gd name="connsiteY4" fmla="*/ 1691148 h 1828799"/>
                <a:gd name="connsiteX0" fmla="*/ 0 w 2340077"/>
                <a:gd name="connsiteY0" fmla="*/ 1691148 h 1828799"/>
                <a:gd name="connsiteX1" fmla="*/ 383458 w 2340077"/>
                <a:gd name="connsiteY1" fmla="*/ 0 h 1828799"/>
                <a:gd name="connsiteX2" fmla="*/ 2340077 w 2340077"/>
                <a:gd name="connsiteY2" fmla="*/ 1386348 h 1828799"/>
                <a:gd name="connsiteX3" fmla="*/ 186813 w 2340077"/>
                <a:gd name="connsiteY3" fmla="*/ 1828799 h 1828799"/>
                <a:gd name="connsiteX4" fmla="*/ 0 w 2340077"/>
                <a:gd name="connsiteY4" fmla="*/ 1691148 h 1828799"/>
                <a:gd name="connsiteX0" fmla="*/ 0 w 2340077"/>
                <a:gd name="connsiteY0" fmla="*/ 1691148 h 1828799"/>
                <a:gd name="connsiteX1" fmla="*/ 383458 w 2340077"/>
                <a:gd name="connsiteY1" fmla="*/ 0 h 1828799"/>
                <a:gd name="connsiteX2" fmla="*/ 2340077 w 2340077"/>
                <a:gd name="connsiteY2" fmla="*/ 1386348 h 1828799"/>
                <a:gd name="connsiteX3" fmla="*/ 186813 w 2340077"/>
                <a:gd name="connsiteY3" fmla="*/ 1828799 h 1828799"/>
                <a:gd name="connsiteX4" fmla="*/ 0 w 2340077"/>
                <a:gd name="connsiteY4" fmla="*/ 1691148 h 1828799"/>
                <a:gd name="connsiteX0" fmla="*/ 0 w 2340077"/>
                <a:gd name="connsiteY0" fmla="*/ 1691148 h 1848464"/>
                <a:gd name="connsiteX1" fmla="*/ 383458 w 2340077"/>
                <a:gd name="connsiteY1" fmla="*/ 0 h 1848464"/>
                <a:gd name="connsiteX2" fmla="*/ 2340077 w 2340077"/>
                <a:gd name="connsiteY2" fmla="*/ 1386348 h 1848464"/>
                <a:gd name="connsiteX3" fmla="*/ 137651 w 2340077"/>
                <a:gd name="connsiteY3" fmla="*/ 1848464 h 1848464"/>
                <a:gd name="connsiteX4" fmla="*/ 0 w 2340077"/>
                <a:gd name="connsiteY4" fmla="*/ 1691148 h 1848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40077" h="1848464">
                  <a:moveTo>
                    <a:pt x="0" y="1691148"/>
                  </a:moveTo>
                  <a:cubicBezTo>
                    <a:pt x="167148" y="1304412"/>
                    <a:pt x="285136" y="770193"/>
                    <a:pt x="383458" y="0"/>
                  </a:cubicBezTo>
                  <a:lnTo>
                    <a:pt x="2340077" y="1386348"/>
                  </a:lnTo>
                  <a:cubicBezTo>
                    <a:pt x="871794" y="1579716"/>
                    <a:pt x="740695" y="1645264"/>
                    <a:pt x="137651" y="1848464"/>
                  </a:cubicBezTo>
                  <a:lnTo>
                    <a:pt x="0" y="1691148"/>
                  </a:lnTo>
                  <a:close/>
                </a:path>
              </a:pathLst>
            </a:cu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chemeClr val="bg1">
                    <a:lumMod val="75000"/>
                  </a:schemeClr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243" name="Group 242">
              <a:extLst>
                <a:ext uri="{FF2B5EF4-FFF2-40B4-BE49-F238E27FC236}">
                  <a16:creationId xmlns:a16="http://schemas.microsoft.com/office/drawing/2014/main" id="{937CC7FC-FB1E-3F44-8360-192E93D54F76}"/>
                </a:ext>
              </a:extLst>
            </p:cNvPr>
            <p:cNvGrpSpPr/>
            <p:nvPr/>
          </p:nvGrpSpPr>
          <p:grpSpPr>
            <a:xfrm>
              <a:off x="7323884" y="108155"/>
              <a:ext cx="2179649" cy="1445342"/>
              <a:chOff x="7323884" y="108155"/>
              <a:chExt cx="2179649" cy="1445342"/>
            </a:xfrm>
          </p:grpSpPr>
          <p:sp>
            <p:nvSpPr>
              <p:cNvPr id="244" name="Rectangle 243">
                <a:extLst>
                  <a:ext uri="{FF2B5EF4-FFF2-40B4-BE49-F238E27FC236}">
                    <a16:creationId xmlns:a16="http://schemas.microsoft.com/office/drawing/2014/main" id="{4491BF2B-1B3B-CC46-9290-459EE74E54A2}"/>
                  </a:ext>
                </a:extLst>
              </p:cNvPr>
              <p:cNvSpPr/>
              <p:nvPr/>
            </p:nvSpPr>
            <p:spPr>
              <a:xfrm>
                <a:off x="7413523" y="108155"/>
                <a:ext cx="1936954" cy="143551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245" name="Group 244">
                <a:extLst>
                  <a:ext uri="{FF2B5EF4-FFF2-40B4-BE49-F238E27FC236}">
                    <a16:creationId xmlns:a16="http://schemas.microsoft.com/office/drawing/2014/main" id="{FCF8DCB2-D709-AF40-B84B-C341D1A769CD}"/>
                  </a:ext>
                </a:extLst>
              </p:cNvPr>
              <p:cNvGrpSpPr/>
              <p:nvPr/>
            </p:nvGrpSpPr>
            <p:grpSpPr>
              <a:xfrm>
                <a:off x="7323884" y="120836"/>
                <a:ext cx="2179649" cy="1432661"/>
                <a:chOff x="7323884" y="120836"/>
                <a:chExt cx="2179649" cy="1432661"/>
              </a:xfrm>
            </p:grpSpPr>
            <p:sp>
              <p:nvSpPr>
                <p:cNvPr id="246" name="Rectangle 245">
                  <a:extLst>
                    <a:ext uri="{FF2B5EF4-FFF2-40B4-BE49-F238E27FC236}">
                      <a16:creationId xmlns:a16="http://schemas.microsoft.com/office/drawing/2014/main" id="{AAB1F5FE-4DFF-8942-96D2-1BF59A9B8ED7}"/>
                    </a:ext>
                  </a:extLst>
                </p:cNvPr>
                <p:cNvSpPr/>
                <p:nvPr/>
              </p:nvSpPr>
              <p:spPr>
                <a:xfrm>
                  <a:off x="7409951" y="124866"/>
                  <a:ext cx="1940525" cy="370390"/>
                </a:xfrm>
                <a:prstGeom prst="rect">
                  <a:avLst/>
                </a:prstGeom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47" name="TextBox 246">
                  <a:extLst>
                    <a:ext uri="{FF2B5EF4-FFF2-40B4-BE49-F238E27FC236}">
                      <a16:creationId xmlns:a16="http://schemas.microsoft.com/office/drawing/2014/main" id="{02C346E9-CF40-A846-ACD9-F72DFBB9E805}"/>
                    </a:ext>
                  </a:extLst>
                </p:cNvPr>
                <p:cNvSpPr txBox="1"/>
                <p:nvPr/>
              </p:nvSpPr>
              <p:spPr>
                <a:xfrm>
                  <a:off x="7799764" y="120836"/>
                  <a:ext cx="1117197" cy="400110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algn="ctr">
                    <a:spcAft>
                      <a:spcPts val="400"/>
                    </a:spcAft>
                  </a:pPr>
                  <a:r>
                    <a:rPr lang="en-US" sz="2000" dirty="0">
                      <a:solidFill>
                        <a:schemeClr val="bg1"/>
                      </a:solidFill>
                    </a:rPr>
                    <a:t>DV in b:</a:t>
                  </a:r>
                </a:p>
              </p:txBody>
            </p:sp>
            <p:cxnSp>
              <p:nvCxnSpPr>
                <p:cNvPr id="248" name="Straight Connector 247">
                  <a:extLst>
                    <a:ext uri="{FF2B5EF4-FFF2-40B4-BE49-F238E27FC236}">
                      <a16:creationId xmlns:a16="http://schemas.microsoft.com/office/drawing/2014/main" id="{322E19FC-BD9D-FC41-8AF9-4540EB9B5BC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7401895" y="495254"/>
                  <a:ext cx="1123866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49" name="Rectangle 248">
                  <a:extLst>
                    <a:ext uri="{FF2B5EF4-FFF2-40B4-BE49-F238E27FC236}">
                      <a16:creationId xmlns:a16="http://schemas.microsoft.com/office/drawing/2014/main" id="{14EC7CB6-196B-5E44-AD24-302ACAC213D8}"/>
                    </a:ext>
                  </a:extLst>
                </p:cNvPr>
                <p:cNvSpPr/>
                <p:nvPr/>
              </p:nvSpPr>
              <p:spPr>
                <a:xfrm>
                  <a:off x="7404189" y="124866"/>
                  <a:ext cx="1936455" cy="1428631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50" name="TextBox 249">
                  <a:extLst>
                    <a:ext uri="{FF2B5EF4-FFF2-40B4-BE49-F238E27FC236}">
                      <a16:creationId xmlns:a16="http://schemas.microsoft.com/office/drawing/2014/main" id="{15AACE12-C210-0141-824B-658545F2E1EB}"/>
                    </a:ext>
                  </a:extLst>
                </p:cNvPr>
                <p:cNvSpPr txBox="1"/>
                <p:nvPr/>
              </p:nvSpPr>
              <p:spPr>
                <a:xfrm>
                  <a:off x="8392488" y="560500"/>
                  <a:ext cx="1111045" cy="978729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(f)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pPr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(g)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pPr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(h)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pPr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(i)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</p:txBody>
            </p:sp>
            <p:sp>
              <p:nvSpPr>
                <p:cNvPr id="251" name="TextBox 250">
                  <a:extLst>
                    <a:ext uri="{FF2B5EF4-FFF2-40B4-BE49-F238E27FC236}">
                      <a16:creationId xmlns:a16="http://schemas.microsoft.com/office/drawing/2014/main" id="{8FBBD149-E4A4-7649-964F-57535C719AD2}"/>
                    </a:ext>
                  </a:extLst>
                </p:cNvPr>
                <p:cNvSpPr txBox="1"/>
                <p:nvPr/>
              </p:nvSpPr>
              <p:spPr>
                <a:xfrm>
                  <a:off x="7323884" y="557387"/>
                  <a:ext cx="1117197" cy="978729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114300" lvl="1"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(a) = 8</a:t>
                  </a:r>
                  <a:endParaRPr lang="en-US" sz="1600" dirty="0">
                    <a:cs typeface="Arial" charset="0"/>
                  </a:endParaRPr>
                </a:p>
                <a:p>
                  <a:pPr marL="114300" lvl="1"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(c) =</a:t>
                  </a:r>
                  <a:r>
                    <a:rPr lang="en-US" sz="1600" dirty="0">
                      <a:cs typeface="Arial" charset="0"/>
                    </a:rPr>
                    <a:t> 1</a:t>
                  </a:r>
                  <a:endParaRPr lang="en-US" sz="1600" dirty="0"/>
                </a:p>
                <a:p>
                  <a:pPr marL="114300" lvl="1"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(d)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  <a:p>
                  <a:pPr marL="114300" lvl="1"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(e) =</a:t>
                  </a:r>
                  <a:r>
                    <a:rPr lang="en-US" sz="1600" dirty="0">
                      <a:cs typeface="Arial" charset="0"/>
                    </a:rPr>
                    <a:t> 1</a:t>
                  </a:r>
                  <a:endParaRPr lang="en-US" sz="1600" dirty="0"/>
                </a:p>
              </p:txBody>
            </p:sp>
          </p:grpSp>
        </p:grpSp>
      </p:grpSp>
      <p:sp>
        <p:nvSpPr>
          <p:cNvPr id="281" name="TextBox 280">
            <a:extLst>
              <a:ext uri="{FF2B5EF4-FFF2-40B4-BE49-F238E27FC236}">
                <a16:creationId xmlns:a16="http://schemas.microsoft.com/office/drawing/2014/main" id="{9547E6FC-ED98-A842-83E6-5B393D42D482}"/>
              </a:ext>
            </a:extLst>
          </p:cNvPr>
          <p:cNvSpPr txBox="1"/>
          <p:nvPr/>
        </p:nvSpPr>
        <p:spPr>
          <a:xfrm flipH="1">
            <a:off x="348626" y="3078991"/>
            <a:ext cx="2195814" cy="5909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indent="-285750">
              <a:lnSpc>
                <a:spcPct val="90000"/>
              </a:lnSpc>
              <a:buClr>
                <a:srgbClr val="0000A8"/>
              </a:buClr>
              <a:buFont typeface="Wingdings" pitchFamily="2" charset="2"/>
              <a:buChar char="§"/>
            </a:pPr>
            <a:r>
              <a:rPr lang="en-US" dirty="0"/>
              <a:t>c receives DVs from b computes:</a:t>
            </a:r>
          </a:p>
        </p:txBody>
      </p:sp>
      <p:grpSp>
        <p:nvGrpSpPr>
          <p:cNvPr id="314" name="Group 313">
            <a:extLst>
              <a:ext uri="{FF2B5EF4-FFF2-40B4-BE49-F238E27FC236}">
                <a16:creationId xmlns:a16="http://schemas.microsoft.com/office/drawing/2014/main" id="{917871C2-1731-FE43-944D-6364CCE85DA9}"/>
              </a:ext>
            </a:extLst>
          </p:cNvPr>
          <p:cNvGrpSpPr/>
          <p:nvPr/>
        </p:nvGrpSpPr>
        <p:grpSpPr>
          <a:xfrm>
            <a:off x="4333785" y="1906063"/>
            <a:ext cx="4395351" cy="404576"/>
            <a:chOff x="4333785" y="5772213"/>
            <a:chExt cx="4395351" cy="404576"/>
          </a:xfrm>
        </p:grpSpPr>
        <p:grpSp>
          <p:nvGrpSpPr>
            <p:cNvPr id="315" name="Group 314">
              <a:extLst>
                <a:ext uri="{FF2B5EF4-FFF2-40B4-BE49-F238E27FC236}">
                  <a16:creationId xmlns:a16="http://schemas.microsoft.com/office/drawing/2014/main" id="{68E7B419-D4D3-3A4B-86E1-D40C76B2BB2C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336" name="Group 335">
                <a:extLst>
                  <a:ext uri="{FF2B5EF4-FFF2-40B4-BE49-F238E27FC236}">
                    <a16:creationId xmlns:a16="http://schemas.microsoft.com/office/drawing/2014/main" id="{93705575-DDBD-3D44-B843-C77E28CEAAD2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40" name="Oval 5">
                  <a:extLst>
                    <a:ext uri="{FF2B5EF4-FFF2-40B4-BE49-F238E27FC236}">
                      <a16:creationId xmlns:a16="http://schemas.microsoft.com/office/drawing/2014/main" id="{AF888CEF-6837-CD45-809F-91550C92C80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1" name="Line 6">
                  <a:extLst>
                    <a:ext uri="{FF2B5EF4-FFF2-40B4-BE49-F238E27FC236}">
                      <a16:creationId xmlns:a16="http://schemas.microsoft.com/office/drawing/2014/main" id="{4535759C-A65E-D84B-9508-03E1DC0B824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2" name="Line 7">
                  <a:extLst>
                    <a:ext uri="{FF2B5EF4-FFF2-40B4-BE49-F238E27FC236}">
                      <a16:creationId xmlns:a16="http://schemas.microsoft.com/office/drawing/2014/main" id="{FFA7BAB7-E53C-EC41-ACE7-66FCD862969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3" name="Rectangle 8">
                  <a:extLst>
                    <a:ext uri="{FF2B5EF4-FFF2-40B4-BE49-F238E27FC236}">
                      <a16:creationId xmlns:a16="http://schemas.microsoft.com/office/drawing/2014/main" id="{69E05203-3EC0-6447-8988-D4F7C2150FA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4" name="Oval 9">
                  <a:extLst>
                    <a:ext uri="{FF2B5EF4-FFF2-40B4-BE49-F238E27FC236}">
                      <a16:creationId xmlns:a16="http://schemas.microsoft.com/office/drawing/2014/main" id="{D9043B05-A159-7D41-90D4-718D621EA02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37" name="Group 44">
                <a:extLst>
                  <a:ext uri="{FF2B5EF4-FFF2-40B4-BE49-F238E27FC236}">
                    <a16:creationId xmlns:a16="http://schemas.microsoft.com/office/drawing/2014/main" id="{230264F8-C92F-C344-8341-A92C3D105F2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338" name="Rectangle 45">
                  <a:extLst>
                    <a:ext uri="{FF2B5EF4-FFF2-40B4-BE49-F238E27FC236}">
                      <a16:creationId xmlns:a16="http://schemas.microsoft.com/office/drawing/2014/main" id="{F2B81453-DE5E-984D-B97A-6884B0BDD35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9" name="Text Box 46">
                  <a:extLst>
                    <a:ext uri="{FF2B5EF4-FFF2-40B4-BE49-F238E27FC236}">
                      <a16:creationId xmlns:a16="http://schemas.microsoft.com/office/drawing/2014/main" id="{35E945F9-D699-744B-ACB7-587B2AA668D3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a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316" name="Group 315">
              <a:extLst>
                <a:ext uri="{FF2B5EF4-FFF2-40B4-BE49-F238E27FC236}">
                  <a16:creationId xmlns:a16="http://schemas.microsoft.com/office/drawing/2014/main" id="{1CE7BA36-0E22-4F41-B503-121F0E8FF751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327" name="Group 326">
                <a:extLst>
                  <a:ext uri="{FF2B5EF4-FFF2-40B4-BE49-F238E27FC236}">
                    <a16:creationId xmlns:a16="http://schemas.microsoft.com/office/drawing/2014/main" id="{ABA31A37-F3CD-1746-9C86-0557D36C5404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31" name="Oval 5">
                  <a:extLst>
                    <a:ext uri="{FF2B5EF4-FFF2-40B4-BE49-F238E27FC236}">
                      <a16:creationId xmlns:a16="http://schemas.microsoft.com/office/drawing/2014/main" id="{39C9919B-E459-6946-BAB3-A266303D27E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2" name="Line 6">
                  <a:extLst>
                    <a:ext uri="{FF2B5EF4-FFF2-40B4-BE49-F238E27FC236}">
                      <a16:creationId xmlns:a16="http://schemas.microsoft.com/office/drawing/2014/main" id="{61A62C09-3017-A541-9429-460C1A7F6B5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3" name="Line 7">
                  <a:extLst>
                    <a:ext uri="{FF2B5EF4-FFF2-40B4-BE49-F238E27FC236}">
                      <a16:creationId xmlns:a16="http://schemas.microsoft.com/office/drawing/2014/main" id="{86063EB7-D2C3-3447-B2FD-57FC1E74D32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4" name="Rectangle 8">
                  <a:extLst>
                    <a:ext uri="{FF2B5EF4-FFF2-40B4-BE49-F238E27FC236}">
                      <a16:creationId xmlns:a16="http://schemas.microsoft.com/office/drawing/2014/main" id="{BD5BCC42-3550-DF4A-BB55-F643AEBFD9A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5" name="Oval 9">
                  <a:extLst>
                    <a:ext uri="{FF2B5EF4-FFF2-40B4-BE49-F238E27FC236}">
                      <a16:creationId xmlns:a16="http://schemas.microsoft.com/office/drawing/2014/main" id="{74611398-E647-494F-A7BD-186BB5CB545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28" name="Group 44">
                <a:extLst>
                  <a:ext uri="{FF2B5EF4-FFF2-40B4-BE49-F238E27FC236}">
                    <a16:creationId xmlns:a16="http://schemas.microsoft.com/office/drawing/2014/main" id="{B57BC638-F090-114B-B8BF-7E2F4A6CC8F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329" name="Rectangle 45">
                  <a:extLst>
                    <a:ext uri="{FF2B5EF4-FFF2-40B4-BE49-F238E27FC236}">
                      <a16:creationId xmlns:a16="http://schemas.microsoft.com/office/drawing/2014/main" id="{0F91A427-A1B7-A54C-8320-A92F425DFC7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0" name="Text Box 46">
                  <a:extLst>
                    <a:ext uri="{FF2B5EF4-FFF2-40B4-BE49-F238E27FC236}">
                      <a16:creationId xmlns:a16="http://schemas.microsoft.com/office/drawing/2014/main" id="{E600E15A-04DE-4F44-AD3B-D284039393AF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b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317" name="Group 316">
              <a:extLst>
                <a:ext uri="{FF2B5EF4-FFF2-40B4-BE49-F238E27FC236}">
                  <a16:creationId xmlns:a16="http://schemas.microsoft.com/office/drawing/2014/main" id="{2EB87748-B820-0349-A8AC-FE8BBD55B257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318" name="Group 317">
                <a:extLst>
                  <a:ext uri="{FF2B5EF4-FFF2-40B4-BE49-F238E27FC236}">
                    <a16:creationId xmlns:a16="http://schemas.microsoft.com/office/drawing/2014/main" id="{EB6E4C7D-CDAA-7F47-A797-1E5FB2A80494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22" name="Oval 5">
                  <a:extLst>
                    <a:ext uri="{FF2B5EF4-FFF2-40B4-BE49-F238E27FC236}">
                      <a16:creationId xmlns:a16="http://schemas.microsoft.com/office/drawing/2014/main" id="{F9943B67-FB21-3647-869F-669BE6A721C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3" name="Line 6">
                  <a:extLst>
                    <a:ext uri="{FF2B5EF4-FFF2-40B4-BE49-F238E27FC236}">
                      <a16:creationId xmlns:a16="http://schemas.microsoft.com/office/drawing/2014/main" id="{57CCD935-17C4-B04B-B482-9A946E848EC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4" name="Line 7">
                  <a:extLst>
                    <a:ext uri="{FF2B5EF4-FFF2-40B4-BE49-F238E27FC236}">
                      <a16:creationId xmlns:a16="http://schemas.microsoft.com/office/drawing/2014/main" id="{2FE8EAFF-CC53-364C-974F-2F913B960D6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5" name="Rectangle 8">
                  <a:extLst>
                    <a:ext uri="{FF2B5EF4-FFF2-40B4-BE49-F238E27FC236}">
                      <a16:creationId xmlns:a16="http://schemas.microsoft.com/office/drawing/2014/main" id="{B25B691E-9E1D-1E4F-9419-9156013814C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6" name="Oval 9">
                  <a:extLst>
                    <a:ext uri="{FF2B5EF4-FFF2-40B4-BE49-F238E27FC236}">
                      <a16:creationId xmlns:a16="http://schemas.microsoft.com/office/drawing/2014/main" id="{9CB3B73F-9E39-EC4E-83F7-FBE10697408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19" name="Group 44">
                <a:extLst>
                  <a:ext uri="{FF2B5EF4-FFF2-40B4-BE49-F238E27FC236}">
                    <a16:creationId xmlns:a16="http://schemas.microsoft.com/office/drawing/2014/main" id="{0F42679C-ED56-BC45-8C82-597609DBD4D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64216" y="2507397"/>
                <a:ext cx="341085" cy="419100"/>
                <a:chOff x="2949" y="2425"/>
                <a:chExt cx="218" cy="264"/>
              </a:xfrm>
            </p:grpSpPr>
            <p:sp>
              <p:nvSpPr>
                <p:cNvPr id="320" name="Rectangle 45">
                  <a:extLst>
                    <a:ext uri="{FF2B5EF4-FFF2-40B4-BE49-F238E27FC236}">
                      <a16:creationId xmlns:a16="http://schemas.microsoft.com/office/drawing/2014/main" id="{CF557465-1C6C-1245-9762-D6D2D9F891F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1" name="Text Box 46">
                  <a:extLst>
                    <a:ext uri="{FF2B5EF4-FFF2-40B4-BE49-F238E27FC236}">
                      <a16:creationId xmlns:a16="http://schemas.microsoft.com/office/drawing/2014/main" id="{CEEF1658-9381-E84D-81A0-1A501484FB8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9" y="2425"/>
                  <a:ext cx="218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c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grpSp>
        <p:nvGrpSpPr>
          <p:cNvPr id="283" name="Group 282">
            <a:extLst>
              <a:ext uri="{FF2B5EF4-FFF2-40B4-BE49-F238E27FC236}">
                <a16:creationId xmlns:a16="http://schemas.microsoft.com/office/drawing/2014/main" id="{A665C0C8-7FDD-0A42-80A3-CC602804C042}"/>
              </a:ext>
            </a:extLst>
          </p:cNvPr>
          <p:cNvGrpSpPr/>
          <p:nvPr/>
        </p:nvGrpSpPr>
        <p:grpSpPr>
          <a:xfrm>
            <a:off x="4336458" y="3833790"/>
            <a:ext cx="4395351" cy="404576"/>
            <a:chOff x="4333785" y="5772213"/>
            <a:chExt cx="4395351" cy="404576"/>
          </a:xfrm>
        </p:grpSpPr>
        <p:grpSp>
          <p:nvGrpSpPr>
            <p:cNvPr id="284" name="Group 283">
              <a:extLst>
                <a:ext uri="{FF2B5EF4-FFF2-40B4-BE49-F238E27FC236}">
                  <a16:creationId xmlns:a16="http://schemas.microsoft.com/office/drawing/2014/main" id="{4C02DC92-2A83-AC4D-B9F0-2BCDE917BDBC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305" name="Group 304">
                <a:extLst>
                  <a:ext uri="{FF2B5EF4-FFF2-40B4-BE49-F238E27FC236}">
                    <a16:creationId xmlns:a16="http://schemas.microsoft.com/office/drawing/2014/main" id="{F01EB862-010E-A34F-8D39-25BC2BED2A6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09" name="Oval 5">
                  <a:extLst>
                    <a:ext uri="{FF2B5EF4-FFF2-40B4-BE49-F238E27FC236}">
                      <a16:creationId xmlns:a16="http://schemas.microsoft.com/office/drawing/2014/main" id="{C2A61603-05BC-1E4D-99AA-0AB1CC49473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0" name="Line 6">
                  <a:extLst>
                    <a:ext uri="{FF2B5EF4-FFF2-40B4-BE49-F238E27FC236}">
                      <a16:creationId xmlns:a16="http://schemas.microsoft.com/office/drawing/2014/main" id="{7043DA0E-702D-CD4E-BA28-9341275851D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1" name="Line 7">
                  <a:extLst>
                    <a:ext uri="{FF2B5EF4-FFF2-40B4-BE49-F238E27FC236}">
                      <a16:creationId xmlns:a16="http://schemas.microsoft.com/office/drawing/2014/main" id="{CE93F761-782C-C640-B2B6-8CA7492B28B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2" name="Rectangle 8">
                  <a:extLst>
                    <a:ext uri="{FF2B5EF4-FFF2-40B4-BE49-F238E27FC236}">
                      <a16:creationId xmlns:a16="http://schemas.microsoft.com/office/drawing/2014/main" id="{723858D6-68CF-1C4E-A28B-A9FF5D728F2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3" name="Oval 9">
                  <a:extLst>
                    <a:ext uri="{FF2B5EF4-FFF2-40B4-BE49-F238E27FC236}">
                      <a16:creationId xmlns:a16="http://schemas.microsoft.com/office/drawing/2014/main" id="{70A7292E-FC97-924B-9010-8079BEC6219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06" name="Group 44">
                <a:extLst>
                  <a:ext uri="{FF2B5EF4-FFF2-40B4-BE49-F238E27FC236}">
                    <a16:creationId xmlns:a16="http://schemas.microsoft.com/office/drawing/2014/main" id="{DA3B2173-D171-E340-B704-06A3FE481C7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307" name="Rectangle 45">
                  <a:extLst>
                    <a:ext uri="{FF2B5EF4-FFF2-40B4-BE49-F238E27FC236}">
                      <a16:creationId xmlns:a16="http://schemas.microsoft.com/office/drawing/2014/main" id="{A7CA85B6-08AA-4840-AE2B-A3321A49B6F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8" name="Text Box 46">
                  <a:extLst>
                    <a:ext uri="{FF2B5EF4-FFF2-40B4-BE49-F238E27FC236}">
                      <a16:creationId xmlns:a16="http://schemas.microsoft.com/office/drawing/2014/main" id="{68812F5E-7A92-7B45-BBDE-2068A3A134D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d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285" name="Group 284">
              <a:extLst>
                <a:ext uri="{FF2B5EF4-FFF2-40B4-BE49-F238E27FC236}">
                  <a16:creationId xmlns:a16="http://schemas.microsoft.com/office/drawing/2014/main" id="{5E3B07EB-D89E-C542-85F0-D68A3698AEC4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296" name="Group 295">
                <a:extLst>
                  <a:ext uri="{FF2B5EF4-FFF2-40B4-BE49-F238E27FC236}">
                    <a16:creationId xmlns:a16="http://schemas.microsoft.com/office/drawing/2014/main" id="{CE2D511A-9878-0E42-B4E3-97548A8A67A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00" name="Oval 5">
                  <a:extLst>
                    <a:ext uri="{FF2B5EF4-FFF2-40B4-BE49-F238E27FC236}">
                      <a16:creationId xmlns:a16="http://schemas.microsoft.com/office/drawing/2014/main" id="{C66E96DA-F1B1-9A41-8B0D-2F21B3B7ACB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1" name="Line 6">
                  <a:extLst>
                    <a:ext uri="{FF2B5EF4-FFF2-40B4-BE49-F238E27FC236}">
                      <a16:creationId xmlns:a16="http://schemas.microsoft.com/office/drawing/2014/main" id="{A2387D1F-7EF0-9443-8128-6FF284EC9AF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2" name="Line 7">
                  <a:extLst>
                    <a:ext uri="{FF2B5EF4-FFF2-40B4-BE49-F238E27FC236}">
                      <a16:creationId xmlns:a16="http://schemas.microsoft.com/office/drawing/2014/main" id="{4B183F70-EB28-A94F-BF31-54B939F6B75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3" name="Rectangle 8">
                  <a:extLst>
                    <a:ext uri="{FF2B5EF4-FFF2-40B4-BE49-F238E27FC236}">
                      <a16:creationId xmlns:a16="http://schemas.microsoft.com/office/drawing/2014/main" id="{84BE29FD-A805-D348-99C3-8D3C650618E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4" name="Oval 9">
                  <a:extLst>
                    <a:ext uri="{FF2B5EF4-FFF2-40B4-BE49-F238E27FC236}">
                      <a16:creationId xmlns:a16="http://schemas.microsoft.com/office/drawing/2014/main" id="{BF5D685A-16D6-5B40-9EEF-970D3CDCE37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97" name="Group 44">
                <a:extLst>
                  <a:ext uri="{FF2B5EF4-FFF2-40B4-BE49-F238E27FC236}">
                    <a16:creationId xmlns:a16="http://schemas.microsoft.com/office/drawing/2014/main" id="{058B095B-B9C0-F84A-B78C-FE9DCA729C7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298" name="Rectangle 45">
                  <a:extLst>
                    <a:ext uri="{FF2B5EF4-FFF2-40B4-BE49-F238E27FC236}">
                      <a16:creationId xmlns:a16="http://schemas.microsoft.com/office/drawing/2014/main" id="{7FBA9119-2A14-E84A-A39B-55E9D6AE939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9" name="Text Box 46">
                  <a:extLst>
                    <a:ext uri="{FF2B5EF4-FFF2-40B4-BE49-F238E27FC236}">
                      <a16:creationId xmlns:a16="http://schemas.microsoft.com/office/drawing/2014/main" id="{2944FA12-D5D2-E241-A9FC-D4A85A350D0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e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286" name="Group 285">
              <a:extLst>
                <a:ext uri="{FF2B5EF4-FFF2-40B4-BE49-F238E27FC236}">
                  <a16:creationId xmlns:a16="http://schemas.microsoft.com/office/drawing/2014/main" id="{B9D4EE61-1CC1-6D4C-822D-300C73469B48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287" name="Group 286">
                <a:extLst>
                  <a:ext uri="{FF2B5EF4-FFF2-40B4-BE49-F238E27FC236}">
                    <a16:creationId xmlns:a16="http://schemas.microsoft.com/office/drawing/2014/main" id="{75D4F492-E56A-6541-9F9D-1D85B09999F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91" name="Oval 5">
                  <a:extLst>
                    <a:ext uri="{FF2B5EF4-FFF2-40B4-BE49-F238E27FC236}">
                      <a16:creationId xmlns:a16="http://schemas.microsoft.com/office/drawing/2014/main" id="{190A087A-A659-3E4D-B4FE-1EA13D56BE4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2" name="Line 6">
                  <a:extLst>
                    <a:ext uri="{FF2B5EF4-FFF2-40B4-BE49-F238E27FC236}">
                      <a16:creationId xmlns:a16="http://schemas.microsoft.com/office/drawing/2014/main" id="{E7E9FE4A-5449-D244-A5A8-DEB5E1D8494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3" name="Line 7">
                  <a:extLst>
                    <a:ext uri="{FF2B5EF4-FFF2-40B4-BE49-F238E27FC236}">
                      <a16:creationId xmlns:a16="http://schemas.microsoft.com/office/drawing/2014/main" id="{8C243F83-93B5-2C49-9D61-2E8E8652A48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4" name="Rectangle 8">
                  <a:extLst>
                    <a:ext uri="{FF2B5EF4-FFF2-40B4-BE49-F238E27FC236}">
                      <a16:creationId xmlns:a16="http://schemas.microsoft.com/office/drawing/2014/main" id="{B0B61A2E-99AA-324F-8224-CB0B3B44042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5" name="Oval 9">
                  <a:extLst>
                    <a:ext uri="{FF2B5EF4-FFF2-40B4-BE49-F238E27FC236}">
                      <a16:creationId xmlns:a16="http://schemas.microsoft.com/office/drawing/2014/main" id="{2F485C77-8179-0B4E-B93A-E5C91296B44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88" name="Group 44">
                <a:extLst>
                  <a:ext uri="{FF2B5EF4-FFF2-40B4-BE49-F238E27FC236}">
                    <a16:creationId xmlns:a16="http://schemas.microsoft.com/office/drawing/2014/main" id="{0826EA6F-730D-8C47-8DDA-2C65DD6716B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92372" y="2507397"/>
                <a:ext cx="283194" cy="419100"/>
                <a:chOff x="2967" y="2425"/>
                <a:chExt cx="181" cy="264"/>
              </a:xfrm>
            </p:grpSpPr>
            <p:sp>
              <p:nvSpPr>
                <p:cNvPr id="289" name="Rectangle 45">
                  <a:extLst>
                    <a:ext uri="{FF2B5EF4-FFF2-40B4-BE49-F238E27FC236}">
                      <a16:creationId xmlns:a16="http://schemas.microsoft.com/office/drawing/2014/main" id="{C3E85E15-4F40-FF40-89C4-0E851470FA4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0" name="Text Box 46">
                  <a:extLst>
                    <a:ext uri="{FF2B5EF4-FFF2-40B4-BE49-F238E27FC236}">
                      <a16:creationId xmlns:a16="http://schemas.microsoft.com/office/drawing/2014/main" id="{1905E332-CD71-E748-AE06-2A274A0D7B1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67" y="2425"/>
                  <a:ext cx="181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f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grpSp>
        <p:nvGrpSpPr>
          <p:cNvPr id="4" name="Group 3">
            <a:extLst>
              <a:ext uri="{FF2B5EF4-FFF2-40B4-BE49-F238E27FC236}">
                <a16:creationId xmlns:a16="http://schemas.microsoft.com/office/drawing/2014/main" id="{D3B35DA9-63C6-B944-AEED-1CE8A219D68F}"/>
              </a:ext>
            </a:extLst>
          </p:cNvPr>
          <p:cNvGrpSpPr/>
          <p:nvPr/>
        </p:nvGrpSpPr>
        <p:grpSpPr>
          <a:xfrm>
            <a:off x="8740877" y="219997"/>
            <a:ext cx="2045109" cy="2667397"/>
            <a:chOff x="8740877" y="219997"/>
            <a:chExt cx="2045109" cy="2667397"/>
          </a:xfrm>
        </p:grpSpPr>
        <p:sp>
          <p:nvSpPr>
            <p:cNvPr id="234" name="Freeform 233">
              <a:extLst>
                <a:ext uri="{FF2B5EF4-FFF2-40B4-BE49-F238E27FC236}">
                  <a16:creationId xmlns:a16="http://schemas.microsoft.com/office/drawing/2014/main" id="{CD3625DA-7674-FD43-A116-87C156BB9E53}"/>
                </a:ext>
              </a:extLst>
            </p:cNvPr>
            <p:cNvSpPr/>
            <p:nvPr/>
          </p:nvSpPr>
          <p:spPr>
            <a:xfrm>
              <a:off x="8740877" y="247036"/>
              <a:ext cx="924232" cy="2428567"/>
            </a:xfrm>
            <a:custGeom>
              <a:avLst/>
              <a:gdLst>
                <a:gd name="connsiteX0" fmla="*/ 9833 w 786581"/>
                <a:gd name="connsiteY0" fmla="*/ 501445 h 2458064"/>
                <a:gd name="connsiteX1" fmla="*/ 747252 w 786581"/>
                <a:gd name="connsiteY1" fmla="*/ 0 h 2458064"/>
                <a:gd name="connsiteX2" fmla="*/ 786581 w 786581"/>
                <a:gd name="connsiteY2" fmla="*/ 2458064 h 2458064"/>
                <a:gd name="connsiteX3" fmla="*/ 0 w 786581"/>
                <a:gd name="connsiteY3" fmla="*/ 668593 h 2458064"/>
                <a:gd name="connsiteX4" fmla="*/ 9833 w 786581"/>
                <a:gd name="connsiteY4" fmla="*/ 501445 h 2458064"/>
                <a:gd name="connsiteX0" fmla="*/ 9833 w 786581"/>
                <a:gd name="connsiteY0" fmla="*/ 471948 h 2428567"/>
                <a:gd name="connsiteX1" fmla="*/ 776749 w 786581"/>
                <a:gd name="connsiteY1" fmla="*/ 0 h 2428567"/>
                <a:gd name="connsiteX2" fmla="*/ 786581 w 786581"/>
                <a:gd name="connsiteY2" fmla="*/ 2428567 h 2428567"/>
                <a:gd name="connsiteX3" fmla="*/ 0 w 786581"/>
                <a:gd name="connsiteY3" fmla="*/ 639096 h 2428567"/>
                <a:gd name="connsiteX4" fmla="*/ 9833 w 786581"/>
                <a:gd name="connsiteY4" fmla="*/ 471948 h 2428567"/>
                <a:gd name="connsiteX0" fmla="*/ 9833 w 786581"/>
                <a:gd name="connsiteY0" fmla="*/ 471948 h 2428567"/>
                <a:gd name="connsiteX1" fmla="*/ 776749 w 786581"/>
                <a:gd name="connsiteY1" fmla="*/ 0 h 2428567"/>
                <a:gd name="connsiteX2" fmla="*/ 786581 w 786581"/>
                <a:gd name="connsiteY2" fmla="*/ 2428567 h 2428567"/>
                <a:gd name="connsiteX3" fmla="*/ 0 w 786581"/>
                <a:gd name="connsiteY3" fmla="*/ 639096 h 2428567"/>
                <a:gd name="connsiteX4" fmla="*/ 9833 w 786581"/>
                <a:gd name="connsiteY4" fmla="*/ 471948 h 2428567"/>
                <a:gd name="connsiteX0" fmla="*/ 9833 w 786581"/>
                <a:gd name="connsiteY0" fmla="*/ 471948 h 2428567"/>
                <a:gd name="connsiteX1" fmla="*/ 776749 w 786581"/>
                <a:gd name="connsiteY1" fmla="*/ 0 h 2428567"/>
                <a:gd name="connsiteX2" fmla="*/ 786581 w 786581"/>
                <a:gd name="connsiteY2" fmla="*/ 2428567 h 2428567"/>
                <a:gd name="connsiteX3" fmla="*/ 0 w 786581"/>
                <a:gd name="connsiteY3" fmla="*/ 639096 h 2428567"/>
                <a:gd name="connsiteX4" fmla="*/ 9833 w 786581"/>
                <a:gd name="connsiteY4" fmla="*/ 471948 h 2428567"/>
                <a:gd name="connsiteX0" fmla="*/ 9833 w 786581"/>
                <a:gd name="connsiteY0" fmla="*/ 471948 h 2428567"/>
                <a:gd name="connsiteX1" fmla="*/ 776749 w 786581"/>
                <a:gd name="connsiteY1" fmla="*/ 0 h 2428567"/>
                <a:gd name="connsiteX2" fmla="*/ 786581 w 786581"/>
                <a:gd name="connsiteY2" fmla="*/ 2428567 h 2428567"/>
                <a:gd name="connsiteX3" fmla="*/ 0 w 786581"/>
                <a:gd name="connsiteY3" fmla="*/ 639096 h 2428567"/>
                <a:gd name="connsiteX4" fmla="*/ 9833 w 786581"/>
                <a:gd name="connsiteY4" fmla="*/ 471948 h 2428567"/>
                <a:gd name="connsiteX0" fmla="*/ 9833 w 786581"/>
                <a:gd name="connsiteY0" fmla="*/ 471948 h 2428567"/>
                <a:gd name="connsiteX1" fmla="*/ 776749 w 786581"/>
                <a:gd name="connsiteY1" fmla="*/ 0 h 2428567"/>
                <a:gd name="connsiteX2" fmla="*/ 786581 w 786581"/>
                <a:gd name="connsiteY2" fmla="*/ 2428567 h 2428567"/>
                <a:gd name="connsiteX3" fmla="*/ 0 w 786581"/>
                <a:gd name="connsiteY3" fmla="*/ 639096 h 2428567"/>
                <a:gd name="connsiteX4" fmla="*/ 9833 w 786581"/>
                <a:gd name="connsiteY4" fmla="*/ 471948 h 2428567"/>
                <a:gd name="connsiteX0" fmla="*/ 393291 w 1170039"/>
                <a:gd name="connsiteY0" fmla="*/ 471948 h 2428567"/>
                <a:gd name="connsiteX1" fmla="*/ 1160207 w 1170039"/>
                <a:gd name="connsiteY1" fmla="*/ 0 h 2428567"/>
                <a:gd name="connsiteX2" fmla="*/ 1170039 w 1170039"/>
                <a:gd name="connsiteY2" fmla="*/ 2428567 h 2428567"/>
                <a:gd name="connsiteX3" fmla="*/ 0 w 1170039"/>
                <a:gd name="connsiteY3" fmla="*/ 1946786 h 2428567"/>
                <a:gd name="connsiteX4" fmla="*/ 393291 w 1170039"/>
                <a:gd name="connsiteY4" fmla="*/ 471948 h 2428567"/>
                <a:gd name="connsiteX0" fmla="*/ 393291 w 1170039"/>
                <a:gd name="connsiteY0" fmla="*/ 471948 h 2428567"/>
                <a:gd name="connsiteX1" fmla="*/ 1160207 w 1170039"/>
                <a:gd name="connsiteY1" fmla="*/ 0 h 2428567"/>
                <a:gd name="connsiteX2" fmla="*/ 1170039 w 1170039"/>
                <a:gd name="connsiteY2" fmla="*/ 2428567 h 2428567"/>
                <a:gd name="connsiteX3" fmla="*/ 0 w 1170039"/>
                <a:gd name="connsiteY3" fmla="*/ 1946786 h 2428567"/>
                <a:gd name="connsiteX4" fmla="*/ 393291 w 1170039"/>
                <a:gd name="connsiteY4" fmla="*/ 471948 h 2428567"/>
                <a:gd name="connsiteX0" fmla="*/ 393291 w 1170039"/>
                <a:gd name="connsiteY0" fmla="*/ 471948 h 2428567"/>
                <a:gd name="connsiteX1" fmla="*/ 1160207 w 1170039"/>
                <a:gd name="connsiteY1" fmla="*/ 0 h 2428567"/>
                <a:gd name="connsiteX2" fmla="*/ 1170039 w 1170039"/>
                <a:gd name="connsiteY2" fmla="*/ 2428567 h 2428567"/>
                <a:gd name="connsiteX3" fmla="*/ 0 w 1170039"/>
                <a:gd name="connsiteY3" fmla="*/ 1946786 h 2428567"/>
                <a:gd name="connsiteX4" fmla="*/ 393291 w 1170039"/>
                <a:gd name="connsiteY4" fmla="*/ 471948 h 2428567"/>
                <a:gd name="connsiteX0" fmla="*/ 1 w 1170039"/>
                <a:gd name="connsiteY0" fmla="*/ 1809135 h 2428567"/>
                <a:gd name="connsiteX1" fmla="*/ 1160207 w 1170039"/>
                <a:gd name="connsiteY1" fmla="*/ 0 h 2428567"/>
                <a:gd name="connsiteX2" fmla="*/ 1170039 w 1170039"/>
                <a:gd name="connsiteY2" fmla="*/ 2428567 h 2428567"/>
                <a:gd name="connsiteX3" fmla="*/ 0 w 1170039"/>
                <a:gd name="connsiteY3" fmla="*/ 1946786 h 2428567"/>
                <a:gd name="connsiteX4" fmla="*/ 1 w 1170039"/>
                <a:gd name="connsiteY4" fmla="*/ 1809135 h 2428567"/>
                <a:gd name="connsiteX0" fmla="*/ 1 w 1170039"/>
                <a:gd name="connsiteY0" fmla="*/ 1809135 h 2428567"/>
                <a:gd name="connsiteX1" fmla="*/ 1160207 w 1170039"/>
                <a:gd name="connsiteY1" fmla="*/ 0 h 2428567"/>
                <a:gd name="connsiteX2" fmla="*/ 1170039 w 1170039"/>
                <a:gd name="connsiteY2" fmla="*/ 2428567 h 2428567"/>
                <a:gd name="connsiteX3" fmla="*/ 0 w 1170039"/>
                <a:gd name="connsiteY3" fmla="*/ 1946786 h 2428567"/>
                <a:gd name="connsiteX4" fmla="*/ 1 w 1170039"/>
                <a:gd name="connsiteY4" fmla="*/ 1809135 h 24285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0039" h="2428567">
                  <a:moveTo>
                    <a:pt x="1" y="1809135"/>
                  </a:moveTo>
                  <a:cubicBezTo>
                    <a:pt x="353962" y="1681316"/>
                    <a:pt x="875071" y="865238"/>
                    <a:pt x="1160207" y="0"/>
                  </a:cubicBezTo>
                  <a:cubicBezTo>
                    <a:pt x="1163484" y="809522"/>
                    <a:pt x="1166762" y="1619045"/>
                    <a:pt x="1170039" y="2428567"/>
                  </a:cubicBezTo>
                  <a:cubicBezTo>
                    <a:pt x="819356" y="2058219"/>
                    <a:pt x="714478" y="2090992"/>
                    <a:pt x="0" y="1946786"/>
                  </a:cubicBezTo>
                  <a:cubicBezTo>
                    <a:pt x="0" y="1900902"/>
                    <a:pt x="1" y="1855019"/>
                    <a:pt x="1" y="1809135"/>
                  </a:cubicBezTo>
                  <a:close/>
                </a:path>
              </a:pathLst>
            </a:cu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chemeClr val="bg1">
                    <a:lumMod val="75000"/>
                  </a:schemeClr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358" name="Group 357">
              <a:extLst>
                <a:ext uri="{FF2B5EF4-FFF2-40B4-BE49-F238E27FC236}">
                  <a16:creationId xmlns:a16="http://schemas.microsoft.com/office/drawing/2014/main" id="{8E84743B-19DB-E241-B0AF-861F515FE360}"/>
                </a:ext>
              </a:extLst>
            </p:cNvPr>
            <p:cNvGrpSpPr/>
            <p:nvPr/>
          </p:nvGrpSpPr>
          <p:grpSpPr>
            <a:xfrm>
              <a:off x="9636528" y="219997"/>
              <a:ext cx="1149458" cy="2667397"/>
              <a:chOff x="9764348" y="1447800"/>
              <a:chExt cx="1149458" cy="2667397"/>
            </a:xfrm>
          </p:grpSpPr>
          <p:sp>
            <p:nvSpPr>
              <p:cNvPr id="359" name="Rectangle 358">
                <a:extLst>
                  <a:ext uri="{FF2B5EF4-FFF2-40B4-BE49-F238E27FC236}">
                    <a16:creationId xmlns:a16="http://schemas.microsoft.com/office/drawing/2014/main" id="{FBF5705D-BC98-2845-B684-C5D5E33CE86A}"/>
                  </a:ext>
                </a:extLst>
              </p:cNvPr>
              <p:cNvSpPr/>
              <p:nvPr/>
            </p:nvSpPr>
            <p:spPr>
              <a:xfrm>
                <a:off x="9783097" y="1447800"/>
                <a:ext cx="1130709" cy="242611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360" name="Group 359">
                <a:extLst>
                  <a:ext uri="{FF2B5EF4-FFF2-40B4-BE49-F238E27FC236}">
                    <a16:creationId xmlns:a16="http://schemas.microsoft.com/office/drawing/2014/main" id="{45185F04-540F-1048-94D0-753D4872458F}"/>
                  </a:ext>
                </a:extLst>
              </p:cNvPr>
              <p:cNvGrpSpPr/>
              <p:nvPr/>
            </p:nvGrpSpPr>
            <p:grpSpPr>
              <a:xfrm>
                <a:off x="9764348" y="1447800"/>
                <a:ext cx="1130291" cy="2667397"/>
                <a:chOff x="9472119" y="702026"/>
                <a:chExt cx="1130291" cy="2667397"/>
              </a:xfrm>
            </p:grpSpPr>
            <p:sp>
              <p:nvSpPr>
                <p:cNvPr id="361" name="Rectangle 360">
                  <a:extLst>
                    <a:ext uri="{FF2B5EF4-FFF2-40B4-BE49-F238E27FC236}">
                      <a16:creationId xmlns:a16="http://schemas.microsoft.com/office/drawing/2014/main" id="{F1B029F2-3CFB-F446-A49B-ABBE33D07546}"/>
                    </a:ext>
                  </a:extLst>
                </p:cNvPr>
                <p:cNvSpPr/>
                <p:nvPr/>
              </p:nvSpPr>
              <p:spPr>
                <a:xfrm>
                  <a:off x="9485428" y="706056"/>
                  <a:ext cx="1116982" cy="370390"/>
                </a:xfrm>
                <a:prstGeom prst="rect">
                  <a:avLst/>
                </a:prstGeom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362" name="TextBox 361">
                  <a:extLst>
                    <a:ext uri="{FF2B5EF4-FFF2-40B4-BE49-F238E27FC236}">
                      <a16:creationId xmlns:a16="http://schemas.microsoft.com/office/drawing/2014/main" id="{E601508D-C456-214F-B2CC-E58813667624}"/>
                    </a:ext>
                  </a:extLst>
                </p:cNvPr>
                <p:cNvSpPr txBox="1"/>
                <p:nvPr/>
              </p:nvSpPr>
              <p:spPr>
                <a:xfrm>
                  <a:off x="9472119" y="702026"/>
                  <a:ext cx="1088020" cy="2667397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algn="ctr">
                    <a:spcAft>
                      <a:spcPts val="400"/>
                    </a:spcAft>
                  </a:pPr>
                  <a:r>
                    <a:rPr lang="en-US" sz="2000" dirty="0">
                      <a:solidFill>
                        <a:schemeClr val="bg1"/>
                      </a:solidFill>
                    </a:rPr>
                    <a:t>DV in c:</a:t>
                  </a:r>
                </a:p>
                <a:p>
                  <a:pPr marL="114300" lvl="1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(a)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pPr marL="114300" lvl="1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(b) =</a:t>
                  </a:r>
                  <a:r>
                    <a:rPr lang="en-US" sz="1600" dirty="0">
                      <a:cs typeface="Arial" charset="0"/>
                    </a:rPr>
                    <a:t> 1</a:t>
                  </a:r>
                </a:p>
                <a:p>
                  <a:pPr marL="114300" lvl="1"/>
                  <a:r>
                    <a:rPr lang="en-US" sz="1600" dirty="0">
                      <a:cs typeface="Arial" charset="0"/>
                    </a:rPr>
                    <a:t>D</a:t>
                  </a:r>
                  <a:r>
                    <a:rPr lang="en-US" sz="1600" baseline="-25000" dirty="0">
                      <a:cs typeface="Arial" charset="0"/>
                    </a:rPr>
                    <a:t>c</a:t>
                  </a:r>
                  <a:r>
                    <a:rPr lang="en-US" sz="1600" dirty="0">
                      <a:cs typeface="Arial" charset="0"/>
                    </a:rPr>
                    <a:t>(c) = 0</a:t>
                  </a:r>
                  <a:endParaRPr lang="en-US" sz="1600" dirty="0"/>
                </a:p>
                <a:p>
                  <a:pPr marL="114300" lvl="1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(d)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  <a:p>
                  <a:pPr marL="114300" lvl="1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(e)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  <a:p>
                  <a:pPr marL="114300" lvl="1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(f)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  <a:p>
                  <a:pPr marL="114300" lvl="1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(g)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  <a:p>
                  <a:pPr marL="114300" lvl="1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(h)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  <a:p>
                  <a:pPr marL="114300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(i)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</p:txBody>
            </p:sp>
            <p:cxnSp>
              <p:nvCxnSpPr>
                <p:cNvPr id="363" name="Straight Connector 362">
                  <a:extLst>
                    <a:ext uri="{FF2B5EF4-FFF2-40B4-BE49-F238E27FC236}">
                      <a16:creationId xmlns:a16="http://schemas.microsoft.com/office/drawing/2014/main" id="{3FDDC54C-ACD2-B847-8FF7-2C6CBDB5C16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477371" y="1076444"/>
                  <a:ext cx="1123866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64" name="Rectangle 363">
                  <a:extLst>
                    <a:ext uri="{FF2B5EF4-FFF2-40B4-BE49-F238E27FC236}">
                      <a16:creationId xmlns:a16="http://schemas.microsoft.com/office/drawing/2014/main" id="{C28D2058-9ADC-2F45-A3D5-6BE95FBA06E4}"/>
                    </a:ext>
                  </a:extLst>
                </p:cNvPr>
                <p:cNvSpPr/>
                <p:nvPr/>
              </p:nvSpPr>
              <p:spPr>
                <a:xfrm>
                  <a:off x="9479666" y="706055"/>
                  <a:ext cx="1122744" cy="2620773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</p:grpSp>
      <p:sp>
        <p:nvSpPr>
          <p:cNvPr id="176" name="Right Arrow 175">
            <a:extLst>
              <a:ext uri="{FF2B5EF4-FFF2-40B4-BE49-F238E27FC236}">
                <a16:creationId xmlns:a16="http://schemas.microsoft.com/office/drawing/2014/main" id="{ADFF0534-3A73-9C40-92B4-D9FA82829903}"/>
              </a:ext>
            </a:extLst>
          </p:cNvPr>
          <p:cNvSpPr/>
          <p:nvPr/>
        </p:nvSpPr>
        <p:spPr>
          <a:xfrm>
            <a:off x="6977380" y="1927827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77" name="Freeform 176">
            <a:extLst>
              <a:ext uri="{FF2B5EF4-FFF2-40B4-BE49-F238E27FC236}">
                <a16:creationId xmlns:a16="http://schemas.microsoft.com/office/drawing/2014/main" id="{331A1580-F5D4-CF4F-8042-0A1E5AEF8310}"/>
              </a:ext>
            </a:extLst>
          </p:cNvPr>
          <p:cNvSpPr/>
          <p:nvPr/>
        </p:nvSpPr>
        <p:spPr>
          <a:xfrm>
            <a:off x="3281678" y="1747520"/>
            <a:ext cx="5923281" cy="4988560"/>
          </a:xfrm>
          <a:custGeom>
            <a:avLst/>
            <a:gdLst>
              <a:gd name="connsiteX0" fmla="*/ 528320 w 5049520"/>
              <a:gd name="connsiteY0" fmla="*/ 0 h 3840480"/>
              <a:gd name="connsiteX1" fmla="*/ 2275840 w 5049520"/>
              <a:gd name="connsiteY1" fmla="*/ 0 h 3840480"/>
              <a:gd name="connsiteX2" fmla="*/ 2255520 w 5049520"/>
              <a:gd name="connsiteY2" fmla="*/ 690880 h 3840480"/>
              <a:gd name="connsiteX3" fmla="*/ 5049520 w 5049520"/>
              <a:gd name="connsiteY3" fmla="*/ 680720 h 3840480"/>
              <a:gd name="connsiteX4" fmla="*/ 5049520 w 5049520"/>
              <a:gd name="connsiteY4" fmla="*/ 3820160 h 3840480"/>
              <a:gd name="connsiteX5" fmla="*/ 0 w 5049520"/>
              <a:gd name="connsiteY5" fmla="*/ 3840480 h 3840480"/>
              <a:gd name="connsiteX6" fmla="*/ 294640 w 5049520"/>
              <a:gd name="connsiteY6" fmla="*/ 375920 h 3840480"/>
              <a:gd name="connsiteX7" fmla="*/ 528320 w 5049520"/>
              <a:gd name="connsiteY7" fmla="*/ 0 h 3840480"/>
              <a:gd name="connsiteX0" fmla="*/ 528320 w 5049520"/>
              <a:gd name="connsiteY0" fmla="*/ 0 h 3840480"/>
              <a:gd name="connsiteX1" fmla="*/ 2275840 w 5049520"/>
              <a:gd name="connsiteY1" fmla="*/ 0 h 3840480"/>
              <a:gd name="connsiteX2" fmla="*/ 2275840 w 5049520"/>
              <a:gd name="connsiteY2" fmla="*/ 955040 h 3840480"/>
              <a:gd name="connsiteX3" fmla="*/ 5049520 w 5049520"/>
              <a:gd name="connsiteY3" fmla="*/ 680720 h 3840480"/>
              <a:gd name="connsiteX4" fmla="*/ 5049520 w 5049520"/>
              <a:gd name="connsiteY4" fmla="*/ 3820160 h 3840480"/>
              <a:gd name="connsiteX5" fmla="*/ 0 w 5049520"/>
              <a:gd name="connsiteY5" fmla="*/ 3840480 h 3840480"/>
              <a:gd name="connsiteX6" fmla="*/ 294640 w 5049520"/>
              <a:gd name="connsiteY6" fmla="*/ 375920 h 3840480"/>
              <a:gd name="connsiteX7" fmla="*/ 528320 w 5049520"/>
              <a:gd name="connsiteY7" fmla="*/ 0 h 3840480"/>
              <a:gd name="connsiteX0" fmla="*/ 528320 w 5049520"/>
              <a:gd name="connsiteY0" fmla="*/ 0 h 3840480"/>
              <a:gd name="connsiteX1" fmla="*/ 2275840 w 5049520"/>
              <a:gd name="connsiteY1" fmla="*/ 0 h 3840480"/>
              <a:gd name="connsiteX2" fmla="*/ 2275840 w 5049520"/>
              <a:gd name="connsiteY2" fmla="*/ 955040 h 3840480"/>
              <a:gd name="connsiteX3" fmla="*/ 5019040 w 5049520"/>
              <a:gd name="connsiteY3" fmla="*/ 782320 h 3840480"/>
              <a:gd name="connsiteX4" fmla="*/ 5049520 w 5049520"/>
              <a:gd name="connsiteY4" fmla="*/ 3820160 h 3840480"/>
              <a:gd name="connsiteX5" fmla="*/ 0 w 5049520"/>
              <a:gd name="connsiteY5" fmla="*/ 3840480 h 3840480"/>
              <a:gd name="connsiteX6" fmla="*/ 294640 w 5049520"/>
              <a:gd name="connsiteY6" fmla="*/ 375920 h 3840480"/>
              <a:gd name="connsiteX7" fmla="*/ 528320 w 5049520"/>
              <a:gd name="connsiteY7" fmla="*/ 0 h 3840480"/>
              <a:gd name="connsiteX0" fmla="*/ 528320 w 5049520"/>
              <a:gd name="connsiteY0" fmla="*/ 0 h 3840480"/>
              <a:gd name="connsiteX1" fmla="*/ 2275840 w 5049520"/>
              <a:gd name="connsiteY1" fmla="*/ 0 h 3840480"/>
              <a:gd name="connsiteX2" fmla="*/ 2275840 w 5049520"/>
              <a:gd name="connsiteY2" fmla="*/ 955040 h 3840480"/>
              <a:gd name="connsiteX3" fmla="*/ 5019040 w 5049520"/>
              <a:gd name="connsiteY3" fmla="*/ 782320 h 3840480"/>
              <a:gd name="connsiteX4" fmla="*/ 5049520 w 5049520"/>
              <a:gd name="connsiteY4" fmla="*/ 3820160 h 3840480"/>
              <a:gd name="connsiteX5" fmla="*/ 0 w 5049520"/>
              <a:gd name="connsiteY5" fmla="*/ 3840480 h 3840480"/>
              <a:gd name="connsiteX6" fmla="*/ 256923 w 5049520"/>
              <a:gd name="connsiteY6" fmla="*/ 904240 h 3840480"/>
              <a:gd name="connsiteX7" fmla="*/ 294640 w 5049520"/>
              <a:gd name="connsiteY7" fmla="*/ 375920 h 3840480"/>
              <a:gd name="connsiteX8" fmla="*/ 528320 w 5049520"/>
              <a:gd name="connsiteY8" fmla="*/ 0 h 3840480"/>
              <a:gd name="connsiteX0" fmla="*/ 1170627 w 5691827"/>
              <a:gd name="connsiteY0" fmla="*/ 0 h 3840480"/>
              <a:gd name="connsiteX1" fmla="*/ 2918147 w 5691827"/>
              <a:gd name="connsiteY1" fmla="*/ 0 h 3840480"/>
              <a:gd name="connsiteX2" fmla="*/ 2918147 w 5691827"/>
              <a:gd name="connsiteY2" fmla="*/ 955040 h 3840480"/>
              <a:gd name="connsiteX3" fmla="*/ 5661347 w 5691827"/>
              <a:gd name="connsiteY3" fmla="*/ 782320 h 3840480"/>
              <a:gd name="connsiteX4" fmla="*/ 5691827 w 5691827"/>
              <a:gd name="connsiteY4" fmla="*/ 3820160 h 3840480"/>
              <a:gd name="connsiteX5" fmla="*/ 642307 w 5691827"/>
              <a:gd name="connsiteY5" fmla="*/ 3840480 h 3840480"/>
              <a:gd name="connsiteX6" fmla="*/ 0 w 5691827"/>
              <a:gd name="connsiteY6" fmla="*/ 955040 h 3840480"/>
              <a:gd name="connsiteX7" fmla="*/ 936947 w 5691827"/>
              <a:gd name="connsiteY7" fmla="*/ 375920 h 3840480"/>
              <a:gd name="connsiteX8" fmla="*/ 1170627 w 5691827"/>
              <a:gd name="connsiteY8" fmla="*/ 0 h 3840480"/>
              <a:gd name="connsiteX0" fmla="*/ 1239799 w 5760999"/>
              <a:gd name="connsiteY0" fmla="*/ 0 h 3820160"/>
              <a:gd name="connsiteX1" fmla="*/ 2987319 w 5760999"/>
              <a:gd name="connsiteY1" fmla="*/ 0 h 3820160"/>
              <a:gd name="connsiteX2" fmla="*/ 2987319 w 5760999"/>
              <a:gd name="connsiteY2" fmla="*/ 955040 h 3820160"/>
              <a:gd name="connsiteX3" fmla="*/ 5730519 w 5760999"/>
              <a:gd name="connsiteY3" fmla="*/ 782320 h 3820160"/>
              <a:gd name="connsiteX4" fmla="*/ 5760999 w 5760999"/>
              <a:gd name="connsiteY4" fmla="*/ 3820160 h 3820160"/>
              <a:gd name="connsiteX5" fmla="*/ 0 w 5760999"/>
              <a:gd name="connsiteY5" fmla="*/ 3810000 h 3820160"/>
              <a:gd name="connsiteX6" fmla="*/ 69172 w 5760999"/>
              <a:gd name="connsiteY6" fmla="*/ 955040 h 3820160"/>
              <a:gd name="connsiteX7" fmla="*/ 1006119 w 5760999"/>
              <a:gd name="connsiteY7" fmla="*/ 375920 h 3820160"/>
              <a:gd name="connsiteX8" fmla="*/ 1239799 w 5760999"/>
              <a:gd name="connsiteY8" fmla="*/ 0 h 3820160"/>
              <a:gd name="connsiteX0" fmla="*/ 1239799 w 5760999"/>
              <a:gd name="connsiteY0" fmla="*/ 0 h 3820160"/>
              <a:gd name="connsiteX1" fmla="*/ 2987319 w 5760999"/>
              <a:gd name="connsiteY1" fmla="*/ 0 h 3820160"/>
              <a:gd name="connsiteX2" fmla="*/ 2987319 w 5760999"/>
              <a:gd name="connsiteY2" fmla="*/ 955040 h 3820160"/>
              <a:gd name="connsiteX3" fmla="*/ 5730519 w 5760999"/>
              <a:gd name="connsiteY3" fmla="*/ 782320 h 3820160"/>
              <a:gd name="connsiteX4" fmla="*/ 5760999 w 5760999"/>
              <a:gd name="connsiteY4" fmla="*/ 3820160 h 3820160"/>
              <a:gd name="connsiteX5" fmla="*/ 0 w 5760999"/>
              <a:gd name="connsiteY5" fmla="*/ 3810000 h 3820160"/>
              <a:gd name="connsiteX6" fmla="*/ 69172 w 5760999"/>
              <a:gd name="connsiteY6" fmla="*/ 955040 h 3820160"/>
              <a:gd name="connsiteX7" fmla="*/ 917184 w 5760999"/>
              <a:gd name="connsiteY7" fmla="*/ 904240 h 3820160"/>
              <a:gd name="connsiteX8" fmla="*/ 1239799 w 5760999"/>
              <a:gd name="connsiteY8" fmla="*/ 0 h 3820160"/>
              <a:gd name="connsiteX0" fmla="*/ 1239799 w 5760999"/>
              <a:gd name="connsiteY0" fmla="*/ 386080 h 4206240"/>
              <a:gd name="connsiteX1" fmla="*/ 2987319 w 5760999"/>
              <a:gd name="connsiteY1" fmla="*/ 386080 h 4206240"/>
              <a:gd name="connsiteX2" fmla="*/ 3570336 w 5760999"/>
              <a:gd name="connsiteY2" fmla="*/ 0 h 4206240"/>
              <a:gd name="connsiteX3" fmla="*/ 5730519 w 5760999"/>
              <a:gd name="connsiteY3" fmla="*/ 1168400 h 4206240"/>
              <a:gd name="connsiteX4" fmla="*/ 5760999 w 5760999"/>
              <a:gd name="connsiteY4" fmla="*/ 4206240 h 4206240"/>
              <a:gd name="connsiteX5" fmla="*/ 0 w 5760999"/>
              <a:gd name="connsiteY5" fmla="*/ 4196080 h 4206240"/>
              <a:gd name="connsiteX6" fmla="*/ 69172 w 5760999"/>
              <a:gd name="connsiteY6" fmla="*/ 1341120 h 4206240"/>
              <a:gd name="connsiteX7" fmla="*/ 917184 w 5760999"/>
              <a:gd name="connsiteY7" fmla="*/ 1290320 h 4206240"/>
              <a:gd name="connsiteX8" fmla="*/ 1239799 w 5760999"/>
              <a:gd name="connsiteY8" fmla="*/ 386080 h 4206240"/>
              <a:gd name="connsiteX0" fmla="*/ 1239799 w 5760999"/>
              <a:gd name="connsiteY0" fmla="*/ 599440 h 4419600"/>
              <a:gd name="connsiteX1" fmla="*/ 2829213 w 5760999"/>
              <a:gd name="connsiteY1" fmla="*/ 0 h 4419600"/>
              <a:gd name="connsiteX2" fmla="*/ 3570336 w 5760999"/>
              <a:gd name="connsiteY2" fmla="*/ 213360 h 4419600"/>
              <a:gd name="connsiteX3" fmla="*/ 5730519 w 5760999"/>
              <a:gd name="connsiteY3" fmla="*/ 1381760 h 4419600"/>
              <a:gd name="connsiteX4" fmla="*/ 5760999 w 5760999"/>
              <a:gd name="connsiteY4" fmla="*/ 4419600 h 4419600"/>
              <a:gd name="connsiteX5" fmla="*/ 0 w 5760999"/>
              <a:gd name="connsiteY5" fmla="*/ 4409440 h 4419600"/>
              <a:gd name="connsiteX6" fmla="*/ 69172 w 5760999"/>
              <a:gd name="connsiteY6" fmla="*/ 1554480 h 4419600"/>
              <a:gd name="connsiteX7" fmla="*/ 917184 w 5760999"/>
              <a:gd name="connsiteY7" fmla="*/ 1503680 h 4419600"/>
              <a:gd name="connsiteX8" fmla="*/ 1239799 w 5760999"/>
              <a:gd name="connsiteY8" fmla="*/ 599440 h 4419600"/>
              <a:gd name="connsiteX0" fmla="*/ 2524413 w 5760999"/>
              <a:gd name="connsiteY0" fmla="*/ 0 h 4958080"/>
              <a:gd name="connsiteX1" fmla="*/ 2829213 w 5760999"/>
              <a:gd name="connsiteY1" fmla="*/ 538480 h 4958080"/>
              <a:gd name="connsiteX2" fmla="*/ 3570336 w 5760999"/>
              <a:gd name="connsiteY2" fmla="*/ 751840 h 4958080"/>
              <a:gd name="connsiteX3" fmla="*/ 5730519 w 5760999"/>
              <a:gd name="connsiteY3" fmla="*/ 1920240 h 4958080"/>
              <a:gd name="connsiteX4" fmla="*/ 5760999 w 5760999"/>
              <a:gd name="connsiteY4" fmla="*/ 4958080 h 4958080"/>
              <a:gd name="connsiteX5" fmla="*/ 0 w 5760999"/>
              <a:gd name="connsiteY5" fmla="*/ 4947920 h 4958080"/>
              <a:gd name="connsiteX6" fmla="*/ 69172 w 5760999"/>
              <a:gd name="connsiteY6" fmla="*/ 2092960 h 4958080"/>
              <a:gd name="connsiteX7" fmla="*/ 917184 w 5760999"/>
              <a:gd name="connsiteY7" fmla="*/ 2042160 h 4958080"/>
              <a:gd name="connsiteX8" fmla="*/ 2524413 w 5760999"/>
              <a:gd name="connsiteY8" fmla="*/ 0 h 4958080"/>
              <a:gd name="connsiteX0" fmla="*/ 2524413 w 5760999"/>
              <a:gd name="connsiteY0" fmla="*/ 30480 h 4988560"/>
              <a:gd name="connsiteX1" fmla="*/ 2829213 w 5760999"/>
              <a:gd name="connsiteY1" fmla="*/ 568960 h 4988560"/>
              <a:gd name="connsiteX2" fmla="*/ 3570336 w 5760999"/>
              <a:gd name="connsiteY2" fmla="*/ 782320 h 4988560"/>
              <a:gd name="connsiteX3" fmla="*/ 5730519 w 5760999"/>
              <a:gd name="connsiteY3" fmla="*/ 1950720 h 4988560"/>
              <a:gd name="connsiteX4" fmla="*/ 5760999 w 5760999"/>
              <a:gd name="connsiteY4" fmla="*/ 4988560 h 4988560"/>
              <a:gd name="connsiteX5" fmla="*/ 0 w 5760999"/>
              <a:gd name="connsiteY5" fmla="*/ 4978400 h 4988560"/>
              <a:gd name="connsiteX6" fmla="*/ 69172 w 5760999"/>
              <a:gd name="connsiteY6" fmla="*/ 2123440 h 4988560"/>
              <a:gd name="connsiteX7" fmla="*/ 936947 w 5760999"/>
              <a:gd name="connsiteY7" fmla="*/ 0 h 4988560"/>
              <a:gd name="connsiteX8" fmla="*/ 2524413 w 5760999"/>
              <a:gd name="connsiteY8" fmla="*/ 30480 h 4988560"/>
              <a:gd name="connsiteX0" fmla="*/ 2524413 w 5760999"/>
              <a:gd name="connsiteY0" fmla="*/ 30480 h 4988560"/>
              <a:gd name="connsiteX1" fmla="*/ 2829213 w 5760999"/>
              <a:gd name="connsiteY1" fmla="*/ 568960 h 4988560"/>
              <a:gd name="connsiteX2" fmla="*/ 3570336 w 5760999"/>
              <a:gd name="connsiteY2" fmla="*/ 782320 h 4988560"/>
              <a:gd name="connsiteX3" fmla="*/ 5730519 w 5760999"/>
              <a:gd name="connsiteY3" fmla="*/ 1950720 h 4988560"/>
              <a:gd name="connsiteX4" fmla="*/ 5760999 w 5760999"/>
              <a:gd name="connsiteY4" fmla="*/ 4988560 h 4988560"/>
              <a:gd name="connsiteX5" fmla="*/ 0 w 5760999"/>
              <a:gd name="connsiteY5" fmla="*/ 4978400 h 4988560"/>
              <a:gd name="connsiteX6" fmla="*/ 138344 w 5760999"/>
              <a:gd name="connsiteY6" fmla="*/ 20320 h 4988560"/>
              <a:gd name="connsiteX7" fmla="*/ 936947 w 5760999"/>
              <a:gd name="connsiteY7" fmla="*/ 0 h 4988560"/>
              <a:gd name="connsiteX8" fmla="*/ 2524413 w 5760999"/>
              <a:gd name="connsiteY8" fmla="*/ 30480 h 49885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760999" h="4988560">
                <a:moveTo>
                  <a:pt x="2524413" y="30480"/>
                </a:moveTo>
                <a:lnTo>
                  <a:pt x="2829213" y="568960"/>
                </a:lnTo>
                <a:lnTo>
                  <a:pt x="3570336" y="782320"/>
                </a:lnTo>
                <a:lnTo>
                  <a:pt x="5730519" y="1950720"/>
                </a:lnTo>
                <a:lnTo>
                  <a:pt x="5760999" y="4988560"/>
                </a:lnTo>
                <a:lnTo>
                  <a:pt x="0" y="4978400"/>
                </a:lnTo>
                <a:lnTo>
                  <a:pt x="138344" y="20320"/>
                </a:lnTo>
                <a:lnTo>
                  <a:pt x="936947" y="0"/>
                </a:lnTo>
                <a:lnTo>
                  <a:pt x="2524413" y="3048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82" name="Rectangle 181">
            <a:extLst>
              <a:ext uri="{FF2B5EF4-FFF2-40B4-BE49-F238E27FC236}">
                <a16:creationId xmlns:a16="http://schemas.microsoft.com/office/drawing/2014/main" id="{56DAE9A3-A8D4-1F4F-87B8-95E9E01E9ED6}"/>
              </a:ext>
            </a:extLst>
          </p:cNvPr>
          <p:cNvSpPr/>
          <p:nvPr/>
        </p:nvSpPr>
        <p:spPr>
          <a:xfrm>
            <a:off x="3068320" y="3810000"/>
            <a:ext cx="3535680" cy="2712720"/>
          </a:xfrm>
          <a:prstGeom prst="rect">
            <a:avLst/>
          </a:prstGeom>
          <a:solidFill>
            <a:schemeClr val="accent5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14" name="TextBox 213">
            <a:extLst>
              <a:ext uri="{FF2B5EF4-FFF2-40B4-BE49-F238E27FC236}">
                <a16:creationId xmlns:a16="http://schemas.microsoft.com/office/drawing/2014/main" id="{6435970D-289F-5C44-88EB-0ED68EC089EF}"/>
              </a:ext>
            </a:extLst>
          </p:cNvPr>
          <p:cNvSpPr txBox="1"/>
          <p:nvPr/>
        </p:nvSpPr>
        <p:spPr>
          <a:xfrm>
            <a:off x="3180080" y="3889494"/>
            <a:ext cx="3352800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spcBef>
                <a:spcPts val="300"/>
              </a:spcBef>
            </a:pPr>
            <a:r>
              <a:rPr lang="en-US" sz="1600" dirty="0"/>
              <a:t>D</a:t>
            </a:r>
            <a:r>
              <a:rPr lang="en-US" sz="1600" baseline="-25000" dirty="0"/>
              <a:t>c</a:t>
            </a:r>
            <a:r>
              <a:rPr lang="en-US" sz="1600" dirty="0"/>
              <a:t>(a) = min{c</a:t>
            </a:r>
            <a:r>
              <a:rPr lang="en-US" sz="1600" baseline="-25000" dirty="0"/>
              <a:t>c,b</a:t>
            </a:r>
            <a:r>
              <a:rPr lang="en-US" sz="1600" dirty="0"/>
              <a:t>+D</a:t>
            </a:r>
            <a:r>
              <a:rPr lang="en-US" sz="1600" baseline="-25000" dirty="0"/>
              <a:t>b</a:t>
            </a:r>
            <a:r>
              <a:rPr lang="en-US" sz="1600" dirty="0"/>
              <a:t>(a}} </a:t>
            </a:r>
            <a:r>
              <a:rPr lang="en-US" sz="1600" dirty="0">
                <a:cs typeface="Arial" charset="0"/>
              </a:rPr>
              <a:t>= 1 + 8 = 9 </a:t>
            </a:r>
          </a:p>
        </p:txBody>
      </p:sp>
      <p:sp>
        <p:nvSpPr>
          <p:cNvPr id="220" name="TextBox 219">
            <a:extLst>
              <a:ext uri="{FF2B5EF4-FFF2-40B4-BE49-F238E27FC236}">
                <a16:creationId xmlns:a16="http://schemas.microsoft.com/office/drawing/2014/main" id="{2915EDBD-C6AE-C34B-A2D2-6F98B54A26DF}"/>
              </a:ext>
            </a:extLst>
          </p:cNvPr>
          <p:cNvSpPr txBox="1"/>
          <p:nvPr/>
        </p:nvSpPr>
        <p:spPr>
          <a:xfrm>
            <a:off x="3180080" y="4214614"/>
            <a:ext cx="3352800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spcBef>
                <a:spcPts val="300"/>
              </a:spcBef>
            </a:pPr>
            <a:r>
              <a:rPr lang="en-US" sz="1600" dirty="0"/>
              <a:t>D</a:t>
            </a:r>
            <a:r>
              <a:rPr lang="en-US" sz="1600" baseline="-25000" dirty="0"/>
              <a:t>c</a:t>
            </a:r>
            <a:r>
              <a:rPr lang="en-US" sz="1600" dirty="0"/>
              <a:t>(b) = min{c</a:t>
            </a:r>
            <a:r>
              <a:rPr lang="en-US" sz="1600" baseline="-25000" dirty="0"/>
              <a:t>c,b</a:t>
            </a:r>
            <a:r>
              <a:rPr lang="en-US" sz="1600" dirty="0"/>
              <a:t>+D</a:t>
            </a:r>
            <a:r>
              <a:rPr lang="en-US" sz="1600" baseline="-25000" dirty="0"/>
              <a:t>b</a:t>
            </a:r>
            <a:r>
              <a:rPr lang="en-US" sz="1600" dirty="0"/>
              <a:t>(b)} = 1 + 0 = 1</a:t>
            </a:r>
          </a:p>
        </p:txBody>
      </p:sp>
      <p:sp>
        <p:nvSpPr>
          <p:cNvPr id="227" name="TextBox 226">
            <a:extLst>
              <a:ext uri="{FF2B5EF4-FFF2-40B4-BE49-F238E27FC236}">
                <a16:creationId xmlns:a16="http://schemas.microsoft.com/office/drawing/2014/main" id="{2ACDF90F-67A6-E647-A359-36DFD3E0EAEE}"/>
              </a:ext>
            </a:extLst>
          </p:cNvPr>
          <p:cNvSpPr txBox="1"/>
          <p:nvPr/>
        </p:nvSpPr>
        <p:spPr>
          <a:xfrm>
            <a:off x="3169920" y="4539734"/>
            <a:ext cx="3444240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spcBef>
                <a:spcPts val="300"/>
              </a:spcBef>
            </a:pPr>
            <a:r>
              <a:rPr lang="en-US" sz="1600" dirty="0"/>
              <a:t>D</a:t>
            </a:r>
            <a:r>
              <a:rPr lang="en-US" sz="1600" baseline="-25000" dirty="0"/>
              <a:t>c</a:t>
            </a:r>
            <a:r>
              <a:rPr lang="en-US" sz="1600" dirty="0"/>
              <a:t>(d) = min{c</a:t>
            </a:r>
            <a:r>
              <a:rPr lang="en-US" sz="1600" baseline="-25000" dirty="0"/>
              <a:t>c,b</a:t>
            </a:r>
            <a:r>
              <a:rPr lang="en-US" sz="1600" dirty="0"/>
              <a:t>+D</a:t>
            </a:r>
            <a:r>
              <a:rPr lang="en-US" sz="1600" baseline="-25000" dirty="0"/>
              <a:t>b</a:t>
            </a:r>
            <a:r>
              <a:rPr lang="en-US" sz="1600" dirty="0"/>
              <a:t>(d)} = 1+ </a:t>
            </a:r>
            <a:r>
              <a:rPr lang="en-US" sz="1600" dirty="0">
                <a:cs typeface="Arial" charset="0"/>
              </a:rPr>
              <a:t>∞ = ∞ </a:t>
            </a:r>
            <a:endParaRPr lang="en-US" sz="1600" dirty="0"/>
          </a:p>
        </p:txBody>
      </p:sp>
      <p:sp>
        <p:nvSpPr>
          <p:cNvPr id="228" name="TextBox 227">
            <a:extLst>
              <a:ext uri="{FF2B5EF4-FFF2-40B4-BE49-F238E27FC236}">
                <a16:creationId xmlns:a16="http://schemas.microsoft.com/office/drawing/2014/main" id="{DD24FB0F-A16D-AD44-B13C-8FACD3AE60AA}"/>
              </a:ext>
            </a:extLst>
          </p:cNvPr>
          <p:cNvSpPr txBox="1"/>
          <p:nvPr/>
        </p:nvSpPr>
        <p:spPr>
          <a:xfrm>
            <a:off x="3180080" y="4844534"/>
            <a:ext cx="3271520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spcBef>
                <a:spcPts val="300"/>
              </a:spcBef>
            </a:pPr>
            <a:r>
              <a:rPr lang="en-US" sz="1600" dirty="0"/>
              <a:t>D</a:t>
            </a:r>
            <a:r>
              <a:rPr lang="en-US" sz="1600" baseline="-25000" dirty="0"/>
              <a:t>c</a:t>
            </a:r>
            <a:r>
              <a:rPr lang="en-US" sz="1600" dirty="0"/>
              <a:t>(e) = min{c</a:t>
            </a:r>
            <a:r>
              <a:rPr lang="en-US" sz="1600" baseline="-25000" dirty="0"/>
              <a:t>c,b</a:t>
            </a:r>
            <a:r>
              <a:rPr lang="en-US" sz="1600" dirty="0"/>
              <a:t>+D</a:t>
            </a:r>
            <a:r>
              <a:rPr lang="en-US" sz="1600" baseline="-25000" dirty="0"/>
              <a:t>b</a:t>
            </a:r>
            <a:r>
              <a:rPr lang="en-US" sz="1600" dirty="0"/>
              <a:t>(e)} = 1 + 1 = 2</a:t>
            </a:r>
          </a:p>
        </p:txBody>
      </p:sp>
      <p:sp>
        <p:nvSpPr>
          <p:cNvPr id="229" name="TextBox 228">
            <a:extLst>
              <a:ext uri="{FF2B5EF4-FFF2-40B4-BE49-F238E27FC236}">
                <a16:creationId xmlns:a16="http://schemas.microsoft.com/office/drawing/2014/main" id="{392C7836-E2B2-3344-B33C-D0311C182CE1}"/>
              </a:ext>
            </a:extLst>
          </p:cNvPr>
          <p:cNvSpPr txBox="1"/>
          <p:nvPr/>
        </p:nvSpPr>
        <p:spPr>
          <a:xfrm>
            <a:off x="3169920" y="5169654"/>
            <a:ext cx="3362960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spcBef>
                <a:spcPts val="300"/>
              </a:spcBef>
            </a:pPr>
            <a:r>
              <a:rPr lang="en-US" sz="1600" dirty="0"/>
              <a:t>D</a:t>
            </a:r>
            <a:r>
              <a:rPr lang="en-US" sz="1600" baseline="-25000" dirty="0"/>
              <a:t>c</a:t>
            </a:r>
            <a:r>
              <a:rPr lang="en-US" sz="1600" dirty="0"/>
              <a:t>(f) = min{c</a:t>
            </a:r>
            <a:r>
              <a:rPr lang="en-US" sz="1600" baseline="-25000" dirty="0"/>
              <a:t>c,b</a:t>
            </a:r>
            <a:r>
              <a:rPr lang="en-US" sz="1600" dirty="0"/>
              <a:t>+D</a:t>
            </a:r>
            <a:r>
              <a:rPr lang="en-US" sz="1600" baseline="-25000" dirty="0"/>
              <a:t>b</a:t>
            </a:r>
            <a:r>
              <a:rPr lang="en-US" sz="1600" dirty="0"/>
              <a:t>(f)} = 1+ </a:t>
            </a:r>
            <a:r>
              <a:rPr lang="en-US" sz="1600" dirty="0">
                <a:cs typeface="Arial" charset="0"/>
              </a:rPr>
              <a:t>∞ = ∞ </a:t>
            </a:r>
            <a:endParaRPr lang="en-US" sz="1600" dirty="0"/>
          </a:p>
        </p:txBody>
      </p:sp>
      <p:sp>
        <p:nvSpPr>
          <p:cNvPr id="230" name="TextBox 229">
            <a:extLst>
              <a:ext uri="{FF2B5EF4-FFF2-40B4-BE49-F238E27FC236}">
                <a16:creationId xmlns:a16="http://schemas.microsoft.com/office/drawing/2014/main" id="{A4B5D70E-C9D4-A94D-83A5-723A3BC5D7B2}"/>
              </a:ext>
            </a:extLst>
          </p:cNvPr>
          <p:cNvSpPr txBox="1"/>
          <p:nvPr/>
        </p:nvSpPr>
        <p:spPr>
          <a:xfrm>
            <a:off x="3180080" y="5484614"/>
            <a:ext cx="3220720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spcBef>
                <a:spcPts val="300"/>
              </a:spcBef>
            </a:pPr>
            <a:r>
              <a:rPr lang="en-US" sz="1600" dirty="0"/>
              <a:t>D</a:t>
            </a:r>
            <a:r>
              <a:rPr lang="en-US" sz="1600" baseline="-25000" dirty="0"/>
              <a:t>c</a:t>
            </a:r>
            <a:r>
              <a:rPr lang="en-US" sz="1600" dirty="0"/>
              <a:t>(g) = min{c</a:t>
            </a:r>
            <a:r>
              <a:rPr lang="en-US" sz="1600" baseline="-25000" dirty="0"/>
              <a:t>c,b</a:t>
            </a:r>
            <a:r>
              <a:rPr lang="en-US" sz="1600" dirty="0"/>
              <a:t>+D</a:t>
            </a:r>
            <a:r>
              <a:rPr lang="en-US" sz="1600" baseline="-25000" dirty="0"/>
              <a:t>b</a:t>
            </a:r>
            <a:r>
              <a:rPr lang="en-US" sz="1600" dirty="0"/>
              <a:t>(g)} = 1+ </a:t>
            </a:r>
            <a:r>
              <a:rPr lang="en-US" sz="1600" dirty="0">
                <a:cs typeface="Arial" charset="0"/>
              </a:rPr>
              <a:t>∞ = ∞ </a:t>
            </a:r>
            <a:endParaRPr lang="en-US" sz="1600" dirty="0"/>
          </a:p>
        </p:txBody>
      </p:sp>
      <p:sp>
        <p:nvSpPr>
          <p:cNvPr id="231" name="TextBox 230">
            <a:extLst>
              <a:ext uri="{FF2B5EF4-FFF2-40B4-BE49-F238E27FC236}">
                <a16:creationId xmlns:a16="http://schemas.microsoft.com/office/drawing/2014/main" id="{98C46536-27F6-EA4E-8DAA-99731029B077}"/>
              </a:ext>
            </a:extLst>
          </p:cNvPr>
          <p:cNvSpPr txBox="1"/>
          <p:nvPr/>
        </p:nvSpPr>
        <p:spPr>
          <a:xfrm>
            <a:off x="3180080" y="6112748"/>
            <a:ext cx="3373120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spcBef>
                <a:spcPts val="300"/>
              </a:spcBef>
            </a:pPr>
            <a:r>
              <a:rPr lang="en-US" sz="1600" dirty="0"/>
              <a:t>D</a:t>
            </a:r>
            <a:r>
              <a:rPr lang="en-US" sz="1600" baseline="-25000" dirty="0"/>
              <a:t>c</a:t>
            </a:r>
            <a:r>
              <a:rPr lang="en-US" sz="1600" dirty="0"/>
              <a:t>(i) = min{c</a:t>
            </a:r>
            <a:r>
              <a:rPr lang="en-US" sz="1600" baseline="-25000" dirty="0"/>
              <a:t>c,b</a:t>
            </a:r>
            <a:r>
              <a:rPr lang="en-US" sz="1600" dirty="0"/>
              <a:t>+D</a:t>
            </a:r>
            <a:r>
              <a:rPr lang="en-US" sz="1600" baseline="-25000" dirty="0"/>
              <a:t>b</a:t>
            </a:r>
            <a:r>
              <a:rPr lang="en-US" sz="1600" dirty="0"/>
              <a:t>(i)} = 1+ </a:t>
            </a:r>
            <a:r>
              <a:rPr lang="en-US" sz="1600" dirty="0">
                <a:cs typeface="Arial" charset="0"/>
              </a:rPr>
              <a:t>∞ = ∞ </a:t>
            </a:r>
            <a:endParaRPr lang="en-US" sz="1600" dirty="0"/>
          </a:p>
        </p:txBody>
      </p:sp>
      <p:sp>
        <p:nvSpPr>
          <p:cNvPr id="232" name="TextBox 231">
            <a:extLst>
              <a:ext uri="{FF2B5EF4-FFF2-40B4-BE49-F238E27FC236}">
                <a16:creationId xmlns:a16="http://schemas.microsoft.com/office/drawing/2014/main" id="{5B587E4B-98D8-314C-AD6C-D5C59E491D12}"/>
              </a:ext>
            </a:extLst>
          </p:cNvPr>
          <p:cNvSpPr txBox="1"/>
          <p:nvPr/>
        </p:nvSpPr>
        <p:spPr>
          <a:xfrm>
            <a:off x="3169920" y="5807948"/>
            <a:ext cx="3383280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spcBef>
                <a:spcPts val="300"/>
              </a:spcBef>
            </a:pPr>
            <a:r>
              <a:rPr lang="en-US" sz="1600" dirty="0"/>
              <a:t>D</a:t>
            </a:r>
            <a:r>
              <a:rPr lang="en-US" sz="1600" baseline="-25000" dirty="0"/>
              <a:t>c</a:t>
            </a:r>
            <a:r>
              <a:rPr lang="en-US" sz="1600" dirty="0"/>
              <a:t>(h) = min{c</a:t>
            </a:r>
            <a:r>
              <a:rPr lang="en-US" sz="1600" baseline="-25000" dirty="0"/>
              <a:t>bc,b</a:t>
            </a:r>
            <a:r>
              <a:rPr lang="en-US" sz="1600" dirty="0"/>
              <a:t>+D</a:t>
            </a:r>
            <a:r>
              <a:rPr lang="en-US" sz="1600" baseline="-25000" dirty="0"/>
              <a:t>b</a:t>
            </a:r>
            <a:r>
              <a:rPr lang="en-US" sz="1600" dirty="0"/>
              <a:t>(h)} = 1+ </a:t>
            </a:r>
            <a:r>
              <a:rPr lang="en-US" sz="1600" dirty="0">
                <a:cs typeface="Arial" charset="0"/>
              </a:rPr>
              <a:t>∞ = ∞ </a:t>
            </a:r>
            <a:endParaRPr lang="en-US" sz="1600" dirty="0"/>
          </a:p>
        </p:txBody>
      </p:sp>
      <p:sp>
        <p:nvSpPr>
          <p:cNvPr id="238" name="Down Arrow 237">
            <a:extLst>
              <a:ext uri="{FF2B5EF4-FFF2-40B4-BE49-F238E27FC236}">
                <a16:creationId xmlns:a16="http://schemas.microsoft.com/office/drawing/2014/main" id="{1B75EA05-516F-1A42-869B-A05112D9F54E}"/>
              </a:ext>
            </a:extLst>
          </p:cNvPr>
          <p:cNvSpPr/>
          <p:nvPr/>
        </p:nvSpPr>
        <p:spPr>
          <a:xfrm rot="16200000">
            <a:off x="6704347" y="5410623"/>
            <a:ext cx="339615" cy="560629"/>
          </a:xfrm>
          <a:prstGeom prst="downArrow">
            <a:avLst/>
          </a:prstGeom>
          <a:gradFill>
            <a:gsLst>
              <a:gs pos="0">
                <a:schemeClr val="bg1"/>
              </a:gs>
              <a:gs pos="100000">
                <a:schemeClr val="accent5">
                  <a:lumMod val="40000"/>
                  <a:lumOff val="60000"/>
                </a:schemeClr>
              </a:gs>
            </a:gsLst>
            <a:lin ang="54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252" name="Group 251">
            <a:extLst>
              <a:ext uri="{FF2B5EF4-FFF2-40B4-BE49-F238E27FC236}">
                <a16:creationId xmlns:a16="http://schemas.microsoft.com/office/drawing/2014/main" id="{7E5DB8CA-DD05-F947-B8C0-C515F9C0A281}"/>
              </a:ext>
            </a:extLst>
          </p:cNvPr>
          <p:cNvGrpSpPr/>
          <p:nvPr/>
        </p:nvGrpSpPr>
        <p:grpSpPr>
          <a:xfrm>
            <a:off x="7147328" y="3969037"/>
            <a:ext cx="1149458" cy="2667397"/>
            <a:chOff x="9764348" y="1447800"/>
            <a:chExt cx="1149458" cy="2667397"/>
          </a:xfrm>
        </p:grpSpPr>
        <p:sp>
          <p:nvSpPr>
            <p:cNvPr id="253" name="Rectangle 252">
              <a:extLst>
                <a:ext uri="{FF2B5EF4-FFF2-40B4-BE49-F238E27FC236}">
                  <a16:creationId xmlns:a16="http://schemas.microsoft.com/office/drawing/2014/main" id="{90DA1C9B-D797-2940-9D9A-52DB91665546}"/>
                </a:ext>
              </a:extLst>
            </p:cNvPr>
            <p:cNvSpPr/>
            <p:nvPr/>
          </p:nvSpPr>
          <p:spPr>
            <a:xfrm>
              <a:off x="9783097" y="1447800"/>
              <a:ext cx="1130709" cy="242611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254" name="Group 253">
              <a:extLst>
                <a:ext uri="{FF2B5EF4-FFF2-40B4-BE49-F238E27FC236}">
                  <a16:creationId xmlns:a16="http://schemas.microsoft.com/office/drawing/2014/main" id="{A438FEFE-9A0E-E14F-A20C-433AD0E31E2A}"/>
                </a:ext>
              </a:extLst>
            </p:cNvPr>
            <p:cNvGrpSpPr/>
            <p:nvPr/>
          </p:nvGrpSpPr>
          <p:grpSpPr>
            <a:xfrm>
              <a:off x="9764348" y="1447800"/>
              <a:ext cx="1130291" cy="2667397"/>
              <a:chOff x="9472119" y="702026"/>
              <a:chExt cx="1130291" cy="2667397"/>
            </a:xfrm>
          </p:grpSpPr>
          <p:sp>
            <p:nvSpPr>
              <p:cNvPr id="255" name="Rectangle 254">
                <a:extLst>
                  <a:ext uri="{FF2B5EF4-FFF2-40B4-BE49-F238E27FC236}">
                    <a16:creationId xmlns:a16="http://schemas.microsoft.com/office/drawing/2014/main" id="{0DDE6AB4-1AAE-4740-BF48-DF453B07DF19}"/>
                  </a:ext>
                </a:extLst>
              </p:cNvPr>
              <p:cNvSpPr/>
              <p:nvPr/>
            </p:nvSpPr>
            <p:spPr>
              <a:xfrm>
                <a:off x="9485428" y="706056"/>
                <a:ext cx="1116982" cy="370390"/>
              </a:xfrm>
              <a:prstGeom prst="rect">
                <a:avLst/>
              </a:prstGeom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56" name="TextBox 255">
                <a:extLst>
                  <a:ext uri="{FF2B5EF4-FFF2-40B4-BE49-F238E27FC236}">
                    <a16:creationId xmlns:a16="http://schemas.microsoft.com/office/drawing/2014/main" id="{E5208DC7-BADD-0348-8188-DDEF7D011927}"/>
                  </a:ext>
                </a:extLst>
              </p:cNvPr>
              <p:cNvSpPr txBox="1"/>
              <p:nvPr/>
            </p:nvSpPr>
            <p:spPr>
              <a:xfrm>
                <a:off x="9472119" y="702026"/>
                <a:ext cx="1088020" cy="266739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>
                  <a:spcAft>
                    <a:spcPts val="400"/>
                  </a:spcAft>
                </a:pPr>
                <a:r>
                  <a:rPr lang="en-US" sz="2000" dirty="0">
                    <a:solidFill>
                      <a:schemeClr val="bg1"/>
                    </a:solidFill>
                  </a:rPr>
                  <a:t>DV in c:</a:t>
                </a:r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(a) =</a:t>
                </a:r>
                <a:r>
                  <a:rPr lang="en-US" sz="1600" dirty="0">
                    <a:cs typeface="Arial" charset="0"/>
                  </a:rPr>
                  <a:t> 9</a:t>
                </a:r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(b) =</a:t>
                </a:r>
                <a:r>
                  <a:rPr lang="en-US" sz="1600" dirty="0">
                    <a:cs typeface="Arial" charset="0"/>
                  </a:rPr>
                  <a:t> 1</a:t>
                </a:r>
              </a:p>
              <a:p>
                <a:pPr marL="114300" lvl="1"/>
                <a:r>
                  <a:rPr lang="en-US" sz="1600" dirty="0">
                    <a:cs typeface="Arial" charset="0"/>
                  </a:rPr>
                  <a:t>D</a:t>
                </a:r>
                <a:r>
                  <a:rPr lang="en-US" sz="1600" baseline="-25000" dirty="0">
                    <a:cs typeface="Arial" charset="0"/>
                  </a:rPr>
                  <a:t>c</a:t>
                </a:r>
                <a:r>
                  <a:rPr lang="en-US" sz="1600" dirty="0">
                    <a:cs typeface="Arial" charset="0"/>
                  </a:rPr>
                  <a:t>(c) = 0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(d) =</a:t>
                </a:r>
                <a:r>
                  <a:rPr lang="en-US" sz="1600" dirty="0">
                    <a:cs typeface="Arial" charset="0"/>
                  </a:rPr>
                  <a:t> 2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(e) =</a:t>
                </a:r>
                <a:r>
                  <a:rPr lang="en-US" sz="1600" dirty="0">
                    <a:cs typeface="Arial" charset="0"/>
                  </a:rPr>
                  <a:t> ∞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(f) =</a:t>
                </a:r>
                <a:r>
                  <a:rPr lang="en-US" sz="1600" dirty="0">
                    <a:cs typeface="Arial" charset="0"/>
                  </a:rPr>
                  <a:t> ∞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(g) =</a:t>
                </a:r>
                <a:r>
                  <a:rPr lang="en-US" sz="1600" dirty="0">
                    <a:cs typeface="Arial" charset="0"/>
                  </a:rPr>
                  <a:t> ∞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(h) =</a:t>
                </a:r>
                <a:r>
                  <a:rPr lang="en-US" sz="1600" dirty="0">
                    <a:cs typeface="Arial" charset="0"/>
                  </a:rPr>
                  <a:t> ∞</a:t>
                </a:r>
                <a:endParaRPr lang="en-US" sz="1600" dirty="0"/>
              </a:p>
              <a:p>
                <a:pPr marL="114300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(i) =</a:t>
                </a:r>
                <a:r>
                  <a:rPr lang="en-US" sz="1600" dirty="0">
                    <a:cs typeface="Arial" charset="0"/>
                  </a:rPr>
                  <a:t> ∞</a:t>
                </a:r>
                <a:endParaRPr lang="en-US" sz="1600" dirty="0"/>
              </a:p>
            </p:txBody>
          </p:sp>
          <p:cxnSp>
            <p:nvCxnSpPr>
              <p:cNvPr id="257" name="Straight Connector 256">
                <a:extLst>
                  <a:ext uri="{FF2B5EF4-FFF2-40B4-BE49-F238E27FC236}">
                    <a16:creationId xmlns:a16="http://schemas.microsoft.com/office/drawing/2014/main" id="{27A1646E-2395-DE4C-9EB7-A010C4C5AB7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477371" y="1076444"/>
                <a:ext cx="1123866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58" name="Rectangle 257">
                <a:extLst>
                  <a:ext uri="{FF2B5EF4-FFF2-40B4-BE49-F238E27FC236}">
                    <a16:creationId xmlns:a16="http://schemas.microsoft.com/office/drawing/2014/main" id="{5D06E1AD-42EC-234A-8990-0D862398AAF1}"/>
                  </a:ext>
                </a:extLst>
              </p:cNvPr>
              <p:cNvSpPr/>
              <p:nvPr/>
            </p:nvSpPr>
            <p:spPr>
              <a:xfrm>
                <a:off x="9479666" y="706055"/>
                <a:ext cx="1122744" cy="2620773"/>
              </a:xfrm>
              <a:prstGeom prst="rect">
                <a:avLst/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</p:grpSp>
      <p:sp>
        <p:nvSpPr>
          <p:cNvPr id="3" name="Freeform 2">
            <a:extLst>
              <a:ext uri="{FF2B5EF4-FFF2-40B4-BE49-F238E27FC236}">
                <a16:creationId xmlns:a16="http://schemas.microsoft.com/office/drawing/2014/main" id="{49C604FF-993B-294E-A4FB-B0CD03969C40}"/>
              </a:ext>
            </a:extLst>
          </p:cNvPr>
          <p:cNvSpPr/>
          <p:nvPr/>
        </p:nvSpPr>
        <p:spPr>
          <a:xfrm>
            <a:off x="3068320" y="2194560"/>
            <a:ext cx="5598160" cy="1625600"/>
          </a:xfrm>
          <a:custGeom>
            <a:avLst/>
            <a:gdLst>
              <a:gd name="connsiteX0" fmla="*/ 5120640 w 5628640"/>
              <a:gd name="connsiteY0" fmla="*/ 0 h 1615440"/>
              <a:gd name="connsiteX1" fmla="*/ 0 w 5628640"/>
              <a:gd name="connsiteY1" fmla="*/ 1615440 h 1615440"/>
              <a:gd name="connsiteX2" fmla="*/ 3515360 w 5628640"/>
              <a:gd name="connsiteY2" fmla="*/ 1615440 h 1615440"/>
              <a:gd name="connsiteX3" fmla="*/ 5628640 w 5628640"/>
              <a:gd name="connsiteY3" fmla="*/ 10160 h 1615440"/>
              <a:gd name="connsiteX4" fmla="*/ 5120640 w 5628640"/>
              <a:gd name="connsiteY4" fmla="*/ 0 h 1615440"/>
              <a:gd name="connsiteX0" fmla="*/ 5120640 w 5628640"/>
              <a:gd name="connsiteY0" fmla="*/ 0 h 1615440"/>
              <a:gd name="connsiteX1" fmla="*/ 0 w 5628640"/>
              <a:gd name="connsiteY1" fmla="*/ 1615440 h 1615440"/>
              <a:gd name="connsiteX2" fmla="*/ 3515360 w 5628640"/>
              <a:gd name="connsiteY2" fmla="*/ 1615440 h 1615440"/>
              <a:gd name="connsiteX3" fmla="*/ 5628640 w 5628640"/>
              <a:gd name="connsiteY3" fmla="*/ 10160 h 1615440"/>
              <a:gd name="connsiteX4" fmla="*/ 5120640 w 5628640"/>
              <a:gd name="connsiteY4" fmla="*/ 0 h 1615440"/>
              <a:gd name="connsiteX0" fmla="*/ 5120640 w 5628640"/>
              <a:gd name="connsiteY0" fmla="*/ 0 h 1625600"/>
              <a:gd name="connsiteX1" fmla="*/ 0 w 5628640"/>
              <a:gd name="connsiteY1" fmla="*/ 1615440 h 1625600"/>
              <a:gd name="connsiteX2" fmla="*/ 3535680 w 5628640"/>
              <a:gd name="connsiteY2" fmla="*/ 1625600 h 1625600"/>
              <a:gd name="connsiteX3" fmla="*/ 5628640 w 5628640"/>
              <a:gd name="connsiteY3" fmla="*/ 10160 h 1625600"/>
              <a:gd name="connsiteX4" fmla="*/ 5120640 w 5628640"/>
              <a:gd name="connsiteY4" fmla="*/ 0 h 1625600"/>
              <a:gd name="connsiteX0" fmla="*/ 5120640 w 5628640"/>
              <a:gd name="connsiteY0" fmla="*/ 0 h 1625600"/>
              <a:gd name="connsiteX1" fmla="*/ 0 w 5628640"/>
              <a:gd name="connsiteY1" fmla="*/ 1615440 h 1625600"/>
              <a:gd name="connsiteX2" fmla="*/ 3535680 w 5628640"/>
              <a:gd name="connsiteY2" fmla="*/ 1625600 h 1625600"/>
              <a:gd name="connsiteX3" fmla="*/ 5628640 w 5628640"/>
              <a:gd name="connsiteY3" fmla="*/ 10160 h 1625600"/>
              <a:gd name="connsiteX4" fmla="*/ 5120640 w 5628640"/>
              <a:gd name="connsiteY4" fmla="*/ 0 h 1625600"/>
              <a:gd name="connsiteX0" fmla="*/ 5120640 w 5628640"/>
              <a:gd name="connsiteY0" fmla="*/ 0 h 1625600"/>
              <a:gd name="connsiteX1" fmla="*/ 0 w 5628640"/>
              <a:gd name="connsiteY1" fmla="*/ 1615440 h 1625600"/>
              <a:gd name="connsiteX2" fmla="*/ 3535680 w 5628640"/>
              <a:gd name="connsiteY2" fmla="*/ 1625600 h 1625600"/>
              <a:gd name="connsiteX3" fmla="*/ 5628640 w 5628640"/>
              <a:gd name="connsiteY3" fmla="*/ 10160 h 1625600"/>
              <a:gd name="connsiteX4" fmla="*/ 5120640 w 5628640"/>
              <a:gd name="connsiteY4" fmla="*/ 0 h 1625600"/>
              <a:gd name="connsiteX0" fmla="*/ 5120640 w 5628640"/>
              <a:gd name="connsiteY0" fmla="*/ 0 h 1625600"/>
              <a:gd name="connsiteX1" fmla="*/ 0 w 5628640"/>
              <a:gd name="connsiteY1" fmla="*/ 1615440 h 1625600"/>
              <a:gd name="connsiteX2" fmla="*/ 3535680 w 5628640"/>
              <a:gd name="connsiteY2" fmla="*/ 1625600 h 1625600"/>
              <a:gd name="connsiteX3" fmla="*/ 5628640 w 5628640"/>
              <a:gd name="connsiteY3" fmla="*/ 10160 h 1625600"/>
              <a:gd name="connsiteX4" fmla="*/ 5120640 w 5628640"/>
              <a:gd name="connsiteY4" fmla="*/ 0 h 1625600"/>
              <a:gd name="connsiteX0" fmla="*/ 5120640 w 5628640"/>
              <a:gd name="connsiteY0" fmla="*/ 0 h 1625600"/>
              <a:gd name="connsiteX1" fmla="*/ 0 w 5628640"/>
              <a:gd name="connsiteY1" fmla="*/ 1615440 h 1625600"/>
              <a:gd name="connsiteX2" fmla="*/ 3535680 w 5628640"/>
              <a:gd name="connsiteY2" fmla="*/ 1625600 h 1625600"/>
              <a:gd name="connsiteX3" fmla="*/ 5628640 w 5628640"/>
              <a:gd name="connsiteY3" fmla="*/ 10160 h 1625600"/>
              <a:gd name="connsiteX4" fmla="*/ 5120640 w 5628640"/>
              <a:gd name="connsiteY4" fmla="*/ 0 h 1625600"/>
              <a:gd name="connsiteX0" fmla="*/ 5120640 w 5628640"/>
              <a:gd name="connsiteY0" fmla="*/ 0 h 1625600"/>
              <a:gd name="connsiteX1" fmla="*/ 0 w 5628640"/>
              <a:gd name="connsiteY1" fmla="*/ 1615440 h 1625600"/>
              <a:gd name="connsiteX2" fmla="*/ 3535680 w 5628640"/>
              <a:gd name="connsiteY2" fmla="*/ 1625600 h 1625600"/>
              <a:gd name="connsiteX3" fmla="*/ 5628640 w 5628640"/>
              <a:gd name="connsiteY3" fmla="*/ 10160 h 1625600"/>
              <a:gd name="connsiteX4" fmla="*/ 5120640 w 5628640"/>
              <a:gd name="connsiteY4" fmla="*/ 0 h 1625600"/>
              <a:gd name="connsiteX0" fmla="*/ 5120640 w 5628640"/>
              <a:gd name="connsiteY0" fmla="*/ 0 h 1625600"/>
              <a:gd name="connsiteX1" fmla="*/ 0 w 5628640"/>
              <a:gd name="connsiteY1" fmla="*/ 1615440 h 1625600"/>
              <a:gd name="connsiteX2" fmla="*/ 3535680 w 5628640"/>
              <a:gd name="connsiteY2" fmla="*/ 1625600 h 1625600"/>
              <a:gd name="connsiteX3" fmla="*/ 5628640 w 5628640"/>
              <a:gd name="connsiteY3" fmla="*/ 10160 h 1625600"/>
              <a:gd name="connsiteX4" fmla="*/ 5120640 w 5628640"/>
              <a:gd name="connsiteY4" fmla="*/ 0 h 1625600"/>
              <a:gd name="connsiteX0" fmla="*/ 5120640 w 5598160"/>
              <a:gd name="connsiteY0" fmla="*/ 0 h 1625600"/>
              <a:gd name="connsiteX1" fmla="*/ 0 w 5598160"/>
              <a:gd name="connsiteY1" fmla="*/ 1615440 h 1625600"/>
              <a:gd name="connsiteX2" fmla="*/ 3535680 w 5598160"/>
              <a:gd name="connsiteY2" fmla="*/ 1625600 h 1625600"/>
              <a:gd name="connsiteX3" fmla="*/ 5598160 w 5598160"/>
              <a:gd name="connsiteY3" fmla="*/ 50800 h 1625600"/>
              <a:gd name="connsiteX4" fmla="*/ 5120640 w 5598160"/>
              <a:gd name="connsiteY4" fmla="*/ 0 h 1625600"/>
              <a:gd name="connsiteX0" fmla="*/ 5120640 w 5598160"/>
              <a:gd name="connsiteY0" fmla="*/ 0 h 1625600"/>
              <a:gd name="connsiteX1" fmla="*/ 0 w 5598160"/>
              <a:gd name="connsiteY1" fmla="*/ 1615440 h 1625600"/>
              <a:gd name="connsiteX2" fmla="*/ 3535680 w 5598160"/>
              <a:gd name="connsiteY2" fmla="*/ 1625600 h 1625600"/>
              <a:gd name="connsiteX3" fmla="*/ 5598160 w 5598160"/>
              <a:gd name="connsiteY3" fmla="*/ 50800 h 1625600"/>
              <a:gd name="connsiteX4" fmla="*/ 5120640 w 5598160"/>
              <a:gd name="connsiteY4" fmla="*/ 0 h 1625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598160" h="1625600">
                <a:moveTo>
                  <a:pt x="5120640" y="0"/>
                </a:moveTo>
                <a:cubicBezTo>
                  <a:pt x="3495040" y="812800"/>
                  <a:pt x="2540000" y="1127760"/>
                  <a:pt x="0" y="1615440"/>
                </a:cubicBezTo>
                <a:lnTo>
                  <a:pt x="3535680" y="1625600"/>
                </a:lnTo>
                <a:cubicBezTo>
                  <a:pt x="4087707" y="988907"/>
                  <a:pt x="4243493" y="890693"/>
                  <a:pt x="5598160" y="50800"/>
                </a:cubicBezTo>
                <a:cubicBezTo>
                  <a:pt x="5317067" y="98213"/>
                  <a:pt x="5259493" y="115147"/>
                  <a:pt x="5120640" y="0"/>
                </a:cubicBezTo>
                <a:close/>
              </a:path>
            </a:pathLst>
          </a:custGeom>
          <a:gradFill>
            <a:gsLst>
              <a:gs pos="0">
                <a:schemeClr val="bg1">
                  <a:lumMod val="100000"/>
                </a:schemeClr>
              </a:gs>
              <a:gs pos="100000">
                <a:schemeClr val="accent5">
                  <a:lumMod val="20000"/>
                  <a:lumOff val="80000"/>
                </a:schemeClr>
              </a:gs>
            </a:gsLst>
            <a:lin ang="54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233" name="Group 232">
            <a:extLst>
              <a:ext uri="{FF2B5EF4-FFF2-40B4-BE49-F238E27FC236}">
                <a16:creationId xmlns:a16="http://schemas.microsoft.com/office/drawing/2014/main" id="{A044BE68-E074-7343-AA40-5C62E04FEF33}"/>
              </a:ext>
            </a:extLst>
          </p:cNvPr>
          <p:cNvGrpSpPr/>
          <p:nvPr/>
        </p:nvGrpSpPr>
        <p:grpSpPr>
          <a:xfrm>
            <a:off x="7868428" y="1698029"/>
            <a:ext cx="1196054" cy="1022555"/>
            <a:chOff x="9655277" y="2349909"/>
            <a:chExt cx="1196054" cy="1022555"/>
          </a:xfrm>
        </p:grpSpPr>
        <p:sp>
          <p:nvSpPr>
            <p:cNvPr id="235" name="Freeform 234">
              <a:extLst>
                <a:ext uri="{FF2B5EF4-FFF2-40B4-BE49-F238E27FC236}">
                  <a16:creationId xmlns:a16="http://schemas.microsoft.com/office/drawing/2014/main" id="{C432037B-C0B1-0946-9310-8F414043AC97}"/>
                </a:ext>
              </a:extLst>
            </p:cNvPr>
            <p:cNvSpPr/>
            <p:nvPr/>
          </p:nvSpPr>
          <p:spPr>
            <a:xfrm>
              <a:off x="9655277" y="2349909"/>
              <a:ext cx="1196054" cy="1022555"/>
            </a:xfrm>
            <a:custGeom>
              <a:avLst/>
              <a:gdLst>
                <a:gd name="connsiteX0" fmla="*/ 1416106 w 2820074"/>
                <a:gd name="connsiteY0" fmla="*/ 606903 h 2290046"/>
                <a:gd name="connsiteX1" fmla="*/ 1096471 w 2820074"/>
                <a:gd name="connsiteY1" fmla="*/ 222531 h 2290046"/>
                <a:gd name="connsiteX2" fmla="*/ 954860 w 2820074"/>
                <a:gd name="connsiteY2" fmla="*/ 667593 h 2290046"/>
                <a:gd name="connsiteX3" fmla="*/ 89012 w 2820074"/>
                <a:gd name="connsiteY3" fmla="*/ 242761 h 2290046"/>
                <a:gd name="connsiteX4" fmla="*/ 610948 w 2820074"/>
                <a:gd name="connsiteY4" fmla="*/ 797066 h 2290046"/>
                <a:gd name="connsiteX5" fmla="*/ 0 w 2820074"/>
                <a:gd name="connsiteY5" fmla="*/ 902262 h 2290046"/>
                <a:gd name="connsiteX6" fmla="*/ 481476 w 2820074"/>
                <a:gd name="connsiteY6" fmla="*/ 1246174 h 2290046"/>
                <a:gd name="connsiteX7" fmla="*/ 36414 w 2820074"/>
                <a:gd name="connsiteY7" fmla="*/ 1533441 h 2290046"/>
                <a:gd name="connsiteX8" fmla="*/ 760651 w 2820074"/>
                <a:gd name="connsiteY8" fmla="*/ 1476797 h 2290046"/>
                <a:gd name="connsiteX9" fmla="*/ 623086 w 2820074"/>
                <a:gd name="connsiteY9" fmla="*/ 1869260 h 2290046"/>
                <a:gd name="connsiteX10" fmla="*/ 1003412 w 2820074"/>
                <a:gd name="connsiteY10" fmla="*/ 1658867 h 2290046"/>
                <a:gd name="connsiteX11" fmla="*/ 1104563 w 2820074"/>
                <a:gd name="connsiteY11" fmla="*/ 2290046 h 2290046"/>
                <a:gd name="connsiteX12" fmla="*/ 1383738 w 2820074"/>
                <a:gd name="connsiteY12" fmla="*/ 1569855 h 2290046"/>
                <a:gd name="connsiteX13" fmla="*/ 1743833 w 2820074"/>
                <a:gd name="connsiteY13" fmla="*/ 2091791 h 2290046"/>
                <a:gd name="connsiteX14" fmla="*/ 1836892 w 2820074"/>
                <a:gd name="connsiteY14" fmla="*/ 1529395 h 2290046"/>
                <a:gd name="connsiteX15" fmla="*/ 2375012 w 2820074"/>
                <a:gd name="connsiteY15" fmla="*/ 1889491 h 2290046"/>
                <a:gd name="connsiteX16" fmla="*/ 2209125 w 2820074"/>
                <a:gd name="connsiteY16" fmla="*/ 1351370 h 2290046"/>
                <a:gd name="connsiteX17" fmla="*/ 2820074 w 2820074"/>
                <a:gd name="connsiteY17" fmla="*/ 1399922 h 2290046"/>
                <a:gd name="connsiteX18" fmla="*/ 2310276 w 2820074"/>
                <a:gd name="connsiteY18" fmla="*/ 1092425 h 2290046"/>
                <a:gd name="connsiteX19" fmla="*/ 2775568 w 2820074"/>
                <a:gd name="connsiteY19" fmla="*/ 837526 h 2290046"/>
                <a:gd name="connsiteX20" fmla="*/ 2196987 w 2820074"/>
                <a:gd name="connsiteY20" fmla="*/ 768744 h 2290046"/>
                <a:gd name="connsiteX21" fmla="*/ 2427610 w 2820074"/>
                <a:gd name="connsiteY21" fmla="*/ 441016 h 2290046"/>
                <a:gd name="connsiteX22" fmla="*/ 1844984 w 2820074"/>
                <a:gd name="connsiteY22" fmla="*/ 546213 h 2290046"/>
                <a:gd name="connsiteX23" fmla="*/ 1901628 w 2820074"/>
                <a:gd name="connsiteY23" fmla="*/ 0 h 2290046"/>
                <a:gd name="connsiteX24" fmla="*/ 1416106 w 2820074"/>
                <a:gd name="connsiteY24" fmla="*/ 606903 h 2290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2820074" h="2290046">
                  <a:moveTo>
                    <a:pt x="1416106" y="606903"/>
                  </a:moveTo>
                  <a:lnTo>
                    <a:pt x="1096471" y="222531"/>
                  </a:lnTo>
                  <a:lnTo>
                    <a:pt x="954860" y="667593"/>
                  </a:lnTo>
                  <a:lnTo>
                    <a:pt x="89012" y="242761"/>
                  </a:lnTo>
                  <a:lnTo>
                    <a:pt x="610948" y="797066"/>
                  </a:lnTo>
                  <a:lnTo>
                    <a:pt x="0" y="902262"/>
                  </a:lnTo>
                  <a:lnTo>
                    <a:pt x="481476" y="1246174"/>
                  </a:lnTo>
                  <a:lnTo>
                    <a:pt x="36414" y="1533441"/>
                  </a:lnTo>
                  <a:lnTo>
                    <a:pt x="760651" y="1476797"/>
                  </a:lnTo>
                  <a:lnTo>
                    <a:pt x="623086" y="1869260"/>
                  </a:lnTo>
                  <a:lnTo>
                    <a:pt x="1003412" y="1658867"/>
                  </a:lnTo>
                  <a:lnTo>
                    <a:pt x="1104563" y="2290046"/>
                  </a:lnTo>
                  <a:lnTo>
                    <a:pt x="1383738" y="1569855"/>
                  </a:lnTo>
                  <a:lnTo>
                    <a:pt x="1743833" y="2091791"/>
                  </a:lnTo>
                  <a:lnTo>
                    <a:pt x="1836892" y="1529395"/>
                  </a:lnTo>
                  <a:lnTo>
                    <a:pt x="2375012" y="1889491"/>
                  </a:lnTo>
                  <a:lnTo>
                    <a:pt x="2209125" y="1351370"/>
                  </a:lnTo>
                  <a:lnTo>
                    <a:pt x="2820074" y="1399922"/>
                  </a:lnTo>
                  <a:lnTo>
                    <a:pt x="2310276" y="1092425"/>
                  </a:lnTo>
                  <a:lnTo>
                    <a:pt x="2775568" y="837526"/>
                  </a:lnTo>
                  <a:lnTo>
                    <a:pt x="2196987" y="768744"/>
                  </a:lnTo>
                  <a:lnTo>
                    <a:pt x="2427610" y="441016"/>
                  </a:lnTo>
                  <a:lnTo>
                    <a:pt x="1844984" y="546213"/>
                  </a:lnTo>
                  <a:lnTo>
                    <a:pt x="1901628" y="0"/>
                  </a:lnTo>
                  <a:lnTo>
                    <a:pt x="1416106" y="606903"/>
                  </a:lnTo>
                  <a:close/>
                </a:path>
              </a:pathLst>
            </a:custGeom>
            <a:solidFill>
              <a:srgbClr val="FFFF00">
                <a:alpha val="73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36" name="TextBox 235">
              <a:extLst>
                <a:ext uri="{FF2B5EF4-FFF2-40B4-BE49-F238E27FC236}">
                  <a16:creationId xmlns:a16="http://schemas.microsoft.com/office/drawing/2014/main" id="{282C0F4B-EE5D-3F44-A552-A4006C30F736}"/>
                </a:ext>
              </a:extLst>
            </p:cNvPr>
            <p:cNvSpPr txBox="1"/>
            <p:nvPr/>
          </p:nvSpPr>
          <p:spPr>
            <a:xfrm>
              <a:off x="9753600" y="2635045"/>
              <a:ext cx="1020216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dirty="0">
                  <a:solidFill>
                    <a:srgbClr val="C00000"/>
                  </a:solidFill>
                </a:rPr>
                <a:t>compute</a:t>
              </a:r>
            </a:p>
          </p:txBody>
        </p:sp>
      </p:grpSp>
      <p:sp>
        <p:nvSpPr>
          <p:cNvPr id="178" name="TextBox 1">
            <a:extLst>
              <a:ext uri="{FF2B5EF4-FFF2-40B4-BE49-F238E27FC236}">
                <a16:creationId xmlns:a16="http://schemas.microsoft.com/office/drawing/2014/main" id="{864085B5-CC56-654B-9AEA-E4EFBB597B8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542751" y="5433536"/>
            <a:ext cx="3544284" cy="73866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r>
              <a:rPr lang="en-US" sz="1400" dirty="0"/>
              <a:t>* Check out the online interactive exercises for more examples: h</a:t>
            </a:r>
            <a:r>
              <a:rPr lang="en-US" sz="1200" dirty="0"/>
              <a:t>ttp://gaia.cs.umass.edu/kurose_ross/interactive/</a:t>
            </a:r>
          </a:p>
        </p:txBody>
      </p:sp>
    </p:spTree>
    <p:extLst>
      <p:ext uri="{BB962C8B-B14F-4D97-AF65-F5344CB8AC3E}">
        <p14:creationId xmlns:p14="http://schemas.microsoft.com/office/powerpoint/2010/main" val="112364255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1000"/>
                                        <p:tgtEl>
                                          <p:spTgt spid="1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2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500"/>
                            </p:stCondLst>
                            <p:childTnLst>
                              <p:par>
                                <p:cTn id="14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6" dur="500"/>
                                        <p:tgtEl>
                                          <p:spTgt spid="1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2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500"/>
                                        <p:tgtEl>
                                          <p:spTgt spid="2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1" dur="500"/>
                                        <p:tgtEl>
                                          <p:spTgt spid="2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6" dur="500"/>
                                        <p:tgtEl>
                                          <p:spTgt spid="2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1" dur="500"/>
                                        <p:tgtEl>
                                          <p:spTgt spid="2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>
                      <p:stCondLst>
                        <p:cond delay="indefinite"/>
                      </p:stCondLst>
                      <p:childTnLst>
                        <p:par>
                          <p:cTn id="43" fill="hold">
                            <p:stCondLst>
                              <p:cond delay="0"/>
                            </p:stCondLst>
                            <p:childTnLst>
                              <p:par>
                                <p:cTn id="44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6" dur="500"/>
                                        <p:tgtEl>
                                          <p:spTgt spid="2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1" dur="500"/>
                                        <p:tgtEl>
                                          <p:spTgt spid="2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>
                      <p:stCondLst>
                        <p:cond delay="indefinite"/>
                      </p:stCondLst>
                      <p:childTnLst>
                        <p:par>
                          <p:cTn id="53" fill="hold">
                            <p:stCondLst>
                              <p:cond delay="0"/>
                            </p:stCondLst>
                            <p:childTnLst>
                              <p:par>
                                <p:cTn id="54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6" dur="500"/>
                                        <p:tgtEl>
                                          <p:spTgt spid="2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>
                      <p:stCondLst>
                        <p:cond delay="indefinite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1" dur="500"/>
                                        <p:tgtEl>
                                          <p:spTgt spid="2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2" fill="hold">
                            <p:stCondLst>
                              <p:cond delay="500"/>
                            </p:stCondLst>
                            <p:childTnLst>
                              <p:par>
                                <p:cTn id="6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5" dur="500"/>
                                        <p:tgtEl>
                                          <p:spTgt spid="2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6" fill="hold">
                      <p:stCondLst>
                        <p:cond delay="indefinite"/>
                      </p:stCondLst>
                      <p:childTnLst>
                        <p:par>
                          <p:cTn id="67" fill="hold">
                            <p:stCondLst>
                              <p:cond delay="0"/>
                            </p:stCondLst>
                            <p:childTnLst>
                              <p:par>
                                <p:cTn id="68" presetID="0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25E-6 -3.7037E-7 L 0.20417 -0.54653 " pathEditMode="relative" rAng="0" ptsTypes="AA">
                                      <p:cBhvr>
                                        <p:cTn id="69" dur="2000" fill="hold"/>
                                        <p:tgtEl>
                                          <p:spTgt spid="25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0039" y="-2719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7" grpId="0" animBg="1"/>
      <p:bldP spid="182" grpId="0" animBg="1"/>
      <p:bldP spid="214" grpId="0"/>
      <p:bldP spid="220" grpId="0"/>
      <p:bldP spid="227" grpId="0"/>
      <p:bldP spid="228" grpId="0"/>
      <p:bldP spid="229" grpId="0"/>
      <p:bldP spid="230" grpId="0"/>
      <p:bldP spid="231" grpId="0"/>
      <p:bldP spid="232" grpId="0"/>
      <p:bldP spid="238" grpId="0" animBg="1"/>
      <p:bldP spid="3" grpId="0" animBg="1"/>
    </p:bldLst>
  </p:timing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52B9189-7CDF-0741-9858-A79357149B7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6624" y="174028"/>
            <a:ext cx="10893427" cy="894622"/>
          </a:xfrm>
        </p:spPr>
        <p:txBody>
          <a:bodyPr/>
          <a:lstStyle/>
          <a:p>
            <a:r>
              <a:rPr lang="en-US" dirty="0"/>
              <a:t>Distance vector example: computation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98E05715-B0AC-CF47-B242-18018B71339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47</a:t>
            </a:fld>
            <a:endParaRPr lang="en-US" dirty="0"/>
          </a:p>
        </p:txBody>
      </p:sp>
      <p:cxnSp>
        <p:nvCxnSpPr>
          <p:cNvPr id="82" name="Straight Connector 81">
            <a:extLst>
              <a:ext uri="{FF2B5EF4-FFF2-40B4-BE49-F238E27FC236}">
                <a16:creationId xmlns:a16="http://schemas.microsoft.com/office/drawing/2014/main" id="{374B35E8-95B6-B946-8240-59B747B607B3}"/>
              </a:ext>
            </a:extLst>
          </p:cNvPr>
          <p:cNvCxnSpPr>
            <a:cxnSpLocks/>
            <a:stCxn id="76" idx="2"/>
            <a:endCxn id="76" idx="0"/>
          </p:cNvCxnSpPr>
          <p:nvPr/>
        </p:nvCxnSpPr>
        <p:spPr>
          <a:xfrm flipV="1">
            <a:off x="6530326" y="2129120"/>
            <a:ext cx="0" cy="3863111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6" name="Straight Connector 95">
            <a:extLst>
              <a:ext uri="{FF2B5EF4-FFF2-40B4-BE49-F238E27FC236}">
                <a16:creationId xmlns:a16="http://schemas.microsoft.com/office/drawing/2014/main" id="{DE34EA38-AB93-704A-ACF2-764D62663226}"/>
              </a:ext>
            </a:extLst>
          </p:cNvPr>
          <p:cNvCxnSpPr>
            <a:cxnSpLocks/>
            <a:stCxn id="76" idx="1"/>
            <a:endCxn id="76" idx="3"/>
          </p:cNvCxnSpPr>
          <p:nvPr/>
        </p:nvCxnSpPr>
        <p:spPr>
          <a:xfrm>
            <a:off x="4598770" y="4060675"/>
            <a:ext cx="3863111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6" name="Rectangle 75">
            <a:extLst>
              <a:ext uri="{FF2B5EF4-FFF2-40B4-BE49-F238E27FC236}">
                <a16:creationId xmlns:a16="http://schemas.microsoft.com/office/drawing/2014/main" id="{A169888C-5E10-3E40-BC1D-A5D0DB850712}"/>
              </a:ext>
            </a:extLst>
          </p:cNvPr>
          <p:cNvSpPr/>
          <p:nvPr/>
        </p:nvSpPr>
        <p:spPr>
          <a:xfrm>
            <a:off x="4598770" y="2129120"/>
            <a:ext cx="3863111" cy="3863111"/>
          </a:xfrm>
          <a:prstGeom prst="rect">
            <a:avLst/>
          </a:prstGeom>
          <a:noFill/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dirty="0"/>
          </a:p>
        </p:txBody>
      </p:sp>
      <p:sp>
        <p:nvSpPr>
          <p:cNvPr id="150" name="Rectangle 149">
            <a:extLst>
              <a:ext uri="{FF2B5EF4-FFF2-40B4-BE49-F238E27FC236}">
                <a16:creationId xmlns:a16="http://schemas.microsoft.com/office/drawing/2014/main" id="{CB39BACF-E4D1-6641-8B8C-0274EDEFA113}"/>
              </a:ext>
            </a:extLst>
          </p:cNvPr>
          <p:cNvSpPr/>
          <p:nvPr/>
        </p:nvSpPr>
        <p:spPr>
          <a:xfrm>
            <a:off x="8380337" y="2200470"/>
            <a:ext cx="132508" cy="1855109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dirty="0"/>
          </a:p>
        </p:txBody>
      </p:sp>
      <p:sp>
        <p:nvSpPr>
          <p:cNvPr id="215" name="TextBox 214">
            <a:extLst>
              <a:ext uri="{FF2B5EF4-FFF2-40B4-BE49-F238E27FC236}">
                <a16:creationId xmlns:a16="http://schemas.microsoft.com/office/drawing/2014/main" id="{74A89238-377F-A840-BB03-52D53CBBC3F3}"/>
              </a:ext>
            </a:extLst>
          </p:cNvPr>
          <p:cNvSpPr txBox="1"/>
          <p:nvPr/>
        </p:nvSpPr>
        <p:spPr>
          <a:xfrm>
            <a:off x="4305782" y="2870522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6" name="TextBox 215">
            <a:extLst>
              <a:ext uri="{FF2B5EF4-FFF2-40B4-BE49-F238E27FC236}">
                <a16:creationId xmlns:a16="http://schemas.microsoft.com/office/drawing/2014/main" id="{3D3F7215-9DE8-0542-8CCA-A9CEDC8717E2}"/>
              </a:ext>
            </a:extLst>
          </p:cNvPr>
          <p:cNvSpPr txBox="1"/>
          <p:nvPr/>
        </p:nvSpPr>
        <p:spPr>
          <a:xfrm>
            <a:off x="6217534" y="2860877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7" name="TextBox 216">
            <a:extLst>
              <a:ext uri="{FF2B5EF4-FFF2-40B4-BE49-F238E27FC236}">
                <a16:creationId xmlns:a16="http://schemas.microsoft.com/office/drawing/2014/main" id="{FC342D48-14A2-BA4E-A191-060C4177F678}"/>
              </a:ext>
            </a:extLst>
          </p:cNvPr>
          <p:cNvSpPr txBox="1"/>
          <p:nvPr/>
        </p:nvSpPr>
        <p:spPr>
          <a:xfrm>
            <a:off x="4296138" y="4886446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8" name="TextBox 217">
            <a:extLst>
              <a:ext uri="{FF2B5EF4-FFF2-40B4-BE49-F238E27FC236}">
                <a16:creationId xmlns:a16="http://schemas.microsoft.com/office/drawing/2014/main" id="{C9336A94-9BC9-8F41-95A7-69E18360DF3D}"/>
              </a:ext>
            </a:extLst>
          </p:cNvPr>
          <p:cNvSpPr txBox="1"/>
          <p:nvPr/>
        </p:nvSpPr>
        <p:spPr>
          <a:xfrm>
            <a:off x="6231040" y="4888376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9" name="TextBox 218">
            <a:extLst>
              <a:ext uri="{FF2B5EF4-FFF2-40B4-BE49-F238E27FC236}">
                <a16:creationId xmlns:a16="http://schemas.microsoft.com/office/drawing/2014/main" id="{E11EFAA3-3025-6E40-9F7B-8AEC8E44C52D}"/>
              </a:ext>
            </a:extLst>
          </p:cNvPr>
          <p:cNvSpPr txBox="1"/>
          <p:nvPr/>
        </p:nvSpPr>
        <p:spPr>
          <a:xfrm>
            <a:off x="8154365" y="4890306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1" name="TextBox 220">
            <a:extLst>
              <a:ext uri="{FF2B5EF4-FFF2-40B4-BE49-F238E27FC236}">
                <a16:creationId xmlns:a16="http://schemas.microsoft.com/office/drawing/2014/main" id="{EECDCBF1-5ACC-CF43-B981-907337945BA2}"/>
              </a:ext>
            </a:extLst>
          </p:cNvPr>
          <p:cNvSpPr txBox="1"/>
          <p:nvPr/>
        </p:nvSpPr>
        <p:spPr>
          <a:xfrm>
            <a:off x="5442030" y="4029920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2" name="TextBox 221">
            <a:extLst>
              <a:ext uri="{FF2B5EF4-FFF2-40B4-BE49-F238E27FC236}">
                <a16:creationId xmlns:a16="http://schemas.microsoft.com/office/drawing/2014/main" id="{2DD32315-0DAF-354B-ADE2-76F406D6A871}"/>
              </a:ext>
            </a:extLst>
          </p:cNvPr>
          <p:cNvSpPr txBox="1"/>
          <p:nvPr/>
        </p:nvSpPr>
        <p:spPr>
          <a:xfrm>
            <a:off x="7353782" y="4020275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3" name="TextBox 222">
            <a:extLst>
              <a:ext uri="{FF2B5EF4-FFF2-40B4-BE49-F238E27FC236}">
                <a16:creationId xmlns:a16="http://schemas.microsoft.com/office/drawing/2014/main" id="{25B3E8DA-82E1-B746-9524-A8B47546C7B7}"/>
              </a:ext>
            </a:extLst>
          </p:cNvPr>
          <p:cNvSpPr txBox="1"/>
          <p:nvPr/>
        </p:nvSpPr>
        <p:spPr>
          <a:xfrm>
            <a:off x="5443958" y="5953247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4" name="TextBox 223">
            <a:extLst>
              <a:ext uri="{FF2B5EF4-FFF2-40B4-BE49-F238E27FC236}">
                <a16:creationId xmlns:a16="http://schemas.microsoft.com/office/drawing/2014/main" id="{51516E14-40A2-B34F-B880-05B80B68D6FC}"/>
              </a:ext>
            </a:extLst>
          </p:cNvPr>
          <p:cNvSpPr txBox="1"/>
          <p:nvPr/>
        </p:nvSpPr>
        <p:spPr>
          <a:xfrm>
            <a:off x="7355710" y="5943602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5" name="TextBox 224">
            <a:extLst>
              <a:ext uri="{FF2B5EF4-FFF2-40B4-BE49-F238E27FC236}">
                <a16:creationId xmlns:a16="http://schemas.microsoft.com/office/drawing/2014/main" id="{9174059A-E895-E740-9A26-AA7943E4A64F}"/>
              </a:ext>
            </a:extLst>
          </p:cNvPr>
          <p:cNvSpPr txBox="1"/>
          <p:nvPr/>
        </p:nvSpPr>
        <p:spPr>
          <a:xfrm>
            <a:off x="5445886" y="2123956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8</a:t>
            </a:r>
          </a:p>
        </p:txBody>
      </p:sp>
      <p:sp>
        <p:nvSpPr>
          <p:cNvPr id="226" name="TextBox 225">
            <a:extLst>
              <a:ext uri="{FF2B5EF4-FFF2-40B4-BE49-F238E27FC236}">
                <a16:creationId xmlns:a16="http://schemas.microsoft.com/office/drawing/2014/main" id="{F7510488-7C59-7449-A4EE-C5A32BFCB3A5}"/>
              </a:ext>
            </a:extLst>
          </p:cNvPr>
          <p:cNvSpPr txBox="1"/>
          <p:nvPr/>
        </p:nvSpPr>
        <p:spPr>
          <a:xfrm>
            <a:off x="7357638" y="2114311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grpSp>
        <p:nvGrpSpPr>
          <p:cNvPr id="159" name="Group 158">
            <a:extLst>
              <a:ext uri="{FF2B5EF4-FFF2-40B4-BE49-F238E27FC236}">
                <a16:creationId xmlns:a16="http://schemas.microsoft.com/office/drawing/2014/main" id="{4AAED925-F16C-8F45-B5D7-47EABDB0B993}"/>
              </a:ext>
            </a:extLst>
          </p:cNvPr>
          <p:cNvGrpSpPr/>
          <p:nvPr/>
        </p:nvGrpSpPr>
        <p:grpSpPr>
          <a:xfrm>
            <a:off x="584365" y="1859143"/>
            <a:ext cx="736099" cy="1229581"/>
            <a:chOff x="10030307" y="3444875"/>
            <a:chExt cx="736099" cy="1229581"/>
          </a:xfrm>
        </p:grpSpPr>
        <p:sp>
          <p:nvSpPr>
            <p:cNvPr id="160" name="TextBox 159">
              <a:extLst>
                <a:ext uri="{FF2B5EF4-FFF2-40B4-BE49-F238E27FC236}">
                  <a16:creationId xmlns:a16="http://schemas.microsoft.com/office/drawing/2014/main" id="{6655EB12-A2B9-9D4A-A0A9-F9958BDB0106}"/>
                </a:ext>
              </a:extLst>
            </p:cNvPr>
            <p:cNvSpPr txBox="1"/>
            <p:nvPr/>
          </p:nvSpPr>
          <p:spPr>
            <a:xfrm>
              <a:off x="10030307" y="4089681"/>
              <a:ext cx="736099" cy="58477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3200" dirty="0"/>
                <a:t>t=1</a:t>
              </a:r>
            </a:p>
          </p:txBody>
        </p:sp>
        <p:grpSp>
          <p:nvGrpSpPr>
            <p:cNvPr id="161" name="Group 160">
              <a:extLst>
                <a:ext uri="{FF2B5EF4-FFF2-40B4-BE49-F238E27FC236}">
                  <a16:creationId xmlns:a16="http://schemas.microsoft.com/office/drawing/2014/main" id="{0523D739-F413-264B-A745-A38C62E06D3B}"/>
                </a:ext>
              </a:extLst>
            </p:cNvPr>
            <p:cNvGrpSpPr/>
            <p:nvPr/>
          </p:nvGrpSpPr>
          <p:grpSpPr>
            <a:xfrm>
              <a:off x="10034588" y="3444875"/>
              <a:ext cx="682627" cy="682625"/>
              <a:chOff x="10034588" y="3444875"/>
              <a:chExt cx="682627" cy="682625"/>
            </a:xfrm>
          </p:grpSpPr>
          <p:sp>
            <p:nvSpPr>
              <p:cNvPr id="162" name="Oval 161">
                <a:extLst>
                  <a:ext uri="{FF2B5EF4-FFF2-40B4-BE49-F238E27FC236}">
                    <a16:creationId xmlns:a16="http://schemas.microsoft.com/office/drawing/2014/main" id="{CB814881-01DB-0E43-BA2F-B64D7EA26896}"/>
                  </a:ext>
                </a:extLst>
              </p:cNvPr>
              <p:cNvSpPr/>
              <p:nvPr/>
            </p:nvSpPr>
            <p:spPr>
              <a:xfrm>
                <a:off x="10039551" y="3449256"/>
                <a:ext cx="671332" cy="671332"/>
              </a:xfrm>
              <a:prstGeom prst="ellipse">
                <a:avLst/>
              </a:prstGeom>
              <a:noFill/>
              <a:ln w="3492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cxnSp>
            <p:nvCxnSpPr>
              <p:cNvPr id="163" name="Straight Connector 162">
                <a:extLst>
                  <a:ext uri="{FF2B5EF4-FFF2-40B4-BE49-F238E27FC236}">
                    <a16:creationId xmlns:a16="http://schemas.microsoft.com/office/drawing/2014/main" id="{08775389-41CA-4740-B083-4D54E5FAECED}"/>
                  </a:ext>
                </a:extLst>
              </p:cNvPr>
              <p:cNvCxnSpPr/>
              <p:nvPr/>
            </p:nvCxnSpPr>
            <p:spPr>
              <a:xfrm>
                <a:off x="10372725" y="344487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4" name="Straight Connector 163">
                <a:extLst>
                  <a:ext uri="{FF2B5EF4-FFF2-40B4-BE49-F238E27FC236}">
                    <a16:creationId xmlns:a16="http://schemas.microsoft.com/office/drawing/2014/main" id="{3E6B6CB9-512E-6343-AD8B-BBAB6CE819A4}"/>
                  </a:ext>
                </a:extLst>
              </p:cNvPr>
              <p:cNvCxnSpPr/>
              <p:nvPr/>
            </p:nvCxnSpPr>
            <p:spPr>
              <a:xfrm>
                <a:off x="10372725" y="406717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5" name="Straight Connector 164">
                <a:extLst>
                  <a:ext uri="{FF2B5EF4-FFF2-40B4-BE49-F238E27FC236}">
                    <a16:creationId xmlns:a16="http://schemas.microsoft.com/office/drawing/2014/main" id="{6B84002D-08B3-2041-9EB9-DE4D7AA96DC7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>
                <a:off x="10064751" y="375602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6" name="Straight Connector 165">
                <a:extLst>
                  <a:ext uri="{FF2B5EF4-FFF2-40B4-BE49-F238E27FC236}">
                    <a16:creationId xmlns:a16="http://schemas.microsoft.com/office/drawing/2014/main" id="{C10AF67D-3C60-074D-85D9-BB7F3C22BA6E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>
                <a:off x="10687053" y="375602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7" name="Straight Connector 166">
                <a:extLst>
                  <a:ext uri="{FF2B5EF4-FFF2-40B4-BE49-F238E27FC236}">
                    <a16:creationId xmlns:a16="http://schemas.microsoft.com/office/drawing/2014/main" id="{D7001C9A-A249-5941-879B-C26FFA2151F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523542" y="4037013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8" name="Straight Connector 167">
                <a:extLst>
                  <a:ext uri="{FF2B5EF4-FFF2-40B4-BE49-F238E27FC236}">
                    <a16:creationId xmlns:a16="http://schemas.microsoft.com/office/drawing/2014/main" id="{F6CFD6FA-4D66-9F4F-9565-82515FD78B1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202867" y="3490913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9" name="Straight Connector 168">
                <a:extLst>
                  <a:ext uri="{FF2B5EF4-FFF2-40B4-BE49-F238E27FC236}">
                    <a16:creationId xmlns:a16="http://schemas.microsoft.com/office/drawing/2014/main" id="{3AF8B4F1-6823-4E49-BDC2-8B3DFF75FC97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196517" y="4033838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0" name="Straight Connector 169">
                <a:extLst>
                  <a:ext uri="{FF2B5EF4-FFF2-40B4-BE49-F238E27FC236}">
                    <a16:creationId xmlns:a16="http://schemas.microsoft.com/office/drawing/2014/main" id="{A8A30E75-242F-B744-AD86-D5121CF798F7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517192" y="3487738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1" name="Straight Connector 170">
                <a:extLst>
                  <a:ext uri="{FF2B5EF4-FFF2-40B4-BE49-F238E27FC236}">
                    <a16:creationId xmlns:a16="http://schemas.microsoft.com/office/drawing/2014/main" id="{CA6C8979-7ABA-2548-A690-DBB79A1510E8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631493" y="3611565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2" name="Straight Connector 171">
                <a:extLst>
                  <a:ext uri="{FF2B5EF4-FFF2-40B4-BE49-F238E27FC236}">
                    <a16:creationId xmlns:a16="http://schemas.microsoft.com/office/drawing/2014/main" id="{9D0B68AA-F684-FE43-A969-18E51C1C177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085393" y="3929065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3" name="Straight Connector 172">
                <a:extLst>
                  <a:ext uri="{FF2B5EF4-FFF2-40B4-BE49-F238E27FC236}">
                    <a16:creationId xmlns:a16="http://schemas.microsoft.com/office/drawing/2014/main" id="{5419F84A-0D3B-EF47-949B-02A63FAFFC86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10094918" y="3614740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4" name="Straight Connector 173">
                <a:extLst>
                  <a:ext uri="{FF2B5EF4-FFF2-40B4-BE49-F238E27FC236}">
                    <a16:creationId xmlns:a16="http://schemas.microsoft.com/office/drawing/2014/main" id="{FDC9525E-B8EE-704E-94A9-DA434054CDB0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10631493" y="3932240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5" name="Oval 174">
                <a:extLst>
                  <a:ext uri="{FF2B5EF4-FFF2-40B4-BE49-F238E27FC236}">
                    <a16:creationId xmlns:a16="http://schemas.microsoft.com/office/drawing/2014/main" id="{1326D6D5-4368-3242-940E-7E5978F1247E}"/>
                  </a:ext>
                </a:extLst>
              </p:cNvPr>
              <p:cNvSpPr/>
              <p:nvPr/>
            </p:nvSpPr>
            <p:spPr>
              <a:xfrm>
                <a:off x="10331450" y="3743325"/>
                <a:ext cx="82550" cy="87136"/>
              </a:xfrm>
              <a:prstGeom prst="ellipse">
                <a:avLst/>
              </a:prstGeom>
              <a:solidFill>
                <a:srgbClr val="C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</p:grpSp>
      <p:cxnSp>
        <p:nvCxnSpPr>
          <p:cNvPr id="153" name="Straight Connector 152">
            <a:extLst>
              <a:ext uri="{FF2B5EF4-FFF2-40B4-BE49-F238E27FC236}">
                <a16:creationId xmlns:a16="http://schemas.microsoft.com/office/drawing/2014/main" id="{1BDF6761-A298-0649-AD22-E32D353E085B}"/>
              </a:ext>
            </a:extLst>
          </p:cNvPr>
          <p:cNvCxnSpPr>
            <a:cxnSpLocks/>
          </p:cNvCxnSpPr>
          <p:nvPr/>
        </p:nvCxnSpPr>
        <p:spPr>
          <a:xfrm>
            <a:off x="919556" y="1995948"/>
            <a:ext cx="0" cy="196031"/>
          </a:xfrm>
          <a:prstGeom prst="line">
            <a:avLst/>
          </a:prstGeom>
          <a:ln w="25400" cap="flat">
            <a:solidFill>
              <a:srgbClr val="C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4" name="Rectangle 153">
            <a:extLst>
              <a:ext uri="{FF2B5EF4-FFF2-40B4-BE49-F238E27FC236}">
                <a16:creationId xmlns:a16="http://schemas.microsoft.com/office/drawing/2014/main" id="{6E805ECD-DD10-C845-94C0-375A905AFE6F}"/>
              </a:ext>
            </a:extLst>
          </p:cNvPr>
          <p:cNvSpPr/>
          <p:nvPr/>
        </p:nvSpPr>
        <p:spPr>
          <a:xfrm>
            <a:off x="6626942" y="275303"/>
            <a:ext cx="3038168" cy="629265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241" name="Group 240">
            <a:extLst>
              <a:ext uri="{FF2B5EF4-FFF2-40B4-BE49-F238E27FC236}">
                <a16:creationId xmlns:a16="http://schemas.microsoft.com/office/drawing/2014/main" id="{C0DE6387-1D17-B74C-B49C-337140026F6C}"/>
              </a:ext>
            </a:extLst>
          </p:cNvPr>
          <p:cNvGrpSpPr/>
          <p:nvPr/>
        </p:nvGrpSpPr>
        <p:grpSpPr>
          <a:xfrm>
            <a:off x="6656438" y="235974"/>
            <a:ext cx="2493133" cy="1917291"/>
            <a:chOff x="7010400" y="108155"/>
            <a:chExt cx="2493133" cy="1917291"/>
          </a:xfrm>
        </p:grpSpPr>
        <p:sp>
          <p:nvSpPr>
            <p:cNvPr id="242" name="Freeform 241">
              <a:extLst>
                <a:ext uri="{FF2B5EF4-FFF2-40B4-BE49-F238E27FC236}">
                  <a16:creationId xmlns:a16="http://schemas.microsoft.com/office/drawing/2014/main" id="{AAB1A5DE-415B-F14B-A28A-363ED94665BF}"/>
                </a:ext>
              </a:extLst>
            </p:cNvPr>
            <p:cNvSpPr/>
            <p:nvPr/>
          </p:nvSpPr>
          <p:spPr>
            <a:xfrm>
              <a:off x="7010400" y="176982"/>
              <a:ext cx="2340077" cy="1848464"/>
            </a:xfrm>
            <a:custGeom>
              <a:avLst/>
              <a:gdLst>
                <a:gd name="connsiteX0" fmla="*/ 0 w 2340077"/>
                <a:gd name="connsiteY0" fmla="*/ 304800 h 432619"/>
                <a:gd name="connsiteX1" fmla="*/ 393290 w 2340077"/>
                <a:gd name="connsiteY1" fmla="*/ 0 h 432619"/>
                <a:gd name="connsiteX2" fmla="*/ 2340077 w 2340077"/>
                <a:gd name="connsiteY2" fmla="*/ 0 h 432619"/>
                <a:gd name="connsiteX3" fmla="*/ 147484 w 2340077"/>
                <a:gd name="connsiteY3" fmla="*/ 432619 h 432619"/>
                <a:gd name="connsiteX4" fmla="*/ 0 w 2340077"/>
                <a:gd name="connsiteY4" fmla="*/ 304800 h 432619"/>
                <a:gd name="connsiteX0" fmla="*/ 0 w 2340077"/>
                <a:gd name="connsiteY0" fmla="*/ 1691148 h 1818967"/>
                <a:gd name="connsiteX1" fmla="*/ 383458 w 2340077"/>
                <a:gd name="connsiteY1" fmla="*/ 0 h 1818967"/>
                <a:gd name="connsiteX2" fmla="*/ 2340077 w 2340077"/>
                <a:gd name="connsiteY2" fmla="*/ 1386348 h 1818967"/>
                <a:gd name="connsiteX3" fmla="*/ 147484 w 2340077"/>
                <a:gd name="connsiteY3" fmla="*/ 1818967 h 1818967"/>
                <a:gd name="connsiteX4" fmla="*/ 0 w 2340077"/>
                <a:gd name="connsiteY4" fmla="*/ 1691148 h 1818967"/>
                <a:gd name="connsiteX0" fmla="*/ 0 w 2340077"/>
                <a:gd name="connsiteY0" fmla="*/ 1691148 h 1818967"/>
                <a:gd name="connsiteX1" fmla="*/ 383458 w 2340077"/>
                <a:gd name="connsiteY1" fmla="*/ 0 h 1818967"/>
                <a:gd name="connsiteX2" fmla="*/ 2340077 w 2340077"/>
                <a:gd name="connsiteY2" fmla="*/ 1386348 h 1818967"/>
                <a:gd name="connsiteX3" fmla="*/ 147484 w 2340077"/>
                <a:gd name="connsiteY3" fmla="*/ 1818967 h 1818967"/>
                <a:gd name="connsiteX4" fmla="*/ 0 w 2340077"/>
                <a:gd name="connsiteY4" fmla="*/ 1691148 h 1818967"/>
                <a:gd name="connsiteX0" fmla="*/ 0 w 2340077"/>
                <a:gd name="connsiteY0" fmla="*/ 1691148 h 1828799"/>
                <a:gd name="connsiteX1" fmla="*/ 383458 w 2340077"/>
                <a:gd name="connsiteY1" fmla="*/ 0 h 1828799"/>
                <a:gd name="connsiteX2" fmla="*/ 2340077 w 2340077"/>
                <a:gd name="connsiteY2" fmla="*/ 1386348 h 1828799"/>
                <a:gd name="connsiteX3" fmla="*/ 186813 w 2340077"/>
                <a:gd name="connsiteY3" fmla="*/ 1828799 h 1828799"/>
                <a:gd name="connsiteX4" fmla="*/ 0 w 2340077"/>
                <a:gd name="connsiteY4" fmla="*/ 1691148 h 1828799"/>
                <a:gd name="connsiteX0" fmla="*/ 0 w 2340077"/>
                <a:gd name="connsiteY0" fmla="*/ 1691148 h 1828799"/>
                <a:gd name="connsiteX1" fmla="*/ 383458 w 2340077"/>
                <a:gd name="connsiteY1" fmla="*/ 0 h 1828799"/>
                <a:gd name="connsiteX2" fmla="*/ 2340077 w 2340077"/>
                <a:gd name="connsiteY2" fmla="*/ 1386348 h 1828799"/>
                <a:gd name="connsiteX3" fmla="*/ 186813 w 2340077"/>
                <a:gd name="connsiteY3" fmla="*/ 1828799 h 1828799"/>
                <a:gd name="connsiteX4" fmla="*/ 0 w 2340077"/>
                <a:gd name="connsiteY4" fmla="*/ 1691148 h 1828799"/>
                <a:gd name="connsiteX0" fmla="*/ 0 w 2340077"/>
                <a:gd name="connsiteY0" fmla="*/ 1691148 h 1828799"/>
                <a:gd name="connsiteX1" fmla="*/ 383458 w 2340077"/>
                <a:gd name="connsiteY1" fmla="*/ 0 h 1828799"/>
                <a:gd name="connsiteX2" fmla="*/ 2340077 w 2340077"/>
                <a:gd name="connsiteY2" fmla="*/ 1386348 h 1828799"/>
                <a:gd name="connsiteX3" fmla="*/ 186813 w 2340077"/>
                <a:gd name="connsiteY3" fmla="*/ 1828799 h 1828799"/>
                <a:gd name="connsiteX4" fmla="*/ 0 w 2340077"/>
                <a:gd name="connsiteY4" fmla="*/ 1691148 h 1828799"/>
                <a:gd name="connsiteX0" fmla="*/ 0 w 2340077"/>
                <a:gd name="connsiteY0" fmla="*/ 1691148 h 1828799"/>
                <a:gd name="connsiteX1" fmla="*/ 383458 w 2340077"/>
                <a:gd name="connsiteY1" fmla="*/ 0 h 1828799"/>
                <a:gd name="connsiteX2" fmla="*/ 2340077 w 2340077"/>
                <a:gd name="connsiteY2" fmla="*/ 1386348 h 1828799"/>
                <a:gd name="connsiteX3" fmla="*/ 186813 w 2340077"/>
                <a:gd name="connsiteY3" fmla="*/ 1828799 h 1828799"/>
                <a:gd name="connsiteX4" fmla="*/ 0 w 2340077"/>
                <a:gd name="connsiteY4" fmla="*/ 1691148 h 1828799"/>
                <a:gd name="connsiteX0" fmla="*/ 0 w 2340077"/>
                <a:gd name="connsiteY0" fmla="*/ 1691148 h 1848464"/>
                <a:gd name="connsiteX1" fmla="*/ 383458 w 2340077"/>
                <a:gd name="connsiteY1" fmla="*/ 0 h 1848464"/>
                <a:gd name="connsiteX2" fmla="*/ 2340077 w 2340077"/>
                <a:gd name="connsiteY2" fmla="*/ 1386348 h 1848464"/>
                <a:gd name="connsiteX3" fmla="*/ 137651 w 2340077"/>
                <a:gd name="connsiteY3" fmla="*/ 1848464 h 1848464"/>
                <a:gd name="connsiteX4" fmla="*/ 0 w 2340077"/>
                <a:gd name="connsiteY4" fmla="*/ 1691148 h 1848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40077" h="1848464">
                  <a:moveTo>
                    <a:pt x="0" y="1691148"/>
                  </a:moveTo>
                  <a:cubicBezTo>
                    <a:pt x="167148" y="1304412"/>
                    <a:pt x="285136" y="770193"/>
                    <a:pt x="383458" y="0"/>
                  </a:cubicBezTo>
                  <a:lnTo>
                    <a:pt x="2340077" y="1386348"/>
                  </a:lnTo>
                  <a:cubicBezTo>
                    <a:pt x="871794" y="1579716"/>
                    <a:pt x="740695" y="1645264"/>
                    <a:pt x="137651" y="1848464"/>
                  </a:cubicBezTo>
                  <a:lnTo>
                    <a:pt x="0" y="1691148"/>
                  </a:lnTo>
                  <a:close/>
                </a:path>
              </a:pathLst>
            </a:cu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chemeClr val="bg1">
                    <a:lumMod val="75000"/>
                  </a:schemeClr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243" name="Group 242">
              <a:extLst>
                <a:ext uri="{FF2B5EF4-FFF2-40B4-BE49-F238E27FC236}">
                  <a16:creationId xmlns:a16="http://schemas.microsoft.com/office/drawing/2014/main" id="{937CC7FC-FB1E-3F44-8360-192E93D54F76}"/>
                </a:ext>
              </a:extLst>
            </p:cNvPr>
            <p:cNvGrpSpPr/>
            <p:nvPr/>
          </p:nvGrpSpPr>
          <p:grpSpPr>
            <a:xfrm>
              <a:off x="7323884" y="108155"/>
              <a:ext cx="2179649" cy="1445342"/>
              <a:chOff x="7323884" y="108155"/>
              <a:chExt cx="2179649" cy="1445342"/>
            </a:xfrm>
          </p:grpSpPr>
          <p:sp>
            <p:nvSpPr>
              <p:cNvPr id="244" name="Rectangle 243">
                <a:extLst>
                  <a:ext uri="{FF2B5EF4-FFF2-40B4-BE49-F238E27FC236}">
                    <a16:creationId xmlns:a16="http://schemas.microsoft.com/office/drawing/2014/main" id="{4491BF2B-1B3B-CC46-9290-459EE74E54A2}"/>
                  </a:ext>
                </a:extLst>
              </p:cNvPr>
              <p:cNvSpPr/>
              <p:nvPr/>
            </p:nvSpPr>
            <p:spPr>
              <a:xfrm>
                <a:off x="7413523" y="108155"/>
                <a:ext cx="1936954" cy="143551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245" name="Group 244">
                <a:extLst>
                  <a:ext uri="{FF2B5EF4-FFF2-40B4-BE49-F238E27FC236}">
                    <a16:creationId xmlns:a16="http://schemas.microsoft.com/office/drawing/2014/main" id="{FCF8DCB2-D709-AF40-B84B-C341D1A769CD}"/>
                  </a:ext>
                </a:extLst>
              </p:cNvPr>
              <p:cNvGrpSpPr/>
              <p:nvPr/>
            </p:nvGrpSpPr>
            <p:grpSpPr>
              <a:xfrm>
                <a:off x="7323884" y="120836"/>
                <a:ext cx="2179649" cy="1432661"/>
                <a:chOff x="7323884" y="120836"/>
                <a:chExt cx="2179649" cy="1432661"/>
              </a:xfrm>
            </p:grpSpPr>
            <p:sp>
              <p:nvSpPr>
                <p:cNvPr id="246" name="Rectangle 245">
                  <a:extLst>
                    <a:ext uri="{FF2B5EF4-FFF2-40B4-BE49-F238E27FC236}">
                      <a16:creationId xmlns:a16="http://schemas.microsoft.com/office/drawing/2014/main" id="{AAB1F5FE-4DFF-8942-96D2-1BF59A9B8ED7}"/>
                    </a:ext>
                  </a:extLst>
                </p:cNvPr>
                <p:cNvSpPr/>
                <p:nvPr/>
              </p:nvSpPr>
              <p:spPr>
                <a:xfrm>
                  <a:off x="7409951" y="124866"/>
                  <a:ext cx="1940525" cy="370390"/>
                </a:xfrm>
                <a:prstGeom prst="rect">
                  <a:avLst/>
                </a:prstGeom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47" name="TextBox 246">
                  <a:extLst>
                    <a:ext uri="{FF2B5EF4-FFF2-40B4-BE49-F238E27FC236}">
                      <a16:creationId xmlns:a16="http://schemas.microsoft.com/office/drawing/2014/main" id="{02C346E9-CF40-A846-ACD9-F72DFBB9E805}"/>
                    </a:ext>
                  </a:extLst>
                </p:cNvPr>
                <p:cNvSpPr txBox="1"/>
                <p:nvPr/>
              </p:nvSpPr>
              <p:spPr>
                <a:xfrm>
                  <a:off x="7799764" y="120836"/>
                  <a:ext cx="1117197" cy="400110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algn="ctr">
                    <a:spcAft>
                      <a:spcPts val="400"/>
                    </a:spcAft>
                  </a:pPr>
                  <a:r>
                    <a:rPr lang="en-US" sz="2000" dirty="0">
                      <a:solidFill>
                        <a:schemeClr val="bg1"/>
                      </a:solidFill>
                    </a:rPr>
                    <a:t>DV in b:</a:t>
                  </a:r>
                </a:p>
              </p:txBody>
            </p:sp>
            <p:cxnSp>
              <p:nvCxnSpPr>
                <p:cNvPr id="248" name="Straight Connector 247">
                  <a:extLst>
                    <a:ext uri="{FF2B5EF4-FFF2-40B4-BE49-F238E27FC236}">
                      <a16:creationId xmlns:a16="http://schemas.microsoft.com/office/drawing/2014/main" id="{322E19FC-BD9D-FC41-8AF9-4540EB9B5BC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7401895" y="495254"/>
                  <a:ext cx="1123866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49" name="Rectangle 248">
                  <a:extLst>
                    <a:ext uri="{FF2B5EF4-FFF2-40B4-BE49-F238E27FC236}">
                      <a16:creationId xmlns:a16="http://schemas.microsoft.com/office/drawing/2014/main" id="{14EC7CB6-196B-5E44-AD24-302ACAC213D8}"/>
                    </a:ext>
                  </a:extLst>
                </p:cNvPr>
                <p:cNvSpPr/>
                <p:nvPr/>
              </p:nvSpPr>
              <p:spPr>
                <a:xfrm>
                  <a:off x="7404189" y="124866"/>
                  <a:ext cx="1936455" cy="1428631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50" name="TextBox 249">
                  <a:extLst>
                    <a:ext uri="{FF2B5EF4-FFF2-40B4-BE49-F238E27FC236}">
                      <a16:creationId xmlns:a16="http://schemas.microsoft.com/office/drawing/2014/main" id="{15AACE12-C210-0141-824B-658545F2E1EB}"/>
                    </a:ext>
                  </a:extLst>
                </p:cNvPr>
                <p:cNvSpPr txBox="1"/>
                <p:nvPr/>
              </p:nvSpPr>
              <p:spPr>
                <a:xfrm>
                  <a:off x="8392488" y="560500"/>
                  <a:ext cx="1111045" cy="978729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(f)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pPr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(g)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pPr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(h)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pPr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(i)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</p:txBody>
            </p:sp>
            <p:sp>
              <p:nvSpPr>
                <p:cNvPr id="251" name="TextBox 250">
                  <a:extLst>
                    <a:ext uri="{FF2B5EF4-FFF2-40B4-BE49-F238E27FC236}">
                      <a16:creationId xmlns:a16="http://schemas.microsoft.com/office/drawing/2014/main" id="{8FBBD149-E4A4-7649-964F-57535C719AD2}"/>
                    </a:ext>
                  </a:extLst>
                </p:cNvPr>
                <p:cNvSpPr txBox="1"/>
                <p:nvPr/>
              </p:nvSpPr>
              <p:spPr>
                <a:xfrm>
                  <a:off x="7323884" y="557387"/>
                  <a:ext cx="1117197" cy="978729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114300" lvl="1"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(a) = 8</a:t>
                  </a:r>
                  <a:endParaRPr lang="en-US" sz="1600" dirty="0">
                    <a:cs typeface="Arial" charset="0"/>
                  </a:endParaRPr>
                </a:p>
                <a:p>
                  <a:pPr marL="114300" lvl="1"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(c) =</a:t>
                  </a:r>
                  <a:r>
                    <a:rPr lang="en-US" sz="1600" dirty="0">
                      <a:cs typeface="Arial" charset="0"/>
                    </a:rPr>
                    <a:t> 1</a:t>
                  </a:r>
                  <a:endParaRPr lang="en-US" sz="1600" dirty="0"/>
                </a:p>
                <a:p>
                  <a:pPr marL="114300" lvl="1"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(d)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  <a:p>
                  <a:pPr marL="114300" lvl="1"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(e) =</a:t>
                  </a:r>
                  <a:r>
                    <a:rPr lang="en-US" sz="1600" dirty="0">
                      <a:cs typeface="Arial" charset="0"/>
                    </a:rPr>
                    <a:t> 1</a:t>
                  </a:r>
                  <a:endParaRPr lang="en-US" sz="1600" dirty="0"/>
                </a:p>
              </p:txBody>
            </p:sp>
          </p:grpSp>
        </p:grpSp>
      </p:grpSp>
      <p:sp>
        <p:nvSpPr>
          <p:cNvPr id="281" name="TextBox 280">
            <a:extLst>
              <a:ext uri="{FF2B5EF4-FFF2-40B4-BE49-F238E27FC236}">
                <a16:creationId xmlns:a16="http://schemas.microsoft.com/office/drawing/2014/main" id="{9547E6FC-ED98-A842-83E6-5B393D42D482}"/>
              </a:ext>
            </a:extLst>
          </p:cNvPr>
          <p:cNvSpPr txBox="1"/>
          <p:nvPr/>
        </p:nvSpPr>
        <p:spPr>
          <a:xfrm flipH="1">
            <a:off x="348626" y="3078991"/>
            <a:ext cx="2195814" cy="5909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indent="-285750">
              <a:lnSpc>
                <a:spcPct val="90000"/>
              </a:lnSpc>
              <a:buClr>
                <a:srgbClr val="0000A8"/>
              </a:buClr>
              <a:buFont typeface="Wingdings" pitchFamily="2" charset="2"/>
              <a:buChar char="§"/>
            </a:pPr>
            <a:r>
              <a:rPr lang="en-US" dirty="0"/>
              <a:t>e receives DVs from b, d, f, h</a:t>
            </a:r>
          </a:p>
        </p:txBody>
      </p:sp>
      <p:grpSp>
        <p:nvGrpSpPr>
          <p:cNvPr id="314" name="Group 313">
            <a:extLst>
              <a:ext uri="{FF2B5EF4-FFF2-40B4-BE49-F238E27FC236}">
                <a16:creationId xmlns:a16="http://schemas.microsoft.com/office/drawing/2014/main" id="{917871C2-1731-FE43-944D-6364CCE85DA9}"/>
              </a:ext>
            </a:extLst>
          </p:cNvPr>
          <p:cNvGrpSpPr/>
          <p:nvPr/>
        </p:nvGrpSpPr>
        <p:grpSpPr>
          <a:xfrm>
            <a:off x="4333785" y="1906063"/>
            <a:ext cx="4395351" cy="404576"/>
            <a:chOff x="4333785" y="5772213"/>
            <a:chExt cx="4395351" cy="404576"/>
          </a:xfrm>
        </p:grpSpPr>
        <p:grpSp>
          <p:nvGrpSpPr>
            <p:cNvPr id="315" name="Group 314">
              <a:extLst>
                <a:ext uri="{FF2B5EF4-FFF2-40B4-BE49-F238E27FC236}">
                  <a16:creationId xmlns:a16="http://schemas.microsoft.com/office/drawing/2014/main" id="{68E7B419-D4D3-3A4B-86E1-D40C76B2BB2C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336" name="Group 335">
                <a:extLst>
                  <a:ext uri="{FF2B5EF4-FFF2-40B4-BE49-F238E27FC236}">
                    <a16:creationId xmlns:a16="http://schemas.microsoft.com/office/drawing/2014/main" id="{93705575-DDBD-3D44-B843-C77E28CEAAD2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40" name="Oval 5">
                  <a:extLst>
                    <a:ext uri="{FF2B5EF4-FFF2-40B4-BE49-F238E27FC236}">
                      <a16:creationId xmlns:a16="http://schemas.microsoft.com/office/drawing/2014/main" id="{AF888CEF-6837-CD45-809F-91550C92C80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1" name="Line 6">
                  <a:extLst>
                    <a:ext uri="{FF2B5EF4-FFF2-40B4-BE49-F238E27FC236}">
                      <a16:creationId xmlns:a16="http://schemas.microsoft.com/office/drawing/2014/main" id="{4535759C-A65E-D84B-9508-03E1DC0B824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2" name="Line 7">
                  <a:extLst>
                    <a:ext uri="{FF2B5EF4-FFF2-40B4-BE49-F238E27FC236}">
                      <a16:creationId xmlns:a16="http://schemas.microsoft.com/office/drawing/2014/main" id="{FFA7BAB7-E53C-EC41-ACE7-66FCD862969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3" name="Rectangle 8">
                  <a:extLst>
                    <a:ext uri="{FF2B5EF4-FFF2-40B4-BE49-F238E27FC236}">
                      <a16:creationId xmlns:a16="http://schemas.microsoft.com/office/drawing/2014/main" id="{69E05203-3EC0-6447-8988-D4F7C2150FA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4" name="Oval 9">
                  <a:extLst>
                    <a:ext uri="{FF2B5EF4-FFF2-40B4-BE49-F238E27FC236}">
                      <a16:creationId xmlns:a16="http://schemas.microsoft.com/office/drawing/2014/main" id="{D9043B05-A159-7D41-90D4-718D621EA02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37" name="Group 44">
                <a:extLst>
                  <a:ext uri="{FF2B5EF4-FFF2-40B4-BE49-F238E27FC236}">
                    <a16:creationId xmlns:a16="http://schemas.microsoft.com/office/drawing/2014/main" id="{230264F8-C92F-C344-8341-A92C3D105F2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338" name="Rectangle 45">
                  <a:extLst>
                    <a:ext uri="{FF2B5EF4-FFF2-40B4-BE49-F238E27FC236}">
                      <a16:creationId xmlns:a16="http://schemas.microsoft.com/office/drawing/2014/main" id="{F2B81453-DE5E-984D-B97A-6884B0BDD35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9" name="Text Box 46">
                  <a:extLst>
                    <a:ext uri="{FF2B5EF4-FFF2-40B4-BE49-F238E27FC236}">
                      <a16:creationId xmlns:a16="http://schemas.microsoft.com/office/drawing/2014/main" id="{35E945F9-D699-744B-ACB7-587B2AA668D3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a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316" name="Group 315">
              <a:extLst>
                <a:ext uri="{FF2B5EF4-FFF2-40B4-BE49-F238E27FC236}">
                  <a16:creationId xmlns:a16="http://schemas.microsoft.com/office/drawing/2014/main" id="{1CE7BA36-0E22-4F41-B503-121F0E8FF751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327" name="Group 326">
                <a:extLst>
                  <a:ext uri="{FF2B5EF4-FFF2-40B4-BE49-F238E27FC236}">
                    <a16:creationId xmlns:a16="http://schemas.microsoft.com/office/drawing/2014/main" id="{ABA31A37-F3CD-1746-9C86-0557D36C5404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31" name="Oval 5">
                  <a:extLst>
                    <a:ext uri="{FF2B5EF4-FFF2-40B4-BE49-F238E27FC236}">
                      <a16:creationId xmlns:a16="http://schemas.microsoft.com/office/drawing/2014/main" id="{39C9919B-E459-6946-BAB3-A266303D27E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2" name="Line 6">
                  <a:extLst>
                    <a:ext uri="{FF2B5EF4-FFF2-40B4-BE49-F238E27FC236}">
                      <a16:creationId xmlns:a16="http://schemas.microsoft.com/office/drawing/2014/main" id="{61A62C09-3017-A541-9429-460C1A7F6B5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3" name="Line 7">
                  <a:extLst>
                    <a:ext uri="{FF2B5EF4-FFF2-40B4-BE49-F238E27FC236}">
                      <a16:creationId xmlns:a16="http://schemas.microsoft.com/office/drawing/2014/main" id="{86063EB7-D2C3-3447-B2FD-57FC1E74D32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4" name="Rectangle 8">
                  <a:extLst>
                    <a:ext uri="{FF2B5EF4-FFF2-40B4-BE49-F238E27FC236}">
                      <a16:creationId xmlns:a16="http://schemas.microsoft.com/office/drawing/2014/main" id="{BD5BCC42-3550-DF4A-BB55-F643AEBFD9A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5" name="Oval 9">
                  <a:extLst>
                    <a:ext uri="{FF2B5EF4-FFF2-40B4-BE49-F238E27FC236}">
                      <a16:creationId xmlns:a16="http://schemas.microsoft.com/office/drawing/2014/main" id="{74611398-E647-494F-A7BD-186BB5CB545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28" name="Group 44">
                <a:extLst>
                  <a:ext uri="{FF2B5EF4-FFF2-40B4-BE49-F238E27FC236}">
                    <a16:creationId xmlns:a16="http://schemas.microsoft.com/office/drawing/2014/main" id="{B57BC638-F090-114B-B8BF-7E2F4A6CC8F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329" name="Rectangle 45">
                  <a:extLst>
                    <a:ext uri="{FF2B5EF4-FFF2-40B4-BE49-F238E27FC236}">
                      <a16:creationId xmlns:a16="http://schemas.microsoft.com/office/drawing/2014/main" id="{0F91A427-A1B7-A54C-8320-A92F425DFC7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0" name="Text Box 46">
                  <a:extLst>
                    <a:ext uri="{FF2B5EF4-FFF2-40B4-BE49-F238E27FC236}">
                      <a16:creationId xmlns:a16="http://schemas.microsoft.com/office/drawing/2014/main" id="{E600E15A-04DE-4F44-AD3B-D284039393AF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b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317" name="Group 316">
              <a:extLst>
                <a:ext uri="{FF2B5EF4-FFF2-40B4-BE49-F238E27FC236}">
                  <a16:creationId xmlns:a16="http://schemas.microsoft.com/office/drawing/2014/main" id="{2EB87748-B820-0349-A8AC-FE8BBD55B257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318" name="Group 317">
                <a:extLst>
                  <a:ext uri="{FF2B5EF4-FFF2-40B4-BE49-F238E27FC236}">
                    <a16:creationId xmlns:a16="http://schemas.microsoft.com/office/drawing/2014/main" id="{EB6E4C7D-CDAA-7F47-A797-1E5FB2A80494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22" name="Oval 5">
                  <a:extLst>
                    <a:ext uri="{FF2B5EF4-FFF2-40B4-BE49-F238E27FC236}">
                      <a16:creationId xmlns:a16="http://schemas.microsoft.com/office/drawing/2014/main" id="{F9943B67-FB21-3647-869F-669BE6A721C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3" name="Line 6">
                  <a:extLst>
                    <a:ext uri="{FF2B5EF4-FFF2-40B4-BE49-F238E27FC236}">
                      <a16:creationId xmlns:a16="http://schemas.microsoft.com/office/drawing/2014/main" id="{57CCD935-17C4-B04B-B482-9A946E848EC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4" name="Line 7">
                  <a:extLst>
                    <a:ext uri="{FF2B5EF4-FFF2-40B4-BE49-F238E27FC236}">
                      <a16:creationId xmlns:a16="http://schemas.microsoft.com/office/drawing/2014/main" id="{2FE8EAFF-CC53-364C-974F-2F913B960D6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5" name="Rectangle 8">
                  <a:extLst>
                    <a:ext uri="{FF2B5EF4-FFF2-40B4-BE49-F238E27FC236}">
                      <a16:creationId xmlns:a16="http://schemas.microsoft.com/office/drawing/2014/main" id="{B25B691E-9E1D-1E4F-9419-9156013814C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6" name="Oval 9">
                  <a:extLst>
                    <a:ext uri="{FF2B5EF4-FFF2-40B4-BE49-F238E27FC236}">
                      <a16:creationId xmlns:a16="http://schemas.microsoft.com/office/drawing/2014/main" id="{9CB3B73F-9E39-EC4E-83F7-FBE10697408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19" name="Group 44">
                <a:extLst>
                  <a:ext uri="{FF2B5EF4-FFF2-40B4-BE49-F238E27FC236}">
                    <a16:creationId xmlns:a16="http://schemas.microsoft.com/office/drawing/2014/main" id="{0F42679C-ED56-BC45-8C82-597609DBD4D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64216" y="2507397"/>
                <a:ext cx="341085" cy="419100"/>
                <a:chOff x="2949" y="2425"/>
                <a:chExt cx="218" cy="264"/>
              </a:xfrm>
            </p:grpSpPr>
            <p:sp>
              <p:nvSpPr>
                <p:cNvPr id="320" name="Rectangle 45">
                  <a:extLst>
                    <a:ext uri="{FF2B5EF4-FFF2-40B4-BE49-F238E27FC236}">
                      <a16:creationId xmlns:a16="http://schemas.microsoft.com/office/drawing/2014/main" id="{CF557465-1C6C-1245-9762-D6D2D9F891F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1" name="Text Box 46">
                  <a:extLst>
                    <a:ext uri="{FF2B5EF4-FFF2-40B4-BE49-F238E27FC236}">
                      <a16:creationId xmlns:a16="http://schemas.microsoft.com/office/drawing/2014/main" id="{CEEF1658-9381-E84D-81A0-1A501484FB8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9" y="2425"/>
                  <a:ext cx="218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c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sp>
        <p:nvSpPr>
          <p:cNvPr id="183" name="Freeform 182">
            <a:extLst>
              <a:ext uri="{FF2B5EF4-FFF2-40B4-BE49-F238E27FC236}">
                <a16:creationId xmlns:a16="http://schemas.microsoft.com/office/drawing/2014/main" id="{2593EFCC-23E2-4043-94E6-A9E17FCC79C5}"/>
              </a:ext>
            </a:extLst>
          </p:cNvPr>
          <p:cNvSpPr/>
          <p:nvPr/>
        </p:nvSpPr>
        <p:spPr>
          <a:xfrm>
            <a:off x="6774755" y="1106458"/>
            <a:ext cx="2967758" cy="3014570"/>
          </a:xfrm>
          <a:custGeom>
            <a:avLst/>
            <a:gdLst>
              <a:gd name="connsiteX0" fmla="*/ 0 w 2615381"/>
              <a:gd name="connsiteY0" fmla="*/ 0 h 2615381"/>
              <a:gd name="connsiteX1" fmla="*/ 2595716 w 2615381"/>
              <a:gd name="connsiteY1" fmla="*/ 235975 h 2615381"/>
              <a:gd name="connsiteX2" fmla="*/ 2615381 w 2615381"/>
              <a:gd name="connsiteY2" fmla="*/ 2615381 h 2615381"/>
              <a:gd name="connsiteX3" fmla="*/ 9832 w 2615381"/>
              <a:gd name="connsiteY3" fmla="*/ 167149 h 2615381"/>
              <a:gd name="connsiteX4" fmla="*/ 0 w 2615381"/>
              <a:gd name="connsiteY4" fmla="*/ 0 h 2615381"/>
              <a:gd name="connsiteX0" fmla="*/ 0 w 2654709"/>
              <a:gd name="connsiteY0" fmla="*/ 0 h 2615381"/>
              <a:gd name="connsiteX1" fmla="*/ 2654709 w 2654709"/>
              <a:gd name="connsiteY1" fmla="*/ 255639 h 2615381"/>
              <a:gd name="connsiteX2" fmla="*/ 2615381 w 2654709"/>
              <a:gd name="connsiteY2" fmla="*/ 2615381 h 2615381"/>
              <a:gd name="connsiteX3" fmla="*/ 9832 w 2654709"/>
              <a:gd name="connsiteY3" fmla="*/ 167149 h 2615381"/>
              <a:gd name="connsiteX4" fmla="*/ 0 w 2654709"/>
              <a:gd name="connsiteY4" fmla="*/ 0 h 2615381"/>
              <a:gd name="connsiteX0" fmla="*/ 0 w 2654710"/>
              <a:gd name="connsiteY0" fmla="*/ 0 h 2605549"/>
              <a:gd name="connsiteX1" fmla="*/ 2654709 w 2654710"/>
              <a:gd name="connsiteY1" fmla="*/ 255639 h 2605549"/>
              <a:gd name="connsiteX2" fmla="*/ 2654710 w 2654710"/>
              <a:gd name="connsiteY2" fmla="*/ 2605549 h 2605549"/>
              <a:gd name="connsiteX3" fmla="*/ 9832 w 2654710"/>
              <a:gd name="connsiteY3" fmla="*/ 167149 h 2605549"/>
              <a:gd name="connsiteX4" fmla="*/ 0 w 2654710"/>
              <a:gd name="connsiteY4" fmla="*/ 0 h 2605549"/>
              <a:gd name="connsiteX0" fmla="*/ 0 w 2654710"/>
              <a:gd name="connsiteY0" fmla="*/ 0 h 2605549"/>
              <a:gd name="connsiteX1" fmla="*/ 2654709 w 2654710"/>
              <a:gd name="connsiteY1" fmla="*/ 255639 h 2605549"/>
              <a:gd name="connsiteX2" fmla="*/ 2654710 w 2654710"/>
              <a:gd name="connsiteY2" fmla="*/ 2605549 h 2605549"/>
              <a:gd name="connsiteX3" fmla="*/ 9832 w 2654710"/>
              <a:gd name="connsiteY3" fmla="*/ 167149 h 2605549"/>
              <a:gd name="connsiteX4" fmla="*/ 0 w 2654710"/>
              <a:gd name="connsiteY4" fmla="*/ 0 h 2605549"/>
              <a:gd name="connsiteX0" fmla="*/ 0 w 2654710"/>
              <a:gd name="connsiteY0" fmla="*/ 0 h 2605549"/>
              <a:gd name="connsiteX1" fmla="*/ 2654709 w 2654710"/>
              <a:gd name="connsiteY1" fmla="*/ 255639 h 2605549"/>
              <a:gd name="connsiteX2" fmla="*/ 2654710 w 2654710"/>
              <a:gd name="connsiteY2" fmla="*/ 2605549 h 2605549"/>
              <a:gd name="connsiteX3" fmla="*/ 9832 w 2654710"/>
              <a:gd name="connsiteY3" fmla="*/ 167149 h 2605549"/>
              <a:gd name="connsiteX4" fmla="*/ 0 w 2654710"/>
              <a:gd name="connsiteY4" fmla="*/ 0 h 2605549"/>
              <a:gd name="connsiteX0" fmla="*/ 0 w 2654710"/>
              <a:gd name="connsiteY0" fmla="*/ 0 h 2605549"/>
              <a:gd name="connsiteX1" fmla="*/ 2654709 w 2654710"/>
              <a:gd name="connsiteY1" fmla="*/ 255639 h 2605549"/>
              <a:gd name="connsiteX2" fmla="*/ 2654710 w 2654710"/>
              <a:gd name="connsiteY2" fmla="*/ 2605549 h 2605549"/>
              <a:gd name="connsiteX3" fmla="*/ 9832 w 2654710"/>
              <a:gd name="connsiteY3" fmla="*/ 167149 h 2605549"/>
              <a:gd name="connsiteX4" fmla="*/ 0 w 2654710"/>
              <a:gd name="connsiteY4" fmla="*/ 0 h 2605549"/>
              <a:gd name="connsiteX0" fmla="*/ 0 w 2654710"/>
              <a:gd name="connsiteY0" fmla="*/ 0 h 2605549"/>
              <a:gd name="connsiteX1" fmla="*/ 2654709 w 2654710"/>
              <a:gd name="connsiteY1" fmla="*/ 255639 h 2605549"/>
              <a:gd name="connsiteX2" fmla="*/ 2654710 w 2654710"/>
              <a:gd name="connsiteY2" fmla="*/ 2605549 h 2605549"/>
              <a:gd name="connsiteX3" fmla="*/ 9832 w 2654710"/>
              <a:gd name="connsiteY3" fmla="*/ 167149 h 2605549"/>
              <a:gd name="connsiteX4" fmla="*/ 0 w 2654710"/>
              <a:gd name="connsiteY4" fmla="*/ 0 h 2605549"/>
              <a:gd name="connsiteX0" fmla="*/ 29497 w 2684207"/>
              <a:gd name="connsiteY0" fmla="*/ 0 h 2605549"/>
              <a:gd name="connsiteX1" fmla="*/ 2684206 w 2684207"/>
              <a:gd name="connsiteY1" fmla="*/ 255639 h 2605549"/>
              <a:gd name="connsiteX2" fmla="*/ 2684207 w 2684207"/>
              <a:gd name="connsiteY2" fmla="*/ 2605549 h 2605549"/>
              <a:gd name="connsiteX3" fmla="*/ 0 w 2684207"/>
              <a:gd name="connsiteY3" fmla="*/ 176981 h 2605549"/>
              <a:gd name="connsiteX4" fmla="*/ 29497 w 2684207"/>
              <a:gd name="connsiteY4" fmla="*/ 0 h 2605549"/>
              <a:gd name="connsiteX0" fmla="*/ 29497 w 2684207"/>
              <a:gd name="connsiteY0" fmla="*/ 0 h 2605549"/>
              <a:gd name="connsiteX1" fmla="*/ 2684206 w 2684207"/>
              <a:gd name="connsiteY1" fmla="*/ 255639 h 2605549"/>
              <a:gd name="connsiteX2" fmla="*/ 2684207 w 2684207"/>
              <a:gd name="connsiteY2" fmla="*/ 2605549 h 2605549"/>
              <a:gd name="connsiteX3" fmla="*/ 0 w 2684207"/>
              <a:gd name="connsiteY3" fmla="*/ 176981 h 2605549"/>
              <a:gd name="connsiteX4" fmla="*/ 29497 w 2684207"/>
              <a:gd name="connsiteY4" fmla="*/ 0 h 2605549"/>
              <a:gd name="connsiteX0" fmla="*/ 226143 w 2880853"/>
              <a:gd name="connsiteY0" fmla="*/ 0 h 2605549"/>
              <a:gd name="connsiteX1" fmla="*/ 2880852 w 2880853"/>
              <a:gd name="connsiteY1" fmla="*/ 255639 h 2605549"/>
              <a:gd name="connsiteX2" fmla="*/ 2880853 w 2880853"/>
              <a:gd name="connsiteY2" fmla="*/ 2605549 h 2605549"/>
              <a:gd name="connsiteX3" fmla="*/ 0 w 2880853"/>
              <a:gd name="connsiteY3" fmla="*/ 1543665 h 2605549"/>
              <a:gd name="connsiteX4" fmla="*/ 226143 w 2880853"/>
              <a:gd name="connsiteY4" fmla="*/ 0 h 2605549"/>
              <a:gd name="connsiteX0" fmla="*/ 226143 w 2880853"/>
              <a:gd name="connsiteY0" fmla="*/ 0 h 2605549"/>
              <a:gd name="connsiteX1" fmla="*/ 2880852 w 2880853"/>
              <a:gd name="connsiteY1" fmla="*/ 255639 h 2605549"/>
              <a:gd name="connsiteX2" fmla="*/ 2880853 w 2880853"/>
              <a:gd name="connsiteY2" fmla="*/ 2605549 h 2605549"/>
              <a:gd name="connsiteX3" fmla="*/ 0 w 2880853"/>
              <a:gd name="connsiteY3" fmla="*/ 1543665 h 2605549"/>
              <a:gd name="connsiteX4" fmla="*/ 226143 w 2880853"/>
              <a:gd name="connsiteY4" fmla="*/ 0 h 2605549"/>
              <a:gd name="connsiteX0" fmla="*/ 226143 w 2880853"/>
              <a:gd name="connsiteY0" fmla="*/ 0 h 2605549"/>
              <a:gd name="connsiteX1" fmla="*/ 2880852 w 2880853"/>
              <a:gd name="connsiteY1" fmla="*/ 255639 h 2605549"/>
              <a:gd name="connsiteX2" fmla="*/ 2880853 w 2880853"/>
              <a:gd name="connsiteY2" fmla="*/ 2605549 h 2605549"/>
              <a:gd name="connsiteX3" fmla="*/ 0 w 2880853"/>
              <a:gd name="connsiteY3" fmla="*/ 1543665 h 2605549"/>
              <a:gd name="connsiteX4" fmla="*/ 226143 w 2880853"/>
              <a:gd name="connsiteY4" fmla="*/ 0 h 2605549"/>
              <a:gd name="connsiteX0" fmla="*/ 0 w 2939845"/>
              <a:gd name="connsiteY0" fmla="*/ 1140541 h 2349910"/>
              <a:gd name="connsiteX1" fmla="*/ 2939844 w 2939845"/>
              <a:gd name="connsiteY1" fmla="*/ 0 h 2349910"/>
              <a:gd name="connsiteX2" fmla="*/ 2939845 w 2939845"/>
              <a:gd name="connsiteY2" fmla="*/ 2349910 h 2349910"/>
              <a:gd name="connsiteX3" fmla="*/ 58992 w 2939845"/>
              <a:gd name="connsiteY3" fmla="*/ 1288026 h 2349910"/>
              <a:gd name="connsiteX4" fmla="*/ 0 w 2939845"/>
              <a:gd name="connsiteY4" fmla="*/ 1140541 h 2349910"/>
              <a:gd name="connsiteX0" fmla="*/ 0 w 2939845"/>
              <a:gd name="connsiteY0" fmla="*/ 1140541 h 2349910"/>
              <a:gd name="connsiteX1" fmla="*/ 2939844 w 2939845"/>
              <a:gd name="connsiteY1" fmla="*/ 0 h 2349910"/>
              <a:gd name="connsiteX2" fmla="*/ 2939845 w 2939845"/>
              <a:gd name="connsiteY2" fmla="*/ 2349910 h 2349910"/>
              <a:gd name="connsiteX3" fmla="*/ 58992 w 2939845"/>
              <a:gd name="connsiteY3" fmla="*/ 1288026 h 2349910"/>
              <a:gd name="connsiteX4" fmla="*/ 0 w 2939845"/>
              <a:gd name="connsiteY4" fmla="*/ 1140541 h 2349910"/>
              <a:gd name="connsiteX0" fmla="*/ 0 w 2939845"/>
              <a:gd name="connsiteY0" fmla="*/ 1140541 h 2349910"/>
              <a:gd name="connsiteX1" fmla="*/ 2939844 w 2939845"/>
              <a:gd name="connsiteY1" fmla="*/ 0 h 2349910"/>
              <a:gd name="connsiteX2" fmla="*/ 2939845 w 2939845"/>
              <a:gd name="connsiteY2" fmla="*/ 2349910 h 2349910"/>
              <a:gd name="connsiteX3" fmla="*/ 58992 w 2939845"/>
              <a:gd name="connsiteY3" fmla="*/ 1288026 h 2349910"/>
              <a:gd name="connsiteX4" fmla="*/ 0 w 2939845"/>
              <a:gd name="connsiteY4" fmla="*/ 1140541 h 2349910"/>
              <a:gd name="connsiteX0" fmla="*/ 0 w 2939845"/>
              <a:gd name="connsiteY0" fmla="*/ 1140541 h 2349910"/>
              <a:gd name="connsiteX1" fmla="*/ 2939844 w 2939845"/>
              <a:gd name="connsiteY1" fmla="*/ 0 h 2349910"/>
              <a:gd name="connsiteX2" fmla="*/ 2939845 w 2939845"/>
              <a:gd name="connsiteY2" fmla="*/ 2349910 h 2349910"/>
              <a:gd name="connsiteX3" fmla="*/ 19663 w 2939845"/>
              <a:gd name="connsiteY3" fmla="*/ 1307690 h 2349910"/>
              <a:gd name="connsiteX4" fmla="*/ 0 w 2939845"/>
              <a:gd name="connsiteY4" fmla="*/ 1140541 h 2349910"/>
              <a:gd name="connsiteX0" fmla="*/ 0 w 2939844"/>
              <a:gd name="connsiteY0" fmla="*/ 1140541 h 2878230"/>
              <a:gd name="connsiteX1" fmla="*/ 2939844 w 2939844"/>
              <a:gd name="connsiteY1" fmla="*/ 0 h 2878230"/>
              <a:gd name="connsiteX2" fmla="*/ 2919525 w 2939844"/>
              <a:gd name="connsiteY2" fmla="*/ 2878230 h 2878230"/>
              <a:gd name="connsiteX3" fmla="*/ 19663 w 2939844"/>
              <a:gd name="connsiteY3" fmla="*/ 1307690 h 2878230"/>
              <a:gd name="connsiteX4" fmla="*/ 0 w 2939844"/>
              <a:gd name="connsiteY4" fmla="*/ 1140541 h 2878230"/>
              <a:gd name="connsiteX0" fmla="*/ 0 w 2939844"/>
              <a:gd name="connsiteY0" fmla="*/ 1140541 h 2878230"/>
              <a:gd name="connsiteX1" fmla="*/ 2939844 w 2939844"/>
              <a:gd name="connsiteY1" fmla="*/ 0 h 2878230"/>
              <a:gd name="connsiteX2" fmla="*/ 2919525 w 2939844"/>
              <a:gd name="connsiteY2" fmla="*/ 2878230 h 2878230"/>
              <a:gd name="connsiteX3" fmla="*/ 19663 w 2939844"/>
              <a:gd name="connsiteY3" fmla="*/ 1307690 h 2878230"/>
              <a:gd name="connsiteX4" fmla="*/ 0 w 2939844"/>
              <a:gd name="connsiteY4" fmla="*/ 1140541 h 2878230"/>
              <a:gd name="connsiteX0" fmla="*/ 0 w 2919525"/>
              <a:gd name="connsiteY0" fmla="*/ 896701 h 2634390"/>
              <a:gd name="connsiteX1" fmla="*/ 2899204 w 2919525"/>
              <a:gd name="connsiteY1" fmla="*/ 0 h 2634390"/>
              <a:gd name="connsiteX2" fmla="*/ 2919525 w 2919525"/>
              <a:gd name="connsiteY2" fmla="*/ 2634390 h 2634390"/>
              <a:gd name="connsiteX3" fmla="*/ 19663 w 2919525"/>
              <a:gd name="connsiteY3" fmla="*/ 1063850 h 2634390"/>
              <a:gd name="connsiteX4" fmla="*/ 0 w 2919525"/>
              <a:gd name="connsiteY4" fmla="*/ 896701 h 2634390"/>
              <a:gd name="connsiteX0" fmla="*/ 0 w 2919525"/>
              <a:gd name="connsiteY0" fmla="*/ 896701 h 2634390"/>
              <a:gd name="connsiteX1" fmla="*/ 2899204 w 2919525"/>
              <a:gd name="connsiteY1" fmla="*/ 0 h 2634390"/>
              <a:gd name="connsiteX2" fmla="*/ 2919525 w 2919525"/>
              <a:gd name="connsiteY2" fmla="*/ 2634390 h 2634390"/>
              <a:gd name="connsiteX3" fmla="*/ 19663 w 2919525"/>
              <a:gd name="connsiteY3" fmla="*/ 1063850 h 2634390"/>
              <a:gd name="connsiteX4" fmla="*/ 0 w 2919525"/>
              <a:gd name="connsiteY4" fmla="*/ 896701 h 2634390"/>
              <a:gd name="connsiteX0" fmla="*/ 0 w 2919525"/>
              <a:gd name="connsiteY0" fmla="*/ 896701 h 2634390"/>
              <a:gd name="connsiteX1" fmla="*/ 2899204 w 2919525"/>
              <a:gd name="connsiteY1" fmla="*/ 0 h 2634390"/>
              <a:gd name="connsiteX2" fmla="*/ 2919525 w 2919525"/>
              <a:gd name="connsiteY2" fmla="*/ 2634390 h 2634390"/>
              <a:gd name="connsiteX3" fmla="*/ 29823 w 2919525"/>
              <a:gd name="connsiteY3" fmla="*/ 1094330 h 2634390"/>
              <a:gd name="connsiteX4" fmla="*/ 0 w 2919525"/>
              <a:gd name="connsiteY4" fmla="*/ 896701 h 2634390"/>
              <a:gd name="connsiteX0" fmla="*/ 0 w 2919525"/>
              <a:gd name="connsiteY0" fmla="*/ 896701 h 2634390"/>
              <a:gd name="connsiteX1" fmla="*/ 2899204 w 2919525"/>
              <a:gd name="connsiteY1" fmla="*/ 0 h 2634390"/>
              <a:gd name="connsiteX2" fmla="*/ 2919525 w 2919525"/>
              <a:gd name="connsiteY2" fmla="*/ 2634390 h 2634390"/>
              <a:gd name="connsiteX3" fmla="*/ 29823 w 2919525"/>
              <a:gd name="connsiteY3" fmla="*/ 1094330 h 2634390"/>
              <a:gd name="connsiteX4" fmla="*/ 0 w 2919525"/>
              <a:gd name="connsiteY4" fmla="*/ 896701 h 2634390"/>
              <a:gd name="connsiteX0" fmla="*/ 10817 w 2889702"/>
              <a:gd name="connsiteY0" fmla="*/ 896701 h 2634390"/>
              <a:gd name="connsiteX1" fmla="*/ 2869381 w 2889702"/>
              <a:gd name="connsiteY1" fmla="*/ 0 h 2634390"/>
              <a:gd name="connsiteX2" fmla="*/ 2889702 w 2889702"/>
              <a:gd name="connsiteY2" fmla="*/ 2634390 h 2634390"/>
              <a:gd name="connsiteX3" fmla="*/ 0 w 2889702"/>
              <a:gd name="connsiteY3" fmla="*/ 1094330 h 2634390"/>
              <a:gd name="connsiteX4" fmla="*/ 10817 w 2889702"/>
              <a:gd name="connsiteY4" fmla="*/ 896701 h 2634390"/>
              <a:gd name="connsiteX0" fmla="*/ 10817 w 2889702"/>
              <a:gd name="connsiteY0" fmla="*/ 896701 h 2634390"/>
              <a:gd name="connsiteX1" fmla="*/ 2869381 w 2889702"/>
              <a:gd name="connsiteY1" fmla="*/ 0 h 2634390"/>
              <a:gd name="connsiteX2" fmla="*/ 2889702 w 2889702"/>
              <a:gd name="connsiteY2" fmla="*/ 2634390 h 2634390"/>
              <a:gd name="connsiteX3" fmla="*/ 0 w 2889702"/>
              <a:gd name="connsiteY3" fmla="*/ 1094330 h 2634390"/>
              <a:gd name="connsiteX4" fmla="*/ 10817 w 2889702"/>
              <a:gd name="connsiteY4" fmla="*/ 896701 h 2634390"/>
              <a:gd name="connsiteX0" fmla="*/ 10817 w 2991301"/>
              <a:gd name="connsiteY0" fmla="*/ 2319101 h 4056790"/>
              <a:gd name="connsiteX1" fmla="*/ 2991301 w 2991301"/>
              <a:gd name="connsiteY1" fmla="*/ 0 h 4056790"/>
              <a:gd name="connsiteX2" fmla="*/ 2889702 w 2991301"/>
              <a:gd name="connsiteY2" fmla="*/ 4056790 h 4056790"/>
              <a:gd name="connsiteX3" fmla="*/ 0 w 2991301"/>
              <a:gd name="connsiteY3" fmla="*/ 2516730 h 4056790"/>
              <a:gd name="connsiteX4" fmla="*/ 10817 w 2991301"/>
              <a:gd name="connsiteY4" fmla="*/ 2319101 h 4056790"/>
              <a:gd name="connsiteX0" fmla="*/ 10817 w 2991301"/>
              <a:gd name="connsiteY0" fmla="*/ 2319101 h 4056790"/>
              <a:gd name="connsiteX1" fmla="*/ 2991301 w 2991301"/>
              <a:gd name="connsiteY1" fmla="*/ 0 h 4056790"/>
              <a:gd name="connsiteX2" fmla="*/ 2889702 w 2991301"/>
              <a:gd name="connsiteY2" fmla="*/ 4056790 h 4056790"/>
              <a:gd name="connsiteX3" fmla="*/ 0 w 2991301"/>
              <a:gd name="connsiteY3" fmla="*/ 2516730 h 4056790"/>
              <a:gd name="connsiteX4" fmla="*/ 10817 w 2991301"/>
              <a:gd name="connsiteY4" fmla="*/ 2319101 h 4056790"/>
              <a:gd name="connsiteX0" fmla="*/ 10817 w 2991301"/>
              <a:gd name="connsiteY0" fmla="*/ 2319101 h 2614070"/>
              <a:gd name="connsiteX1" fmla="*/ 2991301 w 2991301"/>
              <a:gd name="connsiteY1" fmla="*/ 0 h 2614070"/>
              <a:gd name="connsiteX2" fmla="*/ 2930342 w 2991301"/>
              <a:gd name="connsiteY2" fmla="*/ 2614070 h 2614070"/>
              <a:gd name="connsiteX3" fmla="*/ 0 w 2991301"/>
              <a:gd name="connsiteY3" fmla="*/ 2516730 h 2614070"/>
              <a:gd name="connsiteX4" fmla="*/ 10817 w 2991301"/>
              <a:gd name="connsiteY4" fmla="*/ 2319101 h 2614070"/>
              <a:gd name="connsiteX0" fmla="*/ 10817 w 2991301"/>
              <a:gd name="connsiteY0" fmla="*/ 2319101 h 2614070"/>
              <a:gd name="connsiteX1" fmla="*/ 2991301 w 2991301"/>
              <a:gd name="connsiteY1" fmla="*/ 0 h 2614070"/>
              <a:gd name="connsiteX2" fmla="*/ 2930342 w 2991301"/>
              <a:gd name="connsiteY2" fmla="*/ 2614070 h 2614070"/>
              <a:gd name="connsiteX3" fmla="*/ 0 w 2991301"/>
              <a:gd name="connsiteY3" fmla="*/ 2516730 h 2614070"/>
              <a:gd name="connsiteX4" fmla="*/ 10817 w 2991301"/>
              <a:gd name="connsiteY4" fmla="*/ 2319101 h 2614070"/>
              <a:gd name="connsiteX0" fmla="*/ 0 w 2980484"/>
              <a:gd name="connsiteY0" fmla="*/ 2319101 h 2614070"/>
              <a:gd name="connsiteX1" fmla="*/ 2980484 w 2980484"/>
              <a:gd name="connsiteY1" fmla="*/ 0 h 2614070"/>
              <a:gd name="connsiteX2" fmla="*/ 2919525 w 2980484"/>
              <a:gd name="connsiteY2" fmla="*/ 2614070 h 2614070"/>
              <a:gd name="connsiteX3" fmla="*/ 50143 w 2980484"/>
              <a:gd name="connsiteY3" fmla="*/ 2506570 h 2614070"/>
              <a:gd name="connsiteX4" fmla="*/ 0 w 2980484"/>
              <a:gd name="connsiteY4" fmla="*/ 2319101 h 2614070"/>
              <a:gd name="connsiteX0" fmla="*/ 0 w 2980484"/>
              <a:gd name="connsiteY0" fmla="*/ 2319101 h 2614070"/>
              <a:gd name="connsiteX1" fmla="*/ 2980484 w 2980484"/>
              <a:gd name="connsiteY1" fmla="*/ 0 h 2614070"/>
              <a:gd name="connsiteX2" fmla="*/ 2919525 w 2980484"/>
              <a:gd name="connsiteY2" fmla="*/ 2614070 h 2614070"/>
              <a:gd name="connsiteX3" fmla="*/ 50143 w 2980484"/>
              <a:gd name="connsiteY3" fmla="*/ 2506570 h 2614070"/>
              <a:gd name="connsiteX4" fmla="*/ 0 w 2980484"/>
              <a:gd name="connsiteY4" fmla="*/ 2319101 h 2614070"/>
              <a:gd name="connsiteX0" fmla="*/ 0 w 2980484"/>
              <a:gd name="connsiteY0" fmla="*/ 2319101 h 2614070"/>
              <a:gd name="connsiteX1" fmla="*/ 2980484 w 2980484"/>
              <a:gd name="connsiteY1" fmla="*/ 0 h 2614070"/>
              <a:gd name="connsiteX2" fmla="*/ 2919525 w 2980484"/>
              <a:gd name="connsiteY2" fmla="*/ 2614070 h 2614070"/>
              <a:gd name="connsiteX3" fmla="*/ 50143 w 2980484"/>
              <a:gd name="connsiteY3" fmla="*/ 2506570 h 2614070"/>
              <a:gd name="connsiteX4" fmla="*/ 0 w 2980484"/>
              <a:gd name="connsiteY4" fmla="*/ 2319101 h 2614070"/>
              <a:gd name="connsiteX0" fmla="*/ 0 w 2980484"/>
              <a:gd name="connsiteY0" fmla="*/ 2319101 h 2614070"/>
              <a:gd name="connsiteX1" fmla="*/ 2980484 w 2980484"/>
              <a:gd name="connsiteY1" fmla="*/ 0 h 2614070"/>
              <a:gd name="connsiteX2" fmla="*/ 2919525 w 2980484"/>
              <a:gd name="connsiteY2" fmla="*/ 2614070 h 2614070"/>
              <a:gd name="connsiteX3" fmla="*/ 50143 w 2980484"/>
              <a:gd name="connsiteY3" fmla="*/ 2506570 h 2614070"/>
              <a:gd name="connsiteX4" fmla="*/ 0 w 2980484"/>
              <a:gd name="connsiteY4" fmla="*/ 2319101 h 2614070"/>
              <a:gd name="connsiteX0" fmla="*/ 0 w 2980484"/>
              <a:gd name="connsiteY0" fmla="*/ 2319101 h 2614070"/>
              <a:gd name="connsiteX1" fmla="*/ 2980484 w 2980484"/>
              <a:gd name="connsiteY1" fmla="*/ 0 h 2614070"/>
              <a:gd name="connsiteX2" fmla="*/ 2919525 w 2980484"/>
              <a:gd name="connsiteY2" fmla="*/ 2614070 h 2614070"/>
              <a:gd name="connsiteX3" fmla="*/ 50143 w 2980484"/>
              <a:gd name="connsiteY3" fmla="*/ 2506570 h 2614070"/>
              <a:gd name="connsiteX4" fmla="*/ 0 w 2980484"/>
              <a:gd name="connsiteY4" fmla="*/ 2319101 h 2614070"/>
              <a:gd name="connsiteX0" fmla="*/ 0 w 2987119"/>
              <a:gd name="connsiteY0" fmla="*/ 2319101 h 2593750"/>
              <a:gd name="connsiteX1" fmla="*/ 2980484 w 2987119"/>
              <a:gd name="connsiteY1" fmla="*/ 0 h 2593750"/>
              <a:gd name="connsiteX2" fmla="*/ 2970325 w 2987119"/>
              <a:gd name="connsiteY2" fmla="*/ 2593750 h 2593750"/>
              <a:gd name="connsiteX3" fmla="*/ 50143 w 2987119"/>
              <a:gd name="connsiteY3" fmla="*/ 2506570 h 2593750"/>
              <a:gd name="connsiteX4" fmla="*/ 0 w 2987119"/>
              <a:gd name="connsiteY4" fmla="*/ 2319101 h 2593750"/>
              <a:gd name="connsiteX0" fmla="*/ 0 w 2987119"/>
              <a:gd name="connsiteY0" fmla="*/ 2319101 h 2593750"/>
              <a:gd name="connsiteX1" fmla="*/ 2980484 w 2987119"/>
              <a:gd name="connsiteY1" fmla="*/ 0 h 2593750"/>
              <a:gd name="connsiteX2" fmla="*/ 2970325 w 2987119"/>
              <a:gd name="connsiteY2" fmla="*/ 2593750 h 2593750"/>
              <a:gd name="connsiteX3" fmla="*/ 50143 w 2987119"/>
              <a:gd name="connsiteY3" fmla="*/ 2506570 h 2593750"/>
              <a:gd name="connsiteX4" fmla="*/ 0 w 2987119"/>
              <a:gd name="connsiteY4" fmla="*/ 2319101 h 2593750"/>
              <a:gd name="connsiteX0" fmla="*/ 0 w 2987119"/>
              <a:gd name="connsiteY0" fmla="*/ 2319101 h 2593750"/>
              <a:gd name="connsiteX1" fmla="*/ 2980484 w 2987119"/>
              <a:gd name="connsiteY1" fmla="*/ 0 h 2593750"/>
              <a:gd name="connsiteX2" fmla="*/ 2970325 w 2987119"/>
              <a:gd name="connsiteY2" fmla="*/ 2593750 h 2593750"/>
              <a:gd name="connsiteX3" fmla="*/ 19663 w 2987119"/>
              <a:gd name="connsiteY3" fmla="*/ 2526890 h 2593750"/>
              <a:gd name="connsiteX4" fmla="*/ 0 w 2987119"/>
              <a:gd name="connsiteY4" fmla="*/ 2319101 h 2593750"/>
              <a:gd name="connsiteX0" fmla="*/ 0 w 3017599"/>
              <a:gd name="connsiteY0" fmla="*/ 2390221 h 2593750"/>
              <a:gd name="connsiteX1" fmla="*/ 3010964 w 3017599"/>
              <a:gd name="connsiteY1" fmla="*/ 0 h 2593750"/>
              <a:gd name="connsiteX2" fmla="*/ 3000805 w 3017599"/>
              <a:gd name="connsiteY2" fmla="*/ 2593750 h 2593750"/>
              <a:gd name="connsiteX3" fmla="*/ 50143 w 3017599"/>
              <a:gd name="connsiteY3" fmla="*/ 2526890 h 2593750"/>
              <a:gd name="connsiteX4" fmla="*/ 0 w 3017599"/>
              <a:gd name="connsiteY4" fmla="*/ 2390221 h 2593750"/>
              <a:gd name="connsiteX0" fmla="*/ 0 w 3010964"/>
              <a:gd name="connsiteY0" fmla="*/ 2390221 h 2526890"/>
              <a:gd name="connsiteX1" fmla="*/ 3010964 w 3010964"/>
              <a:gd name="connsiteY1" fmla="*/ 0 h 2526890"/>
              <a:gd name="connsiteX2" fmla="*/ 2960165 w 3010964"/>
              <a:gd name="connsiteY2" fmla="*/ 2095910 h 2526890"/>
              <a:gd name="connsiteX3" fmla="*/ 50143 w 3010964"/>
              <a:gd name="connsiteY3" fmla="*/ 2526890 h 2526890"/>
              <a:gd name="connsiteX4" fmla="*/ 0 w 3010964"/>
              <a:gd name="connsiteY4" fmla="*/ 2390221 h 2526890"/>
              <a:gd name="connsiteX0" fmla="*/ 0 w 3010964"/>
              <a:gd name="connsiteY0" fmla="*/ 2390221 h 2526890"/>
              <a:gd name="connsiteX1" fmla="*/ 3010964 w 3010964"/>
              <a:gd name="connsiteY1" fmla="*/ 0 h 2526890"/>
              <a:gd name="connsiteX2" fmla="*/ 2960165 w 3010964"/>
              <a:gd name="connsiteY2" fmla="*/ 2095910 h 2526890"/>
              <a:gd name="connsiteX3" fmla="*/ 50143 w 3010964"/>
              <a:gd name="connsiteY3" fmla="*/ 2526890 h 2526890"/>
              <a:gd name="connsiteX4" fmla="*/ 0 w 3010964"/>
              <a:gd name="connsiteY4" fmla="*/ 2390221 h 2526890"/>
              <a:gd name="connsiteX0" fmla="*/ 0 w 3010964"/>
              <a:gd name="connsiteY0" fmla="*/ 2390221 h 2526890"/>
              <a:gd name="connsiteX1" fmla="*/ 3010964 w 3010964"/>
              <a:gd name="connsiteY1" fmla="*/ 0 h 2526890"/>
              <a:gd name="connsiteX2" fmla="*/ 2960165 w 3010964"/>
              <a:gd name="connsiteY2" fmla="*/ 2095910 h 2526890"/>
              <a:gd name="connsiteX3" fmla="*/ 50143 w 3010964"/>
              <a:gd name="connsiteY3" fmla="*/ 2526890 h 2526890"/>
              <a:gd name="connsiteX4" fmla="*/ 0 w 3010964"/>
              <a:gd name="connsiteY4" fmla="*/ 2390221 h 2526890"/>
              <a:gd name="connsiteX0" fmla="*/ 0 w 2967758"/>
              <a:gd name="connsiteY0" fmla="*/ 2877901 h 3014570"/>
              <a:gd name="connsiteX1" fmla="*/ 2919524 w 2967758"/>
              <a:gd name="connsiteY1" fmla="*/ 0 h 3014570"/>
              <a:gd name="connsiteX2" fmla="*/ 2960165 w 2967758"/>
              <a:gd name="connsiteY2" fmla="*/ 2583590 h 3014570"/>
              <a:gd name="connsiteX3" fmla="*/ 50143 w 2967758"/>
              <a:gd name="connsiteY3" fmla="*/ 3014570 h 3014570"/>
              <a:gd name="connsiteX4" fmla="*/ 0 w 2967758"/>
              <a:gd name="connsiteY4" fmla="*/ 2877901 h 3014570"/>
              <a:gd name="connsiteX0" fmla="*/ 0 w 2967758"/>
              <a:gd name="connsiteY0" fmla="*/ 2877901 h 3014570"/>
              <a:gd name="connsiteX1" fmla="*/ 2919524 w 2967758"/>
              <a:gd name="connsiteY1" fmla="*/ 0 h 3014570"/>
              <a:gd name="connsiteX2" fmla="*/ 2960165 w 2967758"/>
              <a:gd name="connsiteY2" fmla="*/ 2583590 h 3014570"/>
              <a:gd name="connsiteX3" fmla="*/ 50143 w 2967758"/>
              <a:gd name="connsiteY3" fmla="*/ 3014570 h 3014570"/>
              <a:gd name="connsiteX4" fmla="*/ 0 w 2967758"/>
              <a:gd name="connsiteY4" fmla="*/ 2877901 h 30145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967758" h="3014570">
                <a:moveTo>
                  <a:pt x="0" y="2877901"/>
                </a:moveTo>
                <a:cubicBezTo>
                  <a:pt x="1740309" y="2497721"/>
                  <a:pt x="2305008" y="1488604"/>
                  <a:pt x="2919524" y="0"/>
                </a:cubicBezTo>
                <a:cubicBezTo>
                  <a:pt x="2919524" y="783303"/>
                  <a:pt x="2990645" y="1719007"/>
                  <a:pt x="2960165" y="2583590"/>
                </a:cubicBezTo>
                <a:cubicBezTo>
                  <a:pt x="2152608" y="2386944"/>
                  <a:pt x="1676726" y="2623574"/>
                  <a:pt x="50143" y="3014570"/>
                </a:cubicBezTo>
                <a:lnTo>
                  <a:pt x="0" y="2877901"/>
                </a:lnTo>
                <a:close/>
              </a:path>
            </a:pathLst>
          </a:custGeom>
          <a:gradFill>
            <a:gsLst>
              <a:gs pos="0">
                <a:schemeClr val="bg1">
                  <a:lumMod val="95000"/>
                </a:schemeClr>
              </a:gs>
              <a:gs pos="100000">
                <a:schemeClr val="bg1">
                  <a:lumMod val="75000"/>
                </a:schemeClr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78" name="Freeform 177">
            <a:extLst>
              <a:ext uri="{FF2B5EF4-FFF2-40B4-BE49-F238E27FC236}">
                <a16:creationId xmlns:a16="http://schemas.microsoft.com/office/drawing/2014/main" id="{871D2208-E245-1F4C-95E8-E69A25614938}"/>
              </a:ext>
            </a:extLst>
          </p:cNvPr>
          <p:cNvSpPr/>
          <p:nvPr/>
        </p:nvSpPr>
        <p:spPr>
          <a:xfrm>
            <a:off x="8446236" y="3874156"/>
            <a:ext cx="1239192" cy="2428567"/>
          </a:xfrm>
          <a:custGeom>
            <a:avLst/>
            <a:gdLst>
              <a:gd name="connsiteX0" fmla="*/ 9833 w 786581"/>
              <a:gd name="connsiteY0" fmla="*/ 501445 h 2458064"/>
              <a:gd name="connsiteX1" fmla="*/ 747252 w 786581"/>
              <a:gd name="connsiteY1" fmla="*/ 0 h 2458064"/>
              <a:gd name="connsiteX2" fmla="*/ 786581 w 786581"/>
              <a:gd name="connsiteY2" fmla="*/ 2458064 h 2458064"/>
              <a:gd name="connsiteX3" fmla="*/ 0 w 786581"/>
              <a:gd name="connsiteY3" fmla="*/ 668593 h 2458064"/>
              <a:gd name="connsiteX4" fmla="*/ 9833 w 786581"/>
              <a:gd name="connsiteY4" fmla="*/ 501445 h 2458064"/>
              <a:gd name="connsiteX0" fmla="*/ 9833 w 786581"/>
              <a:gd name="connsiteY0" fmla="*/ 471948 h 2428567"/>
              <a:gd name="connsiteX1" fmla="*/ 776749 w 786581"/>
              <a:gd name="connsiteY1" fmla="*/ 0 h 2428567"/>
              <a:gd name="connsiteX2" fmla="*/ 786581 w 786581"/>
              <a:gd name="connsiteY2" fmla="*/ 2428567 h 2428567"/>
              <a:gd name="connsiteX3" fmla="*/ 0 w 786581"/>
              <a:gd name="connsiteY3" fmla="*/ 639096 h 2428567"/>
              <a:gd name="connsiteX4" fmla="*/ 9833 w 786581"/>
              <a:gd name="connsiteY4" fmla="*/ 471948 h 2428567"/>
              <a:gd name="connsiteX0" fmla="*/ 9833 w 786581"/>
              <a:gd name="connsiteY0" fmla="*/ 471948 h 2428567"/>
              <a:gd name="connsiteX1" fmla="*/ 776749 w 786581"/>
              <a:gd name="connsiteY1" fmla="*/ 0 h 2428567"/>
              <a:gd name="connsiteX2" fmla="*/ 786581 w 786581"/>
              <a:gd name="connsiteY2" fmla="*/ 2428567 h 2428567"/>
              <a:gd name="connsiteX3" fmla="*/ 0 w 786581"/>
              <a:gd name="connsiteY3" fmla="*/ 639096 h 2428567"/>
              <a:gd name="connsiteX4" fmla="*/ 9833 w 786581"/>
              <a:gd name="connsiteY4" fmla="*/ 471948 h 2428567"/>
              <a:gd name="connsiteX0" fmla="*/ 9833 w 786581"/>
              <a:gd name="connsiteY0" fmla="*/ 471948 h 2428567"/>
              <a:gd name="connsiteX1" fmla="*/ 776749 w 786581"/>
              <a:gd name="connsiteY1" fmla="*/ 0 h 2428567"/>
              <a:gd name="connsiteX2" fmla="*/ 786581 w 786581"/>
              <a:gd name="connsiteY2" fmla="*/ 2428567 h 2428567"/>
              <a:gd name="connsiteX3" fmla="*/ 0 w 786581"/>
              <a:gd name="connsiteY3" fmla="*/ 639096 h 2428567"/>
              <a:gd name="connsiteX4" fmla="*/ 9833 w 786581"/>
              <a:gd name="connsiteY4" fmla="*/ 471948 h 2428567"/>
              <a:gd name="connsiteX0" fmla="*/ 9833 w 786581"/>
              <a:gd name="connsiteY0" fmla="*/ 471948 h 2428567"/>
              <a:gd name="connsiteX1" fmla="*/ 776749 w 786581"/>
              <a:gd name="connsiteY1" fmla="*/ 0 h 2428567"/>
              <a:gd name="connsiteX2" fmla="*/ 786581 w 786581"/>
              <a:gd name="connsiteY2" fmla="*/ 2428567 h 2428567"/>
              <a:gd name="connsiteX3" fmla="*/ 0 w 786581"/>
              <a:gd name="connsiteY3" fmla="*/ 639096 h 2428567"/>
              <a:gd name="connsiteX4" fmla="*/ 9833 w 786581"/>
              <a:gd name="connsiteY4" fmla="*/ 471948 h 2428567"/>
              <a:gd name="connsiteX0" fmla="*/ 9833 w 786581"/>
              <a:gd name="connsiteY0" fmla="*/ 471948 h 2428567"/>
              <a:gd name="connsiteX1" fmla="*/ 776749 w 786581"/>
              <a:gd name="connsiteY1" fmla="*/ 0 h 2428567"/>
              <a:gd name="connsiteX2" fmla="*/ 786581 w 786581"/>
              <a:gd name="connsiteY2" fmla="*/ 2428567 h 2428567"/>
              <a:gd name="connsiteX3" fmla="*/ 0 w 786581"/>
              <a:gd name="connsiteY3" fmla="*/ 639096 h 2428567"/>
              <a:gd name="connsiteX4" fmla="*/ 9833 w 786581"/>
              <a:gd name="connsiteY4" fmla="*/ 471948 h 2428567"/>
              <a:gd name="connsiteX0" fmla="*/ 393291 w 1170039"/>
              <a:gd name="connsiteY0" fmla="*/ 471948 h 2428567"/>
              <a:gd name="connsiteX1" fmla="*/ 1160207 w 1170039"/>
              <a:gd name="connsiteY1" fmla="*/ 0 h 2428567"/>
              <a:gd name="connsiteX2" fmla="*/ 1170039 w 1170039"/>
              <a:gd name="connsiteY2" fmla="*/ 2428567 h 2428567"/>
              <a:gd name="connsiteX3" fmla="*/ 0 w 1170039"/>
              <a:gd name="connsiteY3" fmla="*/ 1946786 h 2428567"/>
              <a:gd name="connsiteX4" fmla="*/ 393291 w 1170039"/>
              <a:gd name="connsiteY4" fmla="*/ 471948 h 2428567"/>
              <a:gd name="connsiteX0" fmla="*/ 393291 w 1170039"/>
              <a:gd name="connsiteY0" fmla="*/ 471948 h 2428567"/>
              <a:gd name="connsiteX1" fmla="*/ 1160207 w 1170039"/>
              <a:gd name="connsiteY1" fmla="*/ 0 h 2428567"/>
              <a:gd name="connsiteX2" fmla="*/ 1170039 w 1170039"/>
              <a:gd name="connsiteY2" fmla="*/ 2428567 h 2428567"/>
              <a:gd name="connsiteX3" fmla="*/ 0 w 1170039"/>
              <a:gd name="connsiteY3" fmla="*/ 1946786 h 2428567"/>
              <a:gd name="connsiteX4" fmla="*/ 393291 w 1170039"/>
              <a:gd name="connsiteY4" fmla="*/ 471948 h 2428567"/>
              <a:gd name="connsiteX0" fmla="*/ 393291 w 1170039"/>
              <a:gd name="connsiteY0" fmla="*/ 471948 h 2428567"/>
              <a:gd name="connsiteX1" fmla="*/ 1160207 w 1170039"/>
              <a:gd name="connsiteY1" fmla="*/ 0 h 2428567"/>
              <a:gd name="connsiteX2" fmla="*/ 1170039 w 1170039"/>
              <a:gd name="connsiteY2" fmla="*/ 2428567 h 2428567"/>
              <a:gd name="connsiteX3" fmla="*/ 0 w 1170039"/>
              <a:gd name="connsiteY3" fmla="*/ 1946786 h 2428567"/>
              <a:gd name="connsiteX4" fmla="*/ 393291 w 1170039"/>
              <a:gd name="connsiteY4" fmla="*/ 471948 h 2428567"/>
              <a:gd name="connsiteX0" fmla="*/ 1 w 1170039"/>
              <a:gd name="connsiteY0" fmla="*/ 1809135 h 2428567"/>
              <a:gd name="connsiteX1" fmla="*/ 1160207 w 1170039"/>
              <a:gd name="connsiteY1" fmla="*/ 0 h 2428567"/>
              <a:gd name="connsiteX2" fmla="*/ 1170039 w 1170039"/>
              <a:gd name="connsiteY2" fmla="*/ 2428567 h 2428567"/>
              <a:gd name="connsiteX3" fmla="*/ 0 w 1170039"/>
              <a:gd name="connsiteY3" fmla="*/ 1946786 h 2428567"/>
              <a:gd name="connsiteX4" fmla="*/ 1 w 1170039"/>
              <a:gd name="connsiteY4" fmla="*/ 1809135 h 2428567"/>
              <a:gd name="connsiteX0" fmla="*/ 1 w 1170039"/>
              <a:gd name="connsiteY0" fmla="*/ 1809135 h 2428567"/>
              <a:gd name="connsiteX1" fmla="*/ 1160207 w 1170039"/>
              <a:gd name="connsiteY1" fmla="*/ 0 h 2428567"/>
              <a:gd name="connsiteX2" fmla="*/ 1170039 w 1170039"/>
              <a:gd name="connsiteY2" fmla="*/ 2428567 h 2428567"/>
              <a:gd name="connsiteX3" fmla="*/ 0 w 1170039"/>
              <a:gd name="connsiteY3" fmla="*/ 1946786 h 2428567"/>
              <a:gd name="connsiteX4" fmla="*/ 1 w 1170039"/>
              <a:gd name="connsiteY4" fmla="*/ 1809135 h 2428567"/>
              <a:gd name="connsiteX0" fmla="*/ 0 w 1208624"/>
              <a:gd name="connsiteY0" fmla="*/ 224175 h 2428567"/>
              <a:gd name="connsiteX1" fmla="*/ 1198792 w 1208624"/>
              <a:gd name="connsiteY1" fmla="*/ 0 h 2428567"/>
              <a:gd name="connsiteX2" fmla="*/ 1208624 w 1208624"/>
              <a:gd name="connsiteY2" fmla="*/ 2428567 h 2428567"/>
              <a:gd name="connsiteX3" fmla="*/ 38585 w 1208624"/>
              <a:gd name="connsiteY3" fmla="*/ 1946786 h 2428567"/>
              <a:gd name="connsiteX4" fmla="*/ 0 w 1208624"/>
              <a:gd name="connsiteY4" fmla="*/ 224175 h 2428567"/>
              <a:gd name="connsiteX0" fmla="*/ 0 w 1208624"/>
              <a:gd name="connsiteY0" fmla="*/ 224175 h 2428567"/>
              <a:gd name="connsiteX1" fmla="*/ 1198792 w 1208624"/>
              <a:gd name="connsiteY1" fmla="*/ 0 h 2428567"/>
              <a:gd name="connsiteX2" fmla="*/ 1208624 w 1208624"/>
              <a:gd name="connsiteY2" fmla="*/ 2428567 h 2428567"/>
              <a:gd name="connsiteX3" fmla="*/ 38585 w 1208624"/>
              <a:gd name="connsiteY3" fmla="*/ 1946786 h 2428567"/>
              <a:gd name="connsiteX4" fmla="*/ 0 w 1208624"/>
              <a:gd name="connsiteY4" fmla="*/ 224175 h 2428567"/>
              <a:gd name="connsiteX0" fmla="*/ 0 w 1208624"/>
              <a:gd name="connsiteY0" fmla="*/ 224175 h 2428567"/>
              <a:gd name="connsiteX1" fmla="*/ 1198792 w 1208624"/>
              <a:gd name="connsiteY1" fmla="*/ 0 h 2428567"/>
              <a:gd name="connsiteX2" fmla="*/ 1208624 w 1208624"/>
              <a:gd name="connsiteY2" fmla="*/ 2428567 h 2428567"/>
              <a:gd name="connsiteX3" fmla="*/ 38585 w 1208624"/>
              <a:gd name="connsiteY3" fmla="*/ 1946786 h 2428567"/>
              <a:gd name="connsiteX4" fmla="*/ 0 w 1208624"/>
              <a:gd name="connsiteY4" fmla="*/ 224175 h 2428567"/>
              <a:gd name="connsiteX0" fmla="*/ 0 w 1208624"/>
              <a:gd name="connsiteY0" fmla="*/ 224175 h 2428567"/>
              <a:gd name="connsiteX1" fmla="*/ 1198792 w 1208624"/>
              <a:gd name="connsiteY1" fmla="*/ 0 h 2428567"/>
              <a:gd name="connsiteX2" fmla="*/ 1208624 w 1208624"/>
              <a:gd name="connsiteY2" fmla="*/ 2428567 h 2428567"/>
              <a:gd name="connsiteX3" fmla="*/ 38585 w 1208624"/>
              <a:gd name="connsiteY3" fmla="*/ 1946786 h 2428567"/>
              <a:gd name="connsiteX4" fmla="*/ 0 w 1208624"/>
              <a:gd name="connsiteY4" fmla="*/ 224175 h 2428567"/>
              <a:gd name="connsiteX0" fmla="*/ 360141 w 1568765"/>
              <a:gd name="connsiteY0" fmla="*/ 224175 h 2428567"/>
              <a:gd name="connsiteX1" fmla="*/ 1558933 w 1568765"/>
              <a:gd name="connsiteY1" fmla="*/ 0 h 2428567"/>
              <a:gd name="connsiteX2" fmla="*/ 1568765 w 1568765"/>
              <a:gd name="connsiteY2" fmla="*/ 2428567 h 2428567"/>
              <a:gd name="connsiteX3" fmla="*/ 0 w 1568765"/>
              <a:gd name="connsiteY3" fmla="*/ 341506 h 2428567"/>
              <a:gd name="connsiteX4" fmla="*/ 360141 w 1568765"/>
              <a:gd name="connsiteY4" fmla="*/ 224175 h 2428567"/>
              <a:gd name="connsiteX0" fmla="*/ 360141 w 1568765"/>
              <a:gd name="connsiteY0" fmla="*/ 224175 h 2428567"/>
              <a:gd name="connsiteX1" fmla="*/ 1558933 w 1568765"/>
              <a:gd name="connsiteY1" fmla="*/ 0 h 2428567"/>
              <a:gd name="connsiteX2" fmla="*/ 1568765 w 1568765"/>
              <a:gd name="connsiteY2" fmla="*/ 2428567 h 2428567"/>
              <a:gd name="connsiteX3" fmla="*/ 0 w 1568765"/>
              <a:gd name="connsiteY3" fmla="*/ 341506 h 2428567"/>
              <a:gd name="connsiteX4" fmla="*/ 360141 w 1568765"/>
              <a:gd name="connsiteY4" fmla="*/ 224175 h 24285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68765" h="2428567">
                <a:moveTo>
                  <a:pt x="360141" y="224175"/>
                </a:moveTo>
                <a:cubicBezTo>
                  <a:pt x="978394" y="281530"/>
                  <a:pt x="1236509" y="288085"/>
                  <a:pt x="1558933" y="0"/>
                </a:cubicBezTo>
                <a:cubicBezTo>
                  <a:pt x="1562210" y="809522"/>
                  <a:pt x="1565488" y="1619045"/>
                  <a:pt x="1568765" y="2428567"/>
                </a:cubicBezTo>
                <a:cubicBezTo>
                  <a:pt x="1218082" y="2058219"/>
                  <a:pt x="714478" y="485712"/>
                  <a:pt x="0" y="341506"/>
                </a:cubicBezTo>
                <a:cubicBezTo>
                  <a:pt x="0" y="295622"/>
                  <a:pt x="360141" y="270059"/>
                  <a:pt x="360141" y="224175"/>
                </a:cubicBezTo>
                <a:close/>
              </a:path>
            </a:pathLst>
          </a:custGeom>
          <a:gradFill>
            <a:gsLst>
              <a:gs pos="0">
                <a:schemeClr val="bg1">
                  <a:lumMod val="95000"/>
                </a:schemeClr>
              </a:gs>
              <a:gs pos="100000">
                <a:schemeClr val="bg1">
                  <a:lumMod val="75000"/>
                </a:schemeClr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179" name="Group 178">
            <a:extLst>
              <a:ext uri="{FF2B5EF4-FFF2-40B4-BE49-F238E27FC236}">
                <a16:creationId xmlns:a16="http://schemas.microsoft.com/office/drawing/2014/main" id="{10DDEBD4-7353-9541-B72F-43E36357B966}"/>
              </a:ext>
            </a:extLst>
          </p:cNvPr>
          <p:cNvGrpSpPr/>
          <p:nvPr/>
        </p:nvGrpSpPr>
        <p:grpSpPr>
          <a:xfrm>
            <a:off x="9656848" y="3847117"/>
            <a:ext cx="1149458" cy="2667397"/>
            <a:chOff x="9764348" y="1447800"/>
            <a:chExt cx="1149458" cy="2667397"/>
          </a:xfrm>
        </p:grpSpPr>
        <p:sp>
          <p:nvSpPr>
            <p:cNvPr id="180" name="Rectangle 179">
              <a:extLst>
                <a:ext uri="{FF2B5EF4-FFF2-40B4-BE49-F238E27FC236}">
                  <a16:creationId xmlns:a16="http://schemas.microsoft.com/office/drawing/2014/main" id="{E0ED8B3F-2D0A-3B4F-8597-6D523A519ACE}"/>
                </a:ext>
              </a:extLst>
            </p:cNvPr>
            <p:cNvSpPr/>
            <p:nvPr/>
          </p:nvSpPr>
          <p:spPr>
            <a:xfrm>
              <a:off x="9783097" y="1447800"/>
              <a:ext cx="1130709" cy="242611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181" name="Group 180">
              <a:extLst>
                <a:ext uri="{FF2B5EF4-FFF2-40B4-BE49-F238E27FC236}">
                  <a16:creationId xmlns:a16="http://schemas.microsoft.com/office/drawing/2014/main" id="{FCC75114-1E36-B840-9A29-0C23BD09F41B}"/>
                </a:ext>
              </a:extLst>
            </p:cNvPr>
            <p:cNvGrpSpPr/>
            <p:nvPr/>
          </p:nvGrpSpPr>
          <p:grpSpPr>
            <a:xfrm>
              <a:off x="9764348" y="1447800"/>
              <a:ext cx="1130291" cy="2667397"/>
              <a:chOff x="9472119" y="702026"/>
              <a:chExt cx="1130291" cy="2667397"/>
            </a:xfrm>
          </p:grpSpPr>
          <p:sp>
            <p:nvSpPr>
              <p:cNvPr id="182" name="Rectangle 181">
                <a:extLst>
                  <a:ext uri="{FF2B5EF4-FFF2-40B4-BE49-F238E27FC236}">
                    <a16:creationId xmlns:a16="http://schemas.microsoft.com/office/drawing/2014/main" id="{263C8C73-22EE-D041-BE86-2A0A330003BA}"/>
                  </a:ext>
                </a:extLst>
              </p:cNvPr>
              <p:cNvSpPr/>
              <p:nvPr/>
            </p:nvSpPr>
            <p:spPr>
              <a:xfrm>
                <a:off x="9485428" y="706056"/>
                <a:ext cx="1116982" cy="370390"/>
              </a:xfrm>
              <a:prstGeom prst="rect">
                <a:avLst/>
              </a:prstGeom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14" name="TextBox 213">
                <a:extLst>
                  <a:ext uri="{FF2B5EF4-FFF2-40B4-BE49-F238E27FC236}">
                    <a16:creationId xmlns:a16="http://schemas.microsoft.com/office/drawing/2014/main" id="{1D4B225B-56A4-C54E-B06D-75AF9FB2D768}"/>
                  </a:ext>
                </a:extLst>
              </p:cNvPr>
              <p:cNvSpPr txBox="1"/>
              <p:nvPr/>
            </p:nvSpPr>
            <p:spPr>
              <a:xfrm>
                <a:off x="9472119" y="702026"/>
                <a:ext cx="1088020" cy="266739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>
                  <a:spcAft>
                    <a:spcPts val="400"/>
                  </a:spcAft>
                </a:pPr>
                <a:r>
                  <a:rPr lang="en-US" sz="2000" dirty="0">
                    <a:solidFill>
                      <a:schemeClr val="bg1"/>
                    </a:solidFill>
                  </a:rPr>
                  <a:t>DV in f:</a:t>
                </a:r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(a) =</a:t>
                </a:r>
                <a:r>
                  <a:rPr lang="en-US" sz="1600" dirty="0">
                    <a:cs typeface="Arial" charset="0"/>
                  </a:rPr>
                  <a:t> ∞</a:t>
                </a:r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(b) =</a:t>
                </a:r>
                <a:r>
                  <a:rPr lang="en-US" sz="1600" dirty="0">
                    <a:cs typeface="Arial" charset="0"/>
                  </a:rPr>
                  <a:t> ∞</a:t>
                </a:r>
                <a:endParaRPr lang="en-US" sz="1600" dirty="0"/>
              </a:p>
              <a:p>
                <a:pPr marL="114300" lvl="1"/>
                <a:r>
                  <a:rPr lang="en-US" sz="1600" dirty="0">
                    <a:cs typeface="Arial" charset="0"/>
                  </a:rPr>
                  <a:t>D</a:t>
                </a:r>
                <a:r>
                  <a:rPr lang="en-US" sz="1600" baseline="-25000" dirty="0">
                    <a:cs typeface="Arial" charset="0"/>
                  </a:rPr>
                  <a:t>c</a:t>
                </a:r>
                <a:r>
                  <a:rPr lang="en-US" sz="1600" dirty="0">
                    <a:cs typeface="Arial" charset="0"/>
                  </a:rPr>
                  <a:t>(c) = ∞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(d) =</a:t>
                </a:r>
                <a:r>
                  <a:rPr lang="en-US" sz="1600" dirty="0">
                    <a:cs typeface="Arial" charset="0"/>
                  </a:rPr>
                  <a:t> ∞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(e) =</a:t>
                </a:r>
                <a:r>
                  <a:rPr lang="en-US" sz="1600" dirty="0">
                    <a:cs typeface="Arial" charset="0"/>
                  </a:rPr>
                  <a:t> 1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(f) =</a:t>
                </a:r>
                <a:r>
                  <a:rPr lang="en-US" sz="1600" dirty="0">
                    <a:cs typeface="Arial" charset="0"/>
                  </a:rPr>
                  <a:t> 0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(g) =</a:t>
                </a:r>
                <a:r>
                  <a:rPr lang="en-US" sz="1600" dirty="0">
                    <a:cs typeface="Arial" charset="0"/>
                  </a:rPr>
                  <a:t> ∞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(h) =</a:t>
                </a:r>
                <a:r>
                  <a:rPr lang="en-US" sz="1600" dirty="0">
                    <a:cs typeface="Arial" charset="0"/>
                  </a:rPr>
                  <a:t> ∞</a:t>
                </a:r>
                <a:endParaRPr lang="en-US" sz="1600" dirty="0"/>
              </a:p>
              <a:p>
                <a:pPr marL="114300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(i) =</a:t>
                </a:r>
                <a:r>
                  <a:rPr lang="en-US" sz="1600" dirty="0">
                    <a:cs typeface="Arial" charset="0"/>
                  </a:rPr>
                  <a:t> 1</a:t>
                </a:r>
                <a:endParaRPr lang="en-US" sz="1600" dirty="0"/>
              </a:p>
            </p:txBody>
          </p:sp>
          <p:cxnSp>
            <p:nvCxnSpPr>
              <p:cNvPr id="220" name="Straight Connector 219">
                <a:extLst>
                  <a:ext uri="{FF2B5EF4-FFF2-40B4-BE49-F238E27FC236}">
                    <a16:creationId xmlns:a16="http://schemas.microsoft.com/office/drawing/2014/main" id="{E590C634-B576-E54C-94F8-7B2EAD859BC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477371" y="1076444"/>
                <a:ext cx="1123866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27" name="Rectangle 226">
                <a:extLst>
                  <a:ext uri="{FF2B5EF4-FFF2-40B4-BE49-F238E27FC236}">
                    <a16:creationId xmlns:a16="http://schemas.microsoft.com/office/drawing/2014/main" id="{03080151-68AE-D642-A727-713A5B002CA3}"/>
                  </a:ext>
                </a:extLst>
              </p:cNvPr>
              <p:cNvSpPr/>
              <p:nvPr/>
            </p:nvSpPr>
            <p:spPr>
              <a:xfrm>
                <a:off x="9479666" y="706055"/>
                <a:ext cx="1122744" cy="2620773"/>
              </a:xfrm>
              <a:prstGeom prst="rect">
                <a:avLst/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</p:grpSp>
      <p:grpSp>
        <p:nvGrpSpPr>
          <p:cNvPr id="8" name="Group 7">
            <a:extLst>
              <a:ext uri="{FF2B5EF4-FFF2-40B4-BE49-F238E27FC236}">
                <a16:creationId xmlns:a16="http://schemas.microsoft.com/office/drawing/2014/main" id="{06A226F5-E1A0-0745-A702-A2A97BFBFCD7}"/>
              </a:ext>
            </a:extLst>
          </p:cNvPr>
          <p:cNvGrpSpPr/>
          <p:nvPr/>
        </p:nvGrpSpPr>
        <p:grpSpPr>
          <a:xfrm>
            <a:off x="9685117" y="1067456"/>
            <a:ext cx="1155603" cy="2672477"/>
            <a:chOff x="10325197" y="813456"/>
            <a:chExt cx="1155603" cy="2672477"/>
          </a:xfrm>
        </p:grpSpPr>
        <p:sp>
          <p:nvSpPr>
            <p:cNvPr id="366" name="Rectangle 365">
              <a:extLst>
                <a:ext uri="{FF2B5EF4-FFF2-40B4-BE49-F238E27FC236}">
                  <a16:creationId xmlns:a16="http://schemas.microsoft.com/office/drawing/2014/main" id="{E11C6EC6-4F28-CD44-B5B6-0143F1CD0CD3}"/>
                </a:ext>
              </a:extLst>
            </p:cNvPr>
            <p:cNvSpPr/>
            <p:nvPr/>
          </p:nvSpPr>
          <p:spPr>
            <a:xfrm>
              <a:off x="10355334" y="813456"/>
              <a:ext cx="1125466" cy="2630783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68" name="Rectangle 367">
              <a:extLst>
                <a:ext uri="{FF2B5EF4-FFF2-40B4-BE49-F238E27FC236}">
                  <a16:creationId xmlns:a16="http://schemas.microsoft.com/office/drawing/2014/main" id="{F6C3876C-103E-634C-8619-285D4D96A9C8}"/>
                </a:ext>
              </a:extLst>
            </p:cNvPr>
            <p:cNvSpPr/>
            <p:nvPr/>
          </p:nvSpPr>
          <p:spPr>
            <a:xfrm>
              <a:off x="10338507" y="825123"/>
              <a:ext cx="1141582" cy="407835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69" name="TextBox 368">
              <a:extLst>
                <a:ext uri="{FF2B5EF4-FFF2-40B4-BE49-F238E27FC236}">
                  <a16:creationId xmlns:a16="http://schemas.microsoft.com/office/drawing/2014/main" id="{7C7420E3-75DE-FB4C-B805-F6E92683D068}"/>
                </a:ext>
              </a:extLst>
            </p:cNvPr>
            <p:cNvSpPr txBox="1"/>
            <p:nvPr/>
          </p:nvSpPr>
          <p:spPr>
            <a:xfrm>
              <a:off x="10325197" y="821098"/>
              <a:ext cx="1117197" cy="266483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spcAft>
                  <a:spcPts val="400"/>
                </a:spcAft>
              </a:pPr>
              <a:r>
                <a:rPr lang="en-US" sz="2000" dirty="0">
                  <a:solidFill>
                    <a:schemeClr val="bg1"/>
                  </a:solidFill>
                </a:rPr>
                <a:t>DV in e:</a:t>
              </a:r>
            </a:p>
            <a:p>
              <a:pPr marL="114300" lvl="1"/>
              <a:r>
                <a:rPr lang="en-US" sz="1600" dirty="0"/>
                <a:t>D</a:t>
              </a:r>
              <a:r>
                <a:rPr lang="en-US" sz="1600" baseline="-25000" dirty="0"/>
                <a:t>e</a:t>
              </a:r>
              <a:r>
                <a:rPr lang="en-US" sz="1600" dirty="0"/>
                <a:t>(a) =</a:t>
              </a:r>
              <a:r>
                <a:rPr lang="en-US" sz="1600" dirty="0">
                  <a:cs typeface="Arial" charset="0"/>
                </a:rPr>
                <a:t> ∞</a:t>
              </a:r>
            </a:p>
            <a:p>
              <a:pPr marL="114300" lvl="1"/>
              <a:r>
                <a:rPr lang="en-US" sz="1600" dirty="0"/>
                <a:t>D</a:t>
              </a:r>
              <a:r>
                <a:rPr lang="en-US" sz="1600" baseline="-25000" dirty="0"/>
                <a:t>e</a:t>
              </a:r>
              <a:r>
                <a:rPr lang="en-US" sz="1600" dirty="0"/>
                <a:t>(b) =</a:t>
              </a:r>
              <a:r>
                <a:rPr lang="en-US" sz="1600" dirty="0">
                  <a:cs typeface="Arial" charset="0"/>
                </a:rPr>
                <a:t> 1</a:t>
              </a:r>
              <a:endParaRPr lang="en-US" sz="1600" dirty="0"/>
            </a:p>
            <a:p>
              <a:pPr marL="114300" lvl="1"/>
              <a:r>
                <a:rPr lang="en-US" sz="1600" dirty="0"/>
                <a:t>D</a:t>
              </a:r>
              <a:r>
                <a:rPr lang="en-US" sz="1600" baseline="-25000" dirty="0"/>
                <a:t>e</a:t>
              </a:r>
              <a:r>
                <a:rPr lang="en-US" sz="1600" dirty="0"/>
                <a:t>(c) =</a:t>
              </a:r>
              <a:r>
                <a:rPr lang="en-US" sz="1600" dirty="0">
                  <a:cs typeface="Arial" charset="0"/>
                </a:rPr>
                <a:t> ∞</a:t>
              </a:r>
              <a:endParaRPr lang="en-US" sz="1600" dirty="0"/>
            </a:p>
            <a:p>
              <a:pPr marL="114300" lvl="1"/>
              <a:r>
                <a:rPr lang="en-US" sz="1600" dirty="0"/>
                <a:t>D</a:t>
              </a:r>
              <a:r>
                <a:rPr lang="en-US" sz="1600" baseline="-25000" dirty="0"/>
                <a:t>e</a:t>
              </a:r>
              <a:r>
                <a:rPr lang="en-US" sz="1600" dirty="0"/>
                <a:t>(d) =</a:t>
              </a:r>
              <a:r>
                <a:rPr lang="en-US" sz="1600" dirty="0">
                  <a:cs typeface="Arial" charset="0"/>
                </a:rPr>
                <a:t> 1</a:t>
              </a:r>
            </a:p>
            <a:p>
              <a:pPr marL="114300" lvl="1"/>
              <a:r>
                <a:rPr lang="en-US" sz="1600" dirty="0">
                  <a:cs typeface="Arial" charset="0"/>
                </a:rPr>
                <a:t>D</a:t>
              </a:r>
              <a:r>
                <a:rPr lang="en-US" sz="1600" baseline="-25000" dirty="0">
                  <a:cs typeface="Arial" charset="0"/>
                </a:rPr>
                <a:t>e</a:t>
              </a:r>
              <a:r>
                <a:rPr lang="en-US" sz="1600" dirty="0">
                  <a:cs typeface="Arial" charset="0"/>
                </a:rPr>
                <a:t>(e) = 0</a:t>
              </a:r>
              <a:endParaRPr lang="en-US" sz="1600" dirty="0"/>
            </a:p>
            <a:p>
              <a:pPr marL="114300" lvl="1"/>
              <a:r>
                <a:rPr lang="en-US" sz="1600" dirty="0"/>
                <a:t>D</a:t>
              </a:r>
              <a:r>
                <a:rPr lang="en-US" sz="1600" baseline="-25000" dirty="0"/>
                <a:t>e</a:t>
              </a:r>
              <a:r>
                <a:rPr lang="en-US" sz="1600" dirty="0"/>
                <a:t>(f) =</a:t>
              </a:r>
              <a:r>
                <a:rPr lang="en-US" sz="1600" dirty="0">
                  <a:cs typeface="Arial" charset="0"/>
                </a:rPr>
                <a:t> 1</a:t>
              </a:r>
              <a:endParaRPr lang="en-US" sz="1600" dirty="0"/>
            </a:p>
            <a:p>
              <a:pPr marL="114300" lvl="1"/>
              <a:r>
                <a:rPr lang="en-US" sz="1600" dirty="0"/>
                <a:t>D</a:t>
              </a:r>
              <a:r>
                <a:rPr lang="en-US" sz="1600" baseline="-25000" dirty="0"/>
                <a:t>e</a:t>
              </a:r>
              <a:r>
                <a:rPr lang="en-US" sz="1600" dirty="0"/>
                <a:t>(g) =</a:t>
              </a:r>
              <a:r>
                <a:rPr lang="en-US" sz="1600" dirty="0">
                  <a:cs typeface="Arial" charset="0"/>
                </a:rPr>
                <a:t> ∞</a:t>
              </a:r>
              <a:endParaRPr lang="en-US" sz="1600" dirty="0"/>
            </a:p>
            <a:p>
              <a:pPr marL="114300" lvl="1"/>
              <a:r>
                <a:rPr lang="en-US" sz="1600" dirty="0"/>
                <a:t>D</a:t>
              </a:r>
              <a:r>
                <a:rPr lang="en-US" sz="1600" baseline="-25000" dirty="0"/>
                <a:t>e</a:t>
              </a:r>
              <a:r>
                <a:rPr lang="en-US" sz="1600" dirty="0"/>
                <a:t>(h) =</a:t>
              </a:r>
              <a:r>
                <a:rPr lang="en-US" sz="1600" dirty="0">
                  <a:cs typeface="Arial" charset="0"/>
                </a:rPr>
                <a:t> 1</a:t>
              </a:r>
              <a:endParaRPr lang="en-US" sz="1600" dirty="0"/>
            </a:p>
            <a:p>
              <a:pPr marL="114300"/>
              <a:r>
                <a:rPr lang="en-US" sz="1600" dirty="0"/>
                <a:t>D</a:t>
              </a:r>
              <a:r>
                <a:rPr lang="en-US" sz="1600" baseline="-25000" dirty="0"/>
                <a:t>e</a:t>
              </a:r>
              <a:r>
                <a:rPr lang="en-US" sz="1600" dirty="0"/>
                <a:t>(i) =</a:t>
              </a:r>
              <a:r>
                <a:rPr lang="en-US" sz="1600" dirty="0">
                  <a:cs typeface="Arial" charset="0"/>
                </a:rPr>
                <a:t> ∞</a:t>
              </a:r>
              <a:endParaRPr lang="en-US" sz="1600" dirty="0"/>
            </a:p>
          </p:txBody>
        </p:sp>
        <p:cxnSp>
          <p:nvCxnSpPr>
            <p:cNvPr id="370" name="Straight Connector 369">
              <a:extLst>
                <a:ext uri="{FF2B5EF4-FFF2-40B4-BE49-F238E27FC236}">
                  <a16:creationId xmlns:a16="http://schemas.microsoft.com/office/drawing/2014/main" id="{1DC7A48D-E2F6-C84C-A00F-2E0AAD581115}"/>
                </a:ext>
              </a:extLst>
            </p:cNvPr>
            <p:cNvCxnSpPr>
              <a:cxnSpLocks/>
            </p:cNvCxnSpPr>
            <p:nvPr/>
          </p:nvCxnSpPr>
          <p:spPr>
            <a:xfrm>
              <a:off x="10330450" y="1225636"/>
              <a:ext cx="1148618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71" name="Rectangle 370">
              <a:extLst>
                <a:ext uri="{FF2B5EF4-FFF2-40B4-BE49-F238E27FC236}">
                  <a16:creationId xmlns:a16="http://schemas.microsoft.com/office/drawing/2014/main" id="{D7FCACB9-7EBD-6042-B148-4018CD65A0BC}"/>
                </a:ext>
              </a:extLst>
            </p:cNvPr>
            <p:cNvSpPr/>
            <p:nvPr/>
          </p:nvSpPr>
          <p:spPr>
            <a:xfrm>
              <a:off x="10332745" y="825123"/>
              <a:ext cx="1122744" cy="2616597"/>
            </a:xfrm>
            <a:prstGeom prst="rect">
              <a:avLst/>
            </a:pr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228" name="Group 227">
            <a:extLst>
              <a:ext uri="{FF2B5EF4-FFF2-40B4-BE49-F238E27FC236}">
                <a16:creationId xmlns:a16="http://schemas.microsoft.com/office/drawing/2014/main" id="{9413BF4D-A39A-5642-A43D-A3C2CE1A0D9F}"/>
              </a:ext>
            </a:extLst>
          </p:cNvPr>
          <p:cNvGrpSpPr/>
          <p:nvPr/>
        </p:nvGrpSpPr>
        <p:grpSpPr>
          <a:xfrm>
            <a:off x="2595648" y="4070637"/>
            <a:ext cx="1149458" cy="2667397"/>
            <a:chOff x="9764348" y="1447800"/>
            <a:chExt cx="1149458" cy="2667397"/>
          </a:xfrm>
        </p:grpSpPr>
        <p:sp>
          <p:nvSpPr>
            <p:cNvPr id="229" name="Rectangle 228">
              <a:extLst>
                <a:ext uri="{FF2B5EF4-FFF2-40B4-BE49-F238E27FC236}">
                  <a16:creationId xmlns:a16="http://schemas.microsoft.com/office/drawing/2014/main" id="{9ADF260B-6661-034F-A0B1-9434C10CB6EA}"/>
                </a:ext>
              </a:extLst>
            </p:cNvPr>
            <p:cNvSpPr/>
            <p:nvPr/>
          </p:nvSpPr>
          <p:spPr>
            <a:xfrm>
              <a:off x="9783097" y="1447800"/>
              <a:ext cx="1130709" cy="242611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230" name="Group 229">
              <a:extLst>
                <a:ext uri="{FF2B5EF4-FFF2-40B4-BE49-F238E27FC236}">
                  <a16:creationId xmlns:a16="http://schemas.microsoft.com/office/drawing/2014/main" id="{A0F6E678-018D-9043-9B9E-520CE9425B4F}"/>
                </a:ext>
              </a:extLst>
            </p:cNvPr>
            <p:cNvGrpSpPr/>
            <p:nvPr/>
          </p:nvGrpSpPr>
          <p:grpSpPr>
            <a:xfrm>
              <a:off x="9764348" y="1447800"/>
              <a:ext cx="1130291" cy="2667397"/>
              <a:chOff x="9472119" y="702026"/>
              <a:chExt cx="1130291" cy="2667397"/>
            </a:xfrm>
          </p:grpSpPr>
          <p:sp>
            <p:nvSpPr>
              <p:cNvPr id="231" name="Rectangle 230">
                <a:extLst>
                  <a:ext uri="{FF2B5EF4-FFF2-40B4-BE49-F238E27FC236}">
                    <a16:creationId xmlns:a16="http://schemas.microsoft.com/office/drawing/2014/main" id="{3C54479A-6447-6C41-A65D-8CDF02997F4D}"/>
                  </a:ext>
                </a:extLst>
              </p:cNvPr>
              <p:cNvSpPr/>
              <p:nvPr/>
            </p:nvSpPr>
            <p:spPr>
              <a:xfrm>
                <a:off x="9485428" y="706056"/>
                <a:ext cx="1116982" cy="370390"/>
              </a:xfrm>
              <a:prstGeom prst="rect">
                <a:avLst/>
              </a:prstGeom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32" name="TextBox 231">
                <a:extLst>
                  <a:ext uri="{FF2B5EF4-FFF2-40B4-BE49-F238E27FC236}">
                    <a16:creationId xmlns:a16="http://schemas.microsoft.com/office/drawing/2014/main" id="{EAB40A06-F7FC-E544-9A35-C1EB6AB93171}"/>
                  </a:ext>
                </a:extLst>
              </p:cNvPr>
              <p:cNvSpPr txBox="1"/>
              <p:nvPr/>
            </p:nvSpPr>
            <p:spPr>
              <a:xfrm>
                <a:off x="9472119" y="702026"/>
                <a:ext cx="1088020" cy="266739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>
                  <a:spcAft>
                    <a:spcPts val="400"/>
                  </a:spcAft>
                </a:pPr>
                <a:r>
                  <a:rPr lang="en-US" sz="2000" dirty="0">
                    <a:solidFill>
                      <a:schemeClr val="bg1"/>
                    </a:solidFill>
                  </a:rPr>
                  <a:t>DV in h:</a:t>
                </a:r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(a) =</a:t>
                </a:r>
                <a:r>
                  <a:rPr lang="en-US" sz="1600" dirty="0">
                    <a:cs typeface="Arial" charset="0"/>
                  </a:rPr>
                  <a:t> ∞</a:t>
                </a:r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(b) =</a:t>
                </a:r>
                <a:r>
                  <a:rPr lang="en-US" sz="1600" dirty="0">
                    <a:cs typeface="Arial" charset="0"/>
                  </a:rPr>
                  <a:t> ∞</a:t>
                </a:r>
                <a:endParaRPr lang="en-US" sz="1600" dirty="0"/>
              </a:p>
              <a:p>
                <a:pPr marL="114300" lvl="1"/>
                <a:r>
                  <a:rPr lang="en-US" sz="1600" dirty="0">
                    <a:cs typeface="Arial" charset="0"/>
                  </a:rPr>
                  <a:t>D</a:t>
                </a:r>
                <a:r>
                  <a:rPr lang="en-US" sz="1600" baseline="-25000" dirty="0">
                    <a:cs typeface="Arial" charset="0"/>
                  </a:rPr>
                  <a:t>c</a:t>
                </a:r>
                <a:r>
                  <a:rPr lang="en-US" sz="1600" dirty="0">
                    <a:cs typeface="Arial" charset="0"/>
                  </a:rPr>
                  <a:t>(c) = ∞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(d) =</a:t>
                </a:r>
                <a:r>
                  <a:rPr lang="en-US" sz="1600" dirty="0">
                    <a:cs typeface="Arial" charset="0"/>
                  </a:rPr>
                  <a:t> ∞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(e) =</a:t>
                </a:r>
                <a:r>
                  <a:rPr lang="en-US" sz="1600" dirty="0">
                    <a:cs typeface="Arial" charset="0"/>
                  </a:rPr>
                  <a:t> 1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(f) =</a:t>
                </a:r>
                <a:r>
                  <a:rPr lang="en-US" sz="1600" dirty="0">
                    <a:cs typeface="Arial" charset="0"/>
                  </a:rPr>
                  <a:t> ∞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(g) =</a:t>
                </a:r>
                <a:r>
                  <a:rPr lang="en-US" sz="1600" dirty="0">
                    <a:cs typeface="Arial" charset="0"/>
                  </a:rPr>
                  <a:t> 1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(h) =</a:t>
                </a:r>
                <a:r>
                  <a:rPr lang="en-US" sz="1600" dirty="0">
                    <a:cs typeface="Arial" charset="0"/>
                  </a:rPr>
                  <a:t> 0</a:t>
                </a:r>
                <a:endParaRPr lang="en-US" sz="1600" dirty="0"/>
              </a:p>
              <a:p>
                <a:pPr marL="114300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(i) =</a:t>
                </a:r>
                <a:r>
                  <a:rPr lang="en-US" sz="1600" dirty="0">
                    <a:cs typeface="Arial" charset="0"/>
                  </a:rPr>
                  <a:t> 1</a:t>
                </a:r>
                <a:endParaRPr lang="en-US" sz="1600" dirty="0"/>
              </a:p>
            </p:txBody>
          </p:sp>
          <p:cxnSp>
            <p:nvCxnSpPr>
              <p:cNvPr id="233" name="Straight Connector 232">
                <a:extLst>
                  <a:ext uri="{FF2B5EF4-FFF2-40B4-BE49-F238E27FC236}">
                    <a16:creationId xmlns:a16="http://schemas.microsoft.com/office/drawing/2014/main" id="{4EE88B9D-48AE-3C41-ACEF-AB953A3DC36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477371" y="1076444"/>
                <a:ext cx="1123866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35" name="Rectangle 234">
                <a:extLst>
                  <a:ext uri="{FF2B5EF4-FFF2-40B4-BE49-F238E27FC236}">
                    <a16:creationId xmlns:a16="http://schemas.microsoft.com/office/drawing/2014/main" id="{B0D4837F-C7E1-464E-AE20-E7BA24E30BAB}"/>
                  </a:ext>
                </a:extLst>
              </p:cNvPr>
              <p:cNvSpPr/>
              <p:nvPr/>
            </p:nvSpPr>
            <p:spPr>
              <a:xfrm>
                <a:off x="9479666" y="706055"/>
                <a:ext cx="1122744" cy="2620773"/>
              </a:xfrm>
              <a:prstGeom prst="rect">
                <a:avLst/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</p:grpSp>
      <p:grpSp>
        <p:nvGrpSpPr>
          <p:cNvPr id="236" name="Group 235">
            <a:extLst>
              <a:ext uri="{FF2B5EF4-FFF2-40B4-BE49-F238E27FC236}">
                <a16:creationId xmlns:a16="http://schemas.microsoft.com/office/drawing/2014/main" id="{E5D1DC4A-8FFB-BC47-A0A1-C5FDF0C7BB15}"/>
              </a:ext>
            </a:extLst>
          </p:cNvPr>
          <p:cNvGrpSpPr/>
          <p:nvPr/>
        </p:nvGrpSpPr>
        <p:grpSpPr>
          <a:xfrm>
            <a:off x="2544848" y="1246157"/>
            <a:ext cx="1149458" cy="2667397"/>
            <a:chOff x="9764348" y="1447800"/>
            <a:chExt cx="1149458" cy="2667397"/>
          </a:xfrm>
        </p:grpSpPr>
        <p:sp>
          <p:nvSpPr>
            <p:cNvPr id="237" name="Rectangle 236">
              <a:extLst>
                <a:ext uri="{FF2B5EF4-FFF2-40B4-BE49-F238E27FC236}">
                  <a16:creationId xmlns:a16="http://schemas.microsoft.com/office/drawing/2014/main" id="{C5D97005-6275-0E40-AC90-33504E6F88D3}"/>
                </a:ext>
              </a:extLst>
            </p:cNvPr>
            <p:cNvSpPr/>
            <p:nvPr/>
          </p:nvSpPr>
          <p:spPr>
            <a:xfrm>
              <a:off x="9783097" y="1447800"/>
              <a:ext cx="1130709" cy="242611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238" name="Group 237">
              <a:extLst>
                <a:ext uri="{FF2B5EF4-FFF2-40B4-BE49-F238E27FC236}">
                  <a16:creationId xmlns:a16="http://schemas.microsoft.com/office/drawing/2014/main" id="{F0F5EFAC-DD71-6445-A54E-E854D4BF79CB}"/>
                </a:ext>
              </a:extLst>
            </p:cNvPr>
            <p:cNvGrpSpPr/>
            <p:nvPr/>
          </p:nvGrpSpPr>
          <p:grpSpPr>
            <a:xfrm>
              <a:off x="9764348" y="1447800"/>
              <a:ext cx="1130291" cy="2667397"/>
              <a:chOff x="9472119" y="702026"/>
              <a:chExt cx="1130291" cy="2667397"/>
            </a:xfrm>
          </p:grpSpPr>
          <p:sp>
            <p:nvSpPr>
              <p:cNvPr id="239" name="Rectangle 238">
                <a:extLst>
                  <a:ext uri="{FF2B5EF4-FFF2-40B4-BE49-F238E27FC236}">
                    <a16:creationId xmlns:a16="http://schemas.microsoft.com/office/drawing/2014/main" id="{96962042-8A2E-A64D-8876-1FD7A84833E5}"/>
                  </a:ext>
                </a:extLst>
              </p:cNvPr>
              <p:cNvSpPr/>
              <p:nvPr/>
            </p:nvSpPr>
            <p:spPr>
              <a:xfrm>
                <a:off x="9485428" y="706056"/>
                <a:ext cx="1116982" cy="370390"/>
              </a:xfrm>
              <a:prstGeom prst="rect">
                <a:avLst/>
              </a:prstGeom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40" name="TextBox 239">
                <a:extLst>
                  <a:ext uri="{FF2B5EF4-FFF2-40B4-BE49-F238E27FC236}">
                    <a16:creationId xmlns:a16="http://schemas.microsoft.com/office/drawing/2014/main" id="{940904E2-A3C0-D842-9DA2-FE7E9C839DC9}"/>
                  </a:ext>
                </a:extLst>
              </p:cNvPr>
              <p:cNvSpPr txBox="1"/>
              <p:nvPr/>
            </p:nvSpPr>
            <p:spPr>
              <a:xfrm>
                <a:off x="9472119" y="702026"/>
                <a:ext cx="1088020" cy="266739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>
                  <a:spcAft>
                    <a:spcPts val="400"/>
                  </a:spcAft>
                </a:pPr>
                <a:r>
                  <a:rPr lang="en-US" sz="2000" dirty="0">
                    <a:solidFill>
                      <a:schemeClr val="bg1"/>
                    </a:solidFill>
                  </a:rPr>
                  <a:t>DV in d:</a:t>
                </a:r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(a) =</a:t>
                </a:r>
                <a:r>
                  <a:rPr lang="en-US" sz="1600" dirty="0">
                    <a:cs typeface="Arial" charset="0"/>
                  </a:rPr>
                  <a:t> 1</a:t>
                </a:r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(b) =</a:t>
                </a:r>
                <a:r>
                  <a:rPr lang="en-US" sz="1600" dirty="0">
                    <a:cs typeface="Arial" charset="0"/>
                  </a:rPr>
                  <a:t> ∞</a:t>
                </a:r>
                <a:endParaRPr lang="en-US" sz="1600" dirty="0"/>
              </a:p>
              <a:p>
                <a:pPr marL="114300" lvl="1"/>
                <a:r>
                  <a:rPr lang="en-US" sz="1600" dirty="0">
                    <a:cs typeface="Arial" charset="0"/>
                  </a:rPr>
                  <a:t>D</a:t>
                </a:r>
                <a:r>
                  <a:rPr lang="en-US" sz="1600" baseline="-25000" dirty="0">
                    <a:cs typeface="Arial" charset="0"/>
                  </a:rPr>
                  <a:t>c</a:t>
                </a:r>
                <a:r>
                  <a:rPr lang="en-US" sz="1600" dirty="0">
                    <a:cs typeface="Arial" charset="0"/>
                  </a:rPr>
                  <a:t>(c) = ∞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(d) =</a:t>
                </a:r>
                <a:r>
                  <a:rPr lang="en-US" sz="1600" dirty="0">
                    <a:cs typeface="Arial" charset="0"/>
                  </a:rPr>
                  <a:t> 0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(e) =</a:t>
                </a:r>
                <a:r>
                  <a:rPr lang="en-US" sz="1600" dirty="0">
                    <a:cs typeface="Arial" charset="0"/>
                  </a:rPr>
                  <a:t> 1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(f) =</a:t>
                </a:r>
                <a:r>
                  <a:rPr lang="en-US" sz="1600" dirty="0">
                    <a:cs typeface="Arial" charset="0"/>
                  </a:rPr>
                  <a:t> ∞ </a:t>
                </a:r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(g) = 1</a:t>
                </a:r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(h) =</a:t>
                </a:r>
                <a:r>
                  <a:rPr lang="en-US" sz="1600" dirty="0">
                    <a:cs typeface="Arial" charset="0"/>
                  </a:rPr>
                  <a:t> ∞</a:t>
                </a:r>
                <a:endParaRPr lang="en-US" sz="1600" dirty="0"/>
              </a:p>
              <a:p>
                <a:pPr marL="114300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(i) =</a:t>
                </a:r>
                <a:r>
                  <a:rPr lang="en-US" sz="1600" dirty="0">
                    <a:cs typeface="Arial" charset="0"/>
                  </a:rPr>
                  <a:t> ∞</a:t>
                </a:r>
                <a:endParaRPr lang="en-US" sz="1600" dirty="0"/>
              </a:p>
            </p:txBody>
          </p:sp>
          <p:cxnSp>
            <p:nvCxnSpPr>
              <p:cNvPr id="252" name="Straight Connector 251">
                <a:extLst>
                  <a:ext uri="{FF2B5EF4-FFF2-40B4-BE49-F238E27FC236}">
                    <a16:creationId xmlns:a16="http://schemas.microsoft.com/office/drawing/2014/main" id="{A4C13240-3690-274C-B6C9-0173DDE8569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477371" y="1076444"/>
                <a:ext cx="1123866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53" name="Rectangle 252">
                <a:extLst>
                  <a:ext uri="{FF2B5EF4-FFF2-40B4-BE49-F238E27FC236}">
                    <a16:creationId xmlns:a16="http://schemas.microsoft.com/office/drawing/2014/main" id="{8546D7D6-52BC-7B4C-A56A-8A4EB693C647}"/>
                  </a:ext>
                </a:extLst>
              </p:cNvPr>
              <p:cNvSpPr/>
              <p:nvPr/>
            </p:nvSpPr>
            <p:spPr>
              <a:xfrm>
                <a:off x="9479666" y="706055"/>
                <a:ext cx="1122744" cy="2620773"/>
              </a:xfrm>
              <a:prstGeom prst="rect">
                <a:avLst/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</p:grpSp>
      <p:sp>
        <p:nvSpPr>
          <p:cNvPr id="9" name="Freeform 8">
            <a:extLst>
              <a:ext uri="{FF2B5EF4-FFF2-40B4-BE49-F238E27FC236}">
                <a16:creationId xmlns:a16="http://schemas.microsoft.com/office/drawing/2014/main" id="{FE2F627E-78F3-5D44-9884-C049E1334721}"/>
              </a:ext>
            </a:extLst>
          </p:cNvPr>
          <p:cNvSpPr/>
          <p:nvPr/>
        </p:nvSpPr>
        <p:spPr>
          <a:xfrm>
            <a:off x="3677920" y="1280160"/>
            <a:ext cx="853440" cy="2824480"/>
          </a:xfrm>
          <a:custGeom>
            <a:avLst/>
            <a:gdLst>
              <a:gd name="connsiteX0" fmla="*/ 680720 w 853440"/>
              <a:gd name="connsiteY0" fmla="*/ 2824480 h 2824480"/>
              <a:gd name="connsiteX1" fmla="*/ 0 w 853440"/>
              <a:gd name="connsiteY1" fmla="*/ 2590800 h 2824480"/>
              <a:gd name="connsiteX2" fmla="*/ 0 w 853440"/>
              <a:gd name="connsiteY2" fmla="*/ 0 h 2824480"/>
              <a:gd name="connsiteX3" fmla="*/ 853440 w 853440"/>
              <a:gd name="connsiteY3" fmla="*/ 2631440 h 2824480"/>
              <a:gd name="connsiteX4" fmla="*/ 680720 w 853440"/>
              <a:gd name="connsiteY4" fmla="*/ 2824480 h 2824480"/>
              <a:gd name="connsiteX0" fmla="*/ 680720 w 853440"/>
              <a:gd name="connsiteY0" fmla="*/ 2824480 h 2824480"/>
              <a:gd name="connsiteX1" fmla="*/ 0 w 853440"/>
              <a:gd name="connsiteY1" fmla="*/ 2590800 h 2824480"/>
              <a:gd name="connsiteX2" fmla="*/ 0 w 853440"/>
              <a:gd name="connsiteY2" fmla="*/ 0 h 2824480"/>
              <a:gd name="connsiteX3" fmla="*/ 853440 w 853440"/>
              <a:gd name="connsiteY3" fmla="*/ 2631440 h 2824480"/>
              <a:gd name="connsiteX4" fmla="*/ 680720 w 853440"/>
              <a:gd name="connsiteY4" fmla="*/ 2824480 h 2824480"/>
              <a:gd name="connsiteX0" fmla="*/ 680720 w 853440"/>
              <a:gd name="connsiteY0" fmla="*/ 2824480 h 2824480"/>
              <a:gd name="connsiteX1" fmla="*/ 0 w 853440"/>
              <a:gd name="connsiteY1" fmla="*/ 2590800 h 2824480"/>
              <a:gd name="connsiteX2" fmla="*/ 0 w 853440"/>
              <a:gd name="connsiteY2" fmla="*/ 0 h 2824480"/>
              <a:gd name="connsiteX3" fmla="*/ 853440 w 853440"/>
              <a:gd name="connsiteY3" fmla="*/ 2631440 h 2824480"/>
              <a:gd name="connsiteX4" fmla="*/ 680720 w 853440"/>
              <a:gd name="connsiteY4" fmla="*/ 2824480 h 2824480"/>
              <a:gd name="connsiteX0" fmla="*/ 680720 w 853440"/>
              <a:gd name="connsiteY0" fmla="*/ 2824480 h 2824480"/>
              <a:gd name="connsiteX1" fmla="*/ 0 w 853440"/>
              <a:gd name="connsiteY1" fmla="*/ 2590800 h 2824480"/>
              <a:gd name="connsiteX2" fmla="*/ 0 w 853440"/>
              <a:gd name="connsiteY2" fmla="*/ 0 h 2824480"/>
              <a:gd name="connsiteX3" fmla="*/ 853440 w 853440"/>
              <a:gd name="connsiteY3" fmla="*/ 2631440 h 2824480"/>
              <a:gd name="connsiteX4" fmla="*/ 680720 w 853440"/>
              <a:gd name="connsiteY4" fmla="*/ 2824480 h 2824480"/>
              <a:gd name="connsiteX0" fmla="*/ 680720 w 853440"/>
              <a:gd name="connsiteY0" fmla="*/ 2824480 h 2824480"/>
              <a:gd name="connsiteX1" fmla="*/ 0 w 853440"/>
              <a:gd name="connsiteY1" fmla="*/ 2590800 h 2824480"/>
              <a:gd name="connsiteX2" fmla="*/ 0 w 853440"/>
              <a:gd name="connsiteY2" fmla="*/ 0 h 2824480"/>
              <a:gd name="connsiteX3" fmla="*/ 853440 w 853440"/>
              <a:gd name="connsiteY3" fmla="*/ 2631440 h 2824480"/>
              <a:gd name="connsiteX4" fmla="*/ 680720 w 853440"/>
              <a:gd name="connsiteY4" fmla="*/ 2824480 h 28244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53440" h="2824480">
                <a:moveTo>
                  <a:pt x="680720" y="2824480"/>
                </a:moveTo>
                <a:cubicBezTo>
                  <a:pt x="443653" y="2705947"/>
                  <a:pt x="328507" y="2658533"/>
                  <a:pt x="0" y="2590800"/>
                </a:cubicBezTo>
                <a:lnTo>
                  <a:pt x="0" y="0"/>
                </a:lnTo>
                <a:cubicBezTo>
                  <a:pt x="254000" y="1222587"/>
                  <a:pt x="447040" y="1835573"/>
                  <a:pt x="853440" y="2631440"/>
                </a:cubicBezTo>
                <a:lnTo>
                  <a:pt x="680720" y="2824480"/>
                </a:lnTo>
                <a:close/>
              </a:path>
            </a:pathLst>
          </a:custGeom>
          <a:gradFill>
            <a:gsLst>
              <a:gs pos="0">
                <a:schemeClr val="bg1">
                  <a:lumMod val="95000"/>
                </a:schemeClr>
              </a:gs>
              <a:gs pos="100000">
                <a:schemeClr val="bg1">
                  <a:lumMod val="75000"/>
                </a:schemeClr>
              </a:gs>
            </a:gsLst>
            <a:lin ang="108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283" name="Group 282">
            <a:extLst>
              <a:ext uri="{FF2B5EF4-FFF2-40B4-BE49-F238E27FC236}">
                <a16:creationId xmlns:a16="http://schemas.microsoft.com/office/drawing/2014/main" id="{A665C0C8-7FDD-0A42-80A3-CC602804C042}"/>
              </a:ext>
            </a:extLst>
          </p:cNvPr>
          <p:cNvGrpSpPr/>
          <p:nvPr/>
        </p:nvGrpSpPr>
        <p:grpSpPr>
          <a:xfrm>
            <a:off x="4336458" y="3833790"/>
            <a:ext cx="4395351" cy="404576"/>
            <a:chOff x="4333785" y="5772213"/>
            <a:chExt cx="4395351" cy="404576"/>
          </a:xfrm>
        </p:grpSpPr>
        <p:grpSp>
          <p:nvGrpSpPr>
            <p:cNvPr id="284" name="Group 283">
              <a:extLst>
                <a:ext uri="{FF2B5EF4-FFF2-40B4-BE49-F238E27FC236}">
                  <a16:creationId xmlns:a16="http://schemas.microsoft.com/office/drawing/2014/main" id="{4C02DC92-2A83-AC4D-B9F0-2BCDE917BDBC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305" name="Group 304">
                <a:extLst>
                  <a:ext uri="{FF2B5EF4-FFF2-40B4-BE49-F238E27FC236}">
                    <a16:creationId xmlns:a16="http://schemas.microsoft.com/office/drawing/2014/main" id="{F01EB862-010E-A34F-8D39-25BC2BED2A6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09" name="Oval 5">
                  <a:extLst>
                    <a:ext uri="{FF2B5EF4-FFF2-40B4-BE49-F238E27FC236}">
                      <a16:creationId xmlns:a16="http://schemas.microsoft.com/office/drawing/2014/main" id="{C2A61603-05BC-1E4D-99AA-0AB1CC49473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0" name="Line 6">
                  <a:extLst>
                    <a:ext uri="{FF2B5EF4-FFF2-40B4-BE49-F238E27FC236}">
                      <a16:creationId xmlns:a16="http://schemas.microsoft.com/office/drawing/2014/main" id="{7043DA0E-702D-CD4E-BA28-9341275851D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1" name="Line 7">
                  <a:extLst>
                    <a:ext uri="{FF2B5EF4-FFF2-40B4-BE49-F238E27FC236}">
                      <a16:creationId xmlns:a16="http://schemas.microsoft.com/office/drawing/2014/main" id="{CE93F761-782C-C640-B2B6-8CA7492B28B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2" name="Rectangle 8">
                  <a:extLst>
                    <a:ext uri="{FF2B5EF4-FFF2-40B4-BE49-F238E27FC236}">
                      <a16:creationId xmlns:a16="http://schemas.microsoft.com/office/drawing/2014/main" id="{723858D6-68CF-1C4E-A28B-A9FF5D728F2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3" name="Oval 9">
                  <a:extLst>
                    <a:ext uri="{FF2B5EF4-FFF2-40B4-BE49-F238E27FC236}">
                      <a16:creationId xmlns:a16="http://schemas.microsoft.com/office/drawing/2014/main" id="{70A7292E-FC97-924B-9010-8079BEC6219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06" name="Group 44">
                <a:extLst>
                  <a:ext uri="{FF2B5EF4-FFF2-40B4-BE49-F238E27FC236}">
                    <a16:creationId xmlns:a16="http://schemas.microsoft.com/office/drawing/2014/main" id="{DA3B2173-D171-E340-B704-06A3FE481C7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307" name="Rectangle 45">
                  <a:extLst>
                    <a:ext uri="{FF2B5EF4-FFF2-40B4-BE49-F238E27FC236}">
                      <a16:creationId xmlns:a16="http://schemas.microsoft.com/office/drawing/2014/main" id="{A7CA85B6-08AA-4840-AE2B-A3321A49B6F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8" name="Text Box 46">
                  <a:extLst>
                    <a:ext uri="{FF2B5EF4-FFF2-40B4-BE49-F238E27FC236}">
                      <a16:creationId xmlns:a16="http://schemas.microsoft.com/office/drawing/2014/main" id="{68812F5E-7A92-7B45-BBDE-2068A3A134D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d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285" name="Group 284">
              <a:extLst>
                <a:ext uri="{FF2B5EF4-FFF2-40B4-BE49-F238E27FC236}">
                  <a16:creationId xmlns:a16="http://schemas.microsoft.com/office/drawing/2014/main" id="{5E3B07EB-D89E-C542-85F0-D68A3698AEC4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296" name="Group 295">
                <a:extLst>
                  <a:ext uri="{FF2B5EF4-FFF2-40B4-BE49-F238E27FC236}">
                    <a16:creationId xmlns:a16="http://schemas.microsoft.com/office/drawing/2014/main" id="{CE2D511A-9878-0E42-B4E3-97548A8A67A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00" name="Oval 5">
                  <a:extLst>
                    <a:ext uri="{FF2B5EF4-FFF2-40B4-BE49-F238E27FC236}">
                      <a16:creationId xmlns:a16="http://schemas.microsoft.com/office/drawing/2014/main" id="{C66E96DA-F1B1-9A41-8B0D-2F21B3B7ACB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1" name="Line 6">
                  <a:extLst>
                    <a:ext uri="{FF2B5EF4-FFF2-40B4-BE49-F238E27FC236}">
                      <a16:creationId xmlns:a16="http://schemas.microsoft.com/office/drawing/2014/main" id="{A2387D1F-7EF0-9443-8128-6FF284EC9AF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2" name="Line 7">
                  <a:extLst>
                    <a:ext uri="{FF2B5EF4-FFF2-40B4-BE49-F238E27FC236}">
                      <a16:creationId xmlns:a16="http://schemas.microsoft.com/office/drawing/2014/main" id="{4B183F70-EB28-A94F-BF31-54B939F6B75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3" name="Rectangle 8">
                  <a:extLst>
                    <a:ext uri="{FF2B5EF4-FFF2-40B4-BE49-F238E27FC236}">
                      <a16:creationId xmlns:a16="http://schemas.microsoft.com/office/drawing/2014/main" id="{84BE29FD-A805-D348-99C3-8D3C650618E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4" name="Oval 9">
                  <a:extLst>
                    <a:ext uri="{FF2B5EF4-FFF2-40B4-BE49-F238E27FC236}">
                      <a16:creationId xmlns:a16="http://schemas.microsoft.com/office/drawing/2014/main" id="{BF5D685A-16D6-5B40-9EEF-970D3CDCE37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97" name="Group 44">
                <a:extLst>
                  <a:ext uri="{FF2B5EF4-FFF2-40B4-BE49-F238E27FC236}">
                    <a16:creationId xmlns:a16="http://schemas.microsoft.com/office/drawing/2014/main" id="{058B095B-B9C0-F84A-B78C-FE9DCA729C7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298" name="Rectangle 45">
                  <a:extLst>
                    <a:ext uri="{FF2B5EF4-FFF2-40B4-BE49-F238E27FC236}">
                      <a16:creationId xmlns:a16="http://schemas.microsoft.com/office/drawing/2014/main" id="{7FBA9119-2A14-E84A-A39B-55E9D6AE939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9" name="Text Box 46">
                  <a:extLst>
                    <a:ext uri="{FF2B5EF4-FFF2-40B4-BE49-F238E27FC236}">
                      <a16:creationId xmlns:a16="http://schemas.microsoft.com/office/drawing/2014/main" id="{2944FA12-D5D2-E241-A9FC-D4A85A350D0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e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286" name="Group 285">
              <a:extLst>
                <a:ext uri="{FF2B5EF4-FFF2-40B4-BE49-F238E27FC236}">
                  <a16:creationId xmlns:a16="http://schemas.microsoft.com/office/drawing/2014/main" id="{B9D4EE61-1CC1-6D4C-822D-300C73469B48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287" name="Group 286">
                <a:extLst>
                  <a:ext uri="{FF2B5EF4-FFF2-40B4-BE49-F238E27FC236}">
                    <a16:creationId xmlns:a16="http://schemas.microsoft.com/office/drawing/2014/main" id="{75D4F492-E56A-6541-9F9D-1D85B09999F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91" name="Oval 5">
                  <a:extLst>
                    <a:ext uri="{FF2B5EF4-FFF2-40B4-BE49-F238E27FC236}">
                      <a16:creationId xmlns:a16="http://schemas.microsoft.com/office/drawing/2014/main" id="{190A087A-A659-3E4D-B4FE-1EA13D56BE4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2" name="Line 6">
                  <a:extLst>
                    <a:ext uri="{FF2B5EF4-FFF2-40B4-BE49-F238E27FC236}">
                      <a16:creationId xmlns:a16="http://schemas.microsoft.com/office/drawing/2014/main" id="{E7E9FE4A-5449-D244-A5A8-DEB5E1D8494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3" name="Line 7">
                  <a:extLst>
                    <a:ext uri="{FF2B5EF4-FFF2-40B4-BE49-F238E27FC236}">
                      <a16:creationId xmlns:a16="http://schemas.microsoft.com/office/drawing/2014/main" id="{8C243F83-93B5-2C49-9D61-2E8E8652A48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4" name="Rectangle 8">
                  <a:extLst>
                    <a:ext uri="{FF2B5EF4-FFF2-40B4-BE49-F238E27FC236}">
                      <a16:creationId xmlns:a16="http://schemas.microsoft.com/office/drawing/2014/main" id="{B0B61A2E-99AA-324F-8224-CB0B3B44042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5" name="Oval 9">
                  <a:extLst>
                    <a:ext uri="{FF2B5EF4-FFF2-40B4-BE49-F238E27FC236}">
                      <a16:creationId xmlns:a16="http://schemas.microsoft.com/office/drawing/2014/main" id="{2F485C77-8179-0B4E-B93A-E5C91296B44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88" name="Group 44">
                <a:extLst>
                  <a:ext uri="{FF2B5EF4-FFF2-40B4-BE49-F238E27FC236}">
                    <a16:creationId xmlns:a16="http://schemas.microsoft.com/office/drawing/2014/main" id="{0826EA6F-730D-8C47-8DDA-2C65DD6716B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92372" y="2507397"/>
                <a:ext cx="283194" cy="419100"/>
                <a:chOff x="2967" y="2425"/>
                <a:chExt cx="181" cy="264"/>
              </a:xfrm>
            </p:grpSpPr>
            <p:sp>
              <p:nvSpPr>
                <p:cNvPr id="289" name="Rectangle 45">
                  <a:extLst>
                    <a:ext uri="{FF2B5EF4-FFF2-40B4-BE49-F238E27FC236}">
                      <a16:creationId xmlns:a16="http://schemas.microsoft.com/office/drawing/2014/main" id="{C3E85E15-4F40-FF40-89C4-0E851470FA4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0" name="Text Box 46">
                  <a:extLst>
                    <a:ext uri="{FF2B5EF4-FFF2-40B4-BE49-F238E27FC236}">
                      <a16:creationId xmlns:a16="http://schemas.microsoft.com/office/drawing/2014/main" id="{1905E332-CD71-E748-AE06-2A274A0D7B1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67" y="2425"/>
                  <a:ext cx="181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f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sp>
        <p:nvSpPr>
          <p:cNvPr id="254" name="Freeform 253">
            <a:extLst>
              <a:ext uri="{FF2B5EF4-FFF2-40B4-BE49-F238E27FC236}">
                <a16:creationId xmlns:a16="http://schemas.microsoft.com/office/drawing/2014/main" id="{5E971120-97A0-A04E-98CB-2AE07466929F}"/>
              </a:ext>
            </a:extLst>
          </p:cNvPr>
          <p:cNvSpPr/>
          <p:nvPr/>
        </p:nvSpPr>
        <p:spPr>
          <a:xfrm>
            <a:off x="3728720" y="4114800"/>
            <a:ext cx="2722880" cy="2560320"/>
          </a:xfrm>
          <a:custGeom>
            <a:avLst/>
            <a:gdLst>
              <a:gd name="connsiteX0" fmla="*/ 680720 w 853440"/>
              <a:gd name="connsiteY0" fmla="*/ 2824480 h 2824480"/>
              <a:gd name="connsiteX1" fmla="*/ 0 w 853440"/>
              <a:gd name="connsiteY1" fmla="*/ 2590800 h 2824480"/>
              <a:gd name="connsiteX2" fmla="*/ 0 w 853440"/>
              <a:gd name="connsiteY2" fmla="*/ 0 h 2824480"/>
              <a:gd name="connsiteX3" fmla="*/ 853440 w 853440"/>
              <a:gd name="connsiteY3" fmla="*/ 2631440 h 2824480"/>
              <a:gd name="connsiteX4" fmla="*/ 680720 w 853440"/>
              <a:gd name="connsiteY4" fmla="*/ 2824480 h 2824480"/>
              <a:gd name="connsiteX0" fmla="*/ 680720 w 853440"/>
              <a:gd name="connsiteY0" fmla="*/ 2824480 h 2824480"/>
              <a:gd name="connsiteX1" fmla="*/ 0 w 853440"/>
              <a:gd name="connsiteY1" fmla="*/ 2590800 h 2824480"/>
              <a:gd name="connsiteX2" fmla="*/ 0 w 853440"/>
              <a:gd name="connsiteY2" fmla="*/ 0 h 2824480"/>
              <a:gd name="connsiteX3" fmla="*/ 853440 w 853440"/>
              <a:gd name="connsiteY3" fmla="*/ 2631440 h 2824480"/>
              <a:gd name="connsiteX4" fmla="*/ 680720 w 853440"/>
              <a:gd name="connsiteY4" fmla="*/ 2824480 h 2824480"/>
              <a:gd name="connsiteX0" fmla="*/ 680720 w 853440"/>
              <a:gd name="connsiteY0" fmla="*/ 2824480 h 2824480"/>
              <a:gd name="connsiteX1" fmla="*/ 0 w 853440"/>
              <a:gd name="connsiteY1" fmla="*/ 2590800 h 2824480"/>
              <a:gd name="connsiteX2" fmla="*/ 0 w 853440"/>
              <a:gd name="connsiteY2" fmla="*/ 0 h 2824480"/>
              <a:gd name="connsiteX3" fmla="*/ 853440 w 853440"/>
              <a:gd name="connsiteY3" fmla="*/ 2631440 h 2824480"/>
              <a:gd name="connsiteX4" fmla="*/ 680720 w 853440"/>
              <a:gd name="connsiteY4" fmla="*/ 2824480 h 2824480"/>
              <a:gd name="connsiteX0" fmla="*/ 680720 w 853440"/>
              <a:gd name="connsiteY0" fmla="*/ 2824480 h 2824480"/>
              <a:gd name="connsiteX1" fmla="*/ 0 w 853440"/>
              <a:gd name="connsiteY1" fmla="*/ 2590800 h 2824480"/>
              <a:gd name="connsiteX2" fmla="*/ 0 w 853440"/>
              <a:gd name="connsiteY2" fmla="*/ 0 h 2824480"/>
              <a:gd name="connsiteX3" fmla="*/ 853440 w 853440"/>
              <a:gd name="connsiteY3" fmla="*/ 2631440 h 2824480"/>
              <a:gd name="connsiteX4" fmla="*/ 680720 w 853440"/>
              <a:gd name="connsiteY4" fmla="*/ 2824480 h 2824480"/>
              <a:gd name="connsiteX0" fmla="*/ 680720 w 853440"/>
              <a:gd name="connsiteY0" fmla="*/ 2824480 h 2824480"/>
              <a:gd name="connsiteX1" fmla="*/ 0 w 853440"/>
              <a:gd name="connsiteY1" fmla="*/ 2590800 h 2824480"/>
              <a:gd name="connsiteX2" fmla="*/ 0 w 853440"/>
              <a:gd name="connsiteY2" fmla="*/ 0 h 2824480"/>
              <a:gd name="connsiteX3" fmla="*/ 853440 w 853440"/>
              <a:gd name="connsiteY3" fmla="*/ 2631440 h 2824480"/>
              <a:gd name="connsiteX4" fmla="*/ 680720 w 853440"/>
              <a:gd name="connsiteY4" fmla="*/ 2824480 h 2824480"/>
              <a:gd name="connsiteX0" fmla="*/ 2529840 w 2702560"/>
              <a:gd name="connsiteY0" fmla="*/ 2824480 h 3438178"/>
              <a:gd name="connsiteX1" fmla="*/ 0 w 2702560"/>
              <a:gd name="connsiteY1" fmla="*/ 3434080 h 3438178"/>
              <a:gd name="connsiteX2" fmla="*/ 1849120 w 2702560"/>
              <a:gd name="connsiteY2" fmla="*/ 0 h 3438178"/>
              <a:gd name="connsiteX3" fmla="*/ 2702560 w 2702560"/>
              <a:gd name="connsiteY3" fmla="*/ 2631440 h 3438178"/>
              <a:gd name="connsiteX4" fmla="*/ 2529840 w 2702560"/>
              <a:gd name="connsiteY4" fmla="*/ 2824480 h 3438178"/>
              <a:gd name="connsiteX0" fmla="*/ 2529840 w 2702560"/>
              <a:gd name="connsiteY0" fmla="*/ 2824480 h 3434080"/>
              <a:gd name="connsiteX1" fmla="*/ 0 w 2702560"/>
              <a:gd name="connsiteY1" fmla="*/ 3434080 h 3434080"/>
              <a:gd name="connsiteX2" fmla="*/ 1849120 w 2702560"/>
              <a:gd name="connsiteY2" fmla="*/ 0 h 3434080"/>
              <a:gd name="connsiteX3" fmla="*/ 2702560 w 2702560"/>
              <a:gd name="connsiteY3" fmla="*/ 2631440 h 3434080"/>
              <a:gd name="connsiteX4" fmla="*/ 2529840 w 2702560"/>
              <a:gd name="connsiteY4" fmla="*/ 2824480 h 3434080"/>
              <a:gd name="connsiteX0" fmla="*/ 2529840 w 2702560"/>
              <a:gd name="connsiteY0" fmla="*/ 1981200 h 2590800"/>
              <a:gd name="connsiteX1" fmla="*/ 0 w 2702560"/>
              <a:gd name="connsiteY1" fmla="*/ 2590800 h 2590800"/>
              <a:gd name="connsiteX2" fmla="*/ 50800 w 2702560"/>
              <a:gd name="connsiteY2" fmla="*/ 0 h 2590800"/>
              <a:gd name="connsiteX3" fmla="*/ 2702560 w 2702560"/>
              <a:gd name="connsiteY3" fmla="*/ 1788160 h 2590800"/>
              <a:gd name="connsiteX4" fmla="*/ 2529840 w 2702560"/>
              <a:gd name="connsiteY4" fmla="*/ 1981200 h 2590800"/>
              <a:gd name="connsiteX0" fmla="*/ 2529840 w 2702560"/>
              <a:gd name="connsiteY0" fmla="*/ 1981200 h 2590800"/>
              <a:gd name="connsiteX1" fmla="*/ 0 w 2702560"/>
              <a:gd name="connsiteY1" fmla="*/ 2590800 h 2590800"/>
              <a:gd name="connsiteX2" fmla="*/ 50800 w 2702560"/>
              <a:gd name="connsiteY2" fmla="*/ 0 h 2590800"/>
              <a:gd name="connsiteX3" fmla="*/ 2702560 w 2702560"/>
              <a:gd name="connsiteY3" fmla="*/ 1788160 h 2590800"/>
              <a:gd name="connsiteX4" fmla="*/ 2529840 w 2702560"/>
              <a:gd name="connsiteY4" fmla="*/ 1981200 h 2590800"/>
              <a:gd name="connsiteX0" fmla="*/ 2550160 w 2722880"/>
              <a:gd name="connsiteY0" fmla="*/ 1950720 h 2560320"/>
              <a:gd name="connsiteX1" fmla="*/ 20320 w 2722880"/>
              <a:gd name="connsiteY1" fmla="*/ 2560320 h 2560320"/>
              <a:gd name="connsiteX2" fmla="*/ 0 w 2722880"/>
              <a:gd name="connsiteY2" fmla="*/ 0 h 2560320"/>
              <a:gd name="connsiteX3" fmla="*/ 2722880 w 2722880"/>
              <a:gd name="connsiteY3" fmla="*/ 1757680 h 2560320"/>
              <a:gd name="connsiteX4" fmla="*/ 2550160 w 2722880"/>
              <a:gd name="connsiteY4" fmla="*/ 1950720 h 2560320"/>
              <a:gd name="connsiteX0" fmla="*/ 2550160 w 2722880"/>
              <a:gd name="connsiteY0" fmla="*/ 1950720 h 2560320"/>
              <a:gd name="connsiteX1" fmla="*/ 20320 w 2722880"/>
              <a:gd name="connsiteY1" fmla="*/ 2560320 h 2560320"/>
              <a:gd name="connsiteX2" fmla="*/ 0 w 2722880"/>
              <a:gd name="connsiteY2" fmla="*/ 0 h 2560320"/>
              <a:gd name="connsiteX3" fmla="*/ 2722880 w 2722880"/>
              <a:gd name="connsiteY3" fmla="*/ 1757680 h 2560320"/>
              <a:gd name="connsiteX4" fmla="*/ 2550160 w 2722880"/>
              <a:gd name="connsiteY4" fmla="*/ 1950720 h 2560320"/>
              <a:gd name="connsiteX0" fmla="*/ 2550160 w 2722880"/>
              <a:gd name="connsiteY0" fmla="*/ 1950720 h 2560320"/>
              <a:gd name="connsiteX1" fmla="*/ 20320 w 2722880"/>
              <a:gd name="connsiteY1" fmla="*/ 2560320 h 2560320"/>
              <a:gd name="connsiteX2" fmla="*/ 0 w 2722880"/>
              <a:gd name="connsiteY2" fmla="*/ 0 h 2560320"/>
              <a:gd name="connsiteX3" fmla="*/ 2722880 w 2722880"/>
              <a:gd name="connsiteY3" fmla="*/ 1757680 h 2560320"/>
              <a:gd name="connsiteX4" fmla="*/ 2550160 w 2722880"/>
              <a:gd name="connsiteY4" fmla="*/ 1950720 h 2560320"/>
              <a:gd name="connsiteX0" fmla="*/ 2550160 w 2722880"/>
              <a:gd name="connsiteY0" fmla="*/ 1950720 h 2560320"/>
              <a:gd name="connsiteX1" fmla="*/ 20320 w 2722880"/>
              <a:gd name="connsiteY1" fmla="*/ 2560320 h 2560320"/>
              <a:gd name="connsiteX2" fmla="*/ 0 w 2722880"/>
              <a:gd name="connsiteY2" fmla="*/ 0 h 2560320"/>
              <a:gd name="connsiteX3" fmla="*/ 2722880 w 2722880"/>
              <a:gd name="connsiteY3" fmla="*/ 1757680 h 2560320"/>
              <a:gd name="connsiteX4" fmla="*/ 2550160 w 2722880"/>
              <a:gd name="connsiteY4" fmla="*/ 1950720 h 25603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722880" h="2560320">
                <a:moveTo>
                  <a:pt x="2550160" y="1950720"/>
                </a:moveTo>
                <a:cubicBezTo>
                  <a:pt x="931333" y="1507067"/>
                  <a:pt x="399627" y="1347893"/>
                  <a:pt x="20320" y="2560320"/>
                </a:cubicBezTo>
                <a:lnTo>
                  <a:pt x="0" y="0"/>
                </a:lnTo>
                <a:cubicBezTo>
                  <a:pt x="1148080" y="887307"/>
                  <a:pt x="1513840" y="1297093"/>
                  <a:pt x="2722880" y="1757680"/>
                </a:cubicBezTo>
                <a:lnTo>
                  <a:pt x="2550160" y="1950720"/>
                </a:lnTo>
                <a:close/>
              </a:path>
            </a:pathLst>
          </a:custGeom>
          <a:gradFill>
            <a:gsLst>
              <a:gs pos="0">
                <a:schemeClr val="bg1">
                  <a:lumMod val="95000"/>
                </a:schemeClr>
              </a:gs>
              <a:gs pos="100000">
                <a:schemeClr val="bg1">
                  <a:lumMod val="75000"/>
                </a:schemeClr>
              </a:gs>
            </a:gsLst>
            <a:lin ang="108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1034" name="Group 1033">
            <a:extLst>
              <a:ext uri="{FF2B5EF4-FFF2-40B4-BE49-F238E27FC236}">
                <a16:creationId xmlns:a16="http://schemas.microsoft.com/office/drawing/2014/main" id="{B4BFA757-E5EA-9A42-8A16-AA2091E708C8}"/>
              </a:ext>
            </a:extLst>
          </p:cNvPr>
          <p:cNvGrpSpPr/>
          <p:nvPr/>
        </p:nvGrpSpPr>
        <p:grpSpPr>
          <a:xfrm>
            <a:off x="4333785" y="5772213"/>
            <a:ext cx="4395351" cy="404576"/>
            <a:chOff x="4333785" y="5772213"/>
            <a:chExt cx="4395351" cy="404576"/>
          </a:xfrm>
        </p:grpSpPr>
        <p:grpSp>
          <p:nvGrpSpPr>
            <p:cNvPr id="184" name="Group 183">
              <a:extLst>
                <a:ext uri="{FF2B5EF4-FFF2-40B4-BE49-F238E27FC236}">
                  <a16:creationId xmlns:a16="http://schemas.microsoft.com/office/drawing/2014/main" id="{600795BD-C1B6-1748-B28A-001A8505BE86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205" name="Group 204">
                <a:extLst>
                  <a:ext uri="{FF2B5EF4-FFF2-40B4-BE49-F238E27FC236}">
                    <a16:creationId xmlns:a16="http://schemas.microsoft.com/office/drawing/2014/main" id="{CE81AFB3-2346-434C-A463-93F9C295562A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09" name="Oval 5">
                  <a:extLst>
                    <a:ext uri="{FF2B5EF4-FFF2-40B4-BE49-F238E27FC236}">
                      <a16:creationId xmlns:a16="http://schemas.microsoft.com/office/drawing/2014/main" id="{7918ED2E-E380-6C4E-86AA-0BF9D761441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0" name="Line 6">
                  <a:extLst>
                    <a:ext uri="{FF2B5EF4-FFF2-40B4-BE49-F238E27FC236}">
                      <a16:creationId xmlns:a16="http://schemas.microsoft.com/office/drawing/2014/main" id="{45F96407-8127-654C-9C52-5B626907562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1" name="Line 7">
                  <a:extLst>
                    <a:ext uri="{FF2B5EF4-FFF2-40B4-BE49-F238E27FC236}">
                      <a16:creationId xmlns:a16="http://schemas.microsoft.com/office/drawing/2014/main" id="{F1C01DA2-272A-CD4F-87F1-779C30F3555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2" name="Rectangle 8">
                  <a:extLst>
                    <a:ext uri="{FF2B5EF4-FFF2-40B4-BE49-F238E27FC236}">
                      <a16:creationId xmlns:a16="http://schemas.microsoft.com/office/drawing/2014/main" id="{7969C970-9697-A847-B375-82D629934D5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3" name="Oval 9">
                  <a:extLst>
                    <a:ext uri="{FF2B5EF4-FFF2-40B4-BE49-F238E27FC236}">
                      <a16:creationId xmlns:a16="http://schemas.microsoft.com/office/drawing/2014/main" id="{F8D02D26-0EA1-FD40-AD1F-E4E8635F47C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06" name="Group 44">
                <a:extLst>
                  <a:ext uri="{FF2B5EF4-FFF2-40B4-BE49-F238E27FC236}">
                    <a16:creationId xmlns:a16="http://schemas.microsoft.com/office/drawing/2014/main" id="{02C0B744-445A-A04E-812A-2D60476C152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207" name="Rectangle 45">
                  <a:extLst>
                    <a:ext uri="{FF2B5EF4-FFF2-40B4-BE49-F238E27FC236}">
                      <a16:creationId xmlns:a16="http://schemas.microsoft.com/office/drawing/2014/main" id="{83E6E4B2-940F-B749-91D8-19B033341D5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8" name="Text Box 46">
                  <a:extLst>
                    <a:ext uri="{FF2B5EF4-FFF2-40B4-BE49-F238E27FC236}">
                      <a16:creationId xmlns:a16="http://schemas.microsoft.com/office/drawing/2014/main" id="{16D546E0-A23E-174D-8F0D-BFB691AF1D6C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g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185" name="Group 184">
              <a:extLst>
                <a:ext uri="{FF2B5EF4-FFF2-40B4-BE49-F238E27FC236}">
                  <a16:creationId xmlns:a16="http://schemas.microsoft.com/office/drawing/2014/main" id="{34A0F8A7-FCD0-9A45-80B9-24CC78B561FE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196" name="Group 195">
                <a:extLst>
                  <a:ext uri="{FF2B5EF4-FFF2-40B4-BE49-F238E27FC236}">
                    <a16:creationId xmlns:a16="http://schemas.microsoft.com/office/drawing/2014/main" id="{18AECA76-7F06-F84A-928B-C13839D9F43F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00" name="Oval 5">
                  <a:extLst>
                    <a:ext uri="{FF2B5EF4-FFF2-40B4-BE49-F238E27FC236}">
                      <a16:creationId xmlns:a16="http://schemas.microsoft.com/office/drawing/2014/main" id="{04917013-CC10-D043-8A71-34F24813049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1" name="Line 6">
                  <a:extLst>
                    <a:ext uri="{FF2B5EF4-FFF2-40B4-BE49-F238E27FC236}">
                      <a16:creationId xmlns:a16="http://schemas.microsoft.com/office/drawing/2014/main" id="{7E7DEF49-D295-8547-9FE7-8CBB42CEB81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2" name="Line 7">
                  <a:extLst>
                    <a:ext uri="{FF2B5EF4-FFF2-40B4-BE49-F238E27FC236}">
                      <a16:creationId xmlns:a16="http://schemas.microsoft.com/office/drawing/2014/main" id="{5633B25D-6786-5A4A-A44E-E4A1EE3575B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3" name="Rectangle 8">
                  <a:extLst>
                    <a:ext uri="{FF2B5EF4-FFF2-40B4-BE49-F238E27FC236}">
                      <a16:creationId xmlns:a16="http://schemas.microsoft.com/office/drawing/2014/main" id="{968E012E-E513-8340-9324-11A79B223E2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4" name="Oval 9">
                  <a:extLst>
                    <a:ext uri="{FF2B5EF4-FFF2-40B4-BE49-F238E27FC236}">
                      <a16:creationId xmlns:a16="http://schemas.microsoft.com/office/drawing/2014/main" id="{7AFB2A7E-90B7-454F-BABB-E2A39AC7C95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197" name="Group 44">
                <a:extLst>
                  <a:ext uri="{FF2B5EF4-FFF2-40B4-BE49-F238E27FC236}">
                    <a16:creationId xmlns:a16="http://schemas.microsoft.com/office/drawing/2014/main" id="{5567606D-D82D-2A4D-A3C8-A7D0703B3CC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198" name="Rectangle 45">
                  <a:extLst>
                    <a:ext uri="{FF2B5EF4-FFF2-40B4-BE49-F238E27FC236}">
                      <a16:creationId xmlns:a16="http://schemas.microsoft.com/office/drawing/2014/main" id="{39206D20-AD6D-3242-8865-2C6680CB410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9" name="Text Box 46">
                  <a:extLst>
                    <a:ext uri="{FF2B5EF4-FFF2-40B4-BE49-F238E27FC236}">
                      <a16:creationId xmlns:a16="http://schemas.microsoft.com/office/drawing/2014/main" id="{E3BB3556-A335-984F-978A-FECE515B6702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h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186" name="Group 185">
              <a:extLst>
                <a:ext uri="{FF2B5EF4-FFF2-40B4-BE49-F238E27FC236}">
                  <a16:creationId xmlns:a16="http://schemas.microsoft.com/office/drawing/2014/main" id="{3B620D34-7BA8-EF49-AC1C-93F5BBC84AEC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187" name="Group 186">
                <a:extLst>
                  <a:ext uri="{FF2B5EF4-FFF2-40B4-BE49-F238E27FC236}">
                    <a16:creationId xmlns:a16="http://schemas.microsoft.com/office/drawing/2014/main" id="{A6C2F80D-43A1-5746-B518-C0C4F1A20ACD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191" name="Oval 5">
                  <a:extLst>
                    <a:ext uri="{FF2B5EF4-FFF2-40B4-BE49-F238E27FC236}">
                      <a16:creationId xmlns:a16="http://schemas.microsoft.com/office/drawing/2014/main" id="{442E1AFF-BC2C-C849-85D1-13E42B701CE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2" name="Line 6">
                  <a:extLst>
                    <a:ext uri="{FF2B5EF4-FFF2-40B4-BE49-F238E27FC236}">
                      <a16:creationId xmlns:a16="http://schemas.microsoft.com/office/drawing/2014/main" id="{C2994154-DB6D-E247-8511-C6FE8D9665F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3" name="Line 7">
                  <a:extLst>
                    <a:ext uri="{FF2B5EF4-FFF2-40B4-BE49-F238E27FC236}">
                      <a16:creationId xmlns:a16="http://schemas.microsoft.com/office/drawing/2014/main" id="{C730A3ED-5222-5348-831E-092DE7D6CEE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4" name="Rectangle 8">
                  <a:extLst>
                    <a:ext uri="{FF2B5EF4-FFF2-40B4-BE49-F238E27FC236}">
                      <a16:creationId xmlns:a16="http://schemas.microsoft.com/office/drawing/2014/main" id="{BED424F7-1928-5F41-831D-417161F220B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5" name="Oval 9">
                  <a:extLst>
                    <a:ext uri="{FF2B5EF4-FFF2-40B4-BE49-F238E27FC236}">
                      <a16:creationId xmlns:a16="http://schemas.microsoft.com/office/drawing/2014/main" id="{76DDF5F9-ACB7-E642-ACEA-223EE2F5F41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188" name="Group 44">
                <a:extLst>
                  <a:ext uri="{FF2B5EF4-FFF2-40B4-BE49-F238E27FC236}">
                    <a16:creationId xmlns:a16="http://schemas.microsoft.com/office/drawing/2014/main" id="{495DC56F-8C0E-6549-849D-6D43F4F8BC0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500196" y="2507397"/>
                <a:ext cx="267548" cy="419100"/>
                <a:chOff x="2972" y="2425"/>
                <a:chExt cx="171" cy="264"/>
              </a:xfrm>
            </p:grpSpPr>
            <p:sp>
              <p:nvSpPr>
                <p:cNvPr id="189" name="Rectangle 45">
                  <a:extLst>
                    <a:ext uri="{FF2B5EF4-FFF2-40B4-BE49-F238E27FC236}">
                      <a16:creationId xmlns:a16="http://schemas.microsoft.com/office/drawing/2014/main" id="{892DBBAB-E011-FD4A-BA7E-105CEF9075A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0" name="Text Box 46">
                  <a:extLst>
                    <a:ext uri="{FF2B5EF4-FFF2-40B4-BE49-F238E27FC236}">
                      <a16:creationId xmlns:a16="http://schemas.microsoft.com/office/drawing/2014/main" id="{173A4036-1DC3-BD4D-9E66-D9BC48C58BA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72" y="2425"/>
                  <a:ext cx="171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i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sp>
        <p:nvSpPr>
          <p:cNvPr id="255" name="Rectangle 254">
            <a:extLst>
              <a:ext uri="{FF2B5EF4-FFF2-40B4-BE49-F238E27FC236}">
                <a16:creationId xmlns:a16="http://schemas.microsoft.com/office/drawing/2014/main" id="{F5690667-A0AD-3441-901C-58ACD8DB9CB9}"/>
              </a:ext>
            </a:extLst>
          </p:cNvPr>
          <p:cNvSpPr/>
          <p:nvPr/>
        </p:nvSpPr>
        <p:spPr>
          <a:xfrm>
            <a:off x="4765040" y="2611120"/>
            <a:ext cx="3535680" cy="640080"/>
          </a:xfrm>
          <a:prstGeom prst="rect">
            <a:avLst/>
          </a:prstGeom>
          <a:solidFill>
            <a:schemeClr val="accent5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dirty="0">
                <a:solidFill>
                  <a:schemeClr val="tx1"/>
                </a:solidFill>
              </a:rPr>
              <a:t>Q: what is new DV computed in e at </a:t>
            </a:r>
            <a:r>
              <a:rPr lang="en-US" i="1" dirty="0">
                <a:solidFill>
                  <a:schemeClr val="tx1"/>
                </a:solidFill>
              </a:rPr>
              <a:t>t=1</a:t>
            </a:r>
            <a:r>
              <a:rPr lang="en-US" dirty="0">
                <a:solidFill>
                  <a:schemeClr val="tx1"/>
                </a:solidFill>
              </a:rPr>
              <a:t>?</a:t>
            </a:r>
          </a:p>
        </p:txBody>
      </p:sp>
      <p:sp>
        <p:nvSpPr>
          <p:cNvPr id="256" name="Right Arrow 255">
            <a:extLst>
              <a:ext uri="{FF2B5EF4-FFF2-40B4-BE49-F238E27FC236}">
                <a16:creationId xmlns:a16="http://schemas.microsoft.com/office/drawing/2014/main" id="{3F3727DD-64E4-8E44-A860-1B6F3AAFA945}"/>
              </a:ext>
            </a:extLst>
          </p:cNvPr>
          <p:cNvSpPr/>
          <p:nvPr/>
        </p:nvSpPr>
        <p:spPr>
          <a:xfrm rot="5400000" flipV="1">
            <a:off x="6297558" y="3456041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57" name="Right Arrow 256">
            <a:extLst>
              <a:ext uri="{FF2B5EF4-FFF2-40B4-BE49-F238E27FC236}">
                <a16:creationId xmlns:a16="http://schemas.microsoft.com/office/drawing/2014/main" id="{243C704B-7CF3-234F-BE06-49455A56103D}"/>
              </a:ext>
            </a:extLst>
          </p:cNvPr>
          <p:cNvSpPr/>
          <p:nvPr/>
        </p:nvSpPr>
        <p:spPr>
          <a:xfrm rot="16200000" flipV="1">
            <a:off x="6312308" y="4454022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58" name="Right Arrow 257">
            <a:extLst>
              <a:ext uri="{FF2B5EF4-FFF2-40B4-BE49-F238E27FC236}">
                <a16:creationId xmlns:a16="http://schemas.microsoft.com/office/drawing/2014/main" id="{10D66682-A305-4140-B8C3-5D5379725A71}"/>
              </a:ext>
            </a:extLst>
          </p:cNvPr>
          <p:cNvSpPr/>
          <p:nvPr/>
        </p:nvSpPr>
        <p:spPr>
          <a:xfrm rot="10800000" flipH="1">
            <a:off x="5651998" y="3904611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59" name="Right Arrow 258">
            <a:extLst>
              <a:ext uri="{FF2B5EF4-FFF2-40B4-BE49-F238E27FC236}">
                <a16:creationId xmlns:a16="http://schemas.microsoft.com/office/drawing/2014/main" id="{5082A0A8-497B-E44C-BB21-E8FA27FE24FB}"/>
              </a:ext>
            </a:extLst>
          </p:cNvPr>
          <p:cNvSpPr/>
          <p:nvPr/>
        </p:nvSpPr>
        <p:spPr>
          <a:xfrm flipH="1">
            <a:off x="6833078" y="3912200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260" name="Group 259">
            <a:extLst>
              <a:ext uri="{FF2B5EF4-FFF2-40B4-BE49-F238E27FC236}">
                <a16:creationId xmlns:a16="http://schemas.microsoft.com/office/drawing/2014/main" id="{C27D4E3A-D1FC-A141-84A4-309423E9F3B8}"/>
              </a:ext>
            </a:extLst>
          </p:cNvPr>
          <p:cNvGrpSpPr/>
          <p:nvPr/>
        </p:nvGrpSpPr>
        <p:grpSpPr>
          <a:xfrm>
            <a:off x="6039628" y="3567469"/>
            <a:ext cx="1196054" cy="1022555"/>
            <a:chOff x="9655277" y="2349909"/>
            <a:chExt cx="1196054" cy="1022555"/>
          </a:xfrm>
        </p:grpSpPr>
        <p:sp>
          <p:nvSpPr>
            <p:cNvPr id="261" name="Freeform 260">
              <a:extLst>
                <a:ext uri="{FF2B5EF4-FFF2-40B4-BE49-F238E27FC236}">
                  <a16:creationId xmlns:a16="http://schemas.microsoft.com/office/drawing/2014/main" id="{5F0B966E-6247-6947-B318-2BE50246EA22}"/>
                </a:ext>
              </a:extLst>
            </p:cNvPr>
            <p:cNvSpPr/>
            <p:nvPr/>
          </p:nvSpPr>
          <p:spPr>
            <a:xfrm>
              <a:off x="9655277" y="2349909"/>
              <a:ext cx="1196054" cy="1022555"/>
            </a:xfrm>
            <a:custGeom>
              <a:avLst/>
              <a:gdLst>
                <a:gd name="connsiteX0" fmla="*/ 1416106 w 2820074"/>
                <a:gd name="connsiteY0" fmla="*/ 606903 h 2290046"/>
                <a:gd name="connsiteX1" fmla="*/ 1096471 w 2820074"/>
                <a:gd name="connsiteY1" fmla="*/ 222531 h 2290046"/>
                <a:gd name="connsiteX2" fmla="*/ 954860 w 2820074"/>
                <a:gd name="connsiteY2" fmla="*/ 667593 h 2290046"/>
                <a:gd name="connsiteX3" fmla="*/ 89012 w 2820074"/>
                <a:gd name="connsiteY3" fmla="*/ 242761 h 2290046"/>
                <a:gd name="connsiteX4" fmla="*/ 610948 w 2820074"/>
                <a:gd name="connsiteY4" fmla="*/ 797066 h 2290046"/>
                <a:gd name="connsiteX5" fmla="*/ 0 w 2820074"/>
                <a:gd name="connsiteY5" fmla="*/ 902262 h 2290046"/>
                <a:gd name="connsiteX6" fmla="*/ 481476 w 2820074"/>
                <a:gd name="connsiteY6" fmla="*/ 1246174 h 2290046"/>
                <a:gd name="connsiteX7" fmla="*/ 36414 w 2820074"/>
                <a:gd name="connsiteY7" fmla="*/ 1533441 h 2290046"/>
                <a:gd name="connsiteX8" fmla="*/ 760651 w 2820074"/>
                <a:gd name="connsiteY8" fmla="*/ 1476797 h 2290046"/>
                <a:gd name="connsiteX9" fmla="*/ 623086 w 2820074"/>
                <a:gd name="connsiteY9" fmla="*/ 1869260 h 2290046"/>
                <a:gd name="connsiteX10" fmla="*/ 1003412 w 2820074"/>
                <a:gd name="connsiteY10" fmla="*/ 1658867 h 2290046"/>
                <a:gd name="connsiteX11" fmla="*/ 1104563 w 2820074"/>
                <a:gd name="connsiteY11" fmla="*/ 2290046 h 2290046"/>
                <a:gd name="connsiteX12" fmla="*/ 1383738 w 2820074"/>
                <a:gd name="connsiteY12" fmla="*/ 1569855 h 2290046"/>
                <a:gd name="connsiteX13" fmla="*/ 1743833 w 2820074"/>
                <a:gd name="connsiteY13" fmla="*/ 2091791 h 2290046"/>
                <a:gd name="connsiteX14" fmla="*/ 1836892 w 2820074"/>
                <a:gd name="connsiteY14" fmla="*/ 1529395 h 2290046"/>
                <a:gd name="connsiteX15" fmla="*/ 2375012 w 2820074"/>
                <a:gd name="connsiteY15" fmla="*/ 1889491 h 2290046"/>
                <a:gd name="connsiteX16" fmla="*/ 2209125 w 2820074"/>
                <a:gd name="connsiteY16" fmla="*/ 1351370 h 2290046"/>
                <a:gd name="connsiteX17" fmla="*/ 2820074 w 2820074"/>
                <a:gd name="connsiteY17" fmla="*/ 1399922 h 2290046"/>
                <a:gd name="connsiteX18" fmla="*/ 2310276 w 2820074"/>
                <a:gd name="connsiteY18" fmla="*/ 1092425 h 2290046"/>
                <a:gd name="connsiteX19" fmla="*/ 2775568 w 2820074"/>
                <a:gd name="connsiteY19" fmla="*/ 837526 h 2290046"/>
                <a:gd name="connsiteX20" fmla="*/ 2196987 w 2820074"/>
                <a:gd name="connsiteY20" fmla="*/ 768744 h 2290046"/>
                <a:gd name="connsiteX21" fmla="*/ 2427610 w 2820074"/>
                <a:gd name="connsiteY21" fmla="*/ 441016 h 2290046"/>
                <a:gd name="connsiteX22" fmla="*/ 1844984 w 2820074"/>
                <a:gd name="connsiteY22" fmla="*/ 546213 h 2290046"/>
                <a:gd name="connsiteX23" fmla="*/ 1901628 w 2820074"/>
                <a:gd name="connsiteY23" fmla="*/ 0 h 2290046"/>
                <a:gd name="connsiteX24" fmla="*/ 1416106 w 2820074"/>
                <a:gd name="connsiteY24" fmla="*/ 606903 h 2290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2820074" h="2290046">
                  <a:moveTo>
                    <a:pt x="1416106" y="606903"/>
                  </a:moveTo>
                  <a:lnTo>
                    <a:pt x="1096471" y="222531"/>
                  </a:lnTo>
                  <a:lnTo>
                    <a:pt x="954860" y="667593"/>
                  </a:lnTo>
                  <a:lnTo>
                    <a:pt x="89012" y="242761"/>
                  </a:lnTo>
                  <a:lnTo>
                    <a:pt x="610948" y="797066"/>
                  </a:lnTo>
                  <a:lnTo>
                    <a:pt x="0" y="902262"/>
                  </a:lnTo>
                  <a:lnTo>
                    <a:pt x="481476" y="1246174"/>
                  </a:lnTo>
                  <a:lnTo>
                    <a:pt x="36414" y="1533441"/>
                  </a:lnTo>
                  <a:lnTo>
                    <a:pt x="760651" y="1476797"/>
                  </a:lnTo>
                  <a:lnTo>
                    <a:pt x="623086" y="1869260"/>
                  </a:lnTo>
                  <a:lnTo>
                    <a:pt x="1003412" y="1658867"/>
                  </a:lnTo>
                  <a:lnTo>
                    <a:pt x="1104563" y="2290046"/>
                  </a:lnTo>
                  <a:lnTo>
                    <a:pt x="1383738" y="1569855"/>
                  </a:lnTo>
                  <a:lnTo>
                    <a:pt x="1743833" y="2091791"/>
                  </a:lnTo>
                  <a:lnTo>
                    <a:pt x="1836892" y="1529395"/>
                  </a:lnTo>
                  <a:lnTo>
                    <a:pt x="2375012" y="1889491"/>
                  </a:lnTo>
                  <a:lnTo>
                    <a:pt x="2209125" y="1351370"/>
                  </a:lnTo>
                  <a:lnTo>
                    <a:pt x="2820074" y="1399922"/>
                  </a:lnTo>
                  <a:lnTo>
                    <a:pt x="2310276" y="1092425"/>
                  </a:lnTo>
                  <a:lnTo>
                    <a:pt x="2775568" y="837526"/>
                  </a:lnTo>
                  <a:lnTo>
                    <a:pt x="2196987" y="768744"/>
                  </a:lnTo>
                  <a:lnTo>
                    <a:pt x="2427610" y="441016"/>
                  </a:lnTo>
                  <a:lnTo>
                    <a:pt x="1844984" y="546213"/>
                  </a:lnTo>
                  <a:lnTo>
                    <a:pt x="1901628" y="0"/>
                  </a:lnTo>
                  <a:lnTo>
                    <a:pt x="1416106" y="606903"/>
                  </a:lnTo>
                  <a:close/>
                </a:path>
              </a:pathLst>
            </a:custGeom>
            <a:solidFill>
              <a:srgbClr val="FFFF00">
                <a:alpha val="73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62" name="TextBox 261">
              <a:extLst>
                <a:ext uri="{FF2B5EF4-FFF2-40B4-BE49-F238E27FC236}">
                  <a16:creationId xmlns:a16="http://schemas.microsoft.com/office/drawing/2014/main" id="{6012C683-6837-1240-8EA8-A8A29041E157}"/>
                </a:ext>
              </a:extLst>
            </p:cNvPr>
            <p:cNvSpPr txBox="1"/>
            <p:nvPr/>
          </p:nvSpPr>
          <p:spPr>
            <a:xfrm>
              <a:off x="9753600" y="2635045"/>
              <a:ext cx="1020216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dirty="0">
                  <a:solidFill>
                    <a:srgbClr val="C00000"/>
                  </a:solidFill>
                </a:rPr>
                <a:t>compute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41014323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" dur="1000"/>
                                        <p:tgtEl>
                                          <p:spTgt spid="2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3" dur="1000"/>
                                        <p:tgtEl>
                                          <p:spTgt spid="2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6" dur="1000"/>
                                        <p:tgtEl>
                                          <p:spTgt spid="2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9" dur="1000"/>
                                        <p:tgtEl>
                                          <p:spTgt spid="2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1000"/>
                            </p:stCondLst>
                            <p:childTnLst>
                              <p:par>
                                <p:cTn id="21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2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8" dur="500"/>
                                        <p:tgtEl>
                                          <p:spTgt spid="2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81" grpId="0"/>
      <p:bldP spid="255" grpId="0" animBg="1"/>
      <p:bldP spid="256" grpId="0" animBg="1"/>
      <p:bldP spid="257" grpId="0" animBg="1"/>
      <p:bldP spid="258" grpId="0" animBg="1"/>
      <p:bldP spid="259" grpId="0" animBg="1"/>
    </p:bldLst>
  </p:timing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52B9189-7CDF-0741-9858-A79357149B7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6625" y="174028"/>
            <a:ext cx="10515600" cy="894622"/>
          </a:xfrm>
        </p:spPr>
        <p:txBody>
          <a:bodyPr/>
          <a:lstStyle/>
          <a:p>
            <a:r>
              <a:rPr lang="en-US" dirty="0"/>
              <a:t>Distance vector: state information diffusion</a:t>
            </a:r>
          </a:p>
        </p:txBody>
      </p:sp>
      <p:grpSp>
        <p:nvGrpSpPr>
          <p:cNvPr id="9" name="Group 8">
            <a:extLst>
              <a:ext uri="{FF2B5EF4-FFF2-40B4-BE49-F238E27FC236}">
                <a16:creationId xmlns:a16="http://schemas.microsoft.com/office/drawing/2014/main" id="{B248046A-DD40-6A4F-8F87-08D248221920}"/>
              </a:ext>
            </a:extLst>
          </p:cNvPr>
          <p:cNvGrpSpPr/>
          <p:nvPr/>
        </p:nvGrpSpPr>
        <p:grpSpPr>
          <a:xfrm>
            <a:off x="661263" y="1850804"/>
            <a:ext cx="4436326" cy="371277"/>
            <a:chOff x="661263" y="1925960"/>
            <a:chExt cx="4436326" cy="371277"/>
          </a:xfrm>
        </p:grpSpPr>
        <p:grpSp>
          <p:nvGrpSpPr>
            <p:cNvPr id="6" name="Group 5">
              <a:extLst>
                <a:ext uri="{FF2B5EF4-FFF2-40B4-BE49-F238E27FC236}">
                  <a16:creationId xmlns:a16="http://schemas.microsoft.com/office/drawing/2014/main" id="{E671DC03-A8D0-9F43-86C4-B8B21FDE2F62}"/>
                </a:ext>
              </a:extLst>
            </p:cNvPr>
            <p:cNvGrpSpPr/>
            <p:nvPr/>
          </p:nvGrpSpPr>
          <p:grpSpPr>
            <a:xfrm>
              <a:off x="661263" y="1927187"/>
              <a:ext cx="918242" cy="370050"/>
              <a:chOff x="1097284" y="2174236"/>
              <a:chExt cx="918242" cy="370050"/>
            </a:xfrm>
          </p:grpSpPr>
          <p:sp>
            <p:nvSpPr>
              <p:cNvPr id="227" name="TextBox 226">
                <a:extLst>
                  <a:ext uri="{FF2B5EF4-FFF2-40B4-BE49-F238E27FC236}">
                    <a16:creationId xmlns:a16="http://schemas.microsoft.com/office/drawing/2014/main" id="{28F628B2-E287-644F-9022-BD27AE29D1B1}"/>
                  </a:ext>
                </a:extLst>
              </p:cNvPr>
              <p:cNvSpPr txBox="1"/>
              <p:nvPr/>
            </p:nvSpPr>
            <p:spPr>
              <a:xfrm>
                <a:off x="1521480" y="2174954"/>
                <a:ext cx="49404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/>
                  <a:t>t=0</a:t>
                </a:r>
              </a:p>
            </p:txBody>
          </p:sp>
          <p:grpSp>
            <p:nvGrpSpPr>
              <p:cNvPr id="4" name="Group 3">
                <a:extLst>
                  <a:ext uri="{FF2B5EF4-FFF2-40B4-BE49-F238E27FC236}">
                    <a16:creationId xmlns:a16="http://schemas.microsoft.com/office/drawing/2014/main" id="{143F3C31-C52A-4144-B3DB-177678E48211}"/>
                  </a:ext>
                </a:extLst>
              </p:cNvPr>
              <p:cNvGrpSpPr/>
              <p:nvPr/>
            </p:nvGrpSpPr>
            <p:grpSpPr>
              <a:xfrm>
                <a:off x="1097284" y="2174236"/>
                <a:ext cx="392849" cy="364140"/>
                <a:chOff x="1097284" y="2174236"/>
                <a:chExt cx="438579" cy="364140"/>
              </a:xfrm>
            </p:grpSpPr>
            <p:sp>
              <p:nvSpPr>
                <p:cNvPr id="228" name="Oval 227">
                  <a:extLst>
                    <a:ext uri="{FF2B5EF4-FFF2-40B4-BE49-F238E27FC236}">
                      <a16:creationId xmlns:a16="http://schemas.microsoft.com/office/drawing/2014/main" id="{17BA58CB-2477-BE4F-97AD-F6234ACEAEAE}"/>
                    </a:ext>
                  </a:extLst>
                </p:cNvPr>
                <p:cNvSpPr/>
                <p:nvPr/>
              </p:nvSpPr>
              <p:spPr>
                <a:xfrm>
                  <a:off x="1100473" y="2176595"/>
                  <a:ext cx="431322" cy="361447"/>
                </a:xfrm>
                <a:prstGeom prst="ellipse">
                  <a:avLst/>
                </a:prstGeom>
                <a:noFill/>
                <a:ln w="19050">
                  <a:solidFill>
                    <a:srgbClr val="C0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cxnSp>
              <p:nvCxnSpPr>
                <p:cNvPr id="230" name="Straight Connector 229">
                  <a:extLst>
                    <a:ext uri="{FF2B5EF4-FFF2-40B4-BE49-F238E27FC236}">
                      <a16:creationId xmlns:a16="http://schemas.microsoft.com/office/drawing/2014/main" id="{A83B3BF1-2FE7-D941-8F17-F53DF698D3D4}"/>
                    </a:ext>
                  </a:extLst>
                </p:cNvPr>
                <p:cNvCxnSpPr/>
                <p:nvPr/>
              </p:nvCxnSpPr>
              <p:spPr>
                <a:xfrm>
                  <a:off x="1314533" y="2174236"/>
                  <a:ext cx="0" cy="32479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32" name="Straight Connector 231">
                  <a:extLst>
                    <a:ext uri="{FF2B5EF4-FFF2-40B4-BE49-F238E27FC236}">
                      <a16:creationId xmlns:a16="http://schemas.microsoft.com/office/drawing/2014/main" id="{809C848E-61D7-604B-904F-F46B1F70915E}"/>
                    </a:ext>
                  </a:extLst>
                </p:cNvPr>
                <p:cNvCxnSpPr/>
                <p:nvPr/>
              </p:nvCxnSpPr>
              <p:spPr>
                <a:xfrm>
                  <a:off x="1314533" y="2505897"/>
                  <a:ext cx="0" cy="32479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33" name="Straight Connector 232">
                  <a:extLst>
                    <a:ext uri="{FF2B5EF4-FFF2-40B4-BE49-F238E27FC236}">
                      <a16:creationId xmlns:a16="http://schemas.microsoft.com/office/drawing/2014/main" id="{6E443275-F9DD-D04E-8D60-BAD1DFBA800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6200000">
                  <a:off x="1116663" y="2338620"/>
                  <a:ext cx="0" cy="38758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34" name="Straight Connector 233">
                  <a:extLst>
                    <a:ext uri="{FF2B5EF4-FFF2-40B4-BE49-F238E27FC236}">
                      <a16:creationId xmlns:a16="http://schemas.microsoft.com/office/drawing/2014/main" id="{1A40FE45-C3D5-8644-80E7-3A6FF3B0D48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6200000">
                  <a:off x="1516484" y="2338620"/>
                  <a:ext cx="0" cy="38758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35" name="Straight Connector 234">
                  <a:extLst>
                    <a:ext uri="{FF2B5EF4-FFF2-40B4-BE49-F238E27FC236}">
                      <a16:creationId xmlns:a16="http://schemas.microsoft.com/office/drawing/2014/main" id="{A92626E3-5D76-4747-8F59-14CDEC81341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411431" y="2493045"/>
                  <a:ext cx="17336" cy="23077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39" name="Straight Connector 238">
                  <a:extLst>
                    <a:ext uri="{FF2B5EF4-FFF2-40B4-BE49-F238E27FC236}">
                      <a16:creationId xmlns:a16="http://schemas.microsoft.com/office/drawing/2014/main" id="{4BE49970-1DAF-8145-AC4C-92BBC982EFA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05401" y="2199023"/>
                  <a:ext cx="17336" cy="23077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40" name="Straight Connector 239">
                  <a:extLst>
                    <a:ext uri="{FF2B5EF4-FFF2-40B4-BE49-F238E27FC236}">
                      <a16:creationId xmlns:a16="http://schemas.microsoft.com/office/drawing/2014/main" id="{1D7190C8-8824-E245-88FF-07416CD845E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1201321" y="2491335"/>
                  <a:ext cx="17336" cy="23077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41" name="Straight Connector 240">
                  <a:extLst>
                    <a:ext uri="{FF2B5EF4-FFF2-40B4-BE49-F238E27FC236}">
                      <a16:creationId xmlns:a16="http://schemas.microsoft.com/office/drawing/2014/main" id="{B93D5913-A28D-6F4C-84E5-4BFBB5E9482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1407351" y="2197314"/>
                  <a:ext cx="17336" cy="23077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42" name="Straight Connector 241">
                  <a:extLst>
                    <a:ext uri="{FF2B5EF4-FFF2-40B4-BE49-F238E27FC236}">
                      <a16:creationId xmlns:a16="http://schemas.microsoft.com/office/drawing/2014/main" id="{0DAC6B31-B886-0043-8195-9BFF5909EE5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1480788" y="2263982"/>
                  <a:ext cx="23455" cy="14529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47" name="Straight Connector 246">
                  <a:extLst>
                    <a:ext uri="{FF2B5EF4-FFF2-40B4-BE49-F238E27FC236}">
                      <a16:creationId xmlns:a16="http://schemas.microsoft.com/office/drawing/2014/main" id="{FE8501E0-4894-EB46-9A8C-90438C4B458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1129926" y="2434925"/>
                  <a:ext cx="23455" cy="14529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48" name="Straight Connector 247">
                  <a:extLst>
                    <a:ext uri="{FF2B5EF4-FFF2-40B4-BE49-F238E27FC236}">
                      <a16:creationId xmlns:a16="http://schemas.microsoft.com/office/drawing/2014/main" id="{7D05F761-1E2D-D242-8145-FA6CB521612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 flipV="1">
                  <a:off x="1136045" y="2265692"/>
                  <a:ext cx="23455" cy="14529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49" name="Straight Connector 248">
                  <a:extLst>
                    <a:ext uri="{FF2B5EF4-FFF2-40B4-BE49-F238E27FC236}">
                      <a16:creationId xmlns:a16="http://schemas.microsoft.com/office/drawing/2014/main" id="{E8E9805E-BE5E-D841-AC71-C07001BD4DB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 flipV="1">
                  <a:off x="1480788" y="2436635"/>
                  <a:ext cx="23455" cy="14529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50" name="Oval 249">
                  <a:extLst>
                    <a:ext uri="{FF2B5EF4-FFF2-40B4-BE49-F238E27FC236}">
                      <a16:creationId xmlns:a16="http://schemas.microsoft.com/office/drawing/2014/main" id="{FC54B5C3-6CE5-0444-91FF-053BF6CE589C}"/>
                    </a:ext>
                  </a:extLst>
                </p:cNvPr>
                <p:cNvSpPr/>
                <p:nvPr/>
              </p:nvSpPr>
              <p:spPr>
                <a:xfrm>
                  <a:off x="1288014" y="2334922"/>
                  <a:ext cx="53037" cy="46914"/>
                </a:xfrm>
                <a:prstGeom prst="ellipse">
                  <a:avLst/>
                </a:prstGeom>
                <a:solidFill>
                  <a:srgbClr val="C000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cxnSp>
              <p:nvCxnSpPr>
                <p:cNvPr id="252" name="Straight Connector 251">
                  <a:extLst>
                    <a:ext uri="{FF2B5EF4-FFF2-40B4-BE49-F238E27FC236}">
                      <a16:creationId xmlns:a16="http://schemas.microsoft.com/office/drawing/2014/main" id="{1FFD0838-0271-4340-8F0B-74EF500112A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314533" y="2230033"/>
                  <a:ext cx="0" cy="111727"/>
                </a:xfrm>
                <a:prstGeom prst="line">
                  <a:avLst/>
                </a:prstGeom>
                <a:ln w="25400" cap="flat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sp>
          <p:nvSpPr>
            <p:cNvPr id="255" name="TextBox 254">
              <a:extLst>
                <a:ext uri="{FF2B5EF4-FFF2-40B4-BE49-F238E27FC236}">
                  <a16:creationId xmlns:a16="http://schemas.microsoft.com/office/drawing/2014/main" id="{748F6DEF-668E-5841-A6A2-B63A0C4711C1}"/>
                </a:ext>
              </a:extLst>
            </p:cNvPr>
            <p:cNvSpPr txBox="1"/>
            <p:nvPr/>
          </p:nvSpPr>
          <p:spPr>
            <a:xfrm flipH="1">
              <a:off x="1653913" y="1925960"/>
              <a:ext cx="3443676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90000"/>
                </a:lnSpc>
                <a:buClr>
                  <a:srgbClr val="0000A8"/>
                </a:buClr>
              </a:pPr>
              <a:r>
                <a:rPr lang="en-US" sz="2000" dirty="0"/>
                <a:t>c’s state at t=0 is at c only</a:t>
              </a:r>
            </a:p>
          </p:txBody>
        </p:sp>
      </p:grpSp>
      <p:grpSp>
        <p:nvGrpSpPr>
          <p:cNvPr id="8" name="Group 7">
            <a:extLst>
              <a:ext uri="{FF2B5EF4-FFF2-40B4-BE49-F238E27FC236}">
                <a16:creationId xmlns:a16="http://schemas.microsoft.com/office/drawing/2014/main" id="{8E11B072-C45E-D04F-867D-0453E060BFC1}"/>
              </a:ext>
            </a:extLst>
          </p:cNvPr>
          <p:cNvGrpSpPr/>
          <p:nvPr/>
        </p:nvGrpSpPr>
        <p:grpSpPr>
          <a:xfrm>
            <a:off x="7171418" y="2007663"/>
            <a:ext cx="4435671" cy="4385738"/>
            <a:chOff x="6907258" y="1814623"/>
            <a:chExt cx="4435671" cy="4385738"/>
          </a:xfrm>
        </p:grpSpPr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374B35E8-95B6-B946-8240-59B747B607B3}"/>
                </a:ext>
              </a:extLst>
            </p:cNvPr>
            <p:cNvCxnSpPr>
              <a:cxnSpLocks/>
              <a:stCxn id="76" idx="2"/>
              <a:endCxn id="76" idx="0"/>
            </p:cNvCxnSpPr>
            <p:nvPr/>
          </p:nvCxnSpPr>
          <p:spPr>
            <a:xfrm flipV="1">
              <a:off x="9141446" y="2037680"/>
              <a:ext cx="0" cy="3863111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6" name="Straight Connector 95">
              <a:extLst>
                <a:ext uri="{FF2B5EF4-FFF2-40B4-BE49-F238E27FC236}">
                  <a16:creationId xmlns:a16="http://schemas.microsoft.com/office/drawing/2014/main" id="{DE34EA38-AB93-704A-ACF2-764D62663226}"/>
                </a:ext>
              </a:extLst>
            </p:cNvPr>
            <p:cNvCxnSpPr>
              <a:cxnSpLocks/>
              <a:stCxn id="76" idx="1"/>
              <a:endCxn id="76" idx="3"/>
            </p:cNvCxnSpPr>
            <p:nvPr/>
          </p:nvCxnSpPr>
          <p:spPr>
            <a:xfrm>
              <a:off x="7209890" y="3969235"/>
              <a:ext cx="3863111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6" name="Rectangle 75">
              <a:extLst>
                <a:ext uri="{FF2B5EF4-FFF2-40B4-BE49-F238E27FC236}">
                  <a16:creationId xmlns:a16="http://schemas.microsoft.com/office/drawing/2014/main" id="{A169888C-5E10-3E40-BC1D-A5D0DB850712}"/>
                </a:ext>
              </a:extLst>
            </p:cNvPr>
            <p:cNvSpPr/>
            <p:nvPr/>
          </p:nvSpPr>
          <p:spPr>
            <a:xfrm>
              <a:off x="7209890" y="2037680"/>
              <a:ext cx="3863111" cy="3863111"/>
            </a:xfrm>
            <a:prstGeom prst="rect">
              <a:avLst/>
            </a:prstGeom>
            <a:noFill/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600" dirty="0"/>
            </a:p>
          </p:txBody>
        </p:sp>
        <p:sp>
          <p:nvSpPr>
            <p:cNvPr id="150" name="Rectangle 149">
              <a:extLst>
                <a:ext uri="{FF2B5EF4-FFF2-40B4-BE49-F238E27FC236}">
                  <a16:creationId xmlns:a16="http://schemas.microsoft.com/office/drawing/2014/main" id="{CB39BACF-E4D1-6641-8B8C-0274EDEFA113}"/>
                </a:ext>
              </a:extLst>
            </p:cNvPr>
            <p:cNvSpPr/>
            <p:nvPr/>
          </p:nvSpPr>
          <p:spPr>
            <a:xfrm>
              <a:off x="10991457" y="2109030"/>
              <a:ext cx="132508" cy="1855109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600" dirty="0"/>
            </a:p>
          </p:txBody>
        </p:sp>
        <p:grpSp>
          <p:nvGrpSpPr>
            <p:cNvPr id="1034" name="Group 1033">
              <a:extLst>
                <a:ext uri="{FF2B5EF4-FFF2-40B4-BE49-F238E27FC236}">
                  <a16:creationId xmlns:a16="http://schemas.microsoft.com/office/drawing/2014/main" id="{B4BFA757-E5EA-9A42-8A16-AA2091E708C8}"/>
                </a:ext>
              </a:extLst>
            </p:cNvPr>
            <p:cNvGrpSpPr/>
            <p:nvPr/>
          </p:nvGrpSpPr>
          <p:grpSpPr>
            <a:xfrm>
              <a:off x="6944905" y="5680773"/>
              <a:ext cx="4395351" cy="404576"/>
              <a:chOff x="4333785" y="5772213"/>
              <a:chExt cx="4395351" cy="404576"/>
            </a:xfrm>
          </p:grpSpPr>
          <p:grpSp>
            <p:nvGrpSpPr>
              <p:cNvPr id="184" name="Group 183">
                <a:extLst>
                  <a:ext uri="{FF2B5EF4-FFF2-40B4-BE49-F238E27FC236}">
                    <a16:creationId xmlns:a16="http://schemas.microsoft.com/office/drawing/2014/main" id="{600795BD-C1B6-1748-B28A-001A8505BE86}"/>
                  </a:ext>
                </a:extLst>
              </p:cNvPr>
              <p:cNvGrpSpPr/>
              <p:nvPr/>
            </p:nvGrpSpPr>
            <p:grpSpPr>
              <a:xfrm>
                <a:off x="4333785" y="5772213"/>
                <a:ext cx="531821" cy="369069"/>
                <a:chOff x="1348328" y="2475647"/>
                <a:chExt cx="603916" cy="419100"/>
              </a:xfrm>
            </p:grpSpPr>
            <p:grpSp>
              <p:nvGrpSpPr>
                <p:cNvPr id="205" name="Group 204">
                  <a:extLst>
                    <a:ext uri="{FF2B5EF4-FFF2-40B4-BE49-F238E27FC236}">
                      <a16:creationId xmlns:a16="http://schemas.microsoft.com/office/drawing/2014/main" id="{CE81AFB3-2346-434C-A463-93F9C295562A}"/>
                    </a:ext>
                  </a:extLst>
                </p:cNvPr>
                <p:cNvGrpSpPr/>
                <p:nvPr/>
              </p:nvGrpSpPr>
              <p:grpSpPr>
                <a:xfrm>
                  <a:off x="1348328" y="2555748"/>
                  <a:ext cx="603916" cy="308999"/>
                  <a:chOff x="5278570" y="2983486"/>
                  <a:chExt cx="501650" cy="233363"/>
                </a:xfrm>
              </p:grpSpPr>
              <p:sp>
                <p:nvSpPr>
                  <p:cNvPr id="209" name="Oval 5">
                    <a:extLst>
                      <a:ext uri="{FF2B5EF4-FFF2-40B4-BE49-F238E27FC236}">
                        <a16:creationId xmlns:a16="http://schemas.microsoft.com/office/drawing/2014/main" id="{7918ED2E-E380-6C4E-86AA-0BF9D761441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83332" y="3088261"/>
                    <a:ext cx="496888" cy="128588"/>
                  </a:xfrm>
                  <a:prstGeom prst="ellipse">
                    <a:avLst/>
                  </a:prstGeom>
                  <a:solidFill>
                    <a:srgbClr val="CCCCFF"/>
                  </a:solidFill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210" name="Line 6">
                    <a:extLst>
                      <a:ext uri="{FF2B5EF4-FFF2-40B4-BE49-F238E27FC236}">
                        <a16:creationId xmlns:a16="http://schemas.microsoft.com/office/drawing/2014/main" id="{45F96407-8127-654C-9C52-5B6269075623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5283332" y="3077148"/>
                    <a:ext cx="0" cy="79375"/>
                  </a:xfrm>
                  <a:prstGeom prst="line">
                    <a:avLst/>
                  </a:prstGeom>
                  <a:noFill/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 xmlns="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211" name="Line 7">
                    <a:extLst>
                      <a:ext uri="{FF2B5EF4-FFF2-40B4-BE49-F238E27FC236}">
                        <a16:creationId xmlns:a16="http://schemas.microsoft.com/office/drawing/2014/main" id="{F1C01DA2-272A-CD4F-87F1-779C30F35559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5780220" y="3077148"/>
                    <a:ext cx="0" cy="79375"/>
                  </a:xfrm>
                  <a:prstGeom prst="line">
                    <a:avLst/>
                  </a:prstGeom>
                  <a:noFill/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 xmlns="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212" name="Rectangle 8">
                    <a:extLst>
                      <a:ext uri="{FF2B5EF4-FFF2-40B4-BE49-F238E27FC236}">
                        <a16:creationId xmlns:a16="http://schemas.microsoft.com/office/drawing/2014/main" id="{7969C970-9697-A847-B375-82D629934D5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83332" y="3077148"/>
                    <a:ext cx="492125" cy="77788"/>
                  </a:xfrm>
                  <a:prstGeom prst="rect">
                    <a:avLst/>
                  </a:prstGeom>
                  <a:solidFill>
                    <a:srgbClr val="CCCCF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213" name="Oval 9">
                    <a:extLst>
                      <a:ext uri="{FF2B5EF4-FFF2-40B4-BE49-F238E27FC236}">
                        <a16:creationId xmlns:a16="http://schemas.microsoft.com/office/drawing/2014/main" id="{F8D02D26-0EA1-FD40-AD1F-E4E8635F47C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78570" y="2983486"/>
                    <a:ext cx="496888" cy="150813"/>
                  </a:xfrm>
                  <a:prstGeom prst="ellipse">
                    <a:avLst/>
                  </a:prstGeom>
                  <a:solidFill>
                    <a:srgbClr val="CCCCFF"/>
                  </a:solidFill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grpSp>
              <p:nvGrpSpPr>
                <p:cNvPr id="206" name="Group 44">
                  <a:extLst>
                    <a:ext uri="{FF2B5EF4-FFF2-40B4-BE49-F238E27FC236}">
                      <a16:creationId xmlns:a16="http://schemas.microsoft.com/office/drawing/2014/main" id="{02C0B744-445A-A04E-812A-2D60476C1521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456374" y="2475647"/>
                  <a:ext cx="355165" cy="419100"/>
                  <a:chOff x="2944" y="2405"/>
                  <a:chExt cx="227" cy="264"/>
                </a:xfrm>
              </p:grpSpPr>
              <p:sp>
                <p:nvSpPr>
                  <p:cNvPr id="207" name="Rectangle 45">
                    <a:extLst>
                      <a:ext uri="{FF2B5EF4-FFF2-40B4-BE49-F238E27FC236}">
                        <a16:creationId xmlns:a16="http://schemas.microsoft.com/office/drawing/2014/main" id="{83E6E4B2-940F-B749-91D8-19B033341D5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82" y="2490"/>
                    <a:ext cx="144" cy="132"/>
                  </a:xfrm>
                  <a:prstGeom prst="rect">
                    <a:avLst/>
                  </a:prstGeom>
                  <a:solidFill>
                    <a:srgbClr val="CCCCF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208" name="Text Box 46">
                    <a:extLst>
                      <a:ext uri="{FF2B5EF4-FFF2-40B4-BE49-F238E27FC236}">
                        <a16:creationId xmlns:a16="http://schemas.microsoft.com/office/drawing/2014/main" id="{16D546E0-A23E-174D-8F0D-BFB691AF1D6C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944" y="2405"/>
                    <a:ext cx="227" cy="264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  <a:cs typeface="ＭＳ Ｐゴシック" charset="0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9pPr>
                  </a:lstStyle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g</a:t>
                    </a:r>
                    <a:endPara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</p:grpSp>
          <p:grpSp>
            <p:nvGrpSpPr>
              <p:cNvPr id="185" name="Group 184">
                <a:extLst>
                  <a:ext uri="{FF2B5EF4-FFF2-40B4-BE49-F238E27FC236}">
                    <a16:creationId xmlns:a16="http://schemas.microsoft.com/office/drawing/2014/main" id="{34A0F8A7-FCD0-9A45-80B9-24CC78B561FE}"/>
                  </a:ext>
                </a:extLst>
              </p:cNvPr>
              <p:cNvGrpSpPr/>
              <p:nvPr/>
            </p:nvGrpSpPr>
            <p:grpSpPr>
              <a:xfrm>
                <a:off x="6263949" y="5807720"/>
                <a:ext cx="531821" cy="369069"/>
                <a:chOff x="1348328" y="2507397"/>
                <a:chExt cx="603916" cy="419100"/>
              </a:xfrm>
            </p:grpSpPr>
            <p:grpSp>
              <p:nvGrpSpPr>
                <p:cNvPr id="196" name="Group 195">
                  <a:extLst>
                    <a:ext uri="{FF2B5EF4-FFF2-40B4-BE49-F238E27FC236}">
                      <a16:creationId xmlns:a16="http://schemas.microsoft.com/office/drawing/2014/main" id="{18AECA76-7F06-F84A-928B-C13839D9F43F}"/>
                    </a:ext>
                  </a:extLst>
                </p:cNvPr>
                <p:cNvGrpSpPr/>
                <p:nvPr/>
              </p:nvGrpSpPr>
              <p:grpSpPr>
                <a:xfrm>
                  <a:off x="1348328" y="2555748"/>
                  <a:ext cx="603916" cy="308999"/>
                  <a:chOff x="5278570" y="2983486"/>
                  <a:chExt cx="501650" cy="233363"/>
                </a:xfrm>
              </p:grpSpPr>
              <p:sp>
                <p:nvSpPr>
                  <p:cNvPr id="200" name="Oval 5">
                    <a:extLst>
                      <a:ext uri="{FF2B5EF4-FFF2-40B4-BE49-F238E27FC236}">
                        <a16:creationId xmlns:a16="http://schemas.microsoft.com/office/drawing/2014/main" id="{04917013-CC10-D043-8A71-34F24813049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83332" y="3088261"/>
                    <a:ext cx="496888" cy="128588"/>
                  </a:xfrm>
                  <a:prstGeom prst="ellipse">
                    <a:avLst/>
                  </a:prstGeom>
                  <a:solidFill>
                    <a:srgbClr val="CCCCFF"/>
                  </a:solidFill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201" name="Line 6">
                    <a:extLst>
                      <a:ext uri="{FF2B5EF4-FFF2-40B4-BE49-F238E27FC236}">
                        <a16:creationId xmlns:a16="http://schemas.microsoft.com/office/drawing/2014/main" id="{7E7DEF49-D295-8547-9FE7-8CBB42CEB81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5283332" y="3077148"/>
                    <a:ext cx="0" cy="79375"/>
                  </a:xfrm>
                  <a:prstGeom prst="line">
                    <a:avLst/>
                  </a:prstGeom>
                  <a:noFill/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 xmlns="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202" name="Line 7">
                    <a:extLst>
                      <a:ext uri="{FF2B5EF4-FFF2-40B4-BE49-F238E27FC236}">
                        <a16:creationId xmlns:a16="http://schemas.microsoft.com/office/drawing/2014/main" id="{5633B25D-6786-5A4A-A44E-E4A1EE3575B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5780220" y="3077148"/>
                    <a:ext cx="0" cy="79375"/>
                  </a:xfrm>
                  <a:prstGeom prst="line">
                    <a:avLst/>
                  </a:prstGeom>
                  <a:noFill/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 xmlns="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203" name="Rectangle 8">
                    <a:extLst>
                      <a:ext uri="{FF2B5EF4-FFF2-40B4-BE49-F238E27FC236}">
                        <a16:creationId xmlns:a16="http://schemas.microsoft.com/office/drawing/2014/main" id="{968E012E-E513-8340-9324-11A79B223E2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83332" y="3077148"/>
                    <a:ext cx="492125" cy="77788"/>
                  </a:xfrm>
                  <a:prstGeom prst="rect">
                    <a:avLst/>
                  </a:prstGeom>
                  <a:solidFill>
                    <a:srgbClr val="CCCCF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204" name="Oval 9">
                    <a:extLst>
                      <a:ext uri="{FF2B5EF4-FFF2-40B4-BE49-F238E27FC236}">
                        <a16:creationId xmlns:a16="http://schemas.microsoft.com/office/drawing/2014/main" id="{7AFB2A7E-90B7-454F-BABB-E2A39AC7C95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78570" y="2983486"/>
                    <a:ext cx="496888" cy="150813"/>
                  </a:xfrm>
                  <a:prstGeom prst="ellipse">
                    <a:avLst/>
                  </a:prstGeom>
                  <a:solidFill>
                    <a:srgbClr val="CCCCFF"/>
                  </a:solidFill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grpSp>
              <p:nvGrpSpPr>
                <p:cNvPr id="197" name="Group 44">
                  <a:extLst>
                    <a:ext uri="{FF2B5EF4-FFF2-40B4-BE49-F238E27FC236}">
                      <a16:creationId xmlns:a16="http://schemas.microsoft.com/office/drawing/2014/main" id="{5567606D-D82D-2A4D-A3C8-A7D0703B3CC5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456374" y="2507397"/>
                  <a:ext cx="355165" cy="419100"/>
                  <a:chOff x="2944" y="2425"/>
                  <a:chExt cx="227" cy="264"/>
                </a:xfrm>
              </p:grpSpPr>
              <p:sp>
                <p:nvSpPr>
                  <p:cNvPr id="198" name="Rectangle 45">
                    <a:extLst>
                      <a:ext uri="{FF2B5EF4-FFF2-40B4-BE49-F238E27FC236}">
                        <a16:creationId xmlns:a16="http://schemas.microsoft.com/office/drawing/2014/main" id="{39206D20-AD6D-3242-8865-2C6680CB410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82" y="2490"/>
                    <a:ext cx="144" cy="132"/>
                  </a:xfrm>
                  <a:prstGeom prst="rect">
                    <a:avLst/>
                  </a:prstGeom>
                  <a:solidFill>
                    <a:srgbClr val="CCCCF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199" name="Text Box 46">
                    <a:extLst>
                      <a:ext uri="{FF2B5EF4-FFF2-40B4-BE49-F238E27FC236}">
                        <a16:creationId xmlns:a16="http://schemas.microsoft.com/office/drawing/2014/main" id="{E3BB3556-A335-984F-978A-FECE515B6702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944" y="2425"/>
                    <a:ext cx="227" cy="264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  <a:cs typeface="ＭＳ Ｐゴシック" charset="0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9pPr>
                  </a:lstStyle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h</a:t>
                    </a:r>
                    <a:endPara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</p:grpSp>
          <p:grpSp>
            <p:nvGrpSpPr>
              <p:cNvPr id="186" name="Group 185">
                <a:extLst>
                  <a:ext uri="{FF2B5EF4-FFF2-40B4-BE49-F238E27FC236}">
                    <a16:creationId xmlns:a16="http://schemas.microsoft.com/office/drawing/2014/main" id="{3B620D34-7BA8-EF49-AC1C-93F5BBC84AEC}"/>
                  </a:ext>
                </a:extLst>
              </p:cNvPr>
              <p:cNvGrpSpPr/>
              <p:nvPr/>
            </p:nvGrpSpPr>
            <p:grpSpPr>
              <a:xfrm>
                <a:off x="8197315" y="5805271"/>
                <a:ext cx="531821" cy="369069"/>
                <a:chOff x="1348328" y="2507397"/>
                <a:chExt cx="603916" cy="419100"/>
              </a:xfrm>
            </p:grpSpPr>
            <p:grpSp>
              <p:nvGrpSpPr>
                <p:cNvPr id="187" name="Group 186">
                  <a:extLst>
                    <a:ext uri="{FF2B5EF4-FFF2-40B4-BE49-F238E27FC236}">
                      <a16:creationId xmlns:a16="http://schemas.microsoft.com/office/drawing/2014/main" id="{A6C2F80D-43A1-5746-B518-C0C4F1A20ACD}"/>
                    </a:ext>
                  </a:extLst>
                </p:cNvPr>
                <p:cNvGrpSpPr/>
                <p:nvPr/>
              </p:nvGrpSpPr>
              <p:grpSpPr>
                <a:xfrm>
                  <a:off x="1348328" y="2555748"/>
                  <a:ext cx="603916" cy="308999"/>
                  <a:chOff x="5278570" y="2983486"/>
                  <a:chExt cx="501650" cy="233363"/>
                </a:xfrm>
              </p:grpSpPr>
              <p:sp>
                <p:nvSpPr>
                  <p:cNvPr id="191" name="Oval 5">
                    <a:extLst>
                      <a:ext uri="{FF2B5EF4-FFF2-40B4-BE49-F238E27FC236}">
                        <a16:creationId xmlns:a16="http://schemas.microsoft.com/office/drawing/2014/main" id="{442E1AFF-BC2C-C849-85D1-13E42B701CE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83332" y="3088261"/>
                    <a:ext cx="496888" cy="128588"/>
                  </a:xfrm>
                  <a:prstGeom prst="ellipse">
                    <a:avLst/>
                  </a:prstGeom>
                  <a:solidFill>
                    <a:srgbClr val="CCCCFF"/>
                  </a:solidFill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192" name="Line 6">
                    <a:extLst>
                      <a:ext uri="{FF2B5EF4-FFF2-40B4-BE49-F238E27FC236}">
                        <a16:creationId xmlns:a16="http://schemas.microsoft.com/office/drawing/2014/main" id="{C2994154-DB6D-E247-8511-C6FE8D9665F8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5283332" y="3077148"/>
                    <a:ext cx="0" cy="79375"/>
                  </a:xfrm>
                  <a:prstGeom prst="line">
                    <a:avLst/>
                  </a:prstGeom>
                  <a:noFill/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 xmlns="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193" name="Line 7">
                    <a:extLst>
                      <a:ext uri="{FF2B5EF4-FFF2-40B4-BE49-F238E27FC236}">
                        <a16:creationId xmlns:a16="http://schemas.microsoft.com/office/drawing/2014/main" id="{C730A3ED-5222-5348-831E-092DE7D6CEE3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5780220" y="3077148"/>
                    <a:ext cx="0" cy="79375"/>
                  </a:xfrm>
                  <a:prstGeom prst="line">
                    <a:avLst/>
                  </a:prstGeom>
                  <a:noFill/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 xmlns="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194" name="Rectangle 8">
                    <a:extLst>
                      <a:ext uri="{FF2B5EF4-FFF2-40B4-BE49-F238E27FC236}">
                        <a16:creationId xmlns:a16="http://schemas.microsoft.com/office/drawing/2014/main" id="{BED424F7-1928-5F41-831D-417161F220B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83332" y="3077148"/>
                    <a:ext cx="492125" cy="77788"/>
                  </a:xfrm>
                  <a:prstGeom prst="rect">
                    <a:avLst/>
                  </a:prstGeom>
                  <a:solidFill>
                    <a:srgbClr val="CCCCF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195" name="Oval 9">
                    <a:extLst>
                      <a:ext uri="{FF2B5EF4-FFF2-40B4-BE49-F238E27FC236}">
                        <a16:creationId xmlns:a16="http://schemas.microsoft.com/office/drawing/2014/main" id="{76DDF5F9-ACB7-E642-ACEA-223EE2F5F41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78570" y="2983486"/>
                    <a:ext cx="496888" cy="150813"/>
                  </a:xfrm>
                  <a:prstGeom prst="ellipse">
                    <a:avLst/>
                  </a:prstGeom>
                  <a:solidFill>
                    <a:srgbClr val="CCCCFF"/>
                  </a:solidFill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grpSp>
              <p:nvGrpSpPr>
                <p:cNvPr id="188" name="Group 44">
                  <a:extLst>
                    <a:ext uri="{FF2B5EF4-FFF2-40B4-BE49-F238E27FC236}">
                      <a16:creationId xmlns:a16="http://schemas.microsoft.com/office/drawing/2014/main" id="{495DC56F-8C0E-6549-849D-6D43F4F8BC0A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500196" y="2507397"/>
                  <a:ext cx="267548" cy="419100"/>
                  <a:chOff x="2972" y="2425"/>
                  <a:chExt cx="171" cy="264"/>
                </a:xfrm>
              </p:grpSpPr>
              <p:sp>
                <p:nvSpPr>
                  <p:cNvPr id="189" name="Rectangle 45">
                    <a:extLst>
                      <a:ext uri="{FF2B5EF4-FFF2-40B4-BE49-F238E27FC236}">
                        <a16:creationId xmlns:a16="http://schemas.microsoft.com/office/drawing/2014/main" id="{892DBBAB-E011-FD4A-BA7E-105CEF9075A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82" y="2490"/>
                    <a:ext cx="144" cy="132"/>
                  </a:xfrm>
                  <a:prstGeom prst="rect">
                    <a:avLst/>
                  </a:prstGeom>
                  <a:solidFill>
                    <a:srgbClr val="CCCCF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190" name="Text Box 46">
                    <a:extLst>
                      <a:ext uri="{FF2B5EF4-FFF2-40B4-BE49-F238E27FC236}">
                        <a16:creationId xmlns:a16="http://schemas.microsoft.com/office/drawing/2014/main" id="{173A4036-1DC3-BD4D-9E66-D9BC48C58BA0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972" y="2425"/>
                    <a:ext cx="171" cy="264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  <a:cs typeface="ＭＳ Ｐゴシック" charset="0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9pPr>
                  </a:lstStyle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i</a:t>
                    </a:r>
                    <a:endPara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</p:grpSp>
        </p:grpSp>
        <p:sp>
          <p:nvSpPr>
            <p:cNvPr id="215" name="TextBox 214">
              <a:extLst>
                <a:ext uri="{FF2B5EF4-FFF2-40B4-BE49-F238E27FC236}">
                  <a16:creationId xmlns:a16="http://schemas.microsoft.com/office/drawing/2014/main" id="{74A89238-377F-A840-BB03-52D53CBBC3F3}"/>
                </a:ext>
              </a:extLst>
            </p:cNvPr>
            <p:cNvSpPr txBox="1"/>
            <p:nvPr/>
          </p:nvSpPr>
          <p:spPr>
            <a:xfrm>
              <a:off x="6916902" y="2779082"/>
              <a:ext cx="30168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00" dirty="0"/>
                <a:t>1</a:t>
              </a:r>
            </a:p>
          </p:txBody>
        </p:sp>
        <p:sp>
          <p:nvSpPr>
            <p:cNvPr id="216" name="TextBox 215">
              <a:extLst>
                <a:ext uri="{FF2B5EF4-FFF2-40B4-BE49-F238E27FC236}">
                  <a16:creationId xmlns:a16="http://schemas.microsoft.com/office/drawing/2014/main" id="{3D3F7215-9DE8-0542-8CCA-A9CEDC8717E2}"/>
                </a:ext>
              </a:extLst>
            </p:cNvPr>
            <p:cNvSpPr txBox="1"/>
            <p:nvPr/>
          </p:nvSpPr>
          <p:spPr>
            <a:xfrm>
              <a:off x="8828654" y="2769437"/>
              <a:ext cx="288862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dirty="0"/>
                <a:t>1</a:t>
              </a:r>
            </a:p>
          </p:txBody>
        </p:sp>
        <p:sp>
          <p:nvSpPr>
            <p:cNvPr id="217" name="TextBox 216">
              <a:extLst>
                <a:ext uri="{FF2B5EF4-FFF2-40B4-BE49-F238E27FC236}">
                  <a16:creationId xmlns:a16="http://schemas.microsoft.com/office/drawing/2014/main" id="{FC342D48-14A2-BA4E-A191-060C4177F678}"/>
                </a:ext>
              </a:extLst>
            </p:cNvPr>
            <p:cNvSpPr txBox="1"/>
            <p:nvPr/>
          </p:nvSpPr>
          <p:spPr>
            <a:xfrm>
              <a:off x="6907258" y="4795006"/>
              <a:ext cx="30168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00" dirty="0"/>
                <a:t>1</a:t>
              </a:r>
            </a:p>
          </p:txBody>
        </p:sp>
        <p:sp>
          <p:nvSpPr>
            <p:cNvPr id="218" name="TextBox 217">
              <a:extLst>
                <a:ext uri="{FF2B5EF4-FFF2-40B4-BE49-F238E27FC236}">
                  <a16:creationId xmlns:a16="http://schemas.microsoft.com/office/drawing/2014/main" id="{C9336A94-9BC9-8F41-95A7-69E18360DF3D}"/>
                </a:ext>
              </a:extLst>
            </p:cNvPr>
            <p:cNvSpPr txBox="1"/>
            <p:nvPr/>
          </p:nvSpPr>
          <p:spPr>
            <a:xfrm>
              <a:off x="8842160" y="4796936"/>
              <a:ext cx="288862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dirty="0"/>
                <a:t>1</a:t>
              </a:r>
            </a:p>
          </p:txBody>
        </p:sp>
        <p:sp>
          <p:nvSpPr>
            <p:cNvPr id="219" name="TextBox 218">
              <a:extLst>
                <a:ext uri="{FF2B5EF4-FFF2-40B4-BE49-F238E27FC236}">
                  <a16:creationId xmlns:a16="http://schemas.microsoft.com/office/drawing/2014/main" id="{E11EFAA3-3025-6E40-9F7B-8AEC8E44C52D}"/>
                </a:ext>
              </a:extLst>
            </p:cNvPr>
            <p:cNvSpPr txBox="1"/>
            <p:nvPr/>
          </p:nvSpPr>
          <p:spPr>
            <a:xfrm>
              <a:off x="10765485" y="4798866"/>
              <a:ext cx="288862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dirty="0"/>
                <a:t>1</a:t>
              </a:r>
            </a:p>
          </p:txBody>
        </p:sp>
        <p:sp>
          <p:nvSpPr>
            <p:cNvPr id="221" name="TextBox 220">
              <a:extLst>
                <a:ext uri="{FF2B5EF4-FFF2-40B4-BE49-F238E27FC236}">
                  <a16:creationId xmlns:a16="http://schemas.microsoft.com/office/drawing/2014/main" id="{EECDCBF1-5ACC-CF43-B981-907337945BA2}"/>
                </a:ext>
              </a:extLst>
            </p:cNvPr>
            <p:cNvSpPr txBox="1"/>
            <p:nvPr/>
          </p:nvSpPr>
          <p:spPr>
            <a:xfrm>
              <a:off x="8053150" y="3938480"/>
              <a:ext cx="30168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00" dirty="0"/>
                <a:t>1</a:t>
              </a:r>
            </a:p>
          </p:txBody>
        </p:sp>
        <p:sp>
          <p:nvSpPr>
            <p:cNvPr id="222" name="TextBox 221">
              <a:extLst>
                <a:ext uri="{FF2B5EF4-FFF2-40B4-BE49-F238E27FC236}">
                  <a16:creationId xmlns:a16="http://schemas.microsoft.com/office/drawing/2014/main" id="{2DD32315-0DAF-354B-ADE2-76F406D6A871}"/>
                </a:ext>
              </a:extLst>
            </p:cNvPr>
            <p:cNvSpPr txBox="1"/>
            <p:nvPr/>
          </p:nvSpPr>
          <p:spPr>
            <a:xfrm>
              <a:off x="9964902" y="3928835"/>
              <a:ext cx="288862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dirty="0"/>
                <a:t>1</a:t>
              </a:r>
            </a:p>
          </p:txBody>
        </p:sp>
        <p:sp>
          <p:nvSpPr>
            <p:cNvPr id="223" name="TextBox 222">
              <a:extLst>
                <a:ext uri="{FF2B5EF4-FFF2-40B4-BE49-F238E27FC236}">
                  <a16:creationId xmlns:a16="http://schemas.microsoft.com/office/drawing/2014/main" id="{25B3E8DA-82E1-B746-9524-A8B47546C7B7}"/>
                </a:ext>
              </a:extLst>
            </p:cNvPr>
            <p:cNvSpPr txBox="1"/>
            <p:nvPr/>
          </p:nvSpPr>
          <p:spPr>
            <a:xfrm>
              <a:off x="8055078" y="5861807"/>
              <a:ext cx="30168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00" dirty="0"/>
                <a:t>1</a:t>
              </a:r>
            </a:p>
          </p:txBody>
        </p:sp>
        <p:sp>
          <p:nvSpPr>
            <p:cNvPr id="224" name="TextBox 223">
              <a:extLst>
                <a:ext uri="{FF2B5EF4-FFF2-40B4-BE49-F238E27FC236}">
                  <a16:creationId xmlns:a16="http://schemas.microsoft.com/office/drawing/2014/main" id="{51516E14-40A2-B34F-B880-05B80B68D6FC}"/>
                </a:ext>
              </a:extLst>
            </p:cNvPr>
            <p:cNvSpPr txBox="1"/>
            <p:nvPr/>
          </p:nvSpPr>
          <p:spPr>
            <a:xfrm>
              <a:off x="9966830" y="5852162"/>
              <a:ext cx="288862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dirty="0"/>
                <a:t>1</a:t>
              </a:r>
            </a:p>
          </p:txBody>
        </p:sp>
        <p:sp>
          <p:nvSpPr>
            <p:cNvPr id="225" name="TextBox 224">
              <a:extLst>
                <a:ext uri="{FF2B5EF4-FFF2-40B4-BE49-F238E27FC236}">
                  <a16:creationId xmlns:a16="http://schemas.microsoft.com/office/drawing/2014/main" id="{9174059A-E895-E740-9A26-AA7943E4A64F}"/>
                </a:ext>
              </a:extLst>
            </p:cNvPr>
            <p:cNvSpPr txBox="1"/>
            <p:nvPr/>
          </p:nvSpPr>
          <p:spPr>
            <a:xfrm>
              <a:off x="8057006" y="2032516"/>
              <a:ext cx="30168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00" dirty="0"/>
                <a:t>8</a:t>
              </a:r>
            </a:p>
          </p:txBody>
        </p:sp>
        <p:sp>
          <p:nvSpPr>
            <p:cNvPr id="226" name="TextBox 225">
              <a:extLst>
                <a:ext uri="{FF2B5EF4-FFF2-40B4-BE49-F238E27FC236}">
                  <a16:creationId xmlns:a16="http://schemas.microsoft.com/office/drawing/2014/main" id="{F7510488-7C59-7449-A4EE-C5A32BFCB3A5}"/>
                </a:ext>
              </a:extLst>
            </p:cNvPr>
            <p:cNvSpPr txBox="1"/>
            <p:nvPr/>
          </p:nvSpPr>
          <p:spPr>
            <a:xfrm>
              <a:off x="9968758" y="2022871"/>
              <a:ext cx="288862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dirty="0"/>
                <a:t>1</a:t>
              </a:r>
            </a:p>
          </p:txBody>
        </p:sp>
        <p:sp>
          <p:nvSpPr>
            <p:cNvPr id="1032" name="Right Arrow 1031">
              <a:extLst>
                <a:ext uri="{FF2B5EF4-FFF2-40B4-BE49-F238E27FC236}">
                  <a16:creationId xmlns:a16="http://schemas.microsoft.com/office/drawing/2014/main" id="{48701230-5EB3-4E4B-BEE9-CAD81136ECFC}"/>
                </a:ext>
              </a:extLst>
            </p:cNvPr>
            <p:cNvSpPr/>
            <p:nvPr/>
          </p:nvSpPr>
          <p:spPr>
            <a:xfrm rot="5400000">
              <a:off x="7011053" y="2469864"/>
              <a:ext cx="639100" cy="157317"/>
            </a:xfrm>
            <a:prstGeom prst="rightArrow">
              <a:avLst/>
            </a:pr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rgbClr val="C00000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67" name="Right Arrow 266">
              <a:extLst>
                <a:ext uri="{FF2B5EF4-FFF2-40B4-BE49-F238E27FC236}">
                  <a16:creationId xmlns:a16="http://schemas.microsoft.com/office/drawing/2014/main" id="{39C7E016-9840-8340-9D5C-7C9BC5953296}"/>
                </a:ext>
              </a:extLst>
            </p:cNvPr>
            <p:cNvSpPr/>
            <p:nvPr/>
          </p:nvSpPr>
          <p:spPr>
            <a:xfrm rot="16200000">
              <a:off x="7006137" y="3379348"/>
              <a:ext cx="639100" cy="157317"/>
            </a:xfrm>
            <a:prstGeom prst="rightArrow">
              <a:avLst/>
            </a:pr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rgbClr val="C00000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68" name="Right Arrow 267">
              <a:extLst>
                <a:ext uri="{FF2B5EF4-FFF2-40B4-BE49-F238E27FC236}">
                  <a16:creationId xmlns:a16="http://schemas.microsoft.com/office/drawing/2014/main" id="{0E4D6E8C-7EAB-9E44-AEFC-4FA875BCA32C}"/>
                </a:ext>
              </a:extLst>
            </p:cNvPr>
            <p:cNvSpPr/>
            <p:nvPr/>
          </p:nvSpPr>
          <p:spPr>
            <a:xfrm rot="5400000">
              <a:off x="8913594" y="2455117"/>
              <a:ext cx="639100" cy="157317"/>
            </a:xfrm>
            <a:prstGeom prst="rightArrow">
              <a:avLst/>
            </a:pr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rgbClr val="C00000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69" name="Right Arrow 268">
              <a:extLst>
                <a:ext uri="{FF2B5EF4-FFF2-40B4-BE49-F238E27FC236}">
                  <a16:creationId xmlns:a16="http://schemas.microsoft.com/office/drawing/2014/main" id="{F17D421F-D0A1-B94A-8B49-27953D5C8366}"/>
                </a:ext>
              </a:extLst>
            </p:cNvPr>
            <p:cNvSpPr/>
            <p:nvPr/>
          </p:nvSpPr>
          <p:spPr>
            <a:xfrm rot="16200000">
              <a:off x="8908678" y="3364601"/>
              <a:ext cx="639100" cy="157317"/>
            </a:xfrm>
            <a:prstGeom prst="rightArrow">
              <a:avLst/>
            </a:pr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rgbClr val="C00000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70" name="Right Arrow 269">
              <a:extLst>
                <a:ext uri="{FF2B5EF4-FFF2-40B4-BE49-F238E27FC236}">
                  <a16:creationId xmlns:a16="http://schemas.microsoft.com/office/drawing/2014/main" id="{C0BFDAF2-0356-354B-8B44-188593FB5A37}"/>
                </a:ext>
              </a:extLst>
            </p:cNvPr>
            <p:cNvSpPr/>
            <p:nvPr/>
          </p:nvSpPr>
          <p:spPr>
            <a:xfrm rot="5400000">
              <a:off x="6981555" y="4367494"/>
              <a:ext cx="639100" cy="157317"/>
            </a:xfrm>
            <a:prstGeom prst="rightArrow">
              <a:avLst/>
            </a:pr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rgbClr val="C00000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71" name="Right Arrow 270">
              <a:extLst>
                <a:ext uri="{FF2B5EF4-FFF2-40B4-BE49-F238E27FC236}">
                  <a16:creationId xmlns:a16="http://schemas.microsoft.com/office/drawing/2014/main" id="{112F6083-F42A-6740-A147-C25BA92606DD}"/>
                </a:ext>
              </a:extLst>
            </p:cNvPr>
            <p:cNvSpPr/>
            <p:nvPr/>
          </p:nvSpPr>
          <p:spPr>
            <a:xfrm rot="16200000">
              <a:off x="6976639" y="5276978"/>
              <a:ext cx="639100" cy="157317"/>
            </a:xfrm>
            <a:prstGeom prst="rightArrow">
              <a:avLst/>
            </a:pr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rgbClr val="C00000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72" name="Right Arrow 271">
              <a:extLst>
                <a:ext uri="{FF2B5EF4-FFF2-40B4-BE49-F238E27FC236}">
                  <a16:creationId xmlns:a16="http://schemas.microsoft.com/office/drawing/2014/main" id="{D340F2D5-4C4A-D441-99F4-FD489A89E6ED}"/>
                </a:ext>
              </a:extLst>
            </p:cNvPr>
            <p:cNvSpPr/>
            <p:nvPr/>
          </p:nvSpPr>
          <p:spPr>
            <a:xfrm rot="5400000">
              <a:off x="8923428" y="4362582"/>
              <a:ext cx="639100" cy="157317"/>
            </a:xfrm>
            <a:prstGeom prst="rightArrow">
              <a:avLst/>
            </a:pr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rgbClr val="C00000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73" name="Right Arrow 272">
              <a:extLst>
                <a:ext uri="{FF2B5EF4-FFF2-40B4-BE49-F238E27FC236}">
                  <a16:creationId xmlns:a16="http://schemas.microsoft.com/office/drawing/2014/main" id="{487BF544-1248-5D4C-B9E4-2B3ACA80EA1C}"/>
                </a:ext>
              </a:extLst>
            </p:cNvPr>
            <p:cNvSpPr/>
            <p:nvPr/>
          </p:nvSpPr>
          <p:spPr>
            <a:xfrm rot="16200000">
              <a:off x="8918512" y="5272066"/>
              <a:ext cx="639100" cy="157317"/>
            </a:xfrm>
            <a:prstGeom prst="rightArrow">
              <a:avLst/>
            </a:pr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rgbClr val="C00000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74" name="Right Arrow 273">
              <a:extLst>
                <a:ext uri="{FF2B5EF4-FFF2-40B4-BE49-F238E27FC236}">
                  <a16:creationId xmlns:a16="http://schemas.microsoft.com/office/drawing/2014/main" id="{0DF6A182-C1F7-C14D-900B-3242DA6B4D96}"/>
                </a:ext>
              </a:extLst>
            </p:cNvPr>
            <p:cNvSpPr/>
            <p:nvPr/>
          </p:nvSpPr>
          <p:spPr>
            <a:xfrm rot="5400000">
              <a:off x="10865301" y="4357670"/>
              <a:ext cx="639100" cy="157317"/>
            </a:xfrm>
            <a:prstGeom prst="rightArrow">
              <a:avLst/>
            </a:pr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rgbClr val="C00000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75" name="Right Arrow 274">
              <a:extLst>
                <a:ext uri="{FF2B5EF4-FFF2-40B4-BE49-F238E27FC236}">
                  <a16:creationId xmlns:a16="http://schemas.microsoft.com/office/drawing/2014/main" id="{EEAD3E84-70CC-2A46-87CC-F69A6D50ED35}"/>
                </a:ext>
              </a:extLst>
            </p:cNvPr>
            <p:cNvSpPr/>
            <p:nvPr/>
          </p:nvSpPr>
          <p:spPr>
            <a:xfrm rot="16200000">
              <a:off x="10860385" y="5267154"/>
              <a:ext cx="639100" cy="157317"/>
            </a:xfrm>
            <a:prstGeom prst="rightArrow">
              <a:avLst/>
            </a:pr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rgbClr val="C00000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79" name="Right Arrow 278">
              <a:extLst>
                <a:ext uri="{FF2B5EF4-FFF2-40B4-BE49-F238E27FC236}">
                  <a16:creationId xmlns:a16="http://schemas.microsoft.com/office/drawing/2014/main" id="{A7B19411-E5F9-AC49-9C67-23093CF98D95}"/>
                </a:ext>
              </a:extLst>
            </p:cNvPr>
            <p:cNvSpPr/>
            <p:nvPr/>
          </p:nvSpPr>
          <p:spPr>
            <a:xfrm rot="10800000">
              <a:off x="10193515" y="5738225"/>
              <a:ext cx="575190" cy="152414"/>
            </a:xfrm>
            <a:prstGeom prst="rightArrow">
              <a:avLst/>
            </a:pr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rgbClr val="C00000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80" name="Right Arrow 279">
              <a:extLst>
                <a:ext uri="{FF2B5EF4-FFF2-40B4-BE49-F238E27FC236}">
                  <a16:creationId xmlns:a16="http://schemas.microsoft.com/office/drawing/2014/main" id="{19CD2293-67D5-3048-9FAC-78E0AEE8C310}"/>
                </a:ext>
              </a:extLst>
            </p:cNvPr>
            <p:cNvSpPr/>
            <p:nvPr/>
          </p:nvSpPr>
          <p:spPr>
            <a:xfrm>
              <a:off x="9430824" y="5743142"/>
              <a:ext cx="575190" cy="152414"/>
            </a:xfrm>
            <a:prstGeom prst="rightArrow">
              <a:avLst/>
            </a:pr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rgbClr val="C00000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283" name="Group 282">
              <a:extLst>
                <a:ext uri="{FF2B5EF4-FFF2-40B4-BE49-F238E27FC236}">
                  <a16:creationId xmlns:a16="http://schemas.microsoft.com/office/drawing/2014/main" id="{A665C0C8-7FDD-0A42-80A3-CC602804C042}"/>
                </a:ext>
              </a:extLst>
            </p:cNvPr>
            <p:cNvGrpSpPr/>
            <p:nvPr/>
          </p:nvGrpSpPr>
          <p:grpSpPr>
            <a:xfrm>
              <a:off x="6947578" y="3742350"/>
              <a:ext cx="4395351" cy="404576"/>
              <a:chOff x="4333785" y="5772213"/>
              <a:chExt cx="4395351" cy="404576"/>
            </a:xfrm>
          </p:grpSpPr>
          <p:grpSp>
            <p:nvGrpSpPr>
              <p:cNvPr id="284" name="Group 283">
                <a:extLst>
                  <a:ext uri="{FF2B5EF4-FFF2-40B4-BE49-F238E27FC236}">
                    <a16:creationId xmlns:a16="http://schemas.microsoft.com/office/drawing/2014/main" id="{4C02DC92-2A83-AC4D-B9F0-2BCDE917BDBC}"/>
                  </a:ext>
                </a:extLst>
              </p:cNvPr>
              <p:cNvGrpSpPr/>
              <p:nvPr/>
            </p:nvGrpSpPr>
            <p:grpSpPr>
              <a:xfrm>
                <a:off x="4333785" y="5772213"/>
                <a:ext cx="531821" cy="369069"/>
                <a:chOff x="1348328" y="2475647"/>
                <a:chExt cx="603916" cy="419100"/>
              </a:xfrm>
            </p:grpSpPr>
            <p:grpSp>
              <p:nvGrpSpPr>
                <p:cNvPr id="305" name="Group 304">
                  <a:extLst>
                    <a:ext uri="{FF2B5EF4-FFF2-40B4-BE49-F238E27FC236}">
                      <a16:creationId xmlns:a16="http://schemas.microsoft.com/office/drawing/2014/main" id="{F01EB862-010E-A34F-8D39-25BC2BED2A63}"/>
                    </a:ext>
                  </a:extLst>
                </p:cNvPr>
                <p:cNvGrpSpPr/>
                <p:nvPr/>
              </p:nvGrpSpPr>
              <p:grpSpPr>
                <a:xfrm>
                  <a:off x="1348328" y="2555748"/>
                  <a:ext cx="603916" cy="308999"/>
                  <a:chOff x="5278570" y="2983486"/>
                  <a:chExt cx="501650" cy="233363"/>
                </a:xfrm>
              </p:grpSpPr>
              <p:sp>
                <p:nvSpPr>
                  <p:cNvPr id="309" name="Oval 5">
                    <a:extLst>
                      <a:ext uri="{FF2B5EF4-FFF2-40B4-BE49-F238E27FC236}">
                        <a16:creationId xmlns:a16="http://schemas.microsoft.com/office/drawing/2014/main" id="{C2A61603-05BC-1E4D-99AA-0AB1CC49473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83332" y="3088261"/>
                    <a:ext cx="496888" cy="128588"/>
                  </a:xfrm>
                  <a:prstGeom prst="ellipse">
                    <a:avLst/>
                  </a:prstGeom>
                  <a:solidFill>
                    <a:srgbClr val="CCCCFF"/>
                  </a:solidFill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10" name="Line 6">
                    <a:extLst>
                      <a:ext uri="{FF2B5EF4-FFF2-40B4-BE49-F238E27FC236}">
                        <a16:creationId xmlns:a16="http://schemas.microsoft.com/office/drawing/2014/main" id="{7043DA0E-702D-CD4E-BA28-9341275851D9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5283332" y="3077148"/>
                    <a:ext cx="0" cy="79375"/>
                  </a:xfrm>
                  <a:prstGeom prst="line">
                    <a:avLst/>
                  </a:prstGeom>
                  <a:noFill/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 xmlns="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11" name="Line 7">
                    <a:extLst>
                      <a:ext uri="{FF2B5EF4-FFF2-40B4-BE49-F238E27FC236}">
                        <a16:creationId xmlns:a16="http://schemas.microsoft.com/office/drawing/2014/main" id="{CE93F761-782C-C640-B2B6-8CA7492B28BC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5780220" y="3077148"/>
                    <a:ext cx="0" cy="79375"/>
                  </a:xfrm>
                  <a:prstGeom prst="line">
                    <a:avLst/>
                  </a:prstGeom>
                  <a:noFill/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 xmlns="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12" name="Rectangle 8">
                    <a:extLst>
                      <a:ext uri="{FF2B5EF4-FFF2-40B4-BE49-F238E27FC236}">
                        <a16:creationId xmlns:a16="http://schemas.microsoft.com/office/drawing/2014/main" id="{723858D6-68CF-1C4E-A28B-A9FF5D728F2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83332" y="3077148"/>
                    <a:ext cx="492125" cy="77788"/>
                  </a:xfrm>
                  <a:prstGeom prst="rect">
                    <a:avLst/>
                  </a:prstGeom>
                  <a:solidFill>
                    <a:srgbClr val="CCCCF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13" name="Oval 9">
                    <a:extLst>
                      <a:ext uri="{FF2B5EF4-FFF2-40B4-BE49-F238E27FC236}">
                        <a16:creationId xmlns:a16="http://schemas.microsoft.com/office/drawing/2014/main" id="{70A7292E-FC97-924B-9010-8079BEC6219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78570" y="2983486"/>
                    <a:ext cx="496888" cy="150813"/>
                  </a:xfrm>
                  <a:prstGeom prst="ellipse">
                    <a:avLst/>
                  </a:prstGeom>
                  <a:solidFill>
                    <a:srgbClr val="CCCCFF"/>
                  </a:solidFill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grpSp>
              <p:nvGrpSpPr>
                <p:cNvPr id="306" name="Group 44">
                  <a:extLst>
                    <a:ext uri="{FF2B5EF4-FFF2-40B4-BE49-F238E27FC236}">
                      <a16:creationId xmlns:a16="http://schemas.microsoft.com/office/drawing/2014/main" id="{DA3B2173-D171-E340-B704-06A3FE481C71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456374" y="2475647"/>
                  <a:ext cx="355165" cy="419100"/>
                  <a:chOff x="2944" y="2405"/>
                  <a:chExt cx="227" cy="264"/>
                </a:xfrm>
              </p:grpSpPr>
              <p:sp>
                <p:nvSpPr>
                  <p:cNvPr id="307" name="Rectangle 45">
                    <a:extLst>
                      <a:ext uri="{FF2B5EF4-FFF2-40B4-BE49-F238E27FC236}">
                        <a16:creationId xmlns:a16="http://schemas.microsoft.com/office/drawing/2014/main" id="{A7CA85B6-08AA-4840-AE2B-A3321A49B6F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82" y="2490"/>
                    <a:ext cx="144" cy="132"/>
                  </a:xfrm>
                  <a:prstGeom prst="rect">
                    <a:avLst/>
                  </a:prstGeom>
                  <a:solidFill>
                    <a:srgbClr val="CCCCF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08" name="Text Box 46">
                    <a:extLst>
                      <a:ext uri="{FF2B5EF4-FFF2-40B4-BE49-F238E27FC236}">
                        <a16:creationId xmlns:a16="http://schemas.microsoft.com/office/drawing/2014/main" id="{68812F5E-7A92-7B45-BBDE-2068A3A134D0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944" y="2405"/>
                    <a:ext cx="227" cy="264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  <a:cs typeface="ＭＳ Ｐゴシック" charset="0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9pPr>
                  </a:lstStyle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d</a:t>
                    </a:r>
                    <a:endPara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</p:grpSp>
          <p:grpSp>
            <p:nvGrpSpPr>
              <p:cNvPr id="285" name="Group 284">
                <a:extLst>
                  <a:ext uri="{FF2B5EF4-FFF2-40B4-BE49-F238E27FC236}">
                    <a16:creationId xmlns:a16="http://schemas.microsoft.com/office/drawing/2014/main" id="{5E3B07EB-D89E-C542-85F0-D68A3698AEC4}"/>
                  </a:ext>
                </a:extLst>
              </p:cNvPr>
              <p:cNvGrpSpPr/>
              <p:nvPr/>
            </p:nvGrpSpPr>
            <p:grpSpPr>
              <a:xfrm>
                <a:off x="6263949" y="5807720"/>
                <a:ext cx="531821" cy="369069"/>
                <a:chOff x="1348328" y="2507397"/>
                <a:chExt cx="603916" cy="419100"/>
              </a:xfrm>
            </p:grpSpPr>
            <p:grpSp>
              <p:nvGrpSpPr>
                <p:cNvPr id="296" name="Group 295">
                  <a:extLst>
                    <a:ext uri="{FF2B5EF4-FFF2-40B4-BE49-F238E27FC236}">
                      <a16:creationId xmlns:a16="http://schemas.microsoft.com/office/drawing/2014/main" id="{CE2D511A-9878-0E42-B4E3-97548A8A67A3}"/>
                    </a:ext>
                  </a:extLst>
                </p:cNvPr>
                <p:cNvGrpSpPr/>
                <p:nvPr/>
              </p:nvGrpSpPr>
              <p:grpSpPr>
                <a:xfrm>
                  <a:off x="1348328" y="2555748"/>
                  <a:ext cx="603916" cy="308999"/>
                  <a:chOff x="5278570" y="2983486"/>
                  <a:chExt cx="501650" cy="233363"/>
                </a:xfrm>
              </p:grpSpPr>
              <p:sp>
                <p:nvSpPr>
                  <p:cNvPr id="300" name="Oval 5">
                    <a:extLst>
                      <a:ext uri="{FF2B5EF4-FFF2-40B4-BE49-F238E27FC236}">
                        <a16:creationId xmlns:a16="http://schemas.microsoft.com/office/drawing/2014/main" id="{C66E96DA-F1B1-9A41-8B0D-2F21B3B7ACB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83332" y="3088261"/>
                    <a:ext cx="496888" cy="128588"/>
                  </a:xfrm>
                  <a:prstGeom prst="ellipse">
                    <a:avLst/>
                  </a:prstGeom>
                  <a:solidFill>
                    <a:srgbClr val="CCCCFF"/>
                  </a:solidFill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01" name="Line 6">
                    <a:extLst>
                      <a:ext uri="{FF2B5EF4-FFF2-40B4-BE49-F238E27FC236}">
                        <a16:creationId xmlns:a16="http://schemas.microsoft.com/office/drawing/2014/main" id="{A2387D1F-7EF0-9443-8128-6FF284EC9AF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5283332" y="3077148"/>
                    <a:ext cx="0" cy="79375"/>
                  </a:xfrm>
                  <a:prstGeom prst="line">
                    <a:avLst/>
                  </a:prstGeom>
                  <a:noFill/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 xmlns="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02" name="Line 7">
                    <a:extLst>
                      <a:ext uri="{FF2B5EF4-FFF2-40B4-BE49-F238E27FC236}">
                        <a16:creationId xmlns:a16="http://schemas.microsoft.com/office/drawing/2014/main" id="{4B183F70-EB28-A94F-BF31-54B939F6B75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5780220" y="3077148"/>
                    <a:ext cx="0" cy="79375"/>
                  </a:xfrm>
                  <a:prstGeom prst="line">
                    <a:avLst/>
                  </a:prstGeom>
                  <a:noFill/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 xmlns="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03" name="Rectangle 8">
                    <a:extLst>
                      <a:ext uri="{FF2B5EF4-FFF2-40B4-BE49-F238E27FC236}">
                        <a16:creationId xmlns:a16="http://schemas.microsoft.com/office/drawing/2014/main" id="{84BE29FD-A805-D348-99C3-8D3C650618E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83332" y="3077148"/>
                    <a:ext cx="492125" cy="77788"/>
                  </a:xfrm>
                  <a:prstGeom prst="rect">
                    <a:avLst/>
                  </a:prstGeom>
                  <a:solidFill>
                    <a:srgbClr val="CCCCF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04" name="Oval 9">
                    <a:extLst>
                      <a:ext uri="{FF2B5EF4-FFF2-40B4-BE49-F238E27FC236}">
                        <a16:creationId xmlns:a16="http://schemas.microsoft.com/office/drawing/2014/main" id="{BF5D685A-16D6-5B40-9EEF-970D3CDCE37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78570" y="2983486"/>
                    <a:ext cx="496888" cy="150813"/>
                  </a:xfrm>
                  <a:prstGeom prst="ellipse">
                    <a:avLst/>
                  </a:prstGeom>
                  <a:solidFill>
                    <a:srgbClr val="CCCCFF"/>
                  </a:solidFill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grpSp>
              <p:nvGrpSpPr>
                <p:cNvPr id="297" name="Group 44">
                  <a:extLst>
                    <a:ext uri="{FF2B5EF4-FFF2-40B4-BE49-F238E27FC236}">
                      <a16:creationId xmlns:a16="http://schemas.microsoft.com/office/drawing/2014/main" id="{058B095B-B9C0-F84A-B78C-FE9DCA729C71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456374" y="2507397"/>
                  <a:ext cx="355165" cy="419100"/>
                  <a:chOff x="2944" y="2425"/>
                  <a:chExt cx="227" cy="264"/>
                </a:xfrm>
              </p:grpSpPr>
              <p:sp>
                <p:nvSpPr>
                  <p:cNvPr id="298" name="Rectangle 45">
                    <a:extLst>
                      <a:ext uri="{FF2B5EF4-FFF2-40B4-BE49-F238E27FC236}">
                        <a16:creationId xmlns:a16="http://schemas.microsoft.com/office/drawing/2014/main" id="{7FBA9119-2A14-E84A-A39B-55E9D6AE939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82" y="2490"/>
                    <a:ext cx="144" cy="132"/>
                  </a:xfrm>
                  <a:prstGeom prst="rect">
                    <a:avLst/>
                  </a:prstGeom>
                  <a:solidFill>
                    <a:srgbClr val="CCCCF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299" name="Text Box 46">
                    <a:extLst>
                      <a:ext uri="{FF2B5EF4-FFF2-40B4-BE49-F238E27FC236}">
                        <a16:creationId xmlns:a16="http://schemas.microsoft.com/office/drawing/2014/main" id="{2944FA12-D5D2-E241-A9FC-D4A85A350D0A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944" y="2425"/>
                    <a:ext cx="227" cy="264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  <a:cs typeface="ＭＳ Ｐゴシック" charset="0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9pPr>
                  </a:lstStyle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e</a:t>
                    </a:r>
                    <a:endPara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</p:grpSp>
          <p:grpSp>
            <p:nvGrpSpPr>
              <p:cNvPr id="286" name="Group 285">
                <a:extLst>
                  <a:ext uri="{FF2B5EF4-FFF2-40B4-BE49-F238E27FC236}">
                    <a16:creationId xmlns:a16="http://schemas.microsoft.com/office/drawing/2014/main" id="{B9D4EE61-1CC1-6D4C-822D-300C73469B48}"/>
                  </a:ext>
                </a:extLst>
              </p:cNvPr>
              <p:cNvGrpSpPr/>
              <p:nvPr/>
            </p:nvGrpSpPr>
            <p:grpSpPr>
              <a:xfrm>
                <a:off x="8197315" y="5805271"/>
                <a:ext cx="531821" cy="369069"/>
                <a:chOff x="1348328" y="2507397"/>
                <a:chExt cx="603916" cy="419100"/>
              </a:xfrm>
            </p:grpSpPr>
            <p:grpSp>
              <p:nvGrpSpPr>
                <p:cNvPr id="287" name="Group 286">
                  <a:extLst>
                    <a:ext uri="{FF2B5EF4-FFF2-40B4-BE49-F238E27FC236}">
                      <a16:creationId xmlns:a16="http://schemas.microsoft.com/office/drawing/2014/main" id="{75D4F492-E56A-6541-9F9D-1D85B09999F3}"/>
                    </a:ext>
                  </a:extLst>
                </p:cNvPr>
                <p:cNvGrpSpPr/>
                <p:nvPr/>
              </p:nvGrpSpPr>
              <p:grpSpPr>
                <a:xfrm>
                  <a:off x="1348328" y="2555748"/>
                  <a:ext cx="603916" cy="308999"/>
                  <a:chOff x="5278570" y="2983486"/>
                  <a:chExt cx="501650" cy="233363"/>
                </a:xfrm>
              </p:grpSpPr>
              <p:sp>
                <p:nvSpPr>
                  <p:cNvPr id="291" name="Oval 5">
                    <a:extLst>
                      <a:ext uri="{FF2B5EF4-FFF2-40B4-BE49-F238E27FC236}">
                        <a16:creationId xmlns:a16="http://schemas.microsoft.com/office/drawing/2014/main" id="{190A087A-A659-3E4D-B4FE-1EA13D56BE4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83332" y="3088261"/>
                    <a:ext cx="496888" cy="128588"/>
                  </a:xfrm>
                  <a:prstGeom prst="ellipse">
                    <a:avLst/>
                  </a:prstGeom>
                  <a:solidFill>
                    <a:srgbClr val="CCCCFF"/>
                  </a:solidFill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292" name="Line 6">
                    <a:extLst>
                      <a:ext uri="{FF2B5EF4-FFF2-40B4-BE49-F238E27FC236}">
                        <a16:creationId xmlns:a16="http://schemas.microsoft.com/office/drawing/2014/main" id="{E7E9FE4A-5449-D244-A5A8-DEB5E1D8494B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5283332" y="3077148"/>
                    <a:ext cx="0" cy="79375"/>
                  </a:xfrm>
                  <a:prstGeom prst="line">
                    <a:avLst/>
                  </a:prstGeom>
                  <a:noFill/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 xmlns="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293" name="Line 7">
                    <a:extLst>
                      <a:ext uri="{FF2B5EF4-FFF2-40B4-BE49-F238E27FC236}">
                        <a16:creationId xmlns:a16="http://schemas.microsoft.com/office/drawing/2014/main" id="{8C243F83-93B5-2C49-9D61-2E8E8652A48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5780220" y="3077148"/>
                    <a:ext cx="0" cy="79375"/>
                  </a:xfrm>
                  <a:prstGeom prst="line">
                    <a:avLst/>
                  </a:prstGeom>
                  <a:noFill/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 xmlns="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294" name="Rectangle 8">
                    <a:extLst>
                      <a:ext uri="{FF2B5EF4-FFF2-40B4-BE49-F238E27FC236}">
                        <a16:creationId xmlns:a16="http://schemas.microsoft.com/office/drawing/2014/main" id="{B0B61A2E-99AA-324F-8224-CB0B3B44042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83332" y="3077148"/>
                    <a:ext cx="492125" cy="77788"/>
                  </a:xfrm>
                  <a:prstGeom prst="rect">
                    <a:avLst/>
                  </a:prstGeom>
                  <a:solidFill>
                    <a:srgbClr val="CCCCF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295" name="Oval 9">
                    <a:extLst>
                      <a:ext uri="{FF2B5EF4-FFF2-40B4-BE49-F238E27FC236}">
                        <a16:creationId xmlns:a16="http://schemas.microsoft.com/office/drawing/2014/main" id="{2F485C77-8179-0B4E-B93A-E5C91296B44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78570" y="2983486"/>
                    <a:ext cx="496888" cy="150813"/>
                  </a:xfrm>
                  <a:prstGeom prst="ellipse">
                    <a:avLst/>
                  </a:prstGeom>
                  <a:solidFill>
                    <a:srgbClr val="CCCCFF"/>
                  </a:solidFill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grpSp>
              <p:nvGrpSpPr>
                <p:cNvPr id="288" name="Group 44">
                  <a:extLst>
                    <a:ext uri="{FF2B5EF4-FFF2-40B4-BE49-F238E27FC236}">
                      <a16:creationId xmlns:a16="http://schemas.microsoft.com/office/drawing/2014/main" id="{0826EA6F-730D-8C47-8DDA-2C65DD6716BA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492372" y="2507397"/>
                  <a:ext cx="283194" cy="419100"/>
                  <a:chOff x="2967" y="2425"/>
                  <a:chExt cx="181" cy="264"/>
                </a:xfrm>
              </p:grpSpPr>
              <p:sp>
                <p:nvSpPr>
                  <p:cNvPr id="289" name="Rectangle 45">
                    <a:extLst>
                      <a:ext uri="{FF2B5EF4-FFF2-40B4-BE49-F238E27FC236}">
                        <a16:creationId xmlns:a16="http://schemas.microsoft.com/office/drawing/2014/main" id="{C3E85E15-4F40-FF40-89C4-0E851470FA4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82" y="2490"/>
                    <a:ext cx="144" cy="132"/>
                  </a:xfrm>
                  <a:prstGeom prst="rect">
                    <a:avLst/>
                  </a:prstGeom>
                  <a:solidFill>
                    <a:srgbClr val="CCCCF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290" name="Text Box 46">
                    <a:extLst>
                      <a:ext uri="{FF2B5EF4-FFF2-40B4-BE49-F238E27FC236}">
                        <a16:creationId xmlns:a16="http://schemas.microsoft.com/office/drawing/2014/main" id="{1905E332-CD71-E748-AE06-2A274A0D7B18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967" y="2425"/>
                    <a:ext cx="181" cy="264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  <a:cs typeface="ＭＳ Ｐゴシック" charset="0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9pPr>
                  </a:lstStyle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f</a:t>
                    </a:r>
                    <a:endPara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</p:grpSp>
        </p:grpSp>
        <p:grpSp>
          <p:nvGrpSpPr>
            <p:cNvPr id="314" name="Group 313">
              <a:extLst>
                <a:ext uri="{FF2B5EF4-FFF2-40B4-BE49-F238E27FC236}">
                  <a16:creationId xmlns:a16="http://schemas.microsoft.com/office/drawing/2014/main" id="{917871C2-1731-FE43-944D-6364CCE85DA9}"/>
                </a:ext>
              </a:extLst>
            </p:cNvPr>
            <p:cNvGrpSpPr/>
            <p:nvPr/>
          </p:nvGrpSpPr>
          <p:grpSpPr>
            <a:xfrm>
              <a:off x="6944905" y="1814623"/>
              <a:ext cx="4395351" cy="404576"/>
              <a:chOff x="4333785" y="5772213"/>
              <a:chExt cx="4395351" cy="404576"/>
            </a:xfrm>
          </p:grpSpPr>
          <p:grpSp>
            <p:nvGrpSpPr>
              <p:cNvPr id="315" name="Group 314">
                <a:extLst>
                  <a:ext uri="{FF2B5EF4-FFF2-40B4-BE49-F238E27FC236}">
                    <a16:creationId xmlns:a16="http://schemas.microsoft.com/office/drawing/2014/main" id="{68E7B419-D4D3-3A4B-86E1-D40C76B2BB2C}"/>
                  </a:ext>
                </a:extLst>
              </p:cNvPr>
              <p:cNvGrpSpPr/>
              <p:nvPr/>
            </p:nvGrpSpPr>
            <p:grpSpPr>
              <a:xfrm>
                <a:off x="4333785" y="5772213"/>
                <a:ext cx="531821" cy="369069"/>
                <a:chOff x="1348328" y="2475647"/>
                <a:chExt cx="603916" cy="419100"/>
              </a:xfrm>
            </p:grpSpPr>
            <p:grpSp>
              <p:nvGrpSpPr>
                <p:cNvPr id="336" name="Group 335">
                  <a:extLst>
                    <a:ext uri="{FF2B5EF4-FFF2-40B4-BE49-F238E27FC236}">
                      <a16:creationId xmlns:a16="http://schemas.microsoft.com/office/drawing/2014/main" id="{93705575-DDBD-3D44-B843-C77E28CEAAD2}"/>
                    </a:ext>
                  </a:extLst>
                </p:cNvPr>
                <p:cNvGrpSpPr/>
                <p:nvPr/>
              </p:nvGrpSpPr>
              <p:grpSpPr>
                <a:xfrm>
                  <a:off x="1348328" y="2555748"/>
                  <a:ext cx="603916" cy="308999"/>
                  <a:chOff x="5278570" y="2983486"/>
                  <a:chExt cx="501650" cy="233363"/>
                </a:xfrm>
              </p:grpSpPr>
              <p:sp>
                <p:nvSpPr>
                  <p:cNvPr id="340" name="Oval 5">
                    <a:extLst>
                      <a:ext uri="{FF2B5EF4-FFF2-40B4-BE49-F238E27FC236}">
                        <a16:creationId xmlns:a16="http://schemas.microsoft.com/office/drawing/2014/main" id="{AF888CEF-6837-CD45-809F-91550C92C80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83332" y="3088261"/>
                    <a:ext cx="496888" cy="128588"/>
                  </a:xfrm>
                  <a:prstGeom prst="ellipse">
                    <a:avLst/>
                  </a:prstGeom>
                  <a:solidFill>
                    <a:srgbClr val="CCCCFF"/>
                  </a:solidFill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41" name="Line 6">
                    <a:extLst>
                      <a:ext uri="{FF2B5EF4-FFF2-40B4-BE49-F238E27FC236}">
                        <a16:creationId xmlns:a16="http://schemas.microsoft.com/office/drawing/2014/main" id="{4535759C-A65E-D84B-9508-03E1DC0B824C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5283332" y="3077148"/>
                    <a:ext cx="0" cy="79375"/>
                  </a:xfrm>
                  <a:prstGeom prst="line">
                    <a:avLst/>
                  </a:prstGeom>
                  <a:noFill/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 xmlns="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42" name="Line 7">
                    <a:extLst>
                      <a:ext uri="{FF2B5EF4-FFF2-40B4-BE49-F238E27FC236}">
                        <a16:creationId xmlns:a16="http://schemas.microsoft.com/office/drawing/2014/main" id="{FFA7BAB7-E53C-EC41-ACE7-66FCD862969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5780220" y="3077148"/>
                    <a:ext cx="0" cy="79375"/>
                  </a:xfrm>
                  <a:prstGeom prst="line">
                    <a:avLst/>
                  </a:prstGeom>
                  <a:noFill/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 xmlns="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43" name="Rectangle 8">
                    <a:extLst>
                      <a:ext uri="{FF2B5EF4-FFF2-40B4-BE49-F238E27FC236}">
                        <a16:creationId xmlns:a16="http://schemas.microsoft.com/office/drawing/2014/main" id="{69E05203-3EC0-6447-8988-D4F7C2150FA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83332" y="3077148"/>
                    <a:ext cx="492125" cy="77788"/>
                  </a:xfrm>
                  <a:prstGeom prst="rect">
                    <a:avLst/>
                  </a:prstGeom>
                  <a:solidFill>
                    <a:srgbClr val="CCCCF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44" name="Oval 9">
                    <a:extLst>
                      <a:ext uri="{FF2B5EF4-FFF2-40B4-BE49-F238E27FC236}">
                        <a16:creationId xmlns:a16="http://schemas.microsoft.com/office/drawing/2014/main" id="{D9043B05-A159-7D41-90D4-718D621EA02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78570" y="2983486"/>
                    <a:ext cx="496888" cy="150813"/>
                  </a:xfrm>
                  <a:prstGeom prst="ellipse">
                    <a:avLst/>
                  </a:prstGeom>
                  <a:solidFill>
                    <a:srgbClr val="CCCCFF"/>
                  </a:solidFill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grpSp>
              <p:nvGrpSpPr>
                <p:cNvPr id="337" name="Group 44">
                  <a:extLst>
                    <a:ext uri="{FF2B5EF4-FFF2-40B4-BE49-F238E27FC236}">
                      <a16:creationId xmlns:a16="http://schemas.microsoft.com/office/drawing/2014/main" id="{230264F8-C92F-C344-8341-A92C3D105F2A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456374" y="2475647"/>
                  <a:ext cx="355165" cy="419100"/>
                  <a:chOff x="2944" y="2405"/>
                  <a:chExt cx="227" cy="264"/>
                </a:xfrm>
              </p:grpSpPr>
              <p:sp>
                <p:nvSpPr>
                  <p:cNvPr id="338" name="Rectangle 45">
                    <a:extLst>
                      <a:ext uri="{FF2B5EF4-FFF2-40B4-BE49-F238E27FC236}">
                        <a16:creationId xmlns:a16="http://schemas.microsoft.com/office/drawing/2014/main" id="{F2B81453-DE5E-984D-B97A-6884B0BDD35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82" y="2490"/>
                    <a:ext cx="144" cy="132"/>
                  </a:xfrm>
                  <a:prstGeom prst="rect">
                    <a:avLst/>
                  </a:prstGeom>
                  <a:solidFill>
                    <a:srgbClr val="CCCCF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39" name="Text Box 46">
                    <a:extLst>
                      <a:ext uri="{FF2B5EF4-FFF2-40B4-BE49-F238E27FC236}">
                        <a16:creationId xmlns:a16="http://schemas.microsoft.com/office/drawing/2014/main" id="{35E945F9-D699-744B-ACB7-587B2AA668D3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944" y="2405"/>
                    <a:ext cx="227" cy="264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  <a:cs typeface="ＭＳ Ｐゴシック" charset="0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9pPr>
                  </a:lstStyle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a</a:t>
                    </a:r>
                    <a:endPara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</p:grpSp>
          <p:grpSp>
            <p:nvGrpSpPr>
              <p:cNvPr id="316" name="Group 315">
                <a:extLst>
                  <a:ext uri="{FF2B5EF4-FFF2-40B4-BE49-F238E27FC236}">
                    <a16:creationId xmlns:a16="http://schemas.microsoft.com/office/drawing/2014/main" id="{1CE7BA36-0E22-4F41-B503-121F0E8FF751}"/>
                  </a:ext>
                </a:extLst>
              </p:cNvPr>
              <p:cNvGrpSpPr/>
              <p:nvPr/>
            </p:nvGrpSpPr>
            <p:grpSpPr>
              <a:xfrm>
                <a:off x="6263949" y="5807720"/>
                <a:ext cx="531821" cy="369069"/>
                <a:chOff x="1348328" y="2507397"/>
                <a:chExt cx="603916" cy="419100"/>
              </a:xfrm>
            </p:grpSpPr>
            <p:grpSp>
              <p:nvGrpSpPr>
                <p:cNvPr id="327" name="Group 326">
                  <a:extLst>
                    <a:ext uri="{FF2B5EF4-FFF2-40B4-BE49-F238E27FC236}">
                      <a16:creationId xmlns:a16="http://schemas.microsoft.com/office/drawing/2014/main" id="{ABA31A37-F3CD-1746-9C86-0557D36C5404}"/>
                    </a:ext>
                  </a:extLst>
                </p:cNvPr>
                <p:cNvGrpSpPr/>
                <p:nvPr/>
              </p:nvGrpSpPr>
              <p:grpSpPr>
                <a:xfrm>
                  <a:off x="1348328" y="2555748"/>
                  <a:ext cx="603916" cy="308999"/>
                  <a:chOff x="5278570" y="2983486"/>
                  <a:chExt cx="501650" cy="233363"/>
                </a:xfrm>
              </p:grpSpPr>
              <p:sp>
                <p:nvSpPr>
                  <p:cNvPr id="331" name="Oval 5">
                    <a:extLst>
                      <a:ext uri="{FF2B5EF4-FFF2-40B4-BE49-F238E27FC236}">
                        <a16:creationId xmlns:a16="http://schemas.microsoft.com/office/drawing/2014/main" id="{39C9919B-E459-6946-BAB3-A266303D27E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83332" y="3088261"/>
                    <a:ext cx="496888" cy="128588"/>
                  </a:xfrm>
                  <a:prstGeom prst="ellipse">
                    <a:avLst/>
                  </a:prstGeom>
                  <a:solidFill>
                    <a:srgbClr val="CCCCFF"/>
                  </a:solidFill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32" name="Line 6">
                    <a:extLst>
                      <a:ext uri="{FF2B5EF4-FFF2-40B4-BE49-F238E27FC236}">
                        <a16:creationId xmlns:a16="http://schemas.microsoft.com/office/drawing/2014/main" id="{61A62C09-3017-A541-9429-460C1A7F6B5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5283332" y="3077148"/>
                    <a:ext cx="0" cy="79375"/>
                  </a:xfrm>
                  <a:prstGeom prst="line">
                    <a:avLst/>
                  </a:prstGeom>
                  <a:noFill/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 xmlns="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33" name="Line 7">
                    <a:extLst>
                      <a:ext uri="{FF2B5EF4-FFF2-40B4-BE49-F238E27FC236}">
                        <a16:creationId xmlns:a16="http://schemas.microsoft.com/office/drawing/2014/main" id="{86063EB7-D2C3-3447-B2FD-57FC1E74D327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5780220" y="3077148"/>
                    <a:ext cx="0" cy="79375"/>
                  </a:xfrm>
                  <a:prstGeom prst="line">
                    <a:avLst/>
                  </a:prstGeom>
                  <a:noFill/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 xmlns="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34" name="Rectangle 8">
                    <a:extLst>
                      <a:ext uri="{FF2B5EF4-FFF2-40B4-BE49-F238E27FC236}">
                        <a16:creationId xmlns:a16="http://schemas.microsoft.com/office/drawing/2014/main" id="{BD5BCC42-3550-DF4A-BB55-F643AEBFD9A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83332" y="3077148"/>
                    <a:ext cx="492125" cy="77788"/>
                  </a:xfrm>
                  <a:prstGeom prst="rect">
                    <a:avLst/>
                  </a:prstGeom>
                  <a:solidFill>
                    <a:srgbClr val="CCCCF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35" name="Oval 9">
                    <a:extLst>
                      <a:ext uri="{FF2B5EF4-FFF2-40B4-BE49-F238E27FC236}">
                        <a16:creationId xmlns:a16="http://schemas.microsoft.com/office/drawing/2014/main" id="{74611398-E647-494F-A7BD-186BB5CB545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78570" y="2983486"/>
                    <a:ext cx="496888" cy="150813"/>
                  </a:xfrm>
                  <a:prstGeom prst="ellipse">
                    <a:avLst/>
                  </a:prstGeom>
                  <a:solidFill>
                    <a:srgbClr val="CCCCFF"/>
                  </a:solidFill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grpSp>
              <p:nvGrpSpPr>
                <p:cNvPr id="328" name="Group 44">
                  <a:extLst>
                    <a:ext uri="{FF2B5EF4-FFF2-40B4-BE49-F238E27FC236}">
                      <a16:creationId xmlns:a16="http://schemas.microsoft.com/office/drawing/2014/main" id="{B57BC638-F090-114B-B8BF-7E2F4A6CC8F0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456374" y="2507397"/>
                  <a:ext cx="355165" cy="419100"/>
                  <a:chOff x="2944" y="2425"/>
                  <a:chExt cx="227" cy="264"/>
                </a:xfrm>
              </p:grpSpPr>
              <p:sp>
                <p:nvSpPr>
                  <p:cNvPr id="329" name="Rectangle 45">
                    <a:extLst>
                      <a:ext uri="{FF2B5EF4-FFF2-40B4-BE49-F238E27FC236}">
                        <a16:creationId xmlns:a16="http://schemas.microsoft.com/office/drawing/2014/main" id="{0F91A427-A1B7-A54C-8320-A92F425DFC7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82" y="2490"/>
                    <a:ext cx="144" cy="132"/>
                  </a:xfrm>
                  <a:prstGeom prst="rect">
                    <a:avLst/>
                  </a:prstGeom>
                  <a:solidFill>
                    <a:srgbClr val="CCCCF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30" name="Text Box 46">
                    <a:extLst>
                      <a:ext uri="{FF2B5EF4-FFF2-40B4-BE49-F238E27FC236}">
                        <a16:creationId xmlns:a16="http://schemas.microsoft.com/office/drawing/2014/main" id="{E600E15A-04DE-4F44-AD3B-D284039393AF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944" y="2425"/>
                    <a:ext cx="227" cy="264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  <a:cs typeface="ＭＳ Ｐゴシック" charset="0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9pPr>
                  </a:lstStyle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b</a:t>
                    </a:r>
                    <a:endPara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</p:grpSp>
          <p:grpSp>
            <p:nvGrpSpPr>
              <p:cNvPr id="317" name="Group 316">
                <a:extLst>
                  <a:ext uri="{FF2B5EF4-FFF2-40B4-BE49-F238E27FC236}">
                    <a16:creationId xmlns:a16="http://schemas.microsoft.com/office/drawing/2014/main" id="{2EB87748-B820-0349-A8AC-FE8BBD55B257}"/>
                  </a:ext>
                </a:extLst>
              </p:cNvPr>
              <p:cNvGrpSpPr/>
              <p:nvPr/>
            </p:nvGrpSpPr>
            <p:grpSpPr>
              <a:xfrm>
                <a:off x="8197315" y="5805271"/>
                <a:ext cx="531821" cy="369069"/>
                <a:chOff x="1348328" y="2507397"/>
                <a:chExt cx="603916" cy="419100"/>
              </a:xfrm>
            </p:grpSpPr>
            <p:grpSp>
              <p:nvGrpSpPr>
                <p:cNvPr id="318" name="Group 317">
                  <a:extLst>
                    <a:ext uri="{FF2B5EF4-FFF2-40B4-BE49-F238E27FC236}">
                      <a16:creationId xmlns:a16="http://schemas.microsoft.com/office/drawing/2014/main" id="{EB6E4C7D-CDAA-7F47-A797-1E5FB2A80494}"/>
                    </a:ext>
                  </a:extLst>
                </p:cNvPr>
                <p:cNvGrpSpPr/>
                <p:nvPr/>
              </p:nvGrpSpPr>
              <p:grpSpPr>
                <a:xfrm>
                  <a:off x="1348328" y="2555748"/>
                  <a:ext cx="603916" cy="308999"/>
                  <a:chOff x="5278570" y="2983486"/>
                  <a:chExt cx="501650" cy="233363"/>
                </a:xfrm>
              </p:grpSpPr>
              <p:sp>
                <p:nvSpPr>
                  <p:cNvPr id="322" name="Oval 5">
                    <a:extLst>
                      <a:ext uri="{FF2B5EF4-FFF2-40B4-BE49-F238E27FC236}">
                        <a16:creationId xmlns:a16="http://schemas.microsoft.com/office/drawing/2014/main" id="{F9943B67-FB21-3647-869F-669BE6A721C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83332" y="3088261"/>
                    <a:ext cx="496888" cy="128588"/>
                  </a:xfrm>
                  <a:prstGeom prst="ellipse">
                    <a:avLst/>
                  </a:prstGeom>
                  <a:solidFill>
                    <a:srgbClr val="CCCCFF"/>
                  </a:solidFill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23" name="Line 6">
                    <a:extLst>
                      <a:ext uri="{FF2B5EF4-FFF2-40B4-BE49-F238E27FC236}">
                        <a16:creationId xmlns:a16="http://schemas.microsoft.com/office/drawing/2014/main" id="{57CCD935-17C4-B04B-B482-9A946E848ECB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5283332" y="3077148"/>
                    <a:ext cx="0" cy="79375"/>
                  </a:xfrm>
                  <a:prstGeom prst="line">
                    <a:avLst/>
                  </a:prstGeom>
                  <a:noFill/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 xmlns="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24" name="Line 7">
                    <a:extLst>
                      <a:ext uri="{FF2B5EF4-FFF2-40B4-BE49-F238E27FC236}">
                        <a16:creationId xmlns:a16="http://schemas.microsoft.com/office/drawing/2014/main" id="{2FE8EAFF-CC53-364C-974F-2F913B960D6B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5780220" y="3077148"/>
                    <a:ext cx="0" cy="79375"/>
                  </a:xfrm>
                  <a:prstGeom prst="line">
                    <a:avLst/>
                  </a:prstGeom>
                  <a:noFill/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 xmlns="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25" name="Rectangle 8">
                    <a:extLst>
                      <a:ext uri="{FF2B5EF4-FFF2-40B4-BE49-F238E27FC236}">
                        <a16:creationId xmlns:a16="http://schemas.microsoft.com/office/drawing/2014/main" id="{B25B691E-9E1D-1E4F-9419-9156013814C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83332" y="3077148"/>
                    <a:ext cx="492125" cy="77788"/>
                  </a:xfrm>
                  <a:prstGeom prst="rect">
                    <a:avLst/>
                  </a:prstGeom>
                  <a:solidFill>
                    <a:srgbClr val="CCCCF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26" name="Oval 9">
                    <a:extLst>
                      <a:ext uri="{FF2B5EF4-FFF2-40B4-BE49-F238E27FC236}">
                        <a16:creationId xmlns:a16="http://schemas.microsoft.com/office/drawing/2014/main" id="{9CB3B73F-9E39-EC4E-83F7-FBE10697408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78570" y="2983486"/>
                    <a:ext cx="496888" cy="150813"/>
                  </a:xfrm>
                  <a:prstGeom prst="ellipse">
                    <a:avLst/>
                  </a:prstGeom>
                  <a:solidFill>
                    <a:srgbClr val="CCCCFF"/>
                  </a:solidFill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grpSp>
              <p:nvGrpSpPr>
                <p:cNvPr id="319" name="Group 44">
                  <a:extLst>
                    <a:ext uri="{FF2B5EF4-FFF2-40B4-BE49-F238E27FC236}">
                      <a16:creationId xmlns:a16="http://schemas.microsoft.com/office/drawing/2014/main" id="{0F42679C-ED56-BC45-8C82-597609DBD4D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464202" y="2507397"/>
                  <a:ext cx="341084" cy="419100"/>
                  <a:chOff x="2949" y="2425"/>
                  <a:chExt cx="218" cy="264"/>
                </a:xfrm>
              </p:grpSpPr>
              <p:sp>
                <p:nvSpPr>
                  <p:cNvPr id="320" name="Rectangle 45">
                    <a:extLst>
                      <a:ext uri="{FF2B5EF4-FFF2-40B4-BE49-F238E27FC236}">
                        <a16:creationId xmlns:a16="http://schemas.microsoft.com/office/drawing/2014/main" id="{CF557465-1C6C-1245-9762-D6D2D9F891F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82" y="2490"/>
                    <a:ext cx="144" cy="132"/>
                  </a:xfrm>
                  <a:prstGeom prst="rect">
                    <a:avLst/>
                  </a:prstGeom>
                  <a:solidFill>
                    <a:srgbClr val="CCCCF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21" name="Text Box 46">
                    <a:extLst>
                      <a:ext uri="{FF2B5EF4-FFF2-40B4-BE49-F238E27FC236}">
                        <a16:creationId xmlns:a16="http://schemas.microsoft.com/office/drawing/2014/main" id="{CEEF1658-9381-E84D-81A0-1A501484FB8A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949" y="2425"/>
                    <a:ext cx="218" cy="264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  <a:cs typeface="ＭＳ Ｐゴシック" charset="0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9pPr>
                  </a:lstStyle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c</a:t>
                    </a:r>
                    <a:endPara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</p:grpSp>
        </p:grpSp>
        <p:sp>
          <p:nvSpPr>
            <p:cNvPr id="346" name="Right Arrow 345">
              <a:extLst>
                <a:ext uri="{FF2B5EF4-FFF2-40B4-BE49-F238E27FC236}">
                  <a16:creationId xmlns:a16="http://schemas.microsoft.com/office/drawing/2014/main" id="{042BFE25-0F60-794A-B634-E33D42BAAD21}"/>
                </a:ext>
              </a:extLst>
            </p:cNvPr>
            <p:cNvSpPr/>
            <p:nvPr/>
          </p:nvSpPr>
          <p:spPr>
            <a:xfrm rot="10800000">
              <a:off x="8271137" y="5751593"/>
              <a:ext cx="575190" cy="152414"/>
            </a:xfrm>
            <a:prstGeom prst="rightArrow">
              <a:avLst/>
            </a:pr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rgbClr val="C00000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47" name="Right Arrow 346">
              <a:extLst>
                <a:ext uri="{FF2B5EF4-FFF2-40B4-BE49-F238E27FC236}">
                  <a16:creationId xmlns:a16="http://schemas.microsoft.com/office/drawing/2014/main" id="{E9AE3BA5-DCA8-5D4F-A6D6-75EF46834F58}"/>
                </a:ext>
              </a:extLst>
            </p:cNvPr>
            <p:cNvSpPr/>
            <p:nvPr/>
          </p:nvSpPr>
          <p:spPr>
            <a:xfrm>
              <a:off x="7508446" y="5756510"/>
              <a:ext cx="575190" cy="152414"/>
            </a:xfrm>
            <a:prstGeom prst="rightArrow">
              <a:avLst/>
            </a:pr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rgbClr val="C00000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48" name="Right Arrow 347">
              <a:extLst>
                <a:ext uri="{FF2B5EF4-FFF2-40B4-BE49-F238E27FC236}">
                  <a16:creationId xmlns:a16="http://schemas.microsoft.com/office/drawing/2014/main" id="{80E704B5-3D0B-2A41-AF24-0F438DFF3159}"/>
                </a:ext>
              </a:extLst>
            </p:cNvPr>
            <p:cNvSpPr/>
            <p:nvPr/>
          </p:nvSpPr>
          <p:spPr>
            <a:xfrm rot="10800000">
              <a:off x="8263118" y="3813171"/>
              <a:ext cx="575190" cy="152414"/>
            </a:xfrm>
            <a:prstGeom prst="rightArrow">
              <a:avLst/>
            </a:pr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rgbClr val="C00000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49" name="Right Arrow 348">
              <a:extLst>
                <a:ext uri="{FF2B5EF4-FFF2-40B4-BE49-F238E27FC236}">
                  <a16:creationId xmlns:a16="http://schemas.microsoft.com/office/drawing/2014/main" id="{D96C2F6A-C449-3E42-9B4A-5B9F8178C165}"/>
                </a:ext>
              </a:extLst>
            </p:cNvPr>
            <p:cNvSpPr/>
            <p:nvPr/>
          </p:nvSpPr>
          <p:spPr>
            <a:xfrm>
              <a:off x="7516468" y="3818088"/>
              <a:ext cx="575190" cy="152414"/>
            </a:xfrm>
            <a:prstGeom prst="rightArrow">
              <a:avLst/>
            </a:pr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rgbClr val="C00000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50" name="Right Arrow 349">
              <a:extLst>
                <a:ext uri="{FF2B5EF4-FFF2-40B4-BE49-F238E27FC236}">
                  <a16:creationId xmlns:a16="http://schemas.microsoft.com/office/drawing/2014/main" id="{39F8950B-5EB1-4B4E-A0EF-73943A219C7C}"/>
                </a:ext>
              </a:extLst>
            </p:cNvPr>
            <p:cNvSpPr/>
            <p:nvPr/>
          </p:nvSpPr>
          <p:spPr>
            <a:xfrm rot="10800000">
              <a:off x="8271140" y="1874749"/>
              <a:ext cx="575190" cy="152414"/>
            </a:xfrm>
            <a:prstGeom prst="rightArrow">
              <a:avLst/>
            </a:pr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rgbClr val="C00000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51" name="Right Arrow 350">
              <a:extLst>
                <a:ext uri="{FF2B5EF4-FFF2-40B4-BE49-F238E27FC236}">
                  <a16:creationId xmlns:a16="http://schemas.microsoft.com/office/drawing/2014/main" id="{DF406DB6-2900-7C44-9860-A0ADA23E2211}"/>
                </a:ext>
              </a:extLst>
            </p:cNvPr>
            <p:cNvSpPr/>
            <p:nvPr/>
          </p:nvSpPr>
          <p:spPr>
            <a:xfrm>
              <a:off x="7535184" y="1895707"/>
              <a:ext cx="575190" cy="152414"/>
            </a:xfrm>
            <a:prstGeom prst="rightArrow">
              <a:avLst/>
            </a:pr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rgbClr val="C00000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52" name="Right Arrow 351">
              <a:extLst>
                <a:ext uri="{FF2B5EF4-FFF2-40B4-BE49-F238E27FC236}">
                  <a16:creationId xmlns:a16="http://schemas.microsoft.com/office/drawing/2014/main" id="{EE34E15B-D663-B047-93CF-9B1CD724C0A5}"/>
                </a:ext>
              </a:extLst>
            </p:cNvPr>
            <p:cNvSpPr/>
            <p:nvPr/>
          </p:nvSpPr>
          <p:spPr>
            <a:xfrm rot="10800000">
              <a:off x="10193519" y="1877422"/>
              <a:ext cx="575190" cy="152414"/>
            </a:xfrm>
            <a:prstGeom prst="rightArrow">
              <a:avLst/>
            </a:pr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rgbClr val="C00000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53" name="Right Arrow 352">
              <a:extLst>
                <a:ext uri="{FF2B5EF4-FFF2-40B4-BE49-F238E27FC236}">
                  <a16:creationId xmlns:a16="http://schemas.microsoft.com/office/drawing/2014/main" id="{C5E35028-9133-1F45-82D3-DD70357904CF}"/>
                </a:ext>
              </a:extLst>
            </p:cNvPr>
            <p:cNvSpPr/>
            <p:nvPr/>
          </p:nvSpPr>
          <p:spPr>
            <a:xfrm>
              <a:off x="9430828" y="1882339"/>
              <a:ext cx="575190" cy="152414"/>
            </a:xfrm>
            <a:prstGeom prst="rightArrow">
              <a:avLst/>
            </a:pr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rgbClr val="C00000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54" name="Right Arrow 353">
              <a:extLst>
                <a:ext uri="{FF2B5EF4-FFF2-40B4-BE49-F238E27FC236}">
                  <a16:creationId xmlns:a16="http://schemas.microsoft.com/office/drawing/2014/main" id="{F9910D40-9F0B-7C47-BDEC-508FFA6BCFDB}"/>
                </a:ext>
              </a:extLst>
            </p:cNvPr>
            <p:cNvSpPr/>
            <p:nvPr/>
          </p:nvSpPr>
          <p:spPr>
            <a:xfrm rot="10800000">
              <a:off x="10206889" y="3815843"/>
              <a:ext cx="575190" cy="152414"/>
            </a:xfrm>
            <a:prstGeom prst="rightArrow">
              <a:avLst/>
            </a:pr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rgbClr val="C00000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55" name="Right Arrow 354">
              <a:extLst>
                <a:ext uri="{FF2B5EF4-FFF2-40B4-BE49-F238E27FC236}">
                  <a16:creationId xmlns:a16="http://schemas.microsoft.com/office/drawing/2014/main" id="{EBB9FB89-D51A-8145-8D43-15C959806E3C}"/>
                </a:ext>
              </a:extLst>
            </p:cNvPr>
            <p:cNvSpPr/>
            <p:nvPr/>
          </p:nvSpPr>
          <p:spPr>
            <a:xfrm>
              <a:off x="9444198" y="3820760"/>
              <a:ext cx="575190" cy="152414"/>
            </a:xfrm>
            <a:prstGeom prst="rightArrow">
              <a:avLst/>
            </a:pr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rgbClr val="C00000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10" name="Group 9">
            <a:extLst>
              <a:ext uri="{FF2B5EF4-FFF2-40B4-BE49-F238E27FC236}">
                <a16:creationId xmlns:a16="http://schemas.microsoft.com/office/drawing/2014/main" id="{5A68ED79-45E9-CC44-B576-3A4920C60B8F}"/>
              </a:ext>
            </a:extLst>
          </p:cNvPr>
          <p:cNvGrpSpPr/>
          <p:nvPr/>
        </p:nvGrpSpPr>
        <p:grpSpPr>
          <a:xfrm>
            <a:off x="657860" y="2400132"/>
            <a:ext cx="5733486" cy="978729"/>
            <a:chOff x="657860" y="2475288"/>
            <a:chExt cx="5733486" cy="978729"/>
          </a:xfrm>
        </p:grpSpPr>
        <p:sp>
          <p:nvSpPr>
            <p:cNvPr id="167" name="TextBox 166">
              <a:extLst>
                <a:ext uri="{FF2B5EF4-FFF2-40B4-BE49-F238E27FC236}">
                  <a16:creationId xmlns:a16="http://schemas.microsoft.com/office/drawing/2014/main" id="{2013F4FC-3576-324F-8772-2A46D8919E19}"/>
                </a:ext>
              </a:extLst>
            </p:cNvPr>
            <p:cNvSpPr txBox="1"/>
            <p:nvPr/>
          </p:nvSpPr>
          <p:spPr>
            <a:xfrm flipH="1">
              <a:off x="1644363" y="2475288"/>
              <a:ext cx="4746983" cy="9787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90000"/>
                </a:lnSpc>
                <a:buClr>
                  <a:srgbClr val="0000A8"/>
                </a:buClr>
              </a:pPr>
              <a:r>
                <a:rPr lang="en-US" sz="2000" dirty="0"/>
                <a:t>c’s state at t=0 has propagated to b, and may influence distance vector computations up to </a:t>
              </a:r>
              <a:r>
                <a:rPr lang="en-US" sz="2400" b="1" dirty="0">
                  <a:solidFill>
                    <a:srgbClr val="0000A8"/>
                  </a:solidFill>
                </a:rPr>
                <a:t>1 </a:t>
              </a:r>
              <a:r>
                <a:rPr lang="en-US" sz="2000" dirty="0"/>
                <a:t>hop away, i.e., at b</a:t>
              </a:r>
            </a:p>
          </p:txBody>
        </p:sp>
        <p:grpSp>
          <p:nvGrpSpPr>
            <p:cNvPr id="173" name="Group 172">
              <a:extLst>
                <a:ext uri="{FF2B5EF4-FFF2-40B4-BE49-F238E27FC236}">
                  <a16:creationId xmlns:a16="http://schemas.microsoft.com/office/drawing/2014/main" id="{9C85FCEB-E7DC-7842-AEE6-1D9E48843ECA}"/>
                </a:ext>
              </a:extLst>
            </p:cNvPr>
            <p:cNvGrpSpPr/>
            <p:nvPr/>
          </p:nvGrpSpPr>
          <p:grpSpPr>
            <a:xfrm>
              <a:off x="657860" y="2750299"/>
              <a:ext cx="918242" cy="370050"/>
              <a:chOff x="1097284" y="2174236"/>
              <a:chExt cx="918242" cy="370050"/>
            </a:xfrm>
          </p:grpSpPr>
          <p:sp>
            <p:nvSpPr>
              <p:cNvPr id="174" name="TextBox 173">
                <a:extLst>
                  <a:ext uri="{FF2B5EF4-FFF2-40B4-BE49-F238E27FC236}">
                    <a16:creationId xmlns:a16="http://schemas.microsoft.com/office/drawing/2014/main" id="{6407F663-7874-8D41-BE55-CD70E43CAAE6}"/>
                  </a:ext>
                </a:extLst>
              </p:cNvPr>
              <p:cNvSpPr txBox="1"/>
              <p:nvPr/>
            </p:nvSpPr>
            <p:spPr>
              <a:xfrm>
                <a:off x="1521480" y="2174954"/>
                <a:ext cx="49404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/>
                  <a:t>t=1</a:t>
                </a:r>
              </a:p>
            </p:txBody>
          </p:sp>
          <p:grpSp>
            <p:nvGrpSpPr>
              <p:cNvPr id="175" name="Group 174">
                <a:extLst>
                  <a:ext uri="{FF2B5EF4-FFF2-40B4-BE49-F238E27FC236}">
                    <a16:creationId xmlns:a16="http://schemas.microsoft.com/office/drawing/2014/main" id="{D10C9CF1-B1DD-6F42-885B-B1224B171A90}"/>
                  </a:ext>
                </a:extLst>
              </p:cNvPr>
              <p:cNvGrpSpPr/>
              <p:nvPr/>
            </p:nvGrpSpPr>
            <p:grpSpPr>
              <a:xfrm>
                <a:off x="1097284" y="2174236"/>
                <a:ext cx="392849" cy="364140"/>
                <a:chOff x="1097284" y="2174236"/>
                <a:chExt cx="438579" cy="364140"/>
              </a:xfrm>
            </p:grpSpPr>
            <p:sp>
              <p:nvSpPr>
                <p:cNvPr id="176" name="Oval 175">
                  <a:extLst>
                    <a:ext uri="{FF2B5EF4-FFF2-40B4-BE49-F238E27FC236}">
                      <a16:creationId xmlns:a16="http://schemas.microsoft.com/office/drawing/2014/main" id="{A14F8EC7-4938-634D-88A6-27EC87A14463}"/>
                    </a:ext>
                  </a:extLst>
                </p:cNvPr>
                <p:cNvSpPr/>
                <p:nvPr/>
              </p:nvSpPr>
              <p:spPr>
                <a:xfrm>
                  <a:off x="1100473" y="2176595"/>
                  <a:ext cx="431322" cy="361447"/>
                </a:xfrm>
                <a:prstGeom prst="ellipse">
                  <a:avLst/>
                </a:prstGeom>
                <a:noFill/>
                <a:ln w="19050">
                  <a:solidFill>
                    <a:srgbClr val="C0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cxnSp>
              <p:nvCxnSpPr>
                <p:cNvPr id="177" name="Straight Connector 176">
                  <a:extLst>
                    <a:ext uri="{FF2B5EF4-FFF2-40B4-BE49-F238E27FC236}">
                      <a16:creationId xmlns:a16="http://schemas.microsoft.com/office/drawing/2014/main" id="{33F3DD7F-306B-3D46-AE49-582B347DD801}"/>
                    </a:ext>
                  </a:extLst>
                </p:cNvPr>
                <p:cNvCxnSpPr/>
                <p:nvPr/>
              </p:nvCxnSpPr>
              <p:spPr>
                <a:xfrm>
                  <a:off x="1314533" y="2174236"/>
                  <a:ext cx="0" cy="32479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78" name="Straight Connector 177">
                  <a:extLst>
                    <a:ext uri="{FF2B5EF4-FFF2-40B4-BE49-F238E27FC236}">
                      <a16:creationId xmlns:a16="http://schemas.microsoft.com/office/drawing/2014/main" id="{6D6D1258-DA12-4840-A676-33406E4563DA}"/>
                    </a:ext>
                  </a:extLst>
                </p:cNvPr>
                <p:cNvCxnSpPr/>
                <p:nvPr/>
              </p:nvCxnSpPr>
              <p:spPr>
                <a:xfrm>
                  <a:off x="1314533" y="2505897"/>
                  <a:ext cx="0" cy="32479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79" name="Straight Connector 178">
                  <a:extLst>
                    <a:ext uri="{FF2B5EF4-FFF2-40B4-BE49-F238E27FC236}">
                      <a16:creationId xmlns:a16="http://schemas.microsoft.com/office/drawing/2014/main" id="{48DD9DF8-7B49-5040-BED5-AC02018D2E4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6200000">
                  <a:off x="1116663" y="2338620"/>
                  <a:ext cx="0" cy="38758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80" name="Straight Connector 179">
                  <a:extLst>
                    <a:ext uri="{FF2B5EF4-FFF2-40B4-BE49-F238E27FC236}">
                      <a16:creationId xmlns:a16="http://schemas.microsoft.com/office/drawing/2014/main" id="{2CA38E79-6C1B-9549-8167-C9C781F3B2B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6200000">
                  <a:off x="1516484" y="2338620"/>
                  <a:ext cx="0" cy="38758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81" name="Straight Connector 180">
                  <a:extLst>
                    <a:ext uri="{FF2B5EF4-FFF2-40B4-BE49-F238E27FC236}">
                      <a16:creationId xmlns:a16="http://schemas.microsoft.com/office/drawing/2014/main" id="{C86B83C6-0038-A94D-834B-A0038982116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411431" y="2493045"/>
                  <a:ext cx="17336" cy="23077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82" name="Straight Connector 181">
                  <a:extLst>
                    <a:ext uri="{FF2B5EF4-FFF2-40B4-BE49-F238E27FC236}">
                      <a16:creationId xmlns:a16="http://schemas.microsoft.com/office/drawing/2014/main" id="{3D78F8B0-C316-0041-915B-FB25693F998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05401" y="2199023"/>
                  <a:ext cx="17336" cy="23077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83" name="Straight Connector 182">
                  <a:extLst>
                    <a:ext uri="{FF2B5EF4-FFF2-40B4-BE49-F238E27FC236}">
                      <a16:creationId xmlns:a16="http://schemas.microsoft.com/office/drawing/2014/main" id="{D6E42BA2-10AD-E946-BA77-EF83F80D67D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1201321" y="2491335"/>
                  <a:ext cx="17336" cy="23077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14" name="Straight Connector 213">
                  <a:extLst>
                    <a:ext uri="{FF2B5EF4-FFF2-40B4-BE49-F238E27FC236}">
                      <a16:creationId xmlns:a16="http://schemas.microsoft.com/office/drawing/2014/main" id="{88433B2E-3D4E-FD4C-AD3F-71D749E2690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1407351" y="2197314"/>
                  <a:ext cx="17336" cy="23077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20" name="Straight Connector 219">
                  <a:extLst>
                    <a:ext uri="{FF2B5EF4-FFF2-40B4-BE49-F238E27FC236}">
                      <a16:creationId xmlns:a16="http://schemas.microsoft.com/office/drawing/2014/main" id="{31CF1464-DE43-084B-B680-06FDD203FF5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1480788" y="2263982"/>
                  <a:ext cx="23455" cy="14529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29" name="Straight Connector 228">
                  <a:extLst>
                    <a:ext uri="{FF2B5EF4-FFF2-40B4-BE49-F238E27FC236}">
                      <a16:creationId xmlns:a16="http://schemas.microsoft.com/office/drawing/2014/main" id="{C0C2A298-F7C7-A147-B7CC-505ED7BED76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1129926" y="2434925"/>
                  <a:ext cx="23455" cy="14529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31" name="Straight Connector 230">
                  <a:extLst>
                    <a:ext uri="{FF2B5EF4-FFF2-40B4-BE49-F238E27FC236}">
                      <a16:creationId xmlns:a16="http://schemas.microsoft.com/office/drawing/2014/main" id="{080612D4-C694-8D44-8E2C-5B946501468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 flipV="1">
                  <a:off x="1136045" y="2265692"/>
                  <a:ext cx="23455" cy="14529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36" name="Straight Connector 235">
                  <a:extLst>
                    <a:ext uri="{FF2B5EF4-FFF2-40B4-BE49-F238E27FC236}">
                      <a16:creationId xmlns:a16="http://schemas.microsoft.com/office/drawing/2014/main" id="{6B115B08-82E4-8C4F-9D79-C3FF19440F2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 flipV="1">
                  <a:off x="1480788" y="2436635"/>
                  <a:ext cx="23455" cy="14529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37" name="Oval 236">
                  <a:extLst>
                    <a:ext uri="{FF2B5EF4-FFF2-40B4-BE49-F238E27FC236}">
                      <a16:creationId xmlns:a16="http://schemas.microsoft.com/office/drawing/2014/main" id="{E122EC6B-9D5B-B74E-A99F-E5FC3F4164C3}"/>
                    </a:ext>
                  </a:extLst>
                </p:cNvPr>
                <p:cNvSpPr/>
                <p:nvPr/>
              </p:nvSpPr>
              <p:spPr>
                <a:xfrm>
                  <a:off x="1288014" y="2334922"/>
                  <a:ext cx="53037" cy="46914"/>
                </a:xfrm>
                <a:prstGeom prst="ellipse">
                  <a:avLst/>
                </a:prstGeom>
                <a:solidFill>
                  <a:srgbClr val="C000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cxnSp>
              <p:nvCxnSpPr>
                <p:cNvPr id="238" name="Straight Connector 237">
                  <a:extLst>
                    <a:ext uri="{FF2B5EF4-FFF2-40B4-BE49-F238E27FC236}">
                      <a16:creationId xmlns:a16="http://schemas.microsoft.com/office/drawing/2014/main" id="{EDAD50CB-524A-0542-A559-A2229BF67DF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1318079" y="2243337"/>
                  <a:ext cx="79786" cy="111123"/>
                </a:xfrm>
                <a:prstGeom prst="line">
                  <a:avLst/>
                </a:prstGeom>
                <a:ln w="25400" cap="flat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</p:grpSp>
      <p:grpSp>
        <p:nvGrpSpPr>
          <p:cNvPr id="11" name="Group 10">
            <a:extLst>
              <a:ext uri="{FF2B5EF4-FFF2-40B4-BE49-F238E27FC236}">
                <a16:creationId xmlns:a16="http://schemas.microsoft.com/office/drawing/2014/main" id="{6FB12BE9-3CB5-8E45-8113-CD53343E18C5}"/>
              </a:ext>
            </a:extLst>
          </p:cNvPr>
          <p:cNvGrpSpPr/>
          <p:nvPr/>
        </p:nvGrpSpPr>
        <p:grpSpPr>
          <a:xfrm>
            <a:off x="644525" y="3464640"/>
            <a:ext cx="5840095" cy="978729"/>
            <a:chOff x="644525" y="3539796"/>
            <a:chExt cx="5840095" cy="978729"/>
          </a:xfrm>
        </p:grpSpPr>
        <p:sp>
          <p:nvSpPr>
            <p:cNvPr id="168" name="TextBox 167">
              <a:extLst>
                <a:ext uri="{FF2B5EF4-FFF2-40B4-BE49-F238E27FC236}">
                  <a16:creationId xmlns:a16="http://schemas.microsoft.com/office/drawing/2014/main" id="{A4A7377A-3138-FC43-98BD-729D7EB7E64C}"/>
                </a:ext>
              </a:extLst>
            </p:cNvPr>
            <p:cNvSpPr txBox="1"/>
            <p:nvPr/>
          </p:nvSpPr>
          <p:spPr>
            <a:xfrm flipH="1">
              <a:off x="1638864" y="3539796"/>
              <a:ext cx="4845756" cy="9787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90000"/>
                </a:lnSpc>
                <a:buClr>
                  <a:srgbClr val="0000A8"/>
                </a:buClr>
              </a:pPr>
              <a:r>
                <a:rPr lang="en-US" sz="2000" dirty="0"/>
                <a:t>c’s state at t=0 may now influence distance vector computations up to </a:t>
              </a:r>
              <a:r>
                <a:rPr lang="en-US" sz="2400" b="1" dirty="0">
                  <a:solidFill>
                    <a:srgbClr val="0000A8"/>
                  </a:solidFill>
                </a:rPr>
                <a:t>2 </a:t>
              </a:r>
              <a:r>
                <a:rPr lang="en-US" sz="2000" dirty="0"/>
                <a:t>hops away, i.e., at b and now at a, e as well</a:t>
              </a:r>
            </a:p>
          </p:txBody>
        </p:sp>
        <p:grpSp>
          <p:nvGrpSpPr>
            <p:cNvPr id="243" name="Group 242">
              <a:extLst>
                <a:ext uri="{FF2B5EF4-FFF2-40B4-BE49-F238E27FC236}">
                  <a16:creationId xmlns:a16="http://schemas.microsoft.com/office/drawing/2014/main" id="{B931310F-8D34-744B-BD5D-8A0D55B151E8}"/>
                </a:ext>
              </a:extLst>
            </p:cNvPr>
            <p:cNvGrpSpPr/>
            <p:nvPr/>
          </p:nvGrpSpPr>
          <p:grpSpPr>
            <a:xfrm>
              <a:off x="644525" y="3789159"/>
              <a:ext cx="918242" cy="370050"/>
              <a:chOff x="1097284" y="2174236"/>
              <a:chExt cx="918242" cy="370050"/>
            </a:xfrm>
          </p:grpSpPr>
          <p:sp>
            <p:nvSpPr>
              <p:cNvPr id="244" name="TextBox 243">
                <a:extLst>
                  <a:ext uri="{FF2B5EF4-FFF2-40B4-BE49-F238E27FC236}">
                    <a16:creationId xmlns:a16="http://schemas.microsoft.com/office/drawing/2014/main" id="{DBF37831-78F3-2145-BEC9-369382FB29D9}"/>
                  </a:ext>
                </a:extLst>
              </p:cNvPr>
              <p:cNvSpPr txBox="1"/>
              <p:nvPr/>
            </p:nvSpPr>
            <p:spPr>
              <a:xfrm>
                <a:off x="1521480" y="2174954"/>
                <a:ext cx="49404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/>
                  <a:t>t=2</a:t>
                </a:r>
              </a:p>
            </p:txBody>
          </p:sp>
          <p:grpSp>
            <p:nvGrpSpPr>
              <p:cNvPr id="245" name="Group 244">
                <a:extLst>
                  <a:ext uri="{FF2B5EF4-FFF2-40B4-BE49-F238E27FC236}">
                    <a16:creationId xmlns:a16="http://schemas.microsoft.com/office/drawing/2014/main" id="{4A612D2D-6486-C04A-B754-CA873108FA46}"/>
                  </a:ext>
                </a:extLst>
              </p:cNvPr>
              <p:cNvGrpSpPr/>
              <p:nvPr/>
            </p:nvGrpSpPr>
            <p:grpSpPr>
              <a:xfrm>
                <a:off x="1097284" y="2174236"/>
                <a:ext cx="392849" cy="364140"/>
                <a:chOff x="1097284" y="2174236"/>
                <a:chExt cx="438579" cy="364140"/>
              </a:xfrm>
            </p:grpSpPr>
            <p:sp>
              <p:nvSpPr>
                <p:cNvPr id="246" name="Oval 245">
                  <a:extLst>
                    <a:ext uri="{FF2B5EF4-FFF2-40B4-BE49-F238E27FC236}">
                      <a16:creationId xmlns:a16="http://schemas.microsoft.com/office/drawing/2014/main" id="{0F369F45-D988-6D4C-BE05-2D0E19677FB1}"/>
                    </a:ext>
                  </a:extLst>
                </p:cNvPr>
                <p:cNvSpPr/>
                <p:nvPr/>
              </p:nvSpPr>
              <p:spPr>
                <a:xfrm>
                  <a:off x="1100473" y="2176595"/>
                  <a:ext cx="431322" cy="361447"/>
                </a:xfrm>
                <a:prstGeom prst="ellipse">
                  <a:avLst/>
                </a:prstGeom>
                <a:noFill/>
                <a:ln w="19050">
                  <a:solidFill>
                    <a:srgbClr val="C0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cxnSp>
              <p:nvCxnSpPr>
                <p:cNvPr id="251" name="Straight Connector 250">
                  <a:extLst>
                    <a:ext uri="{FF2B5EF4-FFF2-40B4-BE49-F238E27FC236}">
                      <a16:creationId xmlns:a16="http://schemas.microsoft.com/office/drawing/2014/main" id="{23E3A523-360B-B445-8C29-43304BEAB275}"/>
                    </a:ext>
                  </a:extLst>
                </p:cNvPr>
                <p:cNvCxnSpPr/>
                <p:nvPr/>
              </p:nvCxnSpPr>
              <p:spPr>
                <a:xfrm>
                  <a:off x="1314533" y="2174236"/>
                  <a:ext cx="0" cy="32479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56" name="Straight Connector 255">
                  <a:extLst>
                    <a:ext uri="{FF2B5EF4-FFF2-40B4-BE49-F238E27FC236}">
                      <a16:creationId xmlns:a16="http://schemas.microsoft.com/office/drawing/2014/main" id="{9B6FDD0F-15D4-0B4C-BA8E-3B601550C3D3}"/>
                    </a:ext>
                  </a:extLst>
                </p:cNvPr>
                <p:cNvCxnSpPr/>
                <p:nvPr/>
              </p:nvCxnSpPr>
              <p:spPr>
                <a:xfrm>
                  <a:off x="1314533" y="2505897"/>
                  <a:ext cx="0" cy="32479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57" name="Straight Connector 256">
                  <a:extLst>
                    <a:ext uri="{FF2B5EF4-FFF2-40B4-BE49-F238E27FC236}">
                      <a16:creationId xmlns:a16="http://schemas.microsoft.com/office/drawing/2014/main" id="{C142B1FE-E468-1A40-8C49-B1EC401AFC2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6200000">
                  <a:off x="1116663" y="2338620"/>
                  <a:ext cx="0" cy="38758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58" name="Straight Connector 257">
                  <a:extLst>
                    <a:ext uri="{FF2B5EF4-FFF2-40B4-BE49-F238E27FC236}">
                      <a16:creationId xmlns:a16="http://schemas.microsoft.com/office/drawing/2014/main" id="{538E6D6E-02A7-E944-9182-7EE53565ADC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6200000">
                  <a:off x="1516484" y="2338620"/>
                  <a:ext cx="0" cy="38758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59" name="Straight Connector 258">
                  <a:extLst>
                    <a:ext uri="{FF2B5EF4-FFF2-40B4-BE49-F238E27FC236}">
                      <a16:creationId xmlns:a16="http://schemas.microsoft.com/office/drawing/2014/main" id="{18C75D3D-2BDE-2746-B977-14408BECB8F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411431" y="2493045"/>
                  <a:ext cx="17336" cy="23077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61" name="Straight Connector 260">
                  <a:extLst>
                    <a:ext uri="{FF2B5EF4-FFF2-40B4-BE49-F238E27FC236}">
                      <a16:creationId xmlns:a16="http://schemas.microsoft.com/office/drawing/2014/main" id="{07B9B84D-F07B-954A-9C0C-6D624EB4EFB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05401" y="2199023"/>
                  <a:ext cx="17336" cy="23077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62" name="Straight Connector 261">
                  <a:extLst>
                    <a:ext uri="{FF2B5EF4-FFF2-40B4-BE49-F238E27FC236}">
                      <a16:creationId xmlns:a16="http://schemas.microsoft.com/office/drawing/2014/main" id="{B8826E3E-9CD2-884C-BC7F-2A2ECF5DCB0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1201321" y="2491335"/>
                  <a:ext cx="17336" cy="23077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63" name="Straight Connector 262">
                  <a:extLst>
                    <a:ext uri="{FF2B5EF4-FFF2-40B4-BE49-F238E27FC236}">
                      <a16:creationId xmlns:a16="http://schemas.microsoft.com/office/drawing/2014/main" id="{9143171F-271F-2448-B0E3-075448D34C1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1407351" y="2197314"/>
                  <a:ext cx="17336" cy="23077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64" name="Straight Connector 263">
                  <a:extLst>
                    <a:ext uri="{FF2B5EF4-FFF2-40B4-BE49-F238E27FC236}">
                      <a16:creationId xmlns:a16="http://schemas.microsoft.com/office/drawing/2014/main" id="{48C065DC-DA76-F84C-B99B-A87374A2329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1480788" y="2263982"/>
                  <a:ext cx="23455" cy="14529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65" name="Straight Connector 264">
                  <a:extLst>
                    <a:ext uri="{FF2B5EF4-FFF2-40B4-BE49-F238E27FC236}">
                      <a16:creationId xmlns:a16="http://schemas.microsoft.com/office/drawing/2014/main" id="{2DCEAF1C-3C72-BE47-8DC0-E69467D439C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1129926" y="2434925"/>
                  <a:ext cx="23455" cy="14529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66" name="Straight Connector 265">
                  <a:extLst>
                    <a:ext uri="{FF2B5EF4-FFF2-40B4-BE49-F238E27FC236}">
                      <a16:creationId xmlns:a16="http://schemas.microsoft.com/office/drawing/2014/main" id="{38F29380-FC05-974A-929E-E2A3CBE2783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 flipV="1">
                  <a:off x="1136045" y="2265692"/>
                  <a:ext cx="23455" cy="14529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76" name="Straight Connector 275">
                  <a:extLst>
                    <a:ext uri="{FF2B5EF4-FFF2-40B4-BE49-F238E27FC236}">
                      <a16:creationId xmlns:a16="http://schemas.microsoft.com/office/drawing/2014/main" id="{C9AA46C9-A442-4B4D-BC4D-0848FACD8B4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 flipV="1">
                  <a:off x="1480788" y="2436635"/>
                  <a:ext cx="23455" cy="14529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77" name="Oval 276">
                  <a:extLst>
                    <a:ext uri="{FF2B5EF4-FFF2-40B4-BE49-F238E27FC236}">
                      <a16:creationId xmlns:a16="http://schemas.microsoft.com/office/drawing/2014/main" id="{6A50A089-AD54-C245-8ADC-E805E6D50FF3}"/>
                    </a:ext>
                  </a:extLst>
                </p:cNvPr>
                <p:cNvSpPr/>
                <p:nvPr/>
              </p:nvSpPr>
              <p:spPr>
                <a:xfrm>
                  <a:off x="1288014" y="2334922"/>
                  <a:ext cx="53037" cy="46914"/>
                </a:xfrm>
                <a:prstGeom prst="ellipse">
                  <a:avLst/>
                </a:prstGeom>
                <a:solidFill>
                  <a:srgbClr val="C000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cxnSp>
              <p:nvCxnSpPr>
                <p:cNvPr id="278" name="Straight Connector 277">
                  <a:extLst>
                    <a:ext uri="{FF2B5EF4-FFF2-40B4-BE49-F238E27FC236}">
                      <a16:creationId xmlns:a16="http://schemas.microsoft.com/office/drawing/2014/main" id="{8B3093BD-CFE2-4142-ABCD-C25BF9AD829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1310990" y="2293502"/>
                  <a:ext cx="151387" cy="67308"/>
                </a:xfrm>
                <a:prstGeom prst="line">
                  <a:avLst/>
                </a:prstGeom>
                <a:ln w="25400" cap="flat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</p:grpSp>
      <p:grpSp>
        <p:nvGrpSpPr>
          <p:cNvPr id="12" name="Group 11">
            <a:extLst>
              <a:ext uri="{FF2B5EF4-FFF2-40B4-BE49-F238E27FC236}">
                <a16:creationId xmlns:a16="http://schemas.microsoft.com/office/drawing/2014/main" id="{C26D2FCC-4519-194E-8CB3-21DB9C01A117}"/>
              </a:ext>
            </a:extLst>
          </p:cNvPr>
          <p:cNvGrpSpPr/>
          <p:nvPr/>
        </p:nvGrpSpPr>
        <p:grpSpPr>
          <a:xfrm>
            <a:off x="657860" y="4629055"/>
            <a:ext cx="5999480" cy="701731"/>
            <a:chOff x="657860" y="4629055"/>
            <a:chExt cx="5999480" cy="701731"/>
          </a:xfrm>
        </p:grpSpPr>
        <p:sp>
          <p:nvSpPr>
            <p:cNvPr id="169" name="TextBox 168">
              <a:extLst>
                <a:ext uri="{FF2B5EF4-FFF2-40B4-BE49-F238E27FC236}">
                  <a16:creationId xmlns:a16="http://schemas.microsoft.com/office/drawing/2014/main" id="{19EF13B0-7DD1-E541-89DF-FCD4AD2CD993}"/>
                </a:ext>
              </a:extLst>
            </p:cNvPr>
            <p:cNvSpPr txBox="1"/>
            <p:nvPr/>
          </p:nvSpPr>
          <p:spPr>
            <a:xfrm flipH="1">
              <a:off x="1659184" y="4629055"/>
              <a:ext cx="4998156" cy="7017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90000"/>
                </a:lnSpc>
                <a:buClr>
                  <a:srgbClr val="0000A8"/>
                </a:buClr>
              </a:pPr>
              <a:r>
                <a:rPr lang="en-US" sz="2000" dirty="0"/>
                <a:t>c’s state at t=0 may influence distance vector computations up to </a:t>
              </a:r>
              <a:r>
                <a:rPr lang="en-US" sz="2400" b="1" dirty="0">
                  <a:solidFill>
                    <a:srgbClr val="0000A8"/>
                  </a:solidFill>
                </a:rPr>
                <a:t>3</a:t>
              </a:r>
              <a:r>
                <a:rPr lang="en-US" sz="2000" dirty="0"/>
                <a:t> hops away, i.e., at d, f, h</a:t>
              </a:r>
            </a:p>
          </p:txBody>
        </p:sp>
        <p:grpSp>
          <p:nvGrpSpPr>
            <p:cNvPr id="281" name="Group 280">
              <a:extLst>
                <a:ext uri="{FF2B5EF4-FFF2-40B4-BE49-F238E27FC236}">
                  <a16:creationId xmlns:a16="http://schemas.microsoft.com/office/drawing/2014/main" id="{A5A52D85-6CD3-D445-B929-D0E8B8B65C1F}"/>
                </a:ext>
              </a:extLst>
            </p:cNvPr>
            <p:cNvGrpSpPr/>
            <p:nvPr/>
          </p:nvGrpSpPr>
          <p:grpSpPr>
            <a:xfrm>
              <a:off x="657860" y="4761979"/>
              <a:ext cx="918242" cy="370050"/>
              <a:chOff x="1097284" y="2174236"/>
              <a:chExt cx="918242" cy="370050"/>
            </a:xfrm>
          </p:grpSpPr>
          <p:sp>
            <p:nvSpPr>
              <p:cNvPr id="282" name="TextBox 281">
                <a:extLst>
                  <a:ext uri="{FF2B5EF4-FFF2-40B4-BE49-F238E27FC236}">
                    <a16:creationId xmlns:a16="http://schemas.microsoft.com/office/drawing/2014/main" id="{30B13979-FE63-E24E-B47A-5E098E8B8E4A}"/>
                  </a:ext>
                </a:extLst>
              </p:cNvPr>
              <p:cNvSpPr txBox="1"/>
              <p:nvPr/>
            </p:nvSpPr>
            <p:spPr>
              <a:xfrm>
                <a:off x="1521480" y="2174954"/>
                <a:ext cx="49404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/>
                  <a:t>t=3</a:t>
                </a:r>
              </a:p>
            </p:txBody>
          </p:sp>
          <p:grpSp>
            <p:nvGrpSpPr>
              <p:cNvPr id="345" name="Group 344">
                <a:extLst>
                  <a:ext uri="{FF2B5EF4-FFF2-40B4-BE49-F238E27FC236}">
                    <a16:creationId xmlns:a16="http://schemas.microsoft.com/office/drawing/2014/main" id="{1A403FAE-73B3-214E-A95E-8F3D864408A2}"/>
                  </a:ext>
                </a:extLst>
              </p:cNvPr>
              <p:cNvGrpSpPr/>
              <p:nvPr/>
            </p:nvGrpSpPr>
            <p:grpSpPr>
              <a:xfrm>
                <a:off x="1097284" y="2174236"/>
                <a:ext cx="392849" cy="364140"/>
                <a:chOff x="1097284" y="2174236"/>
                <a:chExt cx="438579" cy="364140"/>
              </a:xfrm>
            </p:grpSpPr>
            <p:sp>
              <p:nvSpPr>
                <p:cNvPr id="357" name="Oval 356">
                  <a:extLst>
                    <a:ext uri="{FF2B5EF4-FFF2-40B4-BE49-F238E27FC236}">
                      <a16:creationId xmlns:a16="http://schemas.microsoft.com/office/drawing/2014/main" id="{91FF21CF-ACE1-114C-AF40-457630C4AB74}"/>
                    </a:ext>
                  </a:extLst>
                </p:cNvPr>
                <p:cNvSpPr/>
                <p:nvPr/>
              </p:nvSpPr>
              <p:spPr>
                <a:xfrm>
                  <a:off x="1100473" y="2176595"/>
                  <a:ext cx="431322" cy="361447"/>
                </a:xfrm>
                <a:prstGeom prst="ellipse">
                  <a:avLst/>
                </a:prstGeom>
                <a:noFill/>
                <a:ln w="19050">
                  <a:solidFill>
                    <a:srgbClr val="C0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cxnSp>
              <p:nvCxnSpPr>
                <p:cNvPr id="367" name="Straight Connector 366">
                  <a:extLst>
                    <a:ext uri="{FF2B5EF4-FFF2-40B4-BE49-F238E27FC236}">
                      <a16:creationId xmlns:a16="http://schemas.microsoft.com/office/drawing/2014/main" id="{A932C4E8-DAA6-BF49-B8AB-D0AC5B968318}"/>
                    </a:ext>
                  </a:extLst>
                </p:cNvPr>
                <p:cNvCxnSpPr/>
                <p:nvPr/>
              </p:nvCxnSpPr>
              <p:spPr>
                <a:xfrm>
                  <a:off x="1314533" y="2174236"/>
                  <a:ext cx="0" cy="32479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68" name="Straight Connector 367">
                  <a:extLst>
                    <a:ext uri="{FF2B5EF4-FFF2-40B4-BE49-F238E27FC236}">
                      <a16:creationId xmlns:a16="http://schemas.microsoft.com/office/drawing/2014/main" id="{B598560C-BCF0-6540-A930-6E3452DA2F59}"/>
                    </a:ext>
                  </a:extLst>
                </p:cNvPr>
                <p:cNvCxnSpPr/>
                <p:nvPr/>
              </p:nvCxnSpPr>
              <p:spPr>
                <a:xfrm>
                  <a:off x="1314533" y="2505897"/>
                  <a:ext cx="0" cy="32479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69" name="Straight Connector 368">
                  <a:extLst>
                    <a:ext uri="{FF2B5EF4-FFF2-40B4-BE49-F238E27FC236}">
                      <a16:creationId xmlns:a16="http://schemas.microsoft.com/office/drawing/2014/main" id="{92F927D8-3807-6B46-BCA2-BEC7225122F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6200000">
                  <a:off x="1116663" y="2338620"/>
                  <a:ext cx="0" cy="38758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70" name="Straight Connector 369">
                  <a:extLst>
                    <a:ext uri="{FF2B5EF4-FFF2-40B4-BE49-F238E27FC236}">
                      <a16:creationId xmlns:a16="http://schemas.microsoft.com/office/drawing/2014/main" id="{B2276A01-1036-2D48-BE69-15831400DCD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6200000">
                  <a:off x="1516484" y="2338620"/>
                  <a:ext cx="0" cy="38758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71" name="Straight Connector 370">
                  <a:extLst>
                    <a:ext uri="{FF2B5EF4-FFF2-40B4-BE49-F238E27FC236}">
                      <a16:creationId xmlns:a16="http://schemas.microsoft.com/office/drawing/2014/main" id="{F35AD5A3-0A6E-E04C-A282-2F3C9976991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411431" y="2493045"/>
                  <a:ext cx="17336" cy="23077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72" name="Straight Connector 371">
                  <a:extLst>
                    <a:ext uri="{FF2B5EF4-FFF2-40B4-BE49-F238E27FC236}">
                      <a16:creationId xmlns:a16="http://schemas.microsoft.com/office/drawing/2014/main" id="{1FDF9C7E-FB2A-E74A-857B-82B6CFC7225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05401" y="2199023"/>
                  <a:ext cx="17336" cy="23077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73" name="Straight Connector 372">
                  <a:extLst>
                    <a:ext uri="{FF2B5EF4-FFF2-40B4-BE49-F238E27FC236}">
                      <a16:creationId xmlns:a16="http://schemas.microsoft.com/office/drawing/2014/main" id="{2C2982F5-1FAC-6E45-99FF-7935E0FFDD6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1201321" y="2491335"/>
                  <a:ext cx="17336" cy="23077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74" name="Straight Connector 373">
                  <a:extLst>
                    <a:ext uri="{FF2B5EF4-FFF2-40B4-BE49-F238E27FC236}">
                      <a16:creationId xmlns:a16="http://schemas.microsoft.com/office/drawing/2014/main" id="{6A7FCB1A-613F-8548-99DC-0A176CB3433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1407351" y="2197314"/>
                  <a:ext cx="17336" cy="23077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75" name="Straight Connector 374">
                  <a:extLst>
                    <a:ext uri="{FF2B5EF4-FFF2-40B4-BE49-F238E27FC236}">
                      <a16:creationId xmlns:a16="http://schemas.microsoft.com/office/drawing/2014/main" id="{1A0B9C39-6065-7243-B092-8728059E788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1480788" y="2263982"/>
                  <a:ext cx="23455" cy="14529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76" name="Straight Connector 375">
                  <a:extLst>
                    <a:ext uri="{FF2B5EF4-FFF2-40B4-BE49-F238E27FC236}">
                      <a16:creationId xmlns:a16="http://schemas.microsoft.com/office/drawing/2014/main" id="{846ED202-1E7B-6B47-A9E2-400A8134401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1129926" y="2434925"/>
                  <a:ext cx="23455" cy="14529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77" name="Straight Connector 376">
                  <a:extLst>
                    <a:ext uri="{FF2B5EF4-FFF2-40B4-BE49-F238E27FC236}">
                      <a16:creationId xmlns:a16="http://schemas.microsoft.com/office/drawing/2014/main" id="{FBDED580-4A52-764D-964D-B986221CB91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 flipV="1">
                  <a:off x="1136045" y="2265692"/>
                  <a:ext cx="23455" cy="14529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78" name="Straight Connector 377">
                  <a:extLst>
                    <a:ext uri="{FF2B5EF4-FFF2-40B4-BE49-F238E27FC236}">
                      <a16:creationId xmlns:a16="http://schemas.microsoft.com/office/drawing/2014/main" id="{743C0F0F-0E63-474A-A14F-0DF1A12A162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 flipV="1">
                  <a:off x="1480788" y="2436635"/>
                  <a:ext cx="23455" cy="14529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79" name="Oval 378">
                  <a:extLst>
                    <a:ext uri="{FF2B5EF4-FFF2-40B4-BE49-F238E27FC236}">
                      <a16:creationId xmlns:a16="http://schemas.microsoft.com/office/drawing/2014/main" id="{0D3FBCFB-A3B6-D240-BF0F-F0B30AAFFAD8}"/>
                    </a:ext>
                  </a:extLst>
                </p:cNvPr>
                <p:cNvSpPr/>
                <p:nvPr/>
              </p:nvSpPr>
              <p:spPr>
                <a:xfrm>
                  <a:off x="1288014" y="2334922"/>
                  <a:ext cx="53037" cy="46914"/>
                </a:xfrm>
                <a:prstGeom prst="ellipse">
                  <a:avLst/>
                </a:prstGeom>
                <a:solidFill>
                  <a:srgbClr val="C000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cxnSp>
              <p:nvCxnSpPr>
                <p:cNvPr id="380" name="Straight Connector 379">
                  <a:extLst>
                    <a:ext uri="{FF2B5EF4-FFF2-40B4-BE49-F238E27FC236}">
                      <a16:creationId xmlns:a16="http://schemas.microsoft.com/office/drawing/2014/main" id="{5C6CF4CD-B823-7943-9D77-B4AA1799267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1314533" y="2354460"/>
                  <a:ext cx="154224" cy="0"/>
                </a:xfrm>
                <a:prstGeom prst="line">
                  <a:avLst/>
                </a:prstGeom>
                <a:ln w="25400" cap="flat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</p:grpSp>
      <p:grpSp>
        <p:nvGrpSpPr>
          <p:cNvPr id="13" name="Group 12">
            <a:extLst>
              <a:ext uri="{FF2B5EF4-FFF2-40B4-BE49-F238E27FC236}">
                <a16:creationId xmlns:a16="http://schemas.microsoft.com/office/drawing/2014/main" id="{7AC0DA2B-BD26-BB4F-B1E2-9A0BE319047B}"/>
              </a:ext>
            </a:extLst>
          </p:cNvPr>
          <p:cNvGrpSpPr/>
          <p:nvPr/>
        </p:nvGrpSpPr>
        <p:grpSpPr>
          <a:xfrm>
            <a:off x="657860" y="5652999"/>
            <a:ext cx="5918200" cy="701731"/>
            <a:chOff x="657860" y="5627947"/>
            <a:chExt cx="5918200" cy="701731"/>
          </a:xfrm>
        </p:grpSpPr>
        <p:sp>
          <p:nvSpPr>
            <p:cNvPr id="3" name="Rectangle 2">
              <a:extLst>
                <a:ext uri="{FF2B5EF4-FFF2-40B4-BE49-F238E27FC236}">
                  <a16:creationId xmlns:a16="http://schemas.microsoft.com/office/drawing/2014/main" id="{AA8B40C8-D0BF-E549-8280-EE389E285592}"/>
                </a:ext>
              </a:extLst>
            </p:cNvPr>
            <p:cNvSpPr/>
            <p:nvPr/>
          </p:nvSpPr>
          <p:spPr>
            <a:xfrm>
              <a:off x="1638300" y="5627947"/>
              <a:ext cx="4937760" cy="70173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90000"/>
                </a:lnSpc>
                <a:buClr>
                  <a:srgbClr val="0000A8"/>
                </a:buClr>
              </a:pPr>
              <a:r>
                <a:rPr lang="en-US" sz="2000" dirty="0"/>
                <a:t>c’s state at t=0 may influence distance vector computations up to </a:t>
              </a:r>
              <a:r>
                <a:rPr lang="en-US" sz="2400" b="1" dirty="0">
                  <a:solidFill>
                    <a:srgbClr val="0000A8"/>
                  </a:solidFill>
                </a:rPr>
                <a:t>4</a:t>
              </a:r>
              <a:r>
                <a:rPr lang="en-US" sz="2000" dirty="0"/>
                <a:t> hops away, i.e., at g, i</a:t>
              </a:r>
            </a:p>
          </p:txBody>
        </p:sp>
        <p:grpSp>
          <p:nvGrpSpPr>
            <p:cNvPr id="381" name="Group 380">
              <a:extLst>
                <a:ext uri="{FF2B5EF4-FFF2-40B4-BE49-F238E27FC236}">
                  <a16:creationId xmlns:a16="http://schemas.microsoft.com/office/drawing/2014/main" id="{BF0491AD-F320-A845-9707-456351BE1D98}"/>
                </a:ext>
              </a:extLst>
            </p:cNvPr>
            <p:cNvGrpSpPr/>
            <p:nvPr/>
          </p:nvGrpSpPr>
          <p:grpSpPr>
            <a:xfrm>
              <a:off x="657860" y="5777979"/>
              <a:ext cx="918242" cy="370050"/>
              <a:chOff x="1097284" y="2174236"/>
              <a:chExt cx="918242" cy="370050"/>
            </a:xfrm>
          </p:grpSpPr>
          <p:sp>
            <p:nvSpPr>
              <p:cNvPr id="382" name="TextBox 381">
                <a:extLst>
                  <a:ext uri="{FF2B5EF4-FFF2-40B4-BE49-F238E27FC236}">
                    <a16:creationId xmlns:a16="http://schemas.microsoft.com/office/drawing/2014/main" id="{9E1FC597-91E5-1541-8074-E2D80420D31D}"/>
                  </a:ext>
                </a:extLst>
              </p:cNvPr>
              <p:cNvSpPr txBox="1"/>
              <p:nvPr/>
            </p:nvSpPr>
            <p:spPr>
              <a:xfrm>
                <a:off x="1521480" y="2174954"/>
                <a:ext cx="49404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/>
                  <a:t>t=4</a:t>
                </a:r>
              </a:p>
            </p:txBody>
          </p:sp>
          <p:grpSp>
            <p:nvGrpSpPr>
              <p:cNvPr id="383" name="Group 382">
                <a:extLst>
                  <a:ext uri="{FF2B5EF4-FFF2-40B4-BE49-F238E27FC236}">
                    <a16:creationId xmlns:a16="http://schemas.microsoft.com/office/drawing/2014/main" id="{EA849807-5604-1C4E-8335-F0F326C10FDF}"/>
                  </a:ext>
                </a:extLst>
              </p:cNvPr>
              <p:cNvGrpSpPr/>
              <p:nvPr/>
            </p:nvGrpSpPr>
            <p:grpSpPr>
              <a:xfrm>
                <a:off x="1097284" y="2174236"/>
                <a:ext cx="392849" cy="364140"/>
                <a:chOff x="1097284" y="2174236"/>
                <a:chExt cx="438579" cy="364140"/>
              </a:xfrm>
            </p:grpSpPr>
            <p:sp>
              <p:nvSpPr>
                <p:cNvPr id="384" name="Oval 383">
                  <a:extLst>
                    <a:ext uri="{FF2B5EF4-FFF2-40B4-BE49-F238E27FC236}">
                      <a16:creationId xmlns:a16="http://schemas.microsoft.com/office/drawing/2014/main" id="{0D87A56E-2A01-5F4C-96CD-BF0360192FB0}"/>
                    </a:ext>
                  </a:extLst>
                </p:cNvPr>
                <p:cNvSpPr/>
                <p:nvPr/>
              </p:nvSpPr>
              <p:spPr>
                <a:xfrm>
                  <a:off x="1100473" y="2176595"/>
                  <a:ext cx="431322" cy="361447"/>
                </a:xfrm>
                <a:prstGeom prst="ellipse">
                  <a:avLst/>
                </a:prstGeom>
                <a:noFill/>
                <a:ln w="19050">
                  <a:solidFill>
                    <a:srgbClr val="C0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cxnSp>
              <p:nvCxnSpPr>
                <p:cNvPr id="385" name="Straight Connector 384">
                  <a:extLst>
                    <a:ext uri="{FF2B5EF4-FFF2-40B4-BE49-F238E27FC236}">
                      <a16:creationId xmlns:a16="http://schemas.microsoft.com/office/drawing/2014/main" id="{1652CF53-1D97-7043-81A9-E2E70EFBC851}"/>
                    </a:ext>
                  </a:extLst>
                </p:cNvPr>
                <p:cNvCxnSpPr/>
                <p:nvPr/>
              </p:nvCxnSpPr>
              <p:spPr>
                <a:xfrm>
                  <a:off x="1314533" y="2174236"/>
                  <a:ext cx="0" cy="32479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86" name="Straight Connector 385">
                  <a:extLst>
                    <a:ext uri="{FF2B5EF4-FFF2-40B4-BE49-F238E27FC236}">
                      <a16:creationId xmlns:a16="http://schemas.microsoft.com/office/drawing/2014/main" id="{64B69590-52DD-8D44-A5A8-EE0A165ED4D8}"/>
                    </a:ext>
                  </a:extLst>
                </p:cNvPr>
                <p:cNvCxnSpPr/>
                <p:nvPr/>
              </p:nvCxnSpPr>
              <p:spPr>
                <a:xfrm>
                  <a:off x="1314533" y="2505897"/>
                  <a:ext cx="0" cy="32479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87" name="Straight Connector 386">
                  <a:extLst>
                    <a:ext uri="{FF2B5EF4-FFF2-40B4-BE49-F238E27FC236}">
                      <a16:creationId xmlns:a16="http://schemas.microsoft.com/office/drawing/2014/main" id="{AD88D891-B658-8E42-8364-AB5201F060F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6200000">
                  <a:off x="1116663" y="2338620"/>
                  <a:ext cx="0" cy="38758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88" name="Straight Connector 387">
                  <a:extLst>
                    <a:ext uri="{FF2B5EF4-FFF2-40B4-BE49-F238E27FC236}">
                      <a16:creationId xmlns:a16="http://schemas.microsoft.com/office/drawing/2014/main" id="{0C23501F-6802-3942-978A-86C96E1D73C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6200000">
                  <a:off x="1516484" y="2338620"/>
                  <a:ext cx="0" cy="38758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89" name="Straight Connector 388">
                  <a:extLst>
                    <a:ext uri="{FF2B5EF4-FFF2-40B4-BE49-F238E27FC236}">
                      <a16:creationId xmlns:a16="http://schemas.microsoft.com/office/drawing/2014/main" id="{16E4AD36-E2DB-114E-9CDE-2AF74EFB63D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411431" y="2493045"/>
                  <a:ext cx="17336" cy="23077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90" name="Straight Connector 389">
                  <a:extLst>
                    <a:ext uri="{FF2B5EF4-FFF2-40B4-BE49-F238E27FC236}">
                      <a16:creationId xmlns:a16="http://schemas.microsoft.com/office/drawing/2014/main" id="{F249C9BC-D936-AF41-86AB-9EFF55EAB83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05401" y="2199023"/>
                  <a:ext cx="17336" cy="23077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91" name="Straight Connector 390">
                  <a:extLst>
                    <a:ext uri="{FF2B5EF4-FFF2-40B4-BE49-F238E27FC236}">
                      <a16:creationId xmlns:a16="http://schemas.microsoft.com/office/drawing/2014/main" id="{87ACF5BF-E803-4D45-A058-1DE12219252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1201321" y="2491335"/>
                  <a:ext cx="17336" cy="23077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92" name="Straight Connector 391">
                  <a:extLst>
                    <a:ext uri="{FF2B5EF4-FFF2-40B4-BE49-F238E27FC236}">
                      <a16:creationId xmlns:a16="http://schemas.microsoft.com/office/drawing/2014/main" id="{28582EEE-1DDA-C642-BE33-7DCE82CF482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1407351" y="2197314"/>
                  <a:ext cx="17336" cy="23077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93" name="Straight Connector 392">
                  <a:extLst>
                    <a:ext uri="{FF2B5EF4-FFF2-40B4-BE49-F238E27FC236}">
                      <a16:creationId xmlns:a16="http://schemas.microsoft.com/office/drawing/2014/main" id="{F2062828-7B4B-3742-BD3A-98D1F14B8F5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1480788" y="2263982"/>
                  <a:ext cx="23455" cy="14529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94" name="Straight Connector 393">
                  <a:extLst>
                    <a:ext uri="{FF2B5EF4-FFF2-40B4-BE49-F238E27FC236}">
                      <a16:creationId xmlns:a16="http://schemas.microsoft.com/office/drawing/2014/main" id="{89BA0FDD-19D8-D443-A524-5B3EC8A3611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1129926" y="2434925"/>
                  <a:ext cx="23455" cy="14529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95" name="Straight Connector 394">
                  <a:extLst>
                    <a:ext uri="{FF2B5EF4-FFF2-40B4-BE49-F238E27FC236}">
                      <a16:creationId xmlns:a16="http://schemas.microsoft.com/office/drawing/2014/main" id="{04889F2B-57AC-9544-B854-FF098914A7E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 flipV="1">
                  <a:off x="1136045" y="2265692"/>
                  <a:ext cx="23455" cy="14529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96" name="Straight Connector 395">
                  <a:extLst>
                    <a:ext uri="{FF2B5EF4-FFF2-40B4-BE49-F238E27FC236}">
                      <a16:creationId xmlns:a16="http://schemas.microsoft.com/office/drawing/2014/main" id="{53AB91B1-C113-7348-A644-471659C4A67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 flipV="1">
                  <a:off x="1480788" y="2436635"/>
                  <a:ext cx="23455" cy="14529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97" name="Oval 396">
                  <a:extLst>
                    <a:ext uri="{FF2B5EF4-FFF2-40B4-BE49-F238E27FC236}">
                      <a16:creationId xmlns:a16="http://schemas.microsoft.com/office/drawing/2014/main" id="{D074E508-AAAF-0C40-B339-7BE22BF6EB49}"/>
                    </a:ext>
                  </a:extLst>
                </p:cNvPr>
                <p:cNvSpPr/>
                <p:nvPr/>
              </p:nvSpPr>
              <p:spPr>
                <a:xfrm>
                  <a:off x="1288014" y="2334922"/>
                  <a:ext cx="53037" cy="46914"/>
                </a:xfrm>
                <a:prstGeom prst="ellipse">
                  <a:avLst/>
                </a:prstGeom>
                <a:solidFill>
                  <a:srgbClr val="C000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cxnSp>
              <p:nvCxnSpPr>
                <p:cNvPr id="398" name="Straight Connector 397">
                  <a:extLst>
                    <a:ext uri="{FF2B5EF4-FFF2-40B4-BE49-F238E27FC236}">
                      <a16:creationId xmlns:a16="http://schemas.microsoft.com/office/drawing/2014/main" id="{3D730851-A79B-F14C-A452-E91404AE3B7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 flipV="1">
                  <a:off x="1310989" y="2351285"/>
                  <a:ext cx="140045" cy="71122"/>
                </a:xfrm>
                <a:prstGeom prst="line">
                  <a:avLst/>
                </a:prstGeom>
                <a:ln w="25400" cap="flat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</p:grpSp>
      <p:sp>
        <p:nvSpPr>
          <p:cNvPr id="7" name="TextBox 6">
            <a:extLst>
              <a:ext uri="{FF2B5EF4-FFF2-40B4-BE49-F238E27FC236}">
                <a16:creationId xmlns:a16="http://schemas.microsoft.com/office/drawing/2014/main" id="{076ACB8D-A57C-0642-B81E-86A464F478CF}"/>
              </a:ext>
            </a:extLst>
          </p:cNvPr>
          <p:cNvSpPr txBox="1"/>
          <p:nvPr/>
        </p:nvSpPr>
        <p:spPr>
          <a:xfrm>
            <a:off x="802640" y="1188720"/>
            <a:ext cx="10619767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400" dirty="0"/>
              <a:t>Iterative communication, computation steps diffuses information through network: </a:t>
            </a:r>
          </a:p>
        </p:txBody>
      </p:sp>
      <p:grpSp>
        <p:nvGrpSpPr>
          <p:cNvPr id="17" name="Group 16">
            <a:extLst>
              <a:ext uri="{FF2B5EF4-FFF2-40B4-BE49-F238E27FC236}">
                <a16:creationId xmlns:a16="http://schemas.microsoft.com/office/drawing/2014/main" id="{0CB7EA12-A941-B948-B442-65C8B1C74625}"/>
              </a:ext>
            </a:extLst>
          </p:cNvPr>
          <p:cNvGrpSpPr/>
          <p:nvPr/>
        </p:nvGrpSpPr>
        <p:grpSpPr>
          <a:xfrm>
            <a:off x="8879399" y="1803748"/>
            <a:ext cx="2857489" cy="1596883"/>
            <a:chOff x="8879399" y="1803748"/>
            <a:chExt cx="2857489" cy="1596883"/>
          </a:xfrm>
        </p:grpSpPr>
        <p:sp>
          <p:nvSpPr>
            <p:cNvPr id="15" name="Freeform 14">
              <a:extLst>
                <a:ext uri="{FF2B5EF4-FFF2-40B4-BE49-F238E27FC236}">
                  <a16:creationId xmlns:a16="http://schemas.microsoft.com/office/drawing/2014/main" id="{0984253E-DE4B-7248-9D42-029000165996}"/>
                </a:ext>
              </a:extLst>
            </p:cNvPr>
            <p:cNvSpPr/>
            <p:nvPr/>
          </p:nvSpPr>
          <p:spPr>
            <a:xfrm>
              <a:off x="8879399" y="1803748"/>
              <a:ext cx="2857489" cy="1536065"/>
            </a:xfrm>
            <a:custGeom>
              <a:avLst/>
              <a:gdLst>
                <a:gd name="connsiteX0" fmla="*/ 0 w 3319398"/>
                <a:gd name="connsiteY0" fmla="*/ 0 h 1215025"/>
                <a:gd name="connsiteX1" fmla="*/ 613776 w 3319398"/>
                <a:gd name="connsiteY1" fmla="*/ 1189973 h 1215025"/>
                <a:gd name="connsiteX2" fmla="*/ 3319398 w 3319398"/>
                <a:gd name="connsiteY2" fmla="*/ 1215025 h 1215025"/>
                <a:gd name="connsiteX0" fmla="*/ 0 w 3319398"/>
                <a:gd name="connsiteY0" fmla="*/ 0 h 1284889"/>
                <a:gd name="connsiteX1" fmla="*/ 613776 w 3319398"/>
                <a:gd name="connsiteY1" fmla="*/ 1189973 h 1284889"/>
                <a:gd name="connsiteX2" fmla="*/ 3319398 w 3319398"/>
                <a:gd name="connsiteY2" fmla="*/ 1215025 h 1284889"/>
                <a:gd name="connsiteX0" fmla="*/ 0 w 3319398"/>
                <a:gd name="connsiteY0" fmla="*/ 0 h 1528175"/>
                <a:gd name="connsiteX1" fmla="*/ 613776 w 3319398"/>
                <a:gd name="connsiteY1" fmla="*/ 1189973 h 1528175"/>
                <a:gd name="connsiteX2" fmla="*/ 3319398 w 3319398"/>
                <a:gd name="connsiteY2" fmla="*/ 1528175 h 1528175"/>
                <a:gd name="connsiteX0" fmla="*/ 0 w 3319398"/>
                <a:gd name="connsiteY0" fmla="*/ 0 h 1528175"/>
                <a:gd name="connsiteX1" fmla="*/ 613776 w 3319398"/>
                <a:gd name="connsiteY1" fmla="*/ 1189973 h 1528175"/>
                <a:gd name="connsiteX2" fmla="*/ 3319398 w 3319398"/>
                <a:gd name="connsiteY2" fmla="*/ 1528175 h 1528175"/>
                <a:gd name="connsiteX0" fmla="*/ 0 w 3181611"/>
                <a:gd name="connsiteY0" fmla="*/ 0 h 1528175"/>
                <a:gd name="connsiteX1" fmla="*/ 475989 w 3181611"/>
                <a:gd name="connsiteY1" fmla="*/ 1189973 h 1528175"/>
                <a:gd name="connsiteX2" fmla="*/ 3181611 w 3181611"/>
                <a:gd name="connsiteY2" fmla="*/ 1528175 h 1528175"/>
                <a:gd name="connsiteX0" fmla="*/ 9476 w 3191087"/>
                <a:gd name="connsiteY0" fmla="*/ 0 h 1528175"/>
                <a:gd name="connsiteX1" fmla="*/ 485465 w 3191087"/>
                <a:gd name="connsiteY1" fmla="*/ 1189973 h 1528175"/>
                <a:gd name="connsiteX2" fmla="*/ 3191087 w 3191087"/>
                <a:gd name="connsiteY2" fmla="*/ 1528175 h 1528175"/>
                <a:gd name="connsiteX0" fmla="*/ 9703 w 3203840"/>
                <a:gd name="connsiteY0" fmla="*/ 0 h 1453019"/>
                <a:gd name="connsiteX1" fmla="*/ 485692 w 3203840"/>
                <a:gd name="connsiteY1" fmla="*/ 1189973 h 1453019"/>
                <a:gd name="connsiteX2" fmla="*/ 3203840 w 3203840"/>
                <a:gd name="connsiteY2" fmla="*/ 1453019 h 1453019"/>
                <a:gd name="connsiteX0" fmla="*/ 6182 w 3200319"/>
                <a:gd name="connsiteY0" fmla="*/ 0 h 1461838"/>
                <a:gd name="connsiteX1" fmla="*/ 519749 w 3200319"/>
                <a:gd name="connsiteY1" fmla="*/ 1290182 h 1461838"/>
                <a:gd name="connsiteX2" fmla="*/ 3200319 w 3200319"/>
                <a:gd name="connsiteY2" fmla="*/ 1453019 h 1461838"/>
                <a:gd name="connsiteX0" fmla="*/ 113523 w 2944405"/>
                <a:gd name="connsiteY0" fmla="*/ 0 h 1461838"/>
                <a:gd name="connsiteX1" fmla="*/ 263835 w 2944405"/>
                <a:gd name="connsiteY1" fmla="*/ 1290182 h 1461838"/>
                <a:gd name="connsiteX2" fmla="*/ 2944405 w 2944405"/>
                <a:gd name="connsiteY2" fmla="*/ 1453019 h 1461838"/>
                <a:gd name="connsiteX0" fmla="*/ 7733 w 2838615"/>
                <a:gd name="connsiteY0" fmla="*/ 0 h 1523002"/>
                <a:gd name="connsiteX1" fmla="*/ 446144 w 2838615"/>
                <a:gd name="connsiteY1" fmla="*/ 1402916 h 1523002"/>
                <a:gd name="connsiteX2" fmla="*/ 2838615 w 2838615"/>
                <a:gd name="connsiteY2" fmla="*/ 1453019 h 1523002"/>
                <a:gd name="connsiteX0" fmla="*/ 6626 w 2837508"/>
                <a:gd name="connsiteY0" fmla="*/ 0 h 1484577"/>
                <a:gd name="connsiteX1" fmla="*/ 457563 w 2837508"/>
                <a:gd name="connsiteY1" fmla="*/ 1340286 h 1484577"/>
                <a:gd name="connsiteX2" fmla="*/ 2837508 w 2837508"/>
                <a:gd name="connsiteY2" fmla="*/ 1453019 h 1484577"/>
                <a:gd name="connsiteX0" fmla="*/ 6626 w 2837508"/>
                <a:gd name="connsiteY0" fmla="*/ 0 h 1506274"/>
                <a:gd name="connsiteX1" fmla="*/ 457563 w 2837508"/>
                <a:gd name="connsiteY1" fmla="*/ 1340286 h 1506274"/>
                <a:gd name="connsiteX2" fmla="*/ 2837508 w 2837508"/>
                <a:gd name="connsiteY2" fmla="*/ 1490597 h 1506274"/>
                <a:gd name="connsiteX0" fmla="*/ 6626 w 2837508"/>
                <a:gd name="connsiteY0" fmla="*/ 0 h 1532376"/>
                <a:gd name="connsiteX1" fmla="*/ 457563 w 2837508"/>
                <a:gd name="connsiteY1" fmla="*/ 1340286 h 1532376"/>
                <a:gd name="connsiteX2" fmla="*/ 2837508 w 2837508"/>
                <a:gd name="connsiteY2" fmla="*/ 1528175 h 1532376"/>
                <a:gd name="connsiteX0" fmla="*/ 2412 w 2833294"/>
                <a:gd name="connsiteY0" fmla="*/ 0 h 1532376"/>
                <a:gd name="connsiteX1" fmla="*/ 453349 w 2833294"/>
                <a:gd name="connsiteY1" fmla="*/ 1340286 h 1532376"/>
                <a:gd name="connsiteX2" fmla="*/ 2833294 w 2833294"/>
                <a:gd name="connsiteY2" fmla="*/ 1528175 h 1532376"/>
                <a:gd name="connsiteX0" fmla="*/ 1555 w 2857489"/>
                <a:gd name="connsiteY0" fmla="*/ 0 h 1519367"/>
                <a:gd name="connsiteX1" fmla="*/ 477544 w 2857489"/>
                <a:gd name="connsiteY1" fmla="*/ 1327760 h 1519367"/>
                <a:gd name="connsiteX2" fmla="*/ 2857489 w 2857489"/>
                <a:gd name="connsiteY2" fmla="*/ 1515649 h 1519367"/>
                <a:gd name="connsiteX0" fmla="*/ 1555 w 2857489"/>
                <a:gd name="connsiteY0" fmla="*/ 0 h 1493055"/>
                <a:gd name="connsiteX1" fmla="*/ 477544 w 2857489"/>
                <a:gd name="connsiteY1" fmla="*/ 1327760 h 1493055"/>
                <a:gd name="connsiteX2" fmla="*/ 2857489 w 2857489"/>
                <a:gd name="connsiteY2" fmla="*/ 1478071 h 1493055"/>
                <a:gd name="connsiteX0" fmla="*/ 1555 w 2857489"/>
                <a:gd name="connsiteY0" fmla="*/ 0 h 1508807"/>
                <a:gd name="connsiteX1" fmla="*/ 477544 w 2857489"/>
                <a:gd name="connsiteY1" fmla="*/ 1327760 h 1508807"/>
                <a:gd name="connsiteX2" fmla="*/ 2857489 w 2857489"/>
                <a:gd name="connsiteY2" fmla="*/ 1478071 h 1508807"/>
                <a:gd name="connsiteX0" fmla="*/ 1555 w 2857489"/>
                <a:gd name="connsiteY0" fmla="*/ 0 h 1536065"/>
                <a:gd name="connsiteX1" fmla="*/ 477544 w 2857489"/>
                <a:gd name="connsiteY1" fmla="*/ 1327760 h 1536065"/>
                <a:gd name="connsiteX2" fmla="*/ 2857489 w 2857489"/>
                <a:gd name="connsiteY2" fmla="*/ 1515649 h 15360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489" h="1536065">
                  <a:moveTo>
                    <a:pt x="1555" y="0"/>
                  </a:moveTo>
                  <a:cubicBezTo>
                    <a:pt x="-6794" y="271398"/>
                    <a:pt x="1555" y="1075152"/>
                    <a:pt x="477544" y="1327760"/>
                  </a:cubicBezTo>
                  <a:cubicBezTo>
                    <a:pt x="953533" y="1580368"/>
                    <a:pt x="1968141" y="1544876"/>
                    <a:pt x="2857489" y="1515649"/>
                  </a:cubicBezTo>
                </a:path>
              </a:pathLst>
            </a:custGeom>
            <a:noFill/>
            <a:ln w="412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</a:t>
              </a:r>
            </a:p>
          </p:txBody>
        </p:sp>
        <p:sp>
          <p:nvSpPr>
            <p:cNvPr id="16" name="TextBox 15">
              <a:extLst>
                <a:ext uri="{FF2B5EF4-FFF2-40B4-BE49-F238E27FC236}">
                  <a16:creationId xmlns:a16="http://schemas.microsoft.com/office/drawing/2014/main" id="{DB7FBE2B-A272-8E4E-B714-C57A637BAC12}"/>
                </a:ext>
              </a:extLst>
            </p:cNvPr>
            <p:cNvSpPr txBox="1"/>
            <p:nvPr/>
          </p:nvSpPr>
          <p:spPr>
            <a:xfrm>
              <a:off x="11185743" y="3031299"/>
              <a:ext cx="546945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dirty="0">
                  <a:solidFill>
                    <a:srgbClr val="0000A8"/>
                  </a:solidFill>
                </a:rPr>
                <a:t>t=1 </a:t>
              </a:r>
            </a:p>
          </p:txBody>
        </p:sp>
      </p:grpSp>
      <p:grpSp>
        <p:nvGrpSpPr>
          <p:cNvPr id="253" name="Group 252">
            <a:extLst>
              <a:ext uri="{FF2B5EF4-FFF2-40B4-BE49-F238E27FC236}">
                <a16:creationId xmlns:a16="http://schemas.microsoft.com/office/drawing/2014/main" id="{4AC637B2-9DF3-0843-A113-74CCCFDBE3CE}"/>
              </a:ext>
            </a:extLst>
          </p:cNvPr>
          <p:cNvGrpSpPr/>
          <p:nvPr/>
        </p:nvGrpSpPr>
        <p:grpSpPr>
          <a:xfrm>
            <a:off x="7149715" y="1929521"/>
            <a:ext cx="4586651" cy="2599426"/>
            <a:chOff x="8907795" y="1814699"/>
            <a:chExt cx="2775713" cy="2599426"/>
          </a:xfrm>
        </p:grpSpPr>
        <p:sp>
          <p:nvSpPr>
            <p:cNvPr id="254" name="Freeform 253">
              <a:extLst>
                <a:ext uri="{FF2B5EF4-FFF2-40B4-BE49-F238E27FC236}">
                  <a16:creationId xmlns:a16="http://schemas.microsoft.com/office/drawing/2014/main" id="{E30EA4F8-E34A-3D4F-ACF7-B399EF985322}"/>
                </a:ext>
              </a:extLst>
            </p:cNvPr>
            <p:cNvSpPr/>
            <p:nvPr/>
          </p:nvSpPr>
          <p:spPr>
            <a:xfrm>
              <a:off x="8907795" y="1814699"/>
              <a:ext cx="2745708" cy="2599426"/>
            </a:xfrm>
            <a:custGeom>
              <a:avLst/>
              <a:gdLst>
                <a:gd name="connsiteX0" fmla="*/ 0 w 3319398"/>
                <a:gd name="connsiteY0" fmla="*/ 0 h 1215025"/>
                <a:gd name="connsiteX1" fmla="*/ 613776 w 3319398"/>
                <a:gd name="connsiteY1" fmla="*/ 1189973 h 1215025"/>
                <a:gd name="connsiteX2" fmla="*/ 3319398 w 3319398"/>
                <a:gd name="connsiteY2" fmla="*/ 1215025 h 1215025"/>
                <a:gd name="connsiteX0" fmla="*/ 0 w 3319398"/>
                <a:gd name="connsiteY0" fmla="*/ 0 h 1284889"/>
                <a:gd name="connsiteX1" fmla="*/ 613776 w 3319398"/>
                <a:gd name="connsiteY1" fmla="*/ 1189973 h 1284889"/>
                <a:gd name="connsiteX2" fmla="*/ 3319398 w 3319398"/>
                <a:gd name="connsiteY2" fmla="*/ 1215025 h 1284889"/>
                <a:gd name="connsiteX0" fmla="*/ 0 w 3319398"/>
                <a:gd name="connsiteY0" fmla="*/ 0 h 1528175"/>
                <a:gd name="connsiteX1" fmla="*/ 613776 w 3319398"/>
                <a:gd name="connsiteY1" fmla="*/ 1189973 h 1528175"/>
                <a:gd name="connsiteX2" fmla="*/ 3319398 w 3319398"/>
                <a:gd name="connsiteY2" fmla="*/ 1528175 h 1528175"/>
                <a:gd name="connsiteX0" fmla="*/ 0 w 3319398"/>
                <a:gd name="connsiteY0" fmla="*/ 0 h 1528175"/>
                <a:gd name="connsiteX1" fmla="*/ 613776 w 3319398"/>
                <a:gd name="connsiteY1" fmla="*/ 1189973 h 1528175"/>
                <a:gd name="connsiteX2" fmla="*/ 3319398 w 3319398"/>
                <a:gd name="connsiteY2" fmla="*/ 1528175 h 1528175"/>
                <a:gd name="connsiteX0" fmla="*/ 0 w 3181611"/>
                <a:gd name="connsiteY0" fmla="*/ 0 h 1528175"/>
                <a:gd name="connsiteX1" fmla="*/ 475989 w 3181611"/>
                <a:gd name="connsiteY1" fmla="*/ 1189973 h 1528175"/>
                <a:gd name="connsiteX2" fmla="*/ 3181611 w 3181611"/>
                <a:gd name="connsiteY2" fmla="*/ 1528175 h 1528175"/>
                <a:gd name="connsiteX0" fmla="*/ 9476 w 3191087"/>
                <a:gd name="connsiteY0" fmla="*/ 0 h 1528175"/>
                <a:gd name="connsiteX1" fmla="*/ 485465 w 3191087"/>
                <a:gd name="connsiteY1" fmla="*/ 1189973 h 1528175"/>
                <a:gd name="connsiteX2" fmla="*/ 3191087 w 3191087"/>
                <a:gd name="connsiteY2" fmla="*/ 1528175 h 1528175"/>
                <a:gd name="connsiteX0" fmla="*/ 9703 w 3203840"/>
                <a:gd name="connsiteY0" fmla="*/ 0 h 1453019"/>
                <a:gd name="connsiteX1" fmla="*/ 485692 w 3203840"/>
                <a:gd name="connsiteY1" fmla="*/ 1189973 h 1453019"/>
                <a:gd name="connsiteX2" fmla="*/ 3203840 w 3203840"/>
                <a:gd name="connsiteY2" fmla="*/ 1453019 h 1453019"/>
                <a:gd name="connsiteX0" fmla="*/ 6182 w 3200319"/>
                <a:gd name="connsiteY0" fmla="*/ 0 h 1461838"/>
                <a:gd name="connsiteX1" fmla="*/ 519749 w 3200319"/>
                <a:gd name="connsiteY1" fmla="*/ 1290182 h 1461838"/>
                <a:gd name="connsiteX2" fmla="*/ 3200319 w 3200319"/>
                <a:gd name="connsiteY2" fmla="*/ 1453019 h 1461838"/>
                <a:gd name="connsiteX0" fmla="*/ 113523 w 2944405"/>
                <a:gd name="connsiteY0" fmla="*/ 0 h 1461838"/>
                <a:gd name="connsiteX1" fmla="*/ 263835 w 2944405"/>
                <a:gd name="connsiteY1" fmla="*/ 1290182 h 1461838"/>
                <a:gd name="connsiteX2" fmla="*/ 2944405 w 2944405"/>
                <a:gd name="connsiteY2" fmla="*/ 1453019 h 1461838"/>
                <a:gd name="connsiteX0" fmla="*/ 7733 w 2838615"/>
                <a:gd name="connsiteY0" fmla="*/ 0 h 1523002"/>
                <a:gd name="connsiteX1" fmla="*/ 446144 w 2838615"/>
                <a:gd name="connsiteY1" fmla="*/ 1402916 h 1523002"/>
                <a:gd name="connsiteX2" fmla="*/ 2838615 w 2838615"/>
                <a:gd name="connsiteY2" fmla="*/ 1453019 h 1523002"/>
                <a:gd name="connsiteX0" fmla="*/ 6626 w 2837508"/>
                <a:gd name="connsiteY0" fmla="*/ 0 h 1484577"/>
                <a:gd name="connsiteX1" fmla="*/ 457563 w 2837508"/>
                <a:gd name="connsiteY1" fmla="*/ 1340286 h 1484577"/>
                <a:gd name="connsiteX2" fmla="*/ 2837508 w 2837508"/>
                <a:gd name="connsiteY2" fmla="*/ 1453019 h 1484577"/>
                <a:gd name="connsiteX0" fmla="*/ 6626 w 2837508"/>
                <a:gd name="connsiteY0" fmla="*/ 0 h 1506274"/>
                <a:gd name="connsiteX1" fmla="*/ 457563 w 2837508"/>
                <a:gd name="connsiteY1" fmla="*/ 1340286 h 1506274"/>
                <a:gd name="connsiteX2" fmla="*/ 2837508 w 2837508"/>
                <a:gd name="connsiteY2" fmla="*/ 1490597 h 1506274"/>
                <a:gd name="connsiteX0" fmla="*/ 6626 w 2837508"/>
                <a:gd name="connsiteY0" fmla="*/ 0 h 1532376"/>
                <a:gd name="connsiteX1" fmla="*/ 457563 w 2837508"/>
                <a:gd name="connsiteY1" fmla="*/ 1340286 h 1532376"/>
                <a:gd name="connsiteX2" fmla="*/ 2837508 w 2837508"/>
                <a:gd name="connsiteY2" fmla="*/ 1528175 h 1532376"/>
                <a:gd name="connsiteX0" fmla="*/ 2412 w 2833294"/>
                <a:gd name="connsiteY0" fmla="*/ 0 h 1532376"/>
                <a:gd name="connsiteX1" fmla="*/ 453349 w 2833294"/>
                <a:gd name="connsiteY1" fmla="*/ 1340286 h 1532376"/>
                <a:gd name="connsiteX2" fmla="*/ 2833294 w 2833294"/>
                <a:gd name="connsiteY2" fmla="*/ 1528175 h 1532376"/>
                <a:gd name="connsiteX0" fmla="*/ 1555 w 2857489"/>
                <a:gd name="connsiteY0" fmla="*/ 0 h 1519367"/>
                <a:gd name="connsiteX1" fmla="*/ 477544 w 2857489"/>
                <a:gd name="connsiteY1" fmla="*/ 1327760 h 1519367"/>
                <a:gd name="connsiteX2" fmla="*/ 2857489 w 2857489"/>
                <a:gd name="connsiteY2" fmla="*/ 1515649 h 1519367"/>
                <a:gd name="connsiteX0" fmla="*/ 1555 w 2857489"/>
                <a:gd name="connsiteY0" fmla="*/ 0 h 1493055"/>
                <a:gd name="connsiteX1" fmla="*/ 477544 w 2857489"/>
                <a:gd name="connsiteY1" fmla="*/ 1327760 h 1493055"/>
                <a:gd name="connsiteX2" fmla="*/ 2857489 w 2857489"/>
                <a:gd name="connsiteY2" fmla="*/ 1478071 h 1493055"/>
                <a:gd name="connsiteX0" fmla="*/ 1555 w 2857489"/>
                <a:gd name="connsiteY0" fmla="*/ 0 h 1508807"/>
                <a:gd name="connsiteX1" fmla="*/ 477544 w 2857489"/>
                <a:gd name="connsiteY1" fmla="*/ 1327760 h 1508807"/>
                <a:gd name="connsiteX2" fmla="*/ 2857489 w 2857489"/>
                <a:gd name="connsiteY2" fmla="*/ 1478071 h 1508807"/>
                <a:gd name="connsiteX0" fmla="*/ 1555 w 2857489"/>
                <a:gd name="connsiteY0" fmla="*/ 0 h 1536065"/>
                <a:gd name="connsiteX1" fmla="*/ 477544 w 2857489"/>
                <a:gd name="connsiteY1" fmla="*/ 1327760 h 1536065"/>
                <a:gd name="connsiteX2" fmla="*/ 2857489 w 2857489"/>
                <a:gd name="connsiteY2" fmla="*/ 1515649 h 1536065"/>
                <a:gd name="connsiteX0" fmla="*/ 1555 w 2857489"/>
                <a:gd name="connsiteY0" fmla="*/ 0 h 1536841"/>
                <a:gd name="connsiteX1" fmla="*/ 477544 w 2857489"/>
                <a:gd name="connsiteY1" fmla="*/ 1327760 h 1536841"/>
                <a:gd name="connsiteX2" fmla="*/ 1394471 w 2857489"/>
                <a:gd name="connsiteY2" fmla="*/ 1524673 h 1536841"/>
                <a:gd name="connsiteX3" fmla="*/ 2857489 w 2857489"/>
                <a:gd name="connsiteY3" fmla="*/ 1515649 h 1536841"/>
                <a:gd name="connsiteX0" fmla="*/ 206 w 2856140"/>
                <a:gd name="connsiteY0" fmla="*/ 0 h 2379901"/>
                <a:gd name="connsiteX1" fmla="*/ 476195 w 2856140"/>
                <a:gd name="connsiteY1" fmla="*/ 1327760 h 2379901"/>
                <a:gd name="connsiteX2" fmla="*/ 1423443 w 2856140"/>
                <a:gd name="connsiteY2" fmla="*/ 2379097 h 2379901"/>
                <a:gd name="connsiteX3" fmla="*/ 2856140 w 2856140"/>
                <a:gd name="connsiteY3" fmla="*/ 1515649 h 2379901"/>
                <a:gd name="connsiteX0" fmla="*/ 206 w 2856140"/>
                <a:gd name="connsiteY0" fmla="*/ 0 h 2379097"/>
                <a:gd name="connsiteX1" fmla="*/ 476195 w 2856140"/>
                <a:gd name="connsiteY1" fmla="*/ 1327760 h 2379097"/>
                <a:gd name="connsiteX2" fmla="*/ 1423443 w 2856140"/>
                <a:gd name="connsiteY2" fmla="*/ 2379097 h 2379097"/>
                <a:gd name="connsiteX3" fmla="*/ 2856140 w 2856140"/>
                <a:gd name="connsiteY3" fmla="*/ 1515649 h 2379097"/>
                <a:gd name="connsiteX0" fmla="*/ 206 w 2856140"/>
                <a:gd name="connsiteY0" fmla="*/ 0 h 2379097"/>
                <a:gd name="connsiteX1" fmla="*/ 476195 w 2856140"/>
                <a:gd name="connsiteY1" fmla="*/ 1327760 h 2379097"/>
                <a:gd name="connsiteX2" fmla="*/ 1423443 w 2856140"/>
                <a:gd name="connsiteY2" fmla="*/ 2379097 h 2379097"/>
                <a:gd name="connsiteX3" fmla="*/ 2856140 w 2856140"/>
                <a:gd name="connsiteY3" fmla="*/ 1515649 h 2379097"/>
                <a:gd name="connsiteX0" fmla="*/ 206 w 2772756"/>
                <a:gd name="connsiteY0" fmla="*/ 0 h 2379097"/>
                <a:gd name="connsiteX1" fmla="*/ 476195 w 2772756"/>
                <a:gd name="connsiteY1" fmla="*/ 1327760 h 2379097"/>
                <a:gd name="connsiteX2" fmla="*/ 1423443 w 2772756"/>
                <a:gd name="connsiteY2" fmla="*/ 2379097 h 2379097"/>
                <a:gd name="connsiteX3" fmla="*/ 2772756 w 2772756"/>
                <a:gd name="connsiteY3" fmla="*/ 1549826 h 2379097"/>
                <a:gd name="connsiteX0" fmla="*/ 206 w 2772756"/>
                <a:gd name="connsiteY0" fmla="*/ 0 h 2379097"/>
                <a:gd name="connsiteX1" fmla="*/ 476195 w 2772756"/>
                <a:gd name="connsiteY1" fmla="*/ 1327760 h 2379097"/>
                <a:gd name="connsiteX2" fmla="*/ 1423443 w 2772756"/>
                <a:gd name="connsiteY2" fmla="*/ 2379097 h 2379097"/>
                <a:gd name="connsiteX3" fmla="*/ 2772756 w 2772756"/>
                <a:gd name="connsiteY3" fmla="*/ 1549826 h 2379097"/>
                <a:gd name="connsiteX0" fmla="*/ 0 w 2772550"/>
                <a:gd name="connsiteY0" fmla="*/ 0 h 2379097"/>
                <a:gd name="connsiteX1" fmla="*/ 475989 w 2772550"/>
                <a:gd name="connsiteY1" fmla="*/ 1327760 h 2379097"/>
                <a:gd name="connsiteX2" fmla="*/ 1423237 w 2772550"/>
                <a:gd name="connsiteY2" fmla="*/ 2379097 h 2379097"/>
                <a:gd name="connsiteX3" fmla="*/ 2772550 w 2772550"/>
                <a:gd name="connsiteY3" fmla="*/ 1549826 h 2379097"/>
                <a:gd name="connsiteX0" fmla="*/ 0 w 2772550"/>
                <a:gd name="connsiteY0" fmla="*/ 0 h 2379097"/>
                <a:gd name="connsiteX1" fmla="*/ 544213 w 2772550"/>
                <a:gd name="connsiteY1" fmla="*/ 1373330 h 2379097"/>
                <a:gd name="connsiteX2" fmla="*/ 1423237 w 2772550"/>
                <a:gd name="connsiteY2" fmla="*/ 2379097 h 2379097"/>
                <a:gd name="connsiteX3" fmla="*/ 2772550 w 2772550"/>
                <a:gd name="connsiteY3" fmla="*/ 1549826 h 2379097"/>
                <a:gd name="connsiteX0" fmla="*/ 0 w 2772550"/>
                <a:gd name="connsiteY0" fmla="*/ 0 h 2379097"/>
                <a:gd name="connsiteX1" fmla="*/ 544213 w 2772550"/>
                <a:gd name="connsiteY1" fmla="*/ 1373330 h 2379097"/>
                <a:gd name="connsiteX2" fmla="*/ 1423237 w 2772550"/>
                <a:gd name="connsiteY2" fmla="*/ 2379097 h 2379097"/>
                <a:gd name="connsiteX3" fmla="*/ 2772550 w 2772550"/>
                <a:gd name="connsiteY3" fmla="*/ 1549826 h 2379097"/>
                <a:gd name="connsiteX0" fmla="*/ 0 w 2772550"/>
                <a:gd name="connsiteY0" fmla="*/ 0 h 2379097"/>
                <a:gd name="connsiteX1" fmla="*/ 491150 w 2772550"/>
                <a:gd name="connsiteY1" fmla="*/ 1487254 h 2379097"/>
                <a:gd name="connsiteX2" fmla="*/ 1423237 w 2772550"/>
                <a:gd name="connsiteY2" fmla="*/ 2379097 h 2379097"/>
                <a:gd name="connsiteX3" fmla="*/ 2772550 w 2772550"/>
                <a:gd name="connsiteY3" fmla="*/ 1549826 h 2379097"/>
                <a:gd name="connsiteX0" fmla="*/ 4133 w 2776683"/>
                <a:gd name="connsiteY0" fmla="*/ 0 h 2379097"/>
                <a:gd name="connsiteX1" fmla="*/ 495283 w 2776683"/>
                <a:gd name="connsiteY1" fmla="*/ 1487254 h 2379097"/>
                <a:gd name="connsiteX2" fmla="*/ 1427370 w 2776683"/>
                <a:gd name="connsiteY2" fmla="*/ 2379097 h 2379097"/>
                <a:gd name="connsiteX3" fmla="*/ 2776683 w 2776683"/>
                <a:gd name="connsiteY3" fmla="*/ 1549826 h 2379097"/>
                <a:gd name="connsiteX0" fmla="*/ 7071 w 2779621"/>
                <a:gd name="connsiteY0" fmla="*/ 0 h 2379097"/>
                <a:gd name="connsiteX1" fmla="*/ 498221 w 2779621"/>
                <a:gd name="connsiteY1" fmla="*/ 1487254 h 2379097"/>
                <a:gd name="connsiteX2" fmla="*/ 1430308 w 2779621"/>
                <a:gd name="connsiteY2" fmla="*/ 2379097 h 2379097"/>
                <a:gd name="connsiteX3" fmla="*/ 2779621 w 2779621"/>
                <a:gd name="connsiteY3" fmla="*/ 1549826 h 2379097"/>
                <a:gd name="connsiteX0" fmla="*/ 11488 w 2784038"/>
                <a:gd name="connsiteY0" fmla="*/ 0 h 2379097"/>
                <a:gd name="connsiteX1" fmla="*/ 502638 w 2784038"/>
                <a:gd name="connsiteY1" fmla="*/ 1487254 h 2379097"/>
                <a:gd name="connsiteX2" fmla="*/ 1434725 w 2784038"/>
                <a:gd name="connsiteY2" fmla="*/ 2379097 h 2379097"/>
                <a:gd name="connsiteX3" fmla="*/ 2784038 w 2784038"/>
                <a:gd name="connsiteY3" fmla="*/ 1549826 h 2379097"/>
                <a:gd name="connsiteX0" fmla="*/ 16 w 2786015"/>
                <a:gd name="connsiteY0" fmla="*/ 0 h 2369138"/>
                <a:gd name="connsiteX1" fmla="*/ 504615 w 2786015"/>
                <a:gd name="connsiteY1" fmla="*/ 1477295 h 2369138"/>
                <a:gd name="connsiteX2" fmla="*/ 1436702 w 2786015"/>
                <a:gd name="connsiteY2" fmla="*/ 2369138 h 2369138"/>
                <a:gd name="connsiteX3" fmla="*/ 2786015 w 2786015"/>
                <a:gd name="connsiteY3" fmla="*/ 1539867 h 2369138"/>
                <a:gd name="connsiteX0" fmla="*/ 0 w 2785999"/>
                <a:gd name="connsiteY0" fmla="*/ 0 h 2369138"/>
                <a:gd name="connsiteX1" fmla="*/ 504599 w 2785999"/>
                <a:gd name="connsiteY1" fmla="*/ 1477295 h 2369138"/>
                <a:gd name="connsiteX2" fmla="*/ 1436686 w 2785999"/>
                <a:gd name="connsiteY2" fmla="*/ 2369138 h 2369138"/>
                <a:gd name="connsiteX3" fmla="*/ 2785999 w 2785999"/>
                <a:gd name="connsiteY3" fmla="*/ 1539867 h 2369138"/>
                <a:gd name="connsiteX0" fmla="*/ 0 w 2785999"/>
                <a:gd name="connsiteY0" fmla="*/ 0 h 2369138"/>
                <a:gd name="connsiteX1" fmla="*/ 444079 w 2785999"/>
                <a:gd name="connsiteY1" fmla="*/ 1482276 h 2369138"/>
                <a:gd name="connsiteX2" fmla="*/ 1436686 w 2785999"/>
                <a:gd name="connsiteY2" fmla="*/ 2369138 h 2369138"/>
                <a:gd name="connsiteX3" fmla="*/ 2785999 w 2785999"/>
                <a:gd name="connsiteY3" fmla="*/ 1539867 h 2369138"/>
                <a:gd name="connsiteX0" fmla="*/ 0 w 2785999"/>
                <a:gd name="connsiteY0" fmla="*/ 0 h 2369138"/>
                <a:gd name="connsiteX1" fmla="*/ 444079 w 2785999"/>
                <a:gd name="connsiteY1" fmla="*/ 1482276 h 2369138"/>
                <a:gd name="connsiteX2" fmla="*/ 1436686 w 2785999"/>
                <a:gd name="connsiteY2" fmla="*/ 2369138 h 2369138"/>
                <a:gd name="connsiteX3" fmla="*/ 2785999 w 2785999"/>
                <a:gd name="connsiteY3" fmla="*/ 1539867 h 2369138"/>
                <a:gd name="connsiteX0" fmla="*/ 0 w 2785999"/>
                <a:gd name="connsiteY0" fmla="*/ 0 h 2369138"/>
                <a:gd name="connsiteX1" fmla="*/ 444079 w 2785999"/>
                <a:gd name="connsiteY1" fmla="*/ 1482276 h 2369138"/>
                <a:gd name="connsiteX2" fmla="*/ 1436686 w 2785999"/>
                <a:gd name="connsiteY2" fmla="*/ 2369138 h 2369138"/>
                <a:gd name="connsiteX3" fmla="*/ 2785999 w 2785999"/>
                <a:gd name="connsiteY3" fmla="*/ 1539867 h 2369138"/>
                <a:gd name="connsiteX0" fmla="*/ 0 w 2785999"/>
                <a:gd name="connsiteY0" fmla="*/ 0 h 2369138"/>
                <a:gd name="connsiteX1" fmla="*/ 780300 w 2785999"/>
                <a:gd name="connsiteY1" fmla="*/ 1512155 h 2369138"/>
                <a:gd name="connsiteX2" fmla="*/ 1436686 w 2785999"/>
                <a:gd name="connsiteY2" fmla="*/ 2369138 h 2369138"/>
                <a:gd name="connsiteX3" fmla="*/ 2785999 w 2785999"/>
                <a:gd name="connsiteY3" fmla="*/ 1539867 h 2369138"/>
                <a:gd name="connsiteX0" fmla="*/ 0 w 2785999"/>
                <a:gd name="connsiteY0" fmla="*/ 0 h 2364158"/>
                <a:gd name="connsiteX1" fmla="*/ 780300 w 2785999"/>
                <a:gd name="connsiteY1" fmla="*/ 1512155 h 2364158"/>
                <a:gd name="connsiteX2" fmla="*/ 1376166 w 2785999"/>
                <a:gd name="connsiteY2" fmla="*/ 2364158 h 2364158"/>
                <a:gd name="connsiteX3" fmla="*/ 2785999 w 2785999"/>
                <a:gd name="connsiteY3" fmla="*/ 1539867 h 2364158"/>
                <a:gd name="connsiteX0" fmla="*/ 0 w 2785999"/>
                <a:gd name="connsiteY0" fmla="*/ 0 h 2364158"/>
                <a:gd name="connsiteX1" fmla="*/ 780300 w 2785999"/>
                <a:gd name="connsiteY1" fmla="*/ 1512155 h 2364158"/>
                <a:gd name="connsiteX2" fmla="*/ 1376166 w 2785999"/>
                <a:gd name="connsiteY2" fmla="*/ 2364158 h 2364158"/>
                <a:gd name="connsiteX3" fmla="*/ 2785999 w 2785999"/>
                <a:gd name="connsiteY3" fmla="*/ 1539867 h 2364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785999" h="2364158">
                  <a:moveTo>
                    <a:pt x="0" y="0"/>
                  </a:moveTo>
                  <a:cubicBezTo>
                    <a:pt x="943" y="1381432"/>
                    <a:pt x="550939" y="1118129"/>
                    <a:pt x="780300" y="1512155"/>
                  </a:cubicBezTo>
                  <a:cubicBezTo>
                    <a:pt x="1009661" y="1906181"/>
                    <a:pt x="979509" y="2332843"/>
                    <a:pt x="1376166" y="2364158"/>
                  </a:cubicBezTo>
                  <a:cubicBezTo>
                    <a:pt x="1818305" y="2338511"/>
                    <a:pt x="1761382" y="1586941"/>
                    <a:pt x="2785999" y="1539867"/>
                  </a:cubicBezTo>
                </a:path>
              </a:pathLst>
            </a:custGeom>
            <a:noFill/>
            <a:ln w="412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</a:t>
              </a:r>
            </a:p>
          </p:txBody>
        </p:sp>
        <p:sp>
          <p:nvSpPr>
            <p:cNvPr id="260" name="TextBox 259">
              <a:extLst>
                <a:ext uri="{FF2B5EF4-FFF2-40B4-BE49-F238E27FC236}">
                  <a16:creationId xmlns:a16="http://schemas.microsoft.com/office/drawing/2014/main" id="{D955C141-C4CE-A64F-AC5E-8F7995F25D1F}"/>
                </a:ext>
              </a:extLst>
            </p:cNvPr>
            <p:cNvSpPr txBox="1"/>
            <p:nvPr/>
          </p:nvSpPr>
          <p:spPr>
            <a:xfrm>
              <a:off x="11352512" y="3203511"/>
              <a:ext cx="330996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dirty="0">
                  <a:solidFill>
                    <a:srgbClr val="0000A8"/>
                  </a:solidFill>
                </a:rPr>
                <a:t>t=2 </a:t>
              </a:r>
            </a:p>
          </p:txBody>
        </p:sp>
      </p:grpSp>
      <p:grpSp>
        <p:nvGrpSpPr>
          <p:cNvPr id="356" name="Group 355">
            <a:extLst>
              <a:ext uri="{FF2B5EF4-FFF2-40B4-BE49-F238E27FC236}">
                <a16:creationId xmlns:a16="http://schemas.microsoft.com/office/drawing/2014/main" id="{AE38B66F-80BE-FE4C-8935-79EC957DD921}"/>
              </a:ext>
            </a:extLst>
          </p:cNvPr>
          <p:cNvGrpSpPr/>
          <p:nvPr/>
        </p:nvGrpSpPr>
        <p:grpSpPr>
          <a:xfrm>
            <a:off x="7026541" y="1994238"/>
            <a:ext cx="4824649" cy="4365597"/>
            <a:chOff x="8907795" y="1814698"/>
            <a:chExt cx="2919743" cy="4365597"/>
          </a:xfrm>
        </p:grpSpPr>
        <p:sp>
          <p:nvSpPr>
            <p:cNvPr id="358" name="Freeform 357">
              <a:extLst>
                <a:ext uri="{FF2B5EF4-FFF2-40B4-BE49-F238E27FC236}">
                  <a16:creationId xmlns:a16="http://schemas.microsoft.com/office/drawing/2014/main" id="{5E330CB8-05D7-564B-94D6-965785148116}"/>
                </a:ext>
              </a:extLst>
            </p:cNvPr>
            <p:cNvSpPr/>
            <p:nvPr/>
          </p:nvSpPr>
          <p:spPr>
            <a:xfrm>
              <a:off x="8907795" y="1814698"/>
              <a:ext cx="2806352" cy="4365597"/>
            </a:xfrm>
            <a:custGeom>
              <a:avLst/>
              <a:gdLst>
                <a:gd name="connsiteX0" fmla="*/ 0 w 3319398"/>
                <a:gd name="connsiteY0" fmla="*/ 0 h 1215025"/>
                <a:gd name="connsiteX1" fmla="*/ 613776 w 3319398"/>
                <a:gd name="connsiteY1" fmla="*/ 1189973 h 1215025"/>
                <a:gd name="connsiteX2" fmla="*/ 3319398 w 3319398"/>
                <a:gd name="connsiteY2" fmla="*/ 1215025 h 1215025"/>
                <a:gd name="connsiteX0" fmla="*/ 0 w 3319398"/>
                <a:gd name="connsiteY0" fmla="*/ 0 h 1284889"/>
                <a:gd name="connsiteX1" fmla="*/ 613776 w 3319398"/>
                <a:gd name="connsiteY1" fmla="*/ 1189973 h 1284889"/>
                <a:gd name="connsiteX2" fmla="*/ 3319398 w 3319398"/>
                <a:gd name="connsiteY2" fmla="*/ 1215025 h 1284889"/>
                <a:gd name="connsiteX0" fmla="*/ 0 w 3319398"/>
                <a:gd name="connsiteY0" fmla="*/ 0 h 1528175"/>
                <a:gd name="connsiteX1" fmla="*/ 613776 w 3319398"/>
                <a:gd name="connsiteY1" fmla="*/ 1189973 h 1528175"/>
                <a:gd name="connsiteX2" fmla="*/ 3319398 w 3319398"/>
                <a:gd name="connsiteY2" fmla="*/ 1528175 h 1528175"/>
                <a:gd name="connsiteX0" fmla="*/ 0 w 3319398"/>
                <a:gd name="connsiteY0" fmla="*/ 0 h 1528175"/>
                <a:gd name="connsiteX1" fmla="*/ 613776 w 3319398"/>
                <a:gd name="connsiteY1" fmla="*/ 1189973 h 1528175"/>
                <a:gd name="connsiteX2" fmla="*/ 3319398 w 3319398"/>
                <a:gd name="connsiteY2" fmla="*/ 1528175 h 1528175"/>
                <a:gd name="connsiteX0" fmla="*/ 0 w 3181611"/>
                <a:gd name="connsiteY0" fmla="*/ 0 h 1528175"/>
                <a:gd name="connsiteX1" fmla="*/ 475989 w 3181611"/>
                <a:gd name="connsiteY1" fmla="*/ 1189973 h 1528175"/>
                <a:gd name="connsiteX2" fmla="*/ 3181611 w 3181611"/>
                <a:gd name="connsiteY2" fmla="*/ 1528175 h 1528175"/>
                <a:gd name="connsiteX0" fmla="*/ 9476 w 3191087"/>
                <a:gd name="connsiteY0" fmla="*/ 0 h 1528175"/>
                <a:gd name="connsiteX1" fmla="*/ 485465 w 3191087"/>
                <a:gd name="connsiteY1" fmla="*/ 1189973 h 1528175"/>
                <a:gd name="connsiteX2" fmla="*/ 3191087 w 3191087"/>
                <a:gd name="connsiteY2" fmla="*/ 1528175 h 1528175"/>
                <a:gd name="connsiteX0" fmla="*/ 9703 w 3203840"/>
                <a:gd name="connsiteY0" fmla="*/ 0 h 1453019"/>
                <a:gd name="connsiteX1" fmla="*/ 485692 w 3203840"/>
                <a:gd name="connsiteY1" fmla="*/ 1189973 h 1453019"/>
                <a:gd name="connsiteX2" fmla="*/ 3203840 w 3203840"/>
                <a:gd name="connsiteY2" fmla="*/ 1453019 h 1453019"/>
                <a:gd name="connsiteX0" fmla="*/ 6182 w 3200319"/>
                <a:gd name="connsiteY0" fmla="*/ 0 h 1461838"/>
                <a:gd name="connsiteX1" fmla="*/ 519749 w 3200319"/>
                <a:gd name="connsiteY1" fmla="*/ 1290182 h 1461838"/>
                <a:gd name="connsiteX2" fmla="*/ 3200319 w 3200319"/>
                <a:gd name="connsiteY2" fmla="*/ 1453019 h 1461838"/>
                <a:gd name="connsiteX0" fmla="*/ 113523 w 2944405"/>
                <a:gd name="connsiteY0" fmla="*/ 0 h 1461838"/>
                <a:gd name="connsiteX1" fmla="*/ 263835 w 2944405"/>
                <a:gd name="connsiteY1" fmla="*/ 1290182 h 1461838"/>
                <a:gd name="connsiteX2" fmla="*/ 2944405 w 2944405"/>
                <a:gd name="connsiteY2" fmla="*/ 1453019 h 1461838"/>
                <a:gd name="connsiteX0" fmla="*/ 7733 w 2838615"/>
                <a:gd name="connsiteY0" fmla="*/ 0 h 1523002"/>
                <a:gd name="connsiteX1" fmla="*/ 446144 w 2838615"/>
                <a:gd name="connsiteY1" fmla="*/ 1402916 h 1523002"/>
                <a:gd name="connsiteX2" fmla="*/ 2838615 w 2838615"/>
                <a:gd name="connsiteY2" fmla="*/ 1453019 h 1523002"/>
                <a:gd name="connsiteX0" fmla="*/ 6626 w 2837508"/>
                <a:gd name="connsiteY0" fmla="*/ 0 h 1484577"/>
                <a:gd name="connsiteX1" fmla="*/ 457563 w 2837508"/>
                <a:gd name="connsiteY1" fmla="*/ 1340286 h 1484577"/>
                <a:gd name="connsiteX2" fmla="*/ 2837508 w 2837508"/>
                <a:gd name="connsiteY2" fmla="*/ 1453019 h 1484577"/>
                <a:gd name="connsiteX0" fmla="*/ 6626 w 2837508"/>
                <a:gd name="connsiteY0" fmla="*/ 0 h 1506274"/>
                <a:gd name="connsiteX1" fmla="*/ 457563 w 2837508"/>
                <a:gd name="connsiteY1" fmla="*/ 1340286 h 1506274"/>
                <a:gd name="connsiteX2" fmla="*/ 2837508 w 2837508"/>
                <a:gd name="connsiteY2" fmla="*/ 1490597 h 1506274"/>
                <a:gd name="connsiteX0" fmla="*/ 6626 w 2837508"/>
                <a:gd name="connsiteY0" fmla="*/ 0 h 1532376"/>
                <a:gd name="connsiteX1" fmla="*/ 457563 w 2837508"/>
                <a:gd name="connsiteY1" fmla="*/ 1340286 h 1532376"/>
                <a:gd name="connsiteX2" fmla="*/ 2837508 w 2837508"/>
                <a:gd name="connsiteY2" fmla="*/ 1528175 h 1532376"/>
                <a:gd name="connsiteX0" fmla="*/ 2412 w 2833294"/>
                <a:gd name="connsiteY0" fmla="*/ 0 h 1532376"/>
                <a:gd name="connsiteX1" fmla="*/ 453349 w 2833294"/>
                <a:gd name="connsiteY1" fmla="*/ 1340286 h 1532376"/>
                <a:gd name="connsiteX2" fmla="*/ 2833294 w 2833294"/>
                <a:gd name="connsiteY2" fmla="*/ 1528175 h 1532376"/>
                <a:gd name="connsiteX0" fmla="*/ 1555 w 2857489"/>
                <a:gd name="connsiteY0" fmla="*/ 0 h 1519367"/>
                <a:gd name="connsiteX1" fmla="*/ 477544 w 2857489"/>
                <a:gd name="connsiteY1" fmla="*/ 1327760 h 1519367"/>
                <a:gd name="connsiteX2" fmla="*/ 2857489 w 2857489"/>
                <a:gd name="connsiteY2" fmla="*/ 1515649 h 1519367"/>
                <a:gd name="connsiteX0" fmla="*/ 1555 w 2857489"/>
                <a:gd name="connsiteY0" fmla="*/ 0 h 1493055"/>
                <a:gd name="connsiteX1" fmla="*/ 477544 w 2857489"/>
                <a:gd name="connsiteY1" fmla="*/ 1327760 h 1493055"/>
                <a:gd name="connsiteX2" fmla="*/ 2857489 w 2857489"/>
                <a:gd name="connsiteY2" fmla="*/ 1478071 h 1493055"/>
                <a:gd name="connsiteX0" fmla="*/ 1555 w 2857489"/>
                <a:gd name="connsiteY0" fmla="*/ 0 h 1508807"/>
                <a:gd name="connsiteX1" fmla="*/ 477544 w 2857489"/>
                <a:gd name="connsiteY1" fmla="*/ 1327760 h 1508807"/>
                <a:gd name="connsiteX2" fmla="*/ 2857489 w 2857489"/>
                <a:gd name="connsiteY2" fmla="*/ 1478071 h 1508807"/>
                <a:gd name="connsiteX0" fmla="*/ 1555 w 2857489"/>
                <a:gd name="connsiteY0" fmla="*/ 0 h 1536065"/>
                <a:gd name="connsiteX1" fmla="*/ 477544 w 2857489"/>
                <a:gd name="connsiteY1" fmla="*/ 1327760 h 1536065"/>
                <a:gd name="connsiteX2" fmla="*/ 2857489 w 2857489"/>
                <a:gd name="connsiteY2" fmla="*/ 1515649 h 1536065"/>
                <a:gd name="connsiteX0" fmla="*/ 1555 w 2857489"/>
                <a:gd name="connsiteY0" fmla="*/ 0 h 1536841"/>
                <a:gd name="connsiteX1" fmla="*/ 477544 w 2857489"/>
                <a:gd name="connsiteY1" fmla="*/ 1327760 h 1536841"/>
                <a:gd name="connsiteX2" fmla="*/ 1394471 w 2857489"/>
                <a:gd name="connsiteY2" fmla="*/ 1524673 h 1536841"/>
                <a:gd name="connsiteX3" fmla="*/ 2857489 w 2857489"/>
                <a:gd name="connsiteY3" fmla="*/ 1515649 h 1536841"/>
                <a:gd name="connsiteX0" fmla="*/ 206 w 2856140"/>
                <a:gd name="connsiteY0" fmla="*/ 0 h 2379901"/>
                <a:gd name="connsiteX1" fmla="*/ 476195 w 2856140"/>
                <a:gd name="connsiteY1" fmla="*/ 1327760 h 2379901"/>
                <a:gd name="connsiteX2" fmla="*/ 1423443 w 2856140"/>
                <a:gd name="connsiteY2" fmla="*/ 2379097 h 2379901"/>
                <a:gd name="connsiteX3" fmla="*/ 2856140 w 2856140"/>
                <a:gd name="connsiteY3" fmla="*/ 1515649 h 2379901"/>
                <a:gd name="connsiteX0" fmla="*/ 206 w 2856140"/>
                <a:gd name="connsiteY0" fmla="*/ 0 h 2379097"/>
                <a:gd name="connsiteX1" fmla="*/ 476195 w 2856140"/>
                <a:gd name="connsiteY1" fmla="*/ 1327760 h 2379097"/>
                <a:gd name="connsiteX2" fmla="*/ 1423443 w 2856140"/>
                <a:gd name="connsiteY2" fmla="*/ 2379097 h 2379097"/>
                <a:gd name="connsiteX3" fmla="*/ 2856140 w 2856140"/>
                <a:gd name="connsiteY3" fmla="*/ 1515649 h 2379097"/>
                <a:gd name="connsiteX0" fmla="*/ 206 w 2856140"/>
                <a:gd name="connsiteY0" fmla="*/ 0 h 2379097"/>
                <a:gd name="connsiteX1" fmla="*/ 476195 w 2856140"/>
                <a:gd name="connsiteY1" fmla="*/ 1327760 h 2379097"/>
                <a:gd name="connsiteX2" fmla="*/ 1423443 w 2856140"/>
                <a:gd name="connsiteY2" fmla="*/ 2379097 h 2379097"/>
                <a:gd name="connsiteX3" fmla="*/ 2856140 w 2856140"/>
                <a:gd name="connsiteY3" fmla="*/ 1515649 h 2379097"/>
                <a:gd name="connsiteX0" fmla="*/ 206 w 2772756"/>
                <a:gd name="connsiteY0" fmla="*/ 0 h 2379097"/>
                <a:gd name="connsiteX1" fmla="*/ 476195 w 2772756"/>
                <a:gd name="connsiteY1" fmla="*/ 1327760 h 2379097"/>
                <a:gd name="connsiteX2" fmla="*/ 1423443 w 2772756"/>
                <a:gd name="connsiteY2" fmla="*/ 2379097 h 2379097"/>
                <a:gd name="connsiteX3" fmla="*/ 2772756 w 2772756"/>
                <a:gd name="connsiteY3" fmla="*/ 1549826 h 2379097"/>
                <a:gd name="connsiteX0" fmla="*/ 206 w 2772756"/>
                <a:gd name="connsiteY0" fmla="*/ 0 h 2379097"/>
                <a:gd name="connsiteX1" fmla="*/ 476195 w 2772756"/>
                <a:gd name="connsiteY1" fmla="*/ 1327760 h 2379097"/>
                <a:gd name="connsiteX2" fmla="*/ 1423443 w 2772756"/>
                <a:gd name="connsiteY2" fmla="*/ 2379097 h 2379097"/>
                <a:gd name="connsiteX3" fmla="*/ 2772756 w 2772756"/>
                <a:gd name="connsiteY3" fmla="*/ 1549826 h 2379097"/>
                <a:gd name="connsiteX0" fmla="*/ 0 w 2772550"/>
                <a:gd name="connsiteY0" fmla="*/ 0 h 2379097"/>
                <a:gd name="connsiteX1" fmla="*/ 475989 w 2772550"/>
                <a:gd name="connsiteY1" fmla="*/ 1327760 h 2379097"/>
                <a:gd name="connsiteX2" fmla="*/ 1423237 w 2772550"/>
                <a:gd name="connsiteY2" fmla="*/ 2379097 h 2379097"/>
                <a:gd name="connsiteX3" fmla="*/ 2772550 w 2772550"/>
                <a:gd name="connsiteY3" fmla="*/ 1549826 h 2379097"/>
                <a:gd name="connsiteX0" fmla="*/ 0 w 2772550"/>
                <a:gd name="connsiteY0" fmla="*/ 0 h 2379097"/>
                <a:gd name="connsiteX1" fmla="*/ 544213 w 2772550"/>
                <a:gd name="connsiteY1" fmla="*/ 1373330 h 2379097"/>
                <a:gd name="connsiteX2" fmla="*/ 1423237 w 2772550"/>
                <a:gd name="connsiteY2" fmla="*/ 2379097 h 2379097"/>
                <a:gd name="connsiteX3" fmla="*/ 2772550 w 2772550"/>
                <a:gd name="connsiteY3" fmla="*/ 1549826 h 2379097"/>
                <a:gd name="connsiteX0" fmla="*/ 0 w 2772550"/>
                <a:gd name="connsiteY0" fmla="*/ 0 h 2379097"/>
                <a:gd name="connsiteX1" fmla="*/ 544213 w 2772550"/>
                <a:gd name="connsiteY1" fmla="*/ 1373330 h 2379097"/>
                <a:gd name="connsiteX2" fmla="*/ 1423237 w 2772550"/>
                <a:gd name="connsiteY2" fmla="*/ 2379097 h 2379097"/>
                <a:gd name="connsiteX3" fmla="*/ 2772550 w 2772550"/>
                <a:gd name="connsiteY3" fmla="*/ 1549826 h 2379097"/>
                <a:gd name="connsiteX0" fmla="*/ 0 w 2772550"/>
                <a:gd name="connsiteY0" fmla="*/ 0 h 2379097"/>
                <a:gd name="connsiteX1" fmla="*/ 491150 w 2772550"/>
                <a:gd name="connsiteY1" fmla="*/ 1487254 h 2379097"/>
                <a:gd name="connsiteX2" fmla="*/ 1423237 w 2772550"/>
                <a:gd name="connsiteY2" fmla="*/ 2379097 h 2379097"/>
                <a:gd name="connsiteX3" fmla="*/ 2772550 w 2772550"/>
                <a:gd name="connsiteY3" fmla="*/ 1549826 h 2379097"/>
                <a:gd name="connsiteX0" fmla="*/ 4133 w 2776683"/>
                <a:gd name="connsiteY0" fmla="*/ 0 h 2379097"/>
                <a:gd name="connsiteX1" fmla="*/ 495283 w 2776683"/>
                <a:gd name="connsiteY1" fmla="*/ 1487254 h 2379097"/>
                <a:gd name="connsiteX2" fmla="*/ 1427370 w 2776683"/>
                <a:gd name="connsiteY2" fmla="*/ 2379097 h 2379097"/>
                <a:gd name="connsiteX3" fmla="*/ 2776683 w 2776683"/>
                <a:gd name="connsiteY3" fmla="*/ 1549826 h 2379097"/>
                <a:gd name="connsiteX0" fmla="*/ 7071 w 2779621"/>
                <a:gd name="connsiteY0" fmla="*/ 0 h 2379097"/>
                <a:gd name="connsiteX1" fmla="*/ 498221 w 2779621"/>
                <a:gd name="connsiteY1" fmla="*/ 1487254 h 2379097"/>
                <a:gd name="connsiteX2" fmla="*/ 1430308 w 2779621"/>
                <a:gd name="connsiteY2" fmla="*/ 2379097 h 2379097"/>
                <a:gd name="connsiteX3" fmla="*/ 2779621 w 2779621"/>
                <a:gd name="connsiteY3" fmla="*/ 1549826 h 2379097"/>
                <a:gd name="connsiteX0" fmla="*/ 11488 w 2784038"/>
                <a:gd name="connsiteY0" fmla="*/ 0 h 2379097"/>
                <a:gd name="connsiteX1" fmla="*/ 502638 w 2784038"/>
                <a:gd name="connsiteY1" fmla="*/ 1487254 h 2379097"/>
                <a:gd name="connsiteX2" fmla="*/ 1434725 w 2784038"/>
                <a:gd name="connsiteY2" fmla="*/ 2379097 h 2379097"/>
                <a:gd name="connsiteX3" fmla="*/ 2784038 w 2784038"/>
                <a:gd name="connsiteY3" fmla="*/ 1549826 h 2379097"/>
                <a:gd name="connsiteX0" fmla="*/ 16 w 2786015"/>
                <a:gd name="connsiteY0" fmla="*/ 0 h 2369138"/>
                <a:gd name="connsiteX1" fmla="*/ 504615 w 2786015"/>
                <a:gd name="connsiteY1" fmla="*/ 1477295 h 2369138"/>
                <a:gd name="connsiteX2" fmla="*/ 1436702 w 2786015"/>
                <a:gd name="connsiteY2" fmla="*/ 2369138 h 2369138"/>
                <a:gd name="connsiteX3" fmla="*/ 2786015 w 2786015"/>
                <a:gd name="connsiteY3" fmla="*/ 1539867 h 2369138"/>
                <a:gd name="connsiteX0" fmla="*/ 0 w 2785999"/>
                <a:gd name="connsiteY0" fmla="*/ 0 h 2369138"/>
                <a:gd name="connsiteX1" fmla="*/ 504599 w 2785999"/>
                <a:gd name="connsiteY1" fmla="*/ 1477295 h 2369138"/>
                <a:gd name="connsiteX2" fmla="*/ 1436686 w 2785999"/>
                <a:gd name="connsiteY2" fmla="*/ 2369138 h 2369138"/>
                <a:gd name="connsiteX3" fmla="*/ 2785999 w 2785999"/>
                <a:gd name="connsiteY3" fmla="*/ 1539867 h 2369138"/>
                <a:gd name="connsiteX0" fmla="*/ 0 w 2785999"/>
                <a:gd name="connsiteY0" fmla="*/ 0 h 2369138"/>
                <a:gd name="connsiteX1" fmla="*/ 444079 w 2785999"/>
                <a:gd name="connsiteY1" fmla="*/ 1482276 h 2369138"/>
                <a:gd name="connsiteX2" fmla="*/ 1436686 w 2785999"/>
                <a:gd name="connsiteY2" fmla="*/ 2369138 h 2369138"/>
                <a:gd name="connsiteX3" fmla="*/ 2785999 w 2785999"/>
                <a:gd name="connsiteY3" fmla="*/ 1539867 h 2369138"/>
                <a:gd name="connsiteX0" fmla="*/ 0 w 2785999"/>
                <a:gd name="connsiteY0" fmla="*/ 0 h 2369138"/>
                <a:gd name="connsiteX1" fmla="*/ 444079 w 2785999"/>
                <a:gd name="connsiteY1" fmla="*/ 1482276 h 2369138"/>
                <a:gd name="connsiteX2" fmla="*/ 1436686 w 2785999"/>
                <a:gd name="connsiteY2" fmla="*/ 2369138 h 2369138"/>
                <a:gd name="connsiteX3" fmla="*/ 2785999 w 2785999"/>
                <a:gd name="connsiteY3" fmla="*/ 1539867 h 2369138"/>
                <a:gd name="connsiteX0" fmla="*/ 0 w 2785999"/>
                <a:gd name="connsiteY0" fmla="*/ 0 h 2369138"/>
                <a:gd name="connsiteX1" fmla="*/ 444079 w 2785999"/>
                <a:gd name="connsiteY1" fmla="*/ 1482276 h 2369138"/>
                <a:gd name="connsiteX2" fmla="*/ 1436686 w 2785999"/>
                <a:gd name="connsiteY2" fmla="*/ 2369138 h 2369138"/>
                <a:gd name="connsiteX3" fmla="*/ 2785999 w 2785999"/>
                <a:gd name="connsiteY3" fmla="*/ 1539867 h 2369138"/>
                <a:gd name="connsiteX0" fmla="*/ 0 w 2785999"/>
                <a:gd name="connsiteY0" fmla="*/ 0 h 2369138"/>
                <a:gd name="connsiteX1" fmla="*/ 780300 w 2785999"/>
                <a:gd name="connsiteY1" fmla="*/ 1512155 h 2369138"/>
                <a:gd name="connsiteX2" fmla="*/ 1436686 w 2785999"/>
                <a:gd name="connsiteY2" fmla="*/ 2369138 h 2369138"/>
                <a:gd name="connsiteX3" fmla="*/ 2785999 w 2785999"/>
                <a:gd name="connsiteY3" fmla="*/ 1539867 h 2369138"/>
                <a:gd name="connsiteX0" fmla="*/ 0 w 2785999"/>
                <a:gd name="connsiteY0" fmla="*/ 0 h 2364158"/>
                <a:gd name="connsiteX1" fmla="*/ 780300 w 2785999"/>
                <a:gd name="connsiteY1" fmla="*/ 1512155 h 2364158"/>
                <a:gd name="connsiteX2" fmla="*/ 1376166 w 2785999"/>
                <a:gd name="connsiteY2" fmla="*/ 2364158 h 2364158"/>
                <a:gd name="connsiteX3" fmla="*/ 2785999 w 2785999"/>
                <a:gd name="connsiteY3" fmla="*/ 1539867 h 2364158"/>
                <a:gd name="connsiteX0" fmla="*/ 0 w 2785999"/>
                <a:gd name="connsiteY0" fmla="*/ 0 h 2364158"/>
                <a:gd name="connsiteX1" fmla="*/ 780300 w 2785999"/>
                <a:gd name="connsiteY1" fmla="*/ 1512155 h 2364158"/>
                <a:gd name="connsiteX2" fmla="*/ 1376166 w 2785999"/>
                <a:gd name="connsiteY2" fmla="*/ 2364158 h 2364158"/>
                <a:gd name="connsiteX3" fmla="*/ 2785999 w 2785999"/>
                <a:gd name="connsiteY3" fmla="*/ 1539867 h 2364158"/>
                <a:gd name="connsiteX0" fmla="*/ 0 w 2855224"/>
                <a:gd name="connsiteY0" fmla="*/ 0 h 2581827"/>
                <a:gd name="connsiteX1" fmla="*/ 780300 w 2855224"/>
                <a:gd name="connsiteY1" fmla="*/ 1512155 h 2581827"/>
                <a:gd name="connsiteX2" fmla="*/ 1376166 w 2855224"/>
                <a:gd name="connsiteY2" fmla="*/ 2364158 h 2581827"/>
                <a:gd name="connsiteX3" fmla="*/ 2855224 w 2855224"/>
                <a:gd name="connsiteY3" fmla="*/ 2576569 h 2581827"/>
                <a:gd name="connsiteX0" fmla="*/ 0 w 2855224"/>
                <a:gd name="connsiteY0" fmla="*/ 0 h 4061615"/>
                <a:gd name="connsiteX1" fmla="*/ 780300 w 2855224"/>
                <a:gd name="connsiteY1" fmla="*/ 1512155 h 4061615"/>
                <a:gd name="connsiteX2" fmla="*/ 1453083 w 2855224"/>
                <a:gd name="connsiteY2" fmla="*/ 4061615 h 4061615"/>
                <a:gd name="connsiteX3" fmla="*/ 2855224 w 2855224"/>
                <a:gd name="connsiteY3" fmla="*/ 2576569 h 4061615"/>
                <a:gd name="connsiteX0" fmla="*/ 72336 w 2927560"/>
                <a:gd name="connsiteY0" fmla="*/ 0 h 4061615"/>
                <a:gd name="connsiteX1" fmla="*/ 121931 w 2927560"/>
                <a:gd name="connsiteY1" fmla="*/ 2229872 h 4061615"/>
                <a:gd name="connsiteX2" fmla="*/ 1525419 w 2927560"/>
                <a:gd name="connsiteY2" fmla="*/ 4061615 h 4061615"/>
                <a:gd name="connsiteX3" fmla="*/ 2927560 w 2927560"/>
                <a:gd name="connsiteY3" fmla="*/ 2576569 h 4061615"/>
                <a:gd name="connsiteX0" fmla="*/ 72336 w 2904485"/>
                <a:gd name="connsiteY0" fmla="*/ 0 h 4061615"/>
                <a:gd name="connsiteX1" fmla="*/ 121931 w 2904485"/>
                <a:gd name="connsiteY1" fmla="*/ 2229872 h 4061615"/>
                <a:gd name="connsiteX2" fmla="*/ 1525419 w 2904485"/>
                <a:gd name="connsiteY2" fmla="*/ 4061615 h 4061615"/>
                <a:gd name="connsiteX3" fmla="*/ 2904485 w 2904485"/>
                <a:gd name="connsiteY3" fmla="*/ 2724670 h 4061615"/>
                <a:gd name="connsiteX0" fmla="*/ 0 w 2832149"/>
                <a:gd name="connsiteY0" fmla="*/ 0 h 4061615"/>
                <a:gd name="connsiteX1" fmla="*/ 49595 w 2832149"/>
                <a:gd name="connsiteY1" fmla="*/ 2229872 h 4061615"/>
                <a:gd name="connsiteX2" fmla="*/ 1453083 w 2832149"/>
                <a:gd name="connsiteY2" fmla="*/ 4061615 h 4061615"/>
                <a:gd name="connsiteX3" fmla="*/ 2832149 w 2832149"/>
                <a:gd name="connsiteY3" fmla="*/ 2724670 h 4061615"/>
                <a:gd name="connsiteX0" fmla="*/ 3732 w 2835881"/>
                <a:gd name="connsiteY0" fmla="*/ 0 h 4061615"/>
                <a:gd name="connsiteX1" fmla="*/ 10330 w 2835881"/>
                <a:gd name="connsiteY1" fmla="*/ 2237364 h 4061615"/>
                <a:gd name="connsiteX2" fmla="*/ 1456815 w 2835881"/>
                <a:gd name="connsiteY2" fmla="*/ 4061615 h 4061615"/>
                <a:gd name="connsiteX3" fmla="*/ 2835881 w 2835881"/>
                <a:gd name="connsiteY3" fmla="*/ 2724670 h 4061615"/>
                <a:gd name="connsiteX0" fmla="*/ 0 w 2832149"/>
                <a:gd name="connsiteY0" fmla="*/ 0 h 4061615"/>
                <a:gd name="connsiteX1" fmla="*/ 6598 w 2832149"/>
                <a:gd name="connsiteY1" fmla="*/ 2237364 h 4061615"/>
                <a:gd name="connsiteX2" fmla="*/ 1453083 w 2832149"/>
                <a:gd name="connsiteY2" fmla="*/ 4061615 h 4061615"/>
                <a:gd name="connsiteX3" fmla="*/ 2832149 w 2832149"/>
                <a:gd name="connsiteY3" fmla="*/ 2724670 h 4061615"/>
                <a:gd name="connsiteX0" fmla="*/ 0 w 2832149"/>
                <a:gd name="connsiteY0" fmla="*/ 0 h 4061618"/>
                <a:gd name="connsiteX1" fmla="*/ 6598 w 2832149"/>
                <a:gd name="connsiteY1" fmla="*/ 2237364 h 4061618"/>
                <a:gd name="connsiteX2" fmla="*/ 1453083 w 2832149"/>
                <a:gd name="connsiteY2" fmla="*/ 4061615 h 4061618"/>
                <a:gd name="connsiteX3" fmla="*/ 2832149 w 2832149"/>
                <a:gd name="connsiteY3" fmla="*/ 2724670 h 4061618"/>
                <a:gd name="connsiteX0" fmla="*/ 0 w 2832149"/>
                <a:gd name="connsiteY0" fmla="*/ 0 h 4061618"/>
                <a:gd name="connsiteX1" fmla="*/ 6598 w 2832149"/>
                <a:gd name="connsiteY1" fmla="*/ 2237364 h 4061618"/>
                <a:gd name="connsiteX2" fmla="*/ 1453083 w 2832149"/>
                <a:gd name="connsiteY2" fmla="*/ 4061615 h 4061618"/>
                <a:gd name="connsiteX3" fmla="*/ 2832149 w 2832149"/>
                <a:gd name="connsiteY3" fmla="*/ 2724670 h 4061618"/>
                <a:gd name="connsiteX0" fmla="*/ 0 w 2832149"/>
                <a:gd name="connsiteY0" fmla="*/ 0 h 4061691"/>
                <a:gd name="connsiteX1" fmla="*/ 6598 w 2832149"/>
                <a:gd name="connsiteY1" fmla="*/ 2237364 h 4061691"/>
                <a:gd name="connsiteX2" fmla="*/ 1453083 w 2832149"/>
                <a:gd name="connsiteY2" fmla="*/ 4061615 h 4061691"/>
                <a:gd name="connsiteX3" fmla="*/ 2832149 w 2832149"/>
                <a:gd name="connsiteY3" fmla="*/ 2724670 h 4061691"/>
                <a:gd name="connsiteX0" fmla="*/ 0 w 2847532"/>
                <a:gd name="connsiteY0" fmla="*/ 0 h 4067726"/>
                <a:gd name="connsiteX1" fmla="*/ 6598 w 2847532"/>
                <a:gd name="connsiteY1" fmla="*/ 2237364 h 4067726"/>
                <a:gd name="connsiteX2" fmla="*/ 1453083 w 2847532"/>
                <a:gd name="connsiteY2" fmla="*/ 4061615 h 4067726"/>
                <a:gd name="connsiteX3" fmla="*/ 2847532 w 2847532"/>
                <a:gd name="connsiteY3" fmla="*/ 2861378 h 4067726"/>
                <a:gd name="connsiteX0" fmla="*/ 0 w 2847532"/>
                <a:gd name="connsiteY0" fmla="*/ 0 h 4067526"/>
                <a:gd name="connsiteX1" fmla="*/ 6598 w 2847532"/>
                <a:gd name="connsiteY1" fmla="*/ 2237364 h 4067526"/>
                <a:gd name="connsiteX2" fmla="*/ 1453083 w 2847532"/>
                <a:gd name="connsiteY2" fmla="*/ 4061615 h 4067526"/>
                <a:gd name="connsiteX3" fmla="*/ 2847532 w 2847532"/>
                <a:gd name="connsiteY3" fmla="*/ 2861378 h 4067526"/>
                <a:gd name="connsiteX0" fmla="*/ 0 w 2847532"/>
                <a:gd name="connsiteY0" fmla="*/ 0 h 4061616"/>
                <a:gd name="connsiteX1" fmla="*/ 6598 w 2847532"/>
                <a:gd name="connsiteY1" fmla="*/ 2237364 h 4061616"/>
                <a:gd name="connsiteX2" fmla="*/ 1453083 w 2847532"/>
                <a:gd name="connsiteY2" fmla="*/ 4061615 h 4061616"/>
                <a:gd name="connsiteX3" fmla="*/ 2847532 w 2847532"/>
                <a:gd name="connsiteY3" fmla="*/ 2861378 h 4061616"/>
                <a:gd name="connsiteX0" fmla="*/ 0 w 2847532"/>
                <a:gd name="connsiteY0" fmla="*/ 0 h 4068872"/>
                <a:gd name="connsiteX1" fmla="*/ 6598 w 2847532"/>
                <a:gd name="connsiteY1" fmla="*/ 2237364 h 4068872"/>
                <a:gd name="connsiteX2" fmla="*/ 1453083 w 2847532"/>
                <a:gd name="connsiteY2" fmla="*/ 4061615 h 4068872"/>
                <a:gd name="connsiteX3" fmla="*/ 2847532 w 2847532"/>
                <a:gd name="connsiteY3" fmla="*/ 2918339 h 4068872"/>
                <a:gd name="connsiteX0" fmla="*/ 100281 w 2947813"/>
                <a:gd name="connsiteY0" fmla="*/ 0 h 3978267"/>
                <a:gd name="connsiteX1" fmla="*/ 106879 w 2947813"/>
                <a:gd name="connsiteY1" fmla="*/ 2237364 h 3978267"/>
                <a:gd name="connsiteX2" fmla="*/ 1522598 w 2947813"/>
                <a:gd name="connsiteY2" fmla="*/ 3970477 h 3978267"/>
                <a:gd name="connsiteX3" fmla="*/ 2947813 w 2947813"/>
                <a:gd name="connsiteY3" fmla="*/ 2918339 h 3978267"/>
                <a:gd name="connsiteX0" fmla="*/ 100281 w 2947813"/>
                <a:gd name="connsiteY0" fmla="*/ 0 h 3970477"/>
                <a:gd name="connsiteX1" fmla="*/ 106879 w 2947813"/>
                <a:gd name="connsiteY1" fmla="*/ 2237364 h 3970477"/>
                <a:gd name="connsiteX2" fmla="*/ 1522598 w 2947813"/>
                <a:gd name="connsiteY2" fmla="*/ 3970477 h 3970477"/>
                <a:gd name="connsiteX3" fmla="*/ 2947813 w 2947813"/>
                <a:gd name="connsiteY3" fmla="*/ 2918339 h 3970477"/>
                <a:gd name="connsiteX0" fmla="*/ 0 w 2847532"/>
                <a:gd name="connsiteY0" fmla="*/ 0 h 3970477"/>
                <a:gd name="connsiteX1" fmla="*/ 6598 w 2847532"/>
                <a:gd name="connsiteY1" fmla="*/ 2237364 h 3970477"/>
                <a:gd name="connsiteX2" fmla="*/ 1422317 w 2847532"/>
                <a:gd name="connsiteY2" fmla="*/ 3970477 h 3970477"/>
                <a:gd name="connsiteX3" fmla="*/ 2847532 w 2847532"/>
                <a:gd name="connsiteY3" fmla="*/ 2918339 h 39704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47532" h="3970477">
                  <a:moveTo>
                    <a:pt x="0" y="0"/>
                  </a:moveTo>
                  <a:cubicBezTo>
                    <a:pt x="943" y="1381432"/>
                    <a:pt x="7986" y="1928780"/>
                    <a:pt x="6598" y="2237364"/>
                  </a:cubicBezTo>
                  <a:cubicBezTo>
                    <a:pt x="5210" y="2545948"/>
                    <a:pt x="941136" y="3970903"/>
                    <a:pt x="1422317" y="3970477"/>
                  </a:cubicBezTo>
                  <a:cubicBezTo>
                    <a:pt x="1903498" y="3970051"/>
                    <a:pt x="2053664" y="2919844"/>
                    <a:pt x="2847532" y="2918339"/>
                  </a:cubicBezTo>
                </a:path>
              </a:pathLst>
            </a:custGeom>
            <a:noFill/>
            <a:ln w="412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</a:t>
              </a:r>
            </a:p>
          </p:txBody>
        </p:sp>
        <p:sp>
          <p:nvSpPr>
            <p:cNvPr id="359" name="TextBox 358">
              <a:extLst>
                <a:ext uri="{FF2B5EF4-FFF2-40B4-BE49-F238E27FC236}">
                  <a16:creationId xmlns:a16="http://schemas.microsoft.com/office/drawing/2014/main" id="{D7430AE7-043D-2A42-AEA6-A5DEFCDDE64B}"/>
                </a:ext>
              </a:extLst>
            </p:cNvPr>
            <p:cNvSpPr txBox="1"/>
            <p:nvPr/>
          </p:nvSpPr>
          <p:spPr>
            <a:xfrm>
              <a:off x="11496542" y="4706635"/>
              <a:ext cx="330996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dirty="0">
                  <a:solidFill>
                    <a:srgbClr val="0000A8"/>
                  </a:solidFill>
                </a:rPr>
                <a:t>t=3 </a:t>
              </a:r>
            </a:p>
          </p:txBody>
        </p:sp>
      </p:grpSp>
      <p:grpSp>
        <p:nvGrpSpPr>
          <p:cNvPr id="361" name="Group 360">
            <a:extLst>
              <a:ext uri="{FF2B5EF4-FFF2-40B4-BE49-F238E27FC236}">
                <a16:creationId xmlns:a16="http://schemas.microsoft.com/office/drawing/2014/main" id="{B3FEA0BD-9388-0641-A4C4-A22329FE8636}"/>
              </a:ext>
            </a:extLst>
          </p:cNvPr>
          <p:cNvGrpSpPr/>
          <p:nvPr/>
        </p:nvGrpSpPr>
        <p:grpSpPr>
          <a:xfrm>
            <a:off x="6828212" y="2004167"/>
            <a:ext cx="5205658" cy="4487257"/>
            <a:chOff x="8907795" y="1823741"/>
            <a:chExt cx="2917701" cy="3238676"/>
          </a:xfrm>
        </p:grpSpPr>
        <p:sp>
          <p:nvSpPr>
            <p:cNvPr id="362" name="Freeform 361">
              <a:extLst>
                <a:ext uri="{FF2B5EF4-FFF2-40B4-BE49-F238E27FC236}">
                  <a16:creationId xmlns:a16="http://schemas.microsoft.com/office/drawing/2014/main" id="{1875363C-67E2-B44C-B690-43D38457CFC5}"/>
                </a:ext>
              </a:extLst>
            </p:cNvPr>
            <p:cNvSpPr/>
            <p:nvPr/>
          </p:nvSpPr>
          <p:spPr>
            <a:xfrm>
              <a:off x="8907795" y="1823741"/>
              <a:ext cx="2806351" cy="3234534"/>
            </a:xfrm>
            <a:custGeom>
              <a:avLst/>
              <a:gdLst>
                <a:gd name="connsiteX0" fmla="*/ 0 w 3319398"/>
                <a:gd name="connsiteY0" fmla="*/ 0 h 1215025"/>
                <a:gd name="connsiteX1" fmla="*/ 613776 w 3319398"/>
                <a:gd name="connsiteY1" fmla="*/ 1189973 h 1215025"/>
                <a:gd name="connsiteX2" fmla="*/ 3319398 w 3319398"/>
                <a:gd name="connsiteY2" fmla="*/ 1215025 h 1215025"/>
                <a:gd name="connsiteX0" fmla="*/ 0 w 3319398"/>
                <a:gd name="connsiteY0" fmla="*/ 0 h 1284889"/>
                <a:gd name="connsiteX1" fmla="*/ 613776 w 3319398"/>
                <a:gd name="connsiteY1" fmla="*/ 1189973 h 1284889"/>
                <a:gd name="connsiteX2" fmla="*/ 3319398 w 3319398"/>
                <a:gd name="connsiteY2" fmla="*/ 1215025 h 1284889"/>
                <a:gd name="connsiteX0" fmla="*/ 0 w 3319398"/>
                <a:gd name="connsiteY0" fmla="*/ 0 h 1528175"/>
                <a:gd name="connsiteX1" fmla="*/ 613776 w 3319398"/>
                <a:gd name="connsiteY1" fmla="*/ 1189973 h 1528175"/>
                <a:gd name="connsiteX2" fmla="*/ 3319398 w 3319398"/>
                <a:gd name="connsiteY2" fmla="*/ 1528175 h 1528175"/>
                <a:gd name="connsiteX0" fmla="*/ 0 w 3319398"/>
                <a:gd name="connsiteY0" fmla="*/ 0 h 1528175"/>
                <a:gd name="connsiteX1" fmla="*/ 613776 w 3319398"/>
                <a:gd name="connsiteY1" fmla="*/ 1189973 h 1528175"/>
                <a:gd name="connsiteX2" fmla="*/ 3319398 w 3319398"/>
                <a:gd name="connsiteY2" fmla="*/ 1528175 h 1528175"/>
                <a:gd name="connsiteX0" fmla="*/ 0 w 3181611"/>
                <a:gd name="connsiteY0" fmla="*/ 0 h 1528175"/>
                <a:gd name="connsiteX1" fmla="*/ 475989 w 3181611"/>
                <a:gd name="connsiteY1" fmla="*/ 1189973 h 1528175"/>
                <a:gd name="connsiteX2" fmla="*/ 3181611 w 3181611"/>
                <a:gd name="connsiteY2" fmla="*/ 1528175 h 1528175"/>
                <a:gd name="connsiteX0" fmla="*/ 9476 w 3191087"/>
                <a:gd name="connsiteY0" fmla="*/ 0 h 1528175"/>
                <a:gd name="connsiteX1" fmla="*/ 485465 w 3191087"/>
                <a:gd name="connsiteY1" fmla="*/ 1189973 h 1528175"/>
                <a:gd name="connsiteX2" fmla="*/ 3191087 w 3191087"/>
                <a:gd name="connsiteY2" fmla="*/ 1528175 h 1528175"/>
                <a:gd name="connsiteX0" fmla="*/ 9703 w 3203840"/>
                <a:gd name="connsiteY0" fmla="*/ 0 h 1453019"/>
                <a:gd name="connsiteX1" fmla="*/ 485692 w 3203840"/>
                <a:gd name="connsiteY1" fmla="*/ 1189973 h 1453019"/>
                <a:gd name="connsiteX2" fmla="*/ 3203840 w 3203840"/>
                <a:gd name="connsiteY2" fmla="*/ 1453019 h 1453019"/>
                <a:gd name="connsiteX0" fmla="*/ 6182 w 3200319"/>
                <a:gd name="connsiteY0" fmla="*/ 0 h 1461838"/>
                <a:gd name="connsiteX1" fmla="*/ 519749 w 3200319"/>
                <a:gd name="connsiteY1" fmla="*/ 1290182 h 1461838"/>
                <a:gd name="connsiteX2" fmla="*/ 3200319 w 3200319"/>
                <a:gd name="connsiteY2" fmla="*/ 1453019 h 1461838"/>
                <a:gd name="connsiteX0" fmla="*/ 113523 w 2944405"/>
                <a:gd name="connsiteY0" fmla="*/ 0 h 1461838"/>
                <a:gd name="connsiteX1" fmla="*/ 263835 w 2944405"/>
                <a:gd name="connsiteY1" fmla="*/ 1290182 h 1461838"/>
                <a:gd name="connsiteX2" fmla="*/ 2944405 w 2944405"/>
                <a:gd name="connsiteY2" fmla="*/ 1453019 h 1461838"/>
                <a:gd name="connsiteX0" fmla="*/ 7733 w 2838615"/>
                <a:gd name="connsiteY0" fmla="*/ 0 h 1523002"/>
                <a:gd name="connsiteX1" fmla="*/ 446144 w 2838615"/>
                <a:gd name="connsiteY1" fmla="*/ 1402916 h 1523002"/>
                <a:gd name="connsiteX2" fmla="*/ 2838615 w 2838615"/>
                <a:gd name="connsiteY2" fmla="*/ 1453019 h 1523002"/>
                <a:gd name="connsiteX0" fmla="*/ 6626 w 2837508"/>
                <a:gd name="connsiteY0" fmla="*/ 0 h 1484577"/>
                <a:gd name="connsiteX1" fmla="*/ 457563 w 2837508"/>
                <a:gd name="connsiteY1" fmla="*/ 1340286 h 1484577"/>
                <a:gd name="connsiteX2" fmla="*/ 2837508 w 2837508"/>
                <a:gd name="connsiteY2" fmla="*/ 1453019 h 1484577"/>
                <a:gd name="connsiteX0" fmla="*/ 6626 w 2837508"/>
                <a:gd name="connsiteY0" fmla="*/ 0 h 1506274"/>
                <a:gd name="connsiteX1" fmla="*/ 457563 w 2837508"/>
                <a:gd name="connsiteY1" fmla="*/ 1340286 h 1506274"/>
                <a:gd name="connsiteX2" fmla="*/ 2837508 w 2837508"/>
                <a:gd name="connsiteY2" fmla="*/ 1490597 h 1506274"/>
                <a:gd name="connsiteX0" fmla="*/ 6626 w 2837508"/>
                <a:gd name="connsiteY0" fmla="*/ 0 h 1532376"/>
                <a:gd name="connsiteX1" fmla="*/ 457563 w 2837508"/>
                <a:gd name="connsiteY1" fmla="*/ 1340286 h 1532376"/>
                <a:gd name="connsiteX2" fmla="*/ 2837508 w 2837508"/>
                <a:gd name="connsiteY2" fmla="*/ 1528175 h 1532376"/>
                <a:gd name="connsiteX0" fmla="*/ 2412 w 2833294"/>
                <a:gd name="connsiteY0" fmla="*/ 0 h 1532376"/>
                <a:gd name="connsiteX1" fmla="*/ 453349 w 2833294"/>
                <a:gd name="connsiteY1" fmla="*/ 1340286 h 1532376"/>
                <a:gd name="connsiteX2" fmla="*/ 2833294 w 2833294"/>
                <a:gd name="connsiteY2" fmla="*/ 1528175 h 1532376"/>
                <a:gd name="connsiteX0" fmla="*/ 1555 w 2857489"/>
                <a:gd name="connsiteY0" fmla="*/ 0 h 1519367"/>
                <a:gd name="connsiteX1" fmla="*/ 477544 w 2857489"/>
                <a:gd name="connsiteY1" fmla="*/ 1327760 h 1519367"/>
                <a:gd name="connsiteX2" fmla="*/ 2857489 w 2857489"/>
                <a:gd name="connsiteY2" fmla="*/ 1515649 h 1519367"/>
                <a:gd name="connsiteX0" fmla="*/ 1555 w 2857489"/>
                <a:gd name="connsiteY0" fmla="*/ 0 h 1493055"/>
                <a:gd name="connsiteX1" fmla="*/ 477544 w 2857489"/>
                <a:gd name="connsiteY1" fmla="*/ 1327760 h 1493055"/>
                <a:gd name="connsiteX2" fmla="*/ 2857489 w 2857489"/>
                <a:gd name="connsiteY2" fmla="*/ 1478071 h 1493055"/>
                <a:gd name="connsiteX0" fmla="*/ 1555 w 2857489"/>
                <a:gd name="connsiteY0" fmla="*/ 0 h 1508807"/>
                <a:gd name="connsiteX1" fmla="*/ 477544 w 2857489"/>
                <a:gd name="connsiteY1" fmla="*/ 1327760 h 1508807"/>
                <a:gd name="connsiteX2" fmla="*/ 2857489 w 2857489"/>
                <a:gd name="connsiteY2" fmla="*/ 1478071 h 1508807"/>
                <a:gd name="connsiteX0" fmla="*/ 1555 w 2857489"/>
                <a:gd name="connsiteY0" fmla="*/ 0 h 1536065"/>
                <a:gd name="connsiteX1" fmla="*/ 477544 w 2857489"/>
                <a:gd name="connsiteY1" fmla="*/ 1327760 h 1536065"/>
                <a:gd name="connsiteX2" fmla="*/ 2857489 w 2857489"/>
                <a:gd name="connsiteY2" fmla="*/ 1515649 h 1536065"/>
                <a:gd name="connsiteX0" fmla="*/ 1555 w 2857489"/>
                <a:gd name="connsiteY0" fmla="*/ 0 h 1536841"/>
                <a:gd name="connsiteX1" fmla="*/ 477544 w 2857489"/>
                <a:gd name="connsiteY1" fmla="*/ 1327760 h 1536841"/>
                <a:gd name="connsiteX2" fmla="*/ 1394471 w 2857489"/>
                <a:gd name="connsiteY2" fmla="*/ 1524673 h 1536841"/>
                <a:gd name="connsiteX3" fmla="*/ 2857489 w 2857489"/>
                <a:gd name="connsiteY3" fmla="*/ 1515649 h 1536841"/>
                <a:gd name="connsiteX0" fmla="*/ 206 w 2856140"/>
                <a:gd name="connsiteY0" fmla="*/ 0 h 2379901"/>
                <a:gd name="connsiteX1" fmla="*/ 476195 w 2856140"/>
                <a:gd name="connsiteY1" fmla="*/ 1327760 h 2379901"/>
                <a:gd name="connsiteX2" fmla="*/ 1423443 w 2856140"/>
                <a:gd name="connsiteY2" fmla="*/ 2379097 h 2379901"/>
                <a:gd name="connsiteX3" fmla="*/ 2856140 w 2856140"/>
                <a:gd name="connsiteY3" fmla="*/ 1515649 h 2379901"/>
                <a:gd name="connsiteX0" fmla="*/ 206 w 2856140"/>
                <a:gd name="connsiteY0" fmla="*/ 0 h 2379097"/>
                <a:gd name="connsiteX1" fmla="*/ 476195 w 2856140"/>
                <a:gd name="connsiteY1" fmla="*/ 1327760 h 2379097"/>
                <a:gd name="connsiteX2" fmla="*/ 1423443 w 2856140"/>
                <a:gd name="connsiteY2" fmla="*/ 2379097 h 2379097"/>
                <a:gd name="connsiteX3" fmla="*/ 2856140 w 2856140"/>
                <a:gd name="connsiteY3" fmla="*/ 1515649 h 2379097"/>
                <a:gd name="connsiteX0" fmla="*/ 206 w 2856140"/>
                <a:gd name="connsiteY0" fmla="*/ 0 h 2379097"/>
                <a:gd name="connsiteX1" fmla="*/ 476195 w 2856140"/>
                <a:gd name="connsiteY1" fmla="*/ 1327760 h 2379097"/>
                <a:gd name="connsiteX2" fmla="*/ 1423443 w 2856140"/>
                <a:gd name="connsiteY2" fmla="*/ 2379097 h 2379097"/>
                <a:gd name="connsiteX3" fmla="*/ 2856140 w 2856140"/>
                <a:gd name="connsiteY3" fmla="*/ 1515649 h 2379097"/>
                <a:gd name="connsiteX0" fmla="*/ 206 w 2772756"/>
                <a:gd name="connsiteY0" fmla="*/ 0 h 2379097"/>
                <a:gd name="connsiteX1" fmla="*/ 476195 w 2772756"/>
                <a:gd name="connsiteY1" fmla="*/ 1327760 h 2379097"/>
                <a:gd name="connsiteX2" fmla="*/ 1423443 w 2772756"/>
                <a:gd name="connsiteY2" fmla="*/ 2379097 h 2379097"/>
                <a:gd name="connsiteX3" fmla="*/ 2772756 w 2772756"/>
                <a:gd name="connsiteY3" fmla="*/ 1549826 h 2379097"/>
                <a:gd name="connsiteX0" fmla="*/ 206 w 2772756"/>
                <a:gd name="connsiteY0" fmla="*/ 0 h 2379097"/>
                <a:gd name="connsiteX1" fmla="*/ 476195 w 2772756"/>
                <a:gd name="connsiteY1" fmla="*/ 1327760 h 2379097"/>
                <a:gd name="connsiteX2" fmla="*/ 1423443 w 2772756"/>
                <a:gd name="connsiteY2" fmla="*/ 2379097 h 2379097"/>
                <a:gd name="connsiteX3" fmla="*/ 2772756 w 2772756"/>
                <a:gd name="connsiteY3" fmla="*/ 1549826 h 2379097"/>
                <a:gd name="connsiteX0" fmla="*/ 0 w 2772550"/>
                <a:gd name="connsiteY0" fmla="*/ 0 h 2379097"/>
                <a:gd name="connsiteX1" fmla="*/ 475989 w 2772550"/>
                <a:gd name="connsiteY1" fmla="*/ 1327760 h 2379097"/>
                <a:gd name="connsiteX2" fmla="*/ 1423237 w 2772550"/>
                <a:gd name="connsiteY2" fmla="*/ 2379097 h 2379097"/>
                <a:gd name="connsiteX3" fmla="*/ 2772550 w 2772550"/>
                <a:gd name="connsiteY3" fmla="*/ 1549826 h 2379097"/>
                <a:gd name="connsiteX0" fmla="*/ 0 w 2772550"/>
                <a:gd name="connsiteY0" fmla="*/ 0 h 2379097"/>
                <a:gd name="connsiteX1" fmla="*/ 544213 w 2772550"/>
                <a:gd name="connsiteY1" fmla="*/ 1373330 h 2379097"/>
                <a:gd name="connsiteX2" fmla="*/ 1423237 w 2772550"/>
                <a:gd name="connsiteY2" fmla="*/ 2379097 h 2379097"/>
                <a:gd name="connsiteX3" fmla="*/ 2772550 w 2772550"/>
                <a:gd name="connsiteY3" fmla="*/ 1549826 h 2379097"/>
                <a:gd name="connsiteX0" fmla="*/ 0 w 2772550"/>
                <a:gd name="connsiteY0" fmla="*/ 0 h 2379097"/>
                <a:gd name="connsiteX1" fmla="*/ 544213 w 2772550"/>
                <a:gd name="connsiteY1" fmla="*/ 1373330 h 2379097"/>
                <a:gd name="connsiteX2" fmla="*/ 1423237 w 2772550"/>
                <a:gd name="connsiteY2" fmla="*/ 2379097 h 2379097"/>
                <a:gd name="connsiteX3" fmla="*/ 2772550 w 2772550"/>
                <a:gd name="connsiteY3" fmla="*/ 1549826 h 2379097"/>
                <a:gd name="connsiteX0" fmla="*/ 0 w 2772550"/>
                <a:gd name="connsiteY0" fmla="*/ 0 h 2379097"/>
                <a:gd name="connsiteX1" fmla="*/ 491150 w 2772550"/>
                <a:gd name="connsiteY1" fmla="*/ 1487254 h 2379097"/>
                <a:gd name="connsiteX2" fmla="*/ 1423237 w 2772550"/>
                <a:gd name="connsiteY2" fmla="*/ 2379097 h 2379097"/>
                <a:gd name="connsiteX3" fmla="*/ 2772550 w 2772550"/>
                <a:gd name="connsiteY3" fmla="*/ 1549826 h 2379097"/>
                <a:gd name="connsiteX0" fmla="*/ 4133 w 2776683"/>
                <a:gd name="connsiteY0" fmla="*/ 0 h 2379097"/>
                <a:gd name="connsiteX1" fmla="*/ 495283 w 2776683"/>
                <a:gd name="connsiteY1" fmla="*/ 1487254 h 2379097"/>
                <a:gd name="connsiteX2" fmla="*/ 1427370 w 2776683"/>
                <a:gd name="connsiteY2" fmla="*/ 2379097 h 2379097"/>
                <a:gd name="connsiteX3" fmla="*/ 2776683 w 2776683"/>
                <a:gd name="connsiteY3" fmla="*/ 1549826 h 2379097"/>
                <a:gd name="connsiteX0" fmla="*/ 7071 w 2779621"/>
                <a:gd name="connsiteY0" fmla="*/ 0 h 2379097"/>
                <a:gd name="connsiteX1" fmla="*/ 498221 w 2779621"/>
                <a:gd name="connsiteY1" fmla="*/ 1487254 h 2379097"/>
                <a:gd name="connsiteX2" fmla="*/ 1430308 w 2779621"/>
                <a:gd name="connsiteY2" fmla="*/ 2379097 h 2379097"/>
                <a:gd name="connsiteX3" fmla="*/ 2779621 w 2779621"/>
                <a:gd name="connsiteY3" fmla="*/ 1549826 h 2379097"/>
                <a:gd name="connsiteX0" fmla="*/ 11488 w 2784038"/>
                <a:gd name="connsiteY0" fmla="*/ 0 h 2379097"/>
                <a:gd name="connsiteX1" fmla="*/ 502638 w 2784038"/>
                <a:gd name="connsiteY1" fmla="*/ 1487254 h 2379097"/>
                <a:gd name="connsiteX2" fmla="*/ 1434725 w 2784038"/>
                <a:gd name="connsiteY2" fmla="*/ 2379097 h 2379097"/>
                <a:gd name="connsiteX3" fmla="*/ 2784038 w 2784038"/>
                <a:gd name="connsiteY3" fmla="*/ 1549826 h 2379097"/>
                <a:gd name="connsiteX0" fmla="*/ 16 w 2786015"/>
                <a:gd name="connsiteY0" fmla="*/ 0 h 2369138"/>
                <a:gd name="connsiteX1" fmla="*/ 504615 w 2786015"/>
                <a:gd name="connsiteY1" fmla="*/ 1477295 h 2369138"/>
                <a:gd name="connsiteX2" fmla="*/ 1436702 w 2786015"/>
                <a:gd name="connsiteY2" fmla="*/ 2369138 h 2369138"/>
                <a:gd name="connsiteX3" fmla="*/ 2786015 w 2786015"/>
                <a:gd name="connsiteY3" fmla="*/ 1539867 h 2369138"/>
                <a:gd name="connsiteX0" fmla="*/ 0 w 2785999"/>
                <a:gd name="connsiteY0" fmla="*/ 0 h 2369138"/>
                <a:gd name="connsiteX1" fmla="*/ 504599 w 2785999"/>
                <a:gd name="connsiteY1" fmla="*/ 1477295 h 2369138"/>
                <a:gd name="connsiteX2" fmla="*/ 1436686 w 2785999"/>
                <a:gd name="connsiteY2" fmla="*/ 2369138 h 2369138"/>
                <a:gd name="connsiteX3" fmla="*/ 2785999 w 2785999"/>
                <a:gd name="connsiteY3" fmla="*/ 1539867 h 2369138"/>
                <a:gd name="connsiteX0" fmla="*/ 0 w 2785999"/>
                <a:gd name="connsiteY0" fmla="*/ 0 h 2369138"/>
                <a:gd name="connsiteX1" fmla="*/ 444079 w 2785999"/>
                <a:gd name="connsiteY1" fmla="*/ 1482276 h 2369138"/>
                <a:gd name="connsiteX2" fmla="*/ 1436686 w 2785999"/>
                <a:gd name="connsiteY2" fmla="*/ 2369138 h 2369138"/>
                <a:gd name="connsiteX3" fmla="*/ 2785999 w 2785999"/>
                <a:gd name="connsiteY3" fmla="*/ 1539867 h 2369138"/>
                <a:gd name="connsiteX0" fmla="*/ 0 w 2785999"/>
                <a:gd name="connsiteY0" fmla="*/ 0 h 2369138"/>
                <a:gd name="connsiteX1" fmla="*/ 444079 w 2785999"/>
                <a:gd name="connsiteY1" fmla="*/ 1482276 h 2369138"/>
                <a:gd name="connsiteX2" fmla="*/ 1436686 w 2785999"/>
                <a:gd name="connsiteY2" fmla="*/ 2369138 h 2369138"/>
                <a:gd name="connsiteX3" fmla="*/ 2785999 w 2785999"/>
                <a:gd name="connsiteY3" fmla="*/ 1539867 h 2369138"/>
                <a:gd name="connsiteX0" fmla="*/ 0 w 2785999"/>
                <a:gd name="connsiteY0" fmla="*/ 0 h 2369138"/>
                <a:gd name="connsiteX1" fmla="*/ 444079 w 2785999"/>
                <a:gd name="connsiteY1" fmla="*/ 1482276 h 2369138"/>
                <a:gd name="connsiteX2" fmla="*/ 1436686 w 2785999"/>
                <a:gd name="connsiteY2" fmla="*/ 2369138 h 2369138"/>
                <a:gd name="connsiteX3" fmla="*/ 2785999 w 2785999"/>
                <a:gd name="connsiteY3" fmla="*/ 1539867 h 2369138"/>
                <a:gd name="connsiteX0" fmla="*/ 0 w 2785999"/>
                <a:gd name="connsiteY0" fmla="*/ 0 h 2369138"/>
                <a:gd name="connsiteX1" fmla="*/ 780300 w 2785999"/>
                <a:gd name="connsiteY1" fmla="*/ 1512155 h 2369138"/>
                <a:gd name="connsiteX2" fmla="*/ 1436686 w 2785999"/>
                <a:gd name="connsiteY2" fmla="*/ 2369138 h 2369138"/>
                <a:gd name="connsiteX3" fmla="*/ 2785999 w 2785999"/>
                <a:gd name="connsiteY3" fmla="*/ 1539867 h 2369138"/>
                <a:gd name="connsiteX0" fmla="*/ 0 w 2785999"/>
                <a:gd name="connsiteY0" fmla="*/ 0 h 2364158"/>
                <a:gd name="connsiteX1" fmla="*/ 780300 w 2785999"/>
                <a:gd name="connsiteY1" fmla="*/ 1512155 h 2364158"/>
                <a:gd name="connsiteX2" fmla="*/ 1376166 w 2785999"/>
                <a:gd name="connsiteY2" fmla="*/ 2364158 h 2364158"/>
                <a:gd name="connsiteX3" fmla="*/ 2785999 w 2785999"/>
                <a:gd name="connsiteY3" fmla="*/ 1539867 h 2364158"/>
                <a:gd name="connsiteX0" fmla="*/ 0 w 2785999"/>
                <a:gd name="connsiteY0" fmla="*/ 0 h 2364158"/>
                <a:gd name="connsiteX1" fmla="*/ 780300 w 2785999"/>
                <a:gd name="connsiteY1" fmla="*/ 1512155 h 2364158"/>
                <a:gd name="connsiteX2" fmla="*/ 1376166 w 2785999"/>
                <a:gd name="connsiteY2" fmla="*/ 2364158 h 2364158"/>
                <a:gd name="connsiteX3" fmla="*/ 2785999 w 2785999"/>
                <a:gd name="connsiteY3" fmla="*/ 1539867 h 2364158"/>
                <a:gd name="connsiteX0" fmla="*/ 0 w 2855224"/>
                <a:gd name="connsiteY0" fmla="*/ 0 h 2581827"/>
                <a:gd name="connsiteX1" fmla="*/ 780300 w 2855224"/>
                <a:gd name="connsiteY1" fmla="*/ 1512155 h 2581827"/>
                <a:gd name="connsiteX2" fmla="*/ 1376166 w 2855224"/>
                <a:gd name="connsiteY2" fmla="*/ 2364158 h 2581827"/>
                <a:gd name="connsiteX3" fmla="*/ 2855224 w 2855224"/>
                <a:gd name="connsiteY3" fmla="*/ 2576569 h 2581827"/>
                <a:gd name="connsiteX0" fmla="*/ 0 w 2855224"/>
                <a:gd name="connsiteY0" fmla="*/ 0 h 4061615"/>
                <a:gd name="connsiteX1" fmla="*/ 780300 w 2855224"/>
                <a:gd name="connsiteY1" fmla="*/ 1512155 h 4061615"/>
                <a:gd name="connsiteX2" fmla="*/ 1453083 w 2855224"/>
                <a:gd name="connsiteY2" fmla="*/ 4061615 h 4061615"/>
                <a:gd name="connsiteX3" fmla="*/ 2855224 w 2855224"/>
                <a:gd name="connsiteY3" fmla="*/ 2576569 h 4061615"/>
                <a:gd name="connsiteX0" fmla="*/ 72336 w 2927560"/>
                <a:gd name="connsiteY0" fmla="*/ 0 h 4061615"/>
                <a:gd name="connsiteX1" fmla="*/ 121931 w 2927560"/>
                <a:gd name="connsiteY1" fmla="*/ 2229872 h 4061615"/>
                <a:gd name="connsiteX2" fmla="*/ 1525419 w 2927560"/>
                <a:gd name="connsiteY2" fmla="*/ 4061615 h 4061615"/>
                <a:gd name="connsiteX3" fmla="*/ 2927560 w 2927560"/>
                <a:gd name="connsiteY3" fmla="*/ 2576569 h 4061615"/>
                <a:gd name="connsiteX0" fmla="*/ 72336 w 2904485"/>
                <a:gd name="connsiteY0" fmla="*/ 0 h 4061615"/>
                <a:gd name="connsiteX1" fmla="*/ 121931 w 2904485"/>
                <a:gd name="connsiteY1" fmla="*/ 2229872 h 4061615"/>
                <a:gd name="connsiteX2" fmla="*/ 1525419 w 2904485"/>
                <a:gd name="connsiteY2" fmla="*/ 4061615 h 4061615"/>
                <a:gd name="connsiteX3" fmla="*/ 2904485 w 2904485"/>
                <a:gd name="connsiteY3" fmla="*/ 2724670 h 4061615"/>
                <a:gd name="connsiteX0" fmla="*/ 0 w 2832149"/>
                <a:gd name="connsiteY0" fmla="*/ 0 h 4061615"/>
                <a:gd name="connsiteX1" fmla="*/ 49595 w 2832149"/>
                <a:gd name="connsiteY1" fmla="*/ 2229872 h 4061615"/>
                <a:gd name="connsiteX2" fmla="*/ 1453083 w 2832149"/>
                <a:gd name="connsiteY2" fmla="*/ 4061615 h 4061615"/>
                <a:gd name="connsiteX3" fmla="*/ 2832149 w 2832149"/>
                <a:gd name="connsiteY3" fmla="*/ 2724670 h 4061615"/>
                <a:gd name="connsiteX0" fmla="*/ 3732 w 2835881"/>
                <a:gd name="connsiteY0" fmla="*/ 0 h 4061615"/>
                <a:gd name="connsiteX1" fmla="*/ 10330 w 2835881"/>
                <a:gd name="connsiteY1" fmla="*/ 2237364 h 4061615"/>
                <a:gd name="connsiteX2" fmla="*/ 1456815 w 2835881"/>
                <a:gd name="connsiteY2" fmla="*/ 4061615 h 4061615"/>
                <a:gd name="connsiteX3" fmla="*/ 2835881 w 2835881"/>
                <a:gd name="connsiteY3" fmla="*/ 2724670 h 4061615"/>
                <a:gd name="connsiteX0" fmla="*/ 0 w 2832149"/>
                <a:gd name="connsiteY0" fmla="*/ 0 h 4061615"/>
                <a:gd name="connsiteX1" fmla="*/ 6598 w 2832149"/>
                <a:gd name="connsiteY1" fmla="*/ 2237364 h 4061615"/>
                <a:gd name="connsiteX2" fmla="*/ 1453083 w 2832149"/>
                <a:gd name="connsiteY2" fmla="*/ 4061615 h 4061615"/>
                <a:gd name="connsiteX3" fmla="*/ 2832149 w 2832149"/>
                <a:gd name="connsiteY3" fmla="*/ 2724670 h 4061615"/>
                <a:gd name="connsiteX0" fmla="*/ 0 w 2832149"/>
                <a:gd name="connsiteY0" fmla="*/ 0 h 4061618"/>
                <a:gd name="connsiteX1" fmla="*/ 6598 w 2832149"/>
                <a:gd name="connsiteY1" fmla="*/ 2237364 h 4061618"/>
                <a:gd name="connsiteX2" fmla="*/ 1453083 w 2832149"/>
                <a:gd name="connsiteY2" fmla="*/ 4061615 h 4061618"/>
                <a:gd name="connsiteX3" fmla="*/ 2832149 w 2832149"/>
                <a:gd name="connsiteY3" fmla="*/ 2724670 h 4061618"/>
                <a:gd name="connsiteX0" fmla="*/ 0 w 2832149"/>
                <a:gd name="connsiteY0" fmla="*/ 0 h 4061618"/>
                <a:gd name="connsiteX1" fmla="*/ 6598 w 2832149"/>
                <a:gd name="connsiteY1" fmla="*/ 2237364 h 4061618"/>
                <a:gd name="connsiteX2" fmla="*/ 1453083 w 2832149"/>
                <a:gd name="connsiteY2" fmla="*/ 4061615 h 4061618"/>
                <a:gd name="connsiteX3" fmla="*/ 2832149 w 2832149"/>
                <a:gd name="connsiteY3" fmla="*/ 2724670 h 4061618"/>
                <a:gd name="connsiteX0" fmla="*/ 0 w 2832149"/>
                <a:gd name="connsiteY0" fmla="*/ 0 h 4061691"/>
                <a:gd name="connsiteX1" fmla="*/ 6598 w 2832149"/>
                <a:gd name="connsiteY1" fmla="*/ 2237364 h 4061691"/>
                <a:gd name="connsiteX2" fmla="*/ 1453083 w 2832149"/>
                <a:gd name="connsiteY2" fmla="*/ 4061615 h 4061691"/>
                <a:gd name="connsiteX3" fmla="*/ 2832149 w 2832149"/>
                <a:gd name="connsiteY3" fmla="*/ 2724670 h 4061691"/>
                <a:gd name="connsiteX0" fmla="*/ 0 w 2847532"/>
                <a:gd name="connsiteY0" fmla="*/ 0 h 4067726"/>
                <a:gd name="connsiteX1" fmla="*/ 6598 w 2847532"/>
                <a:gd name="connsiteY1" fmla="*/ 2237364 h 4067726"/>
                <a:gd name="connsiteX2" fmla="*/ 1453083 w 2847532"/>
                <a:gd name="connsiteY2" fmla="*/ 4061615 h 4067726"/>
                <a:gd name="connsiteX3" fmla="*/ 2847532 w 2847532"/>
                <a:gd name="connsiteY3" fmla="*/ 2861378 h 4067726"/>
                <a:gd name="connsiteX0" fmla="*/ 0 w 2847532"/>
                <a:gd name="connsiteY0" fmla="*/ 0 h 4067526"/>
                <a:gd name="connsiteX1" fmla="*/ 6598 w 2847532"/>
                <a:gd name="connsiteY1" fmla="*/ 2237364 h 4067526"/>
                <a:gd name="connsiteX2" fmla="*/ 1453083 w 2847532"/>
                <a:gd name="connsiteY2" fmla="*/ 4061615 h 4067526"/>
                <a:gd name="connsiteX3" fmla="*/ 2847532 w 2847532"/>
                <a:gd name="connsiteY3" fmla="*/ 2861378 h 4067526"/>
                <a:gd name="connsiteX0" fmla="*/ 0 w 2847532"/>
                <a:gd name="connsiteY0" fmla="*/ 0 h 4061616"/>
                <a:gd name="connsiteX1" fmla="*/ 6598 w 2847532"/>
                <a:gd name="connsiteY1" fmla="*/ 2237364 h 4061616"/>
                <a:gd name="connsiteX2" fmla="*/ 1453083 w 2847532"/>
                <a:gd name="connsiteY2" fmla="*/ 4061615 h 4061616"/>
                <a:gd name="connsiteX3" fmla="*/ 2847532 w 2847532"/>
                <a:gd name="connsiteY3" fmla="*/ 2861378 h 4061616"/>
                <a:gd name="connsiteX0" fmla="*/ 0 w 2847532"/>
                <a:gd name="connsiteY0" fmla="*/ 0 h 4068872"/>
                <a:gd name="connsiteX1" fmla="*/ 6598 w 2847532"/>
                <a:gd name="connsiteY1" fmla="*/ 2237364 h 4068872"/>
                <a:gd name="connsiteX2" fmla="*/ 1453083 w 2847532"/>
                <a:gd name="connsiteY2" fmla="*/ 4061615 h 4068872"/>
                <a:gd name="connsiteX3" fmla="*/ 2847532 w 2847532"/>
                <a:gd name="connsiteY3" fmla="*/ 2918339 h 4068872"/>
                <a:gd name="connsiteX0" fmla="*/ 205842 w 3053374"/>
                <a:gd name="connsiteY0" fmla="*/ 0 h 2918339"/>
                <a:gd name="connsiteX1" fmla="*/ 212440 w 3053374"/>
                <a:gd name="connsiteY1" fmla="*/ 2237364 h 2918339"/>
                <a:gd name="connsiteX2" fmla="*/ 3053374 w 3053374"/>
                <a:gd name="connsiteY2" fmla="*/ 2918339 h 2918339"/>
                <a:gd name="connsiteX0" fmla="*/ 108602 w 2956134"/>
                <a:gd name="connsiteY0" fmla="*/ 0 h 3037186"/>
                <a:gd name="connsiteX1" fmla="*/ 257674 w 2956134"/>
                <a:gd name="connsiteY1" fmla="*/ 2829378 h 3037186"/>
                <a:gd name="connsiteX2" fmla="*/ 2956134 w 2956134"/>
                <a:gd name="connsiteY2" fmla="*/ 2918339 h 3037186"/>
                <a:gd name="connsiteX0" fmla="*/ 0 w 2847532"/>
                <a:gd name="connsiteY0" fmla="*/ 0 h 2918339"/>
                <a:gd name="connsiteX1" fmla="*/ 149072 w 2847532"/>
                <a:gd name="connsiteY1" fmla="*/ 2829378 h 2918339"/>
                <a:gd name="connsiteX2" fmla="*/ 2847532 w 2847532"/>
                <a:gd name="connsiteY2" fmla="*/ 2918339 h 2918339"/>
                <a:gd name="connsiteX0" fmla="*/ 0 w 2847532"/>
                <a:gd name="connsiteY0" fmla="*/ 0 h 2918339"/>
                <a:gd name="connsiteX1" fmla="*/ 156195 w 2847532"/>
                <a:gd name="connsiteY1" fmla="*/ 2878713 h 2918339"/>
                <a:gd name="connsiteX2" fmla="*/ 2847532 w 2847532"/>
                <a:gd name="connsiteY2" fmla="*/ 2918339 h 2918339"/>
                <a:gd name="connsiteX0" fmla="*/ 104232 w 2951764"/>
                <a:gd name="connsiteY0" fmla="*/ 0 h 3066150"/>
                <a:gd name="connsiteX1" fmla="*/ 260427 w 2951764"/>
                <a:gd name="connsiteY1" fmla="*/ 2870491 h 3066150"/>
                <a:gd name="connsiteX2" fmla="*/ 2951764 w 2951764"/>
                <a:gd name="connsiteY2" fmla="*/ 2910117 h 3066150"/>
                <a:gd name="connsiteX0" fmla="*/ 99818 w 2947350"/>
                <a:gd name="connsiteY0" fmla="*/ 0 h 3066150"/>
                <a:gd name="connsiteX1" fmla="*/ 256013 w 2947350"/>
                <a:gd name="connsiteY1" fmla="*/ 2870491 h 3066150"/>
                <a:gd name="connsiteX2" fmla="*/ 2947350 w 2947350"/>
                <a:gd name="connsiteY2" fmla="*/ 2910117 h 3066150"/>
                <a:gd name="connsiteX0" fmla="*/ 0 w 2847532"/>
                <a:gd name="connsiteY0" fmla="*/ 0 h 2929561"/>
                <a:gd name="connsiteX1" fmla="*/ 156195 w 2847532"/>
                <a:gd name="connsiteY1" fmla="*/ 2870491 h 2929561"/>
                <a:gd name="connsiteX2" fmla="*/ 2847532 w 2847532"/>
                <a:gd name="connsiteY2" fmla="*/ 2910117 h 2929561"/>
                <a:gd name="connsiteX0" fmla="*/ 0 w 2847532"/>
                <a:gd name="connsiteY0" fmla="*/ 0 h 2940104"/>
                <a:gd name="connsiteX1" fmla="*/ 156195 w 2847532"/>
                <a:gd name="connsiteY1" fmla="*/ 2870491 h 2940104"/>
                <a:gd name="connsiteX2" fmla="*/ 2847532 w 2847532"/>
                <a:gd name="connsiteY2" fmla="*/ 2910117 h 2940104"/>
                <a:gd name="connsiteX0" fmla="*/ 0 w 2847532"/>
                <a:gd name="connsiteY0" fmla="*/ 0 h 2978647"/>
                <a:gd name="connsiteX1" fmla="*/ 156195 w 2847532"/>
                <a:gd name="connsiteY1" fmla="*/ 2870491 h 2978647"/>
                <a:gd name="connsiteX2" fmla="*/ 2847532 w 2847532"/>
                <a:gd name="connsiteY2" fmla="*/ 2910117 h 2978647"/>
                <a:gd name="connsiteX0" fmla="*/ 75033 w 2922565"/>
                <a:gd name="connsiteY0" fmla="*/ 0 h 2947368"/>
                <a:gd name="connsiteX1" fmla="*/ 95877 w 2922565"/>
                <a:gd name="connsiteY1" fmla="*/ 2812934 h 2947368"/>
                <a:gd name="connsiteX2" fmla="*/ 2922565 w 2922565"/>
                <a:gd name="connsiteY2" fmla="*/ 2910117 h 2947368"/>
                <a:gd name="connsiteX0" fmla="*/ 0 w 2847532"/>
                <a:gd name="connsiteY0" fmla="*/ 0 h 2921786"/>
                <a:gd name="connsiteX1" fmla="*/ 20844 w 2847532"/>
                <a:gd name="connsiteY1" fmla="*/ 2812934 h 2921786"/>
                <a:gd name="connsiteX2" fmla="*/ 2847532 w 2847532"/>
                <a:gd name="connsiteY2" fmla="*/ 2910117 h 2921786"/>
                <a:gd name="connsiteX0" fmla="*/ 0 w 2847532"/>
                <a:gd name="connsiteY0" fmla="*/ 0 h 2921786"/>
                <a:gd name="connsiteX1" fmla="*/ 92081 w 2847532"/>
                <a:gd name="connsiteY1" fmla="*/ 2812934 h 2921786"/>
                <a:gd name="connsiteX2" fmla="*/ 2847532 w 2847532"/>
                <a:gd name="connsiteY2" fmla="*/ 2910117 h 2921786"/>
                <a:gd name="connsiteX0" fmla="*/ 0 w 2847532"/>
                <a:gd name="connsiteY0" fmla="*/ 0 h 2929781"/>
                <a:gd name="connsiteX1" fmla="*/ 92081 w 2847532"/>
                <a:gd name="connsiteY1" fmla="*/ 2812934 h 2929781"/>
                <a:gd name="connsiteX2" fmla="*/ 2847532 w 2847532"/>
                <a:gd name="connsiteY2" fmla="*/ 2910117 h 2929781"/>
                <a:gd name="connsiteX0" fmla="*/ 0 w 2847532"/>
                <a:gd name="connsiteY0" fmla="*/ 0 h 2941785"/>
                <a:gd name="connsiteX1" fmla="*/ 92081 w 2847532"/>
                <a:gd name="connsiteY1" fmla="*/ 2812934 h 2941785"/>
                <a:gd name="connsiteX2" fmla="*/ 2847532 w 2847532"/>
                <a:gd name="connsiteY2" fmla="*/ 2910117 h 29417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47532" h="2941785">
                  <a:moveTo>
                    <a:pt x="0" y="0"/>
                  </a:moveTo>
                  <a:cubicBezTo>
                    <a:pt x="15191" y="1611659"/>
                    <a:pt x="-19201" y="2632144"/>
                    <a:pt x="92081" y="2812934"/>
                  </a:cubicBezTo>
                  <a:cubicBezTo>
                    <a:pt x="203363" y="2993724"/>
                    <a:pt x="2234300" y="2940917"/>
                    <a:pt x="2847532" y="2910117"/>
                  </a:cubicBezTo>
                </a:path>
              </a:pathLst>
            </a:custGeom>
            <a:noFill/>
            <a:ln w="412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</a:t>
              </a:r>
            </a:p>
          </p:txBody>
        </p:sp>
        <p:sp>
          <p:nvSpPr>
            <p:cNvPr id="363" name="TextBox 362">
              <a:extLst>
                <a:ext uri="{FF2B5EF4-FFF2-40B4-BE49-F238E27FC236}">
                  <a16:creationId xmlns:a16="http://schemas.microsoft.com/office/drawing/2014/main" id="{A857DEAF-2A1F-2D40-8338-8A4F683F80D6}"/>
                </a:ext>
              </a:extLst>
            </p:cNvPr>
            <p:cNvSpPr txBox="1"/>
            <p:nvPr/>
          </p:nvSpPr>
          <p:spPr>
            <a:xfrm>
              <a:off x="11518941" y="4795852"/>
              <a:ext cx="306555" cy="2665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dirty="0">
                  <a:solidFill>
                    <a:srgbClr val="0000A8"/>
                  </a:solidFill>
                </a:rPr>
                <a:t>t=4 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428199402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7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2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28" dur="500"/>
                                        <p:tgtEl>
                                          <p:spTgt spid="25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500"/>
                                        <p:tgtEl>
                                          <p:spTgt spid="3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7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39" dur="500"/>
                                        <p:tgtEl>
                                          <p:spTgt spid="35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3" dur="500"/>
                                        <p:tgtEl>
                                          <p:spTgt spid="3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DEDE803E-6759-9045-824E-EB665BC5AFC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Distance vector: link cost changes</a:t>
            </a:r>
          </a:p>
        </p:txBody>
      </p:sp>
      <p:sp>
        <p:nvSpPr>
          <p:cNvPr id="80" name="Text Box 4">
            <a:extLst>
              <a:ext uri="{FF2B5EF4-FFF2-40B4-BE49-F238E27FC236}">
                <a16:creationId xmlns:a16="http://schemas.microsoft.com/office/drawing/2014/main" id="{438AA575-F82B-4140-AE52-BEE0F0C222E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8515" y="4245258"/>
            <a:ext cx="1841326" cy="690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lnSpc>
                <a:spcPct val="80000"/>
              </a:lnSpc>
            </a:pPr>
            <a:r>
              <a:rPr lang="en-US" altLang="ja-JP" dirty="0">
                <a:solidFill>
                  <a:srgbClr val="C00000"/>
                </a:solidFill>
                <a:latin typeface="+mn-lt"/>
              </a:rPr>
              <a:t>“good </a:t>
            </a:r>
            <a:r>
              <a:rPr lang="en-US" dirty="0">
                <a:solidFill>
                  <a:srgbClr val="C00000"/>
                </a:solidFill>
                <a:latin typeface="+mn-lt"/>
              </a:rPr>
              <a:t>news </a:t>
            </a:r>
          </a:p>
          <a:p>
            <a:pPr>
              <a:lnSpc>
                <a:spcPct val="80000"/>
              </a:lnSpc>
            </a:pPr>
            <a:r>
              <a:rPr lang="en-US" dirty="0">
                <a:solidFill>
                  <a:srgbClr val="C00000"/>
                </a:solidFill>
                <a:latin typeface="+mn-lt"/>
              </a:rPr>
              <a:t>travels fast”</a:t>
            </a:r>
            <a:endParaRPr lang="en-US" sz="1600" dirty="0">
              <a:solidFill>
                <a:srgbClr val="C00000"/>
              </a:solidFill>
              <a:latin typeface="+mn-lt"/>
            </a:endParaRPr>
          </a:p>
        </p:txBody>
      </p:sp>
      <p:sp>
        <p:nvSpPr>
          <p:cNvPr id="81" name="Rectangle 41">
            <a:extLst>
              <a:ext uri="{FF2B5EF4-FFF2-40B4-BE49-F238E27FC236}">
                <a16:creationId xmlns:a16="http://schemas.microsoft.com/office/drawing/2014/main" id="{C4C2BFAF-08F8-2B4E-84C9-E1AF71573BD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37453" y="3722449"/>
            <a:ext cx="9111337" cy="73866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anchor="ctr">
            <a:spAutoFit/>
          </a:bodyPr>
          <a:lstStyle/>
          <a:p>
            <a:pPr>
              <a:tabLst>
                <a:tab pos="228600" algn="l"/>
                <a:tab pos="457200" algn="l"/>
              </a:tabLst>
            </a:pPr>
            <a:r>
              <a:rPr lang="en-US" sz="2400" i="1" dirty="0"/>
              <a:t>t</a:t>
            </a:r>
            <a:r>
              <a:rPr lang="en-US" sz="2400" i="1" baseline="-25000" dirty="0"/>
              <a:t>0 </a:t>
            </a:r>
            <a:r>
              <a:rPr lang="en-US" sz="2400" dirty="0"/>
              <a:t>: </a:t>
            </a:r>
            <a:r>
              <a:rPr lang="en-US" sz="2400" i="1" dirty="0"/>
              <a:t>y</a:t>
            </a:r>
            <a:r>
              <a:rPr lang="en-US" sz="2400" dirty="0"/>
              <a:t> detects link-cost change, updates its DV, informs its neighbors.</a:t>
            </a:r>
          </a:p>
          <a:p>
            <a:pPr>
              <a:tabLst>
                <a:tab pos="228600" algn="l"/>
                <a:tab pos="457200" algn="l"/>
              </a:tabLst>
            </a:pPr>
            <a:endParaRPr lang="en-US" dirty="0"/>
          </a:p>
        </p:txBody>
      </p:sp>
      <p:sp>
        <p:nvSpPr>
          <p:cNvPr id="82" name="Rectangle 42">
            <a:extLst>
              <a:ext uri="{FF2B5EF4-FFF2-40B4-BE49-F238E27FC236}">
                <a16:creationId xmlns:a16="http://schemas.microsoft.com/office/drawing/2014/main" id="{0B94A561-5BEF-5441-B104-E5096C7CCA0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50153" y="4231521"/>
            <a:ext cx="8710330" cy="110799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anchor="ctr">
            <a:spAutoFit/>
          </a:bodyPr>
          <a:lstStyle/>
          <a:p>
            <a:pPr marL="409575" indent="-409575">
              <a:tabLst>
                <a:tab pos="228600" algn="l"/>
                <a:tab pos="334963" algn="l"/>
              </a:tabLst>
            </a:pPr>
            <a:r>
              <a:rPr lang="en-US" sz="2400" i="1" dirty="0"/>
              <a:t>t</a:t>
            </a:r>
            <a:r>
              <a:rPr lang="en-US" sz="2400" i="1" baseline="-25000" dirty="0"/>
              <a:t>1 </a:t>
            </a:r>
            <a:r>
              <a:rPr lang="en-US" sz="2400" dirty="0"/>
              <a:t>: </a:t>
            </a:r>
            <a:r>
              <a:rPr lang="en-US" sz="2400" i="1" dirty="0"/>
              <a:t>z</a:t>
            </a:r>
            <a:r>
              <a:rPr lang="en-US" sz="2400" dirty="0"/>
              <a:t> receives update from </a:t>
            </a:r>
            <a:r>
              <a:rPr lang="en-US" sz="2400" i="1" dirty="0"/>
              <a:t>y</a:t>
            </a:r>
            <a:r>
              <a:rPr lang="en-US" sz="2400" dirty="0"/>
              <a:t>, updates its DV, computes new least cost to </a:t>
            </a:r>
            <a:r>
              <a:rPr lang="en-US" sz="2400" i="1" dirty="0"/>
              <a:t>x</a:t>
            </a:r>
            <a:r>
              <a:rPr lang="en-US" sz="2400" dirty="0"/>
              <a:t> , sends its neighbors its DV.</a:t>
            </a:r>
          </a:p>
          <a:p>
            <a:pPr>
              <a:tabLst>
                <a:tab pos="228600" algn="l"/>
                <a:tab pos="457200" algn="l"/>
              </a:tabLst>
            </a:pPr>
            <a:endParaRPr lang="en-US" dirty="0"/>
          </a:p>
        </p:txBody>
      </p:sp>
      <p:sp>
        <p:nvSpPr>
          <p:cNvPr id="83" name="Rectangle 43">
            <a:extLst>
              <a:ext uri="{FF2B5EF4-FFF2-40B4-BE49-F238E27FC236}">
                <a16:creationId xmlns:a16="http://schemas.microsoft.com/office/drawing/2014/main" id="{02ED6D7B-6CD4-684F-802D-890455183F8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22274" y="5064204"/>
            <a:ext cx="8450110" cy="110799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anchor="ctr">
            <a:spAutoFit/>
          </a:bodyPr>
          <a:lstStyle/>
          <a:p>
            <a:pPr marL="409575" indent="-409575">
              <a:tabLst>
                <a:tab pos="228600" algn="l"/>
                <a:tab pos="457200" algn="l"/>
              </a:tabLst>
            </a:pPr>
            <a:r>
              <a:rPr lang="en-US" sz="2400" i="1" dirty="0"/>
              <a:t>t</a:t>
            </a:r>
            <a:r>
              <a:rPr lang="en-US" sz="2400" i="1" baseline="-25000" dirty="0"/>
              <a:t>2 </a:t>
            </a:r>
            <a:r>
              <a:rPr lang="en-US" sz="2400" dirty="0"/>
              <a:t>: </a:t>
            </a:r>
            <a:r>
              <a:rPr lang="en-US" sz="2400" i="1" dirty="0"/>
              <a:t>y</a:t>
            </a:r>
            <a:r>
              <a:rPr lang="en-US" sz="2400" dirty="0"/>
              <a:t> receives </a:t>
            </a:r>
            <a:r>
              <a:rPr lang="en-US" sz="2400" i="1" dirty="0"/>
              <a:t>z</a:t>
            </a:r>
            <a:r>
              <a:rPr lang="en-US" sz="2400" dirty="0"/>
              <a:t>’</a:t>
            </a:r>
            <a:r>
              <a:rPr lang="en-US" altLang="ja-JP" sz="2400" dirty="0"/>
              <a:t>s update, updates its DV.  </a:t>
            </a:r>
            <a:r>
              <a:rPr lang="en-US" altLang="ja-JP" sz="2400" i="1" dirty="0"/>
              <a:t>y’</a:t>
            </a:r>
            <a:r>
              <a:rPr lang="en-US" altLang="ja-JP" sz="2400" dirty="0"/>
              <a:t>s least costs do </a:t>
            </a:r>
            <a:r>
              <a:rPr lang="en-US" altLang="ja-JP" sz="2400" i="1" dirty="0"/>
              <a:t>not</a:t>
            </a:r>
            <a:r>
              <a:rPr lang="en-US" altLang="ja-JP" sz="2400" dirty="0"/>
              <a:t> change, so </a:t>
            </a:r>
            <a:r>
              <a:rPr lang="en-US" altLang="ja-JP" sz="2400" i="1" dirty="0"/>
              <a:t>y</a:t>
            </a:r>
            <a:r>
              <a:rPr lang="en-US" altLang="ja-JP" sz="2400" dirty="0"/>
              <a:t> does </a:t>
            </a:r>
            <a:r>
              <a:rPr lang="en-US" altLang="ja-JP" sz="2400" i="1" dirty="0">
                <a:solidFill>
                  <a:srgbClr val="0000A8"/>
                </a:solidFill>
              </a:rPr>
              <a:t>not</a:t>
            </a:r>
            <a:r>
              <a:rPr lang="en-US" altLang="ja-JP" sz="2400" dirty="0"/>
              <a:t> send a message to </a:t>
            </a:r>
            <a:r>
              <a:rPr lang="en-US" altLang="ja-JP" sz="2400" i="1" dirty="0"/>
              <a:t>z</a:t>
            </a:r>
            <a:r>
              <a:rPr lang="en-US" altLang="ja-JP" sz="2400" dirty="0"/>
              <a:t>. </a:t>
            </a:r>
          </a:p>
          <a:p>
            <a:pPr>
              <a:tabLst>
                <a:tab pos="228600" algn="l"/>
                <a:tab pos="457200" algn="l"/>
              </a:tabLst>
            </a:pPr>
            <a:endParaRPr lang="en-US" dirty="0"/>
          </a:p>
        </p:txBody>
      </p:sp>
      <p:sp>
        <p:nvSpPr>
          <p:cNvPr id="84" name="Rectangle 3">
            <a:extLst>
              <a:ext uri="{FF2B5EF4-FFF2-40B4-BE49-F238E27FC236}">
                <a16:creationId xmlns:a16="http://schemas.microsoft.com/office/drawing/2014/main" id="{93DE2E22-15BF-CB43-9F27-84D8612D7A54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9244" y="1512909"/>
            <a:ext cx="8066762" cy="200690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</a:pPr>
            <a:r>
              <a:rPr lang="en-US" sz="3200" dirty="0">
                <a:solidFill>
                  <a:srgbClr val="0000A8"/>
                </a:solidFill>
              </a:rPr>
              <a:t>link cost changes:</a:t>
            </a:r>
          </a:p>
          <a:p>
            <a:pPr marL="342900" indent="-219075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itchFamily="2" charset="2"/>
              <a:buChar char="§"/>
            </a:pPr>
            <a:r>
              <a:rPr lang="en-US" sz="2800" dirty="0"/>
              <a:t>node detects local link cost change </a:t>
            </a:r>
          </a:p>
          <a:p>
            <a:pPr marL="342900" indent="-219075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itchFamily="2" charset="2"/>
              <a:buChar char="§"/>
            </a:pPr>
            <a:r>
              <a:rPr lang="en-US" sz="2800" dirty="0"/>
              <a:t>updates routing info, recalculates local DV</a:t>
            </a:r>
          </a:p>
          <a:p>
            <a:pPr marL="342900" indent="-219075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itchFamily="2" charset="2"/>
              <a:buChar char="§"/>
            </a:pPr>
            <a:r>
              <a:rPr lang="en-US" sz="2800" dirty="0"/>
              <a:t>if DV changes, notify neighbors</a:t>
            </a:r>
            <a:r>
              <a:rPr lang="en-US" sz="2400" dirty="0"/>
              <a:t> </a:t>
            </a:r>
          </a:p>
        </p:txBody>
      </p:sp>
      <p:grpSp>
        <p:nvGrpSpPr>
          <p:cNvPr id="85" name="Group 5">
            <a:extLst>
              <a:ext uri="{FF2B5EF4-FFF2-40B4-BE49-F238E27FC236}">
                <a16:creationId xmlns:a16="http://schemas.microsoft.com/office/drawing/2014/main" id="{40C2098D-55AC-D040-96C2-D888A70E084A}"/>
              </a:ext>
            </a:extLst>
          </p:cNvPr>
          <p:cNvGrpSpPr>
            <a:grpSpLocks/>
          </p:cNvGrpSpPr>
          <p:nvPr/>
        </p:nvGrpSpPr>
        <p:grpSpPr bwMode="auto">
          <a:xfrm>
            <a:off x="9120644" y="1471939"/>
            <a:ext cx="2184400" cy="1314450"/>
            <a:chOff x="3625" y="1076"/>
            <a:chExt cx="1376" cy="828"/>
          </a:xfrm>
        </p:grpSpPr>
        <p:sp>
          <p:nvSpPr>
            <p:cNvPr id="86" name="Freeform 6">
              <a:extLst>
                <a:ext uri="{FF2B5EF4-FFF2-40B4-BE49-F238E27FC236}">
                  <a16:creationId xmlns:a16="http://schemas.microsoft.com/office/drawing/2014/main" id="{AA88A075-09A8-CA4E-82D1-8922BDB9FE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5" y="1140"/>
              <a:ext cx="1376" cy="764"/>
            </a:xfrm>
            <a:custGeom>
              <a:avLst/>
              <a:gdLst>
                <a:gd name="T0" fmla="*/ 113 w 1376"/>
                <a:gd name="T1" fmla="*/ 348 h 764"/>
                <a:gd name="T2" fmla="*/ 395 w 1376"/>
                <a:gd name="T3" fmla="*/ 162 h 764"/>
                <a:gd name="T4" fmla="*/ 710 w 1376"/>
                <a:gd name="T5" fmla="*/ 9 h 764"/>
                <a:gd name="T6" fmla="*/ 1160 w 1376"/>
                <a:gd name="T7" fmla="*/ 219 h 764"/>
                <a:gd name="T8" fmla="*/ 1367 w 1376"/>
                <a:gd name="T9" fmla="*/ 510 h 764"/>
                <a:gd name="T10" fmla="*/ 1103 w 1376"/>
                <a:gd name="T11" fmla="*/ 726 h 764"/>
                <a:gd name="T12" fmla="*/ 578 w 1376"/>
                <a:gd name="T13" fmla="*/ 738 h 764"/>
                <a:gd name="T14" fmla="*/ 77 w 1376"/>
                <a:gd name="T15" fmla="*/ 630 h 764"/>
                <a:gd name="T16" fmla="*/ 113 w 1376"/>
                <a:gd name="T17" fmla="*/ 348 h 76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76"/>
                <a:gd name="T28" fmla="*/ 0 h 764"/>
                <a:gd name="T29" fmla="*/ 1376 w 1376"/>
                <a:gd name="T30" fmla="*/ 764 h 764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76" h="764">
                  <a:moveTo>
                    <a:pt x="113" y="348"/>
                  </a:moveTo>
                  <a:cubicBezTo>
                    <a:pt x="166" y="270"/>
                    <a:pt x="296" y="218"/>
                    <a:pt x="395" y="162"/>
                  </a:cubicBezTo>
                  <a:cubicBezTo>
                    <a:pt x="494" y="106"/>
                    <a:pt x="583" y="0"/>
                    <a:pt x="710" y="9"/>
                  </a:cubicBezTo>
                  <a:cubicBezTo>
                    <a:pt x="837" y="18"/>
                    <a:pt x="1051" y="136"/>
                    <a:pt x="1160" y="219"/>
                  </a:cubicBezTo>
                  <a:cubicBezTo>
                    <a:pt x="1269" y="302"/>
                    <a:pt x="1376" y="426"/>
                    <a:pt x="1367" y="510"/>
                  </a:cubicBezTo>
                  <a:cubicBezTo>
                    <a:pt x="1358" y="594"/>
                    <a:pt x="1234" y="688"/>
                    <a:pt x="1103" y="726"/>
                  </a:cubicBezTo>
                  <a:cubicBezTo>
                    <a:pt x="972" y="764"/>
                    <a:pt x="749" y="754"/>
                    <a:pt x="578" y="738"/>
                  </a:cubicBezTo>
                  <a:cubicBezTo>
                    <a:pt x="407" y="722"/>
                    <a:pt x="154" y="695"/>
                    <a:pt x="77" y="630"/>
                  </a:cubicBezTo>
                  <a:cubicBezTo>
                    <a:pt x="0" y="565"/>
                    <a:pt x="60" y="426"/>
                    <a:pt x="113" y="348"/>
                  </a:cubicBezTo>
                  <a:close/>
                </a:path>
              </a:pathLst>
            </a:custGeom>
            <a:solidFill>
              <a:srgbClr val="9CE0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87" name="Freeform 7">
              <a:extLst>
                <a:ext uri="{FF2B5EF4-FFF2-40B4-BE49-F238E27FC236}">
                  <a16:creationId xmlns:a16="http://schemas.microsoft.com/office/drawing/2014/main" id="{4B2EFECB-750C-904E-9CF2-153C9D959B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4" y="1404"/>
              <a:ext cx="222" cy="180"/>
            </a:xfrm>
            <a:custGeom>
              <a:avLst/>
              <a:gdLst>
                <a:gd name="T0" fmla="*/ 0 w 222"/>
                <a:gd name="T1" fmla="*/ 180 h 180"/>
                <a:gd name="T2" fmla="*/ 222 w 222"/>
                <a:gd name="T3" fmla="*/ 0 h 180"/>
                <a:gd name="T4" fmla="*/ 0 60000 65536"/>
                <a:gd name="T5" fmla="*/ 0 60000 65536"/>
                <a:gd name="T6" fmla="*/ 0 w 222"/>
                <a:gd name="T7" fmla="*/ 0 h 180"/>
                <a:gd name="T8" fmla="*/ 222 w 222"/>
                <a:gd name="T9" fmla="*/ 180 h 180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22" h="180">
                  <a:moveTo>
                    <a:pt x="0" y="180"/>
                  </a:moveTo>
                  <a:lnTo>
                    <a:pt x="22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88" name="Oval 8">
              <a:extLst>
                <a:ext uri="{FF2B5EF4-FFF2-40B4-BE49-F238E27FC236}">
                  <a16:creationId xmlns:a16="http://schemas.microsoft.com/office/drawing/2014/main" id="{B240CDD0-033A-094B-876D-BDAA0A22FF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24" y="1640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89" name="Line 9">
              <a:extLst>
                <a:ext uri="{FF2B5EF4-FFF2-40B4-BE49-F238E27FC236}">
                  <a16:creationId xmlns:a16="http://schemas.microsoft.com/office/drawing/2014/main" id="{7A3FBC27-1E37-F54B-BC58-AC6D92BBBDF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24" y="1633"/>
              <a:ext cx="1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90" name="Line 10">
              <a:extLst>
                <a:ext uri="{FF2B5EF4-FFF2-40B4-BE49-F238E27FC236}">
                  <a16:creationId xmlns:a16="http://schemas.microsoft.com/office/drawing/2014/main" id="{64C6B584-D5CB-894C-8DF1-970A8523058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37" y="1633"/>
              <a:ext cx="1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91" name="Rectangle 11">
              <a:extLst>
                <a:ext uri="{FF2B5EF4-FFF2-40B4-BE49-F238E27FC236}">
                  <a16:creationId xmlns:a16="http://schemas.microsoft.com/office/drawing/2014/main" id="{5C5412BE-59B0-934A-B7BA-B3DF572827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24" y="1633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charset="0"/>
                <a:ea typeface="ＭＳ Ｐゴシック" charset="0"/>
              </a:endParaRPr>
            </a:p>
          </p:txBody>
        </p:sp>
        <p:sp>
          <p:nvSpPr>
            <p:cNvPr id="92" name="Oval 12">
              <a:extLst>
                <a:ext uri="{FF2B5EF4-FFF2-40B4-BE49-F238E27FC236}">
                  <a16:creationId xmlns:a16="http://schemas.microsoft.com/office/drawing/2014/main" id="{CFAF80BD-A1F8-574D-9A78-AD60A87049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21" y="1574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93" name="Freeform 13">
              <a:extLst>
                <a:ext uri="{FF2B5EF4-FFF2-40B4-BE49-F238E27FC236}">
                  <a16:creationId xmlns:a16="http://schemas.microsoft.com/office/drawing/2014/main" id="{B43B42B3-5A45-CC4B-AD55-97D4D7FEE9F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9" y="1404"/>
              <a:ext cx="216" cy="189"/>
            </a:xfrm>
            <a:custGeom>
              <a:avLst/>
              <a:gdLst>
                <a:gd name="T0" fmla="*/ 0 w 216"/>
                <a:gd name="T1" fmla="*/ 0 h 189"/>
                <a:gd name="T2" fmla="*/ 216 w 216"/>
                <a:gd name="T3" fmla="*/ 189 h 189"/>
                <a:gd name="T4" fmla="*/ 0 60000 65536"/>
                <a:gd name="T5" fmla="*/ 0 60000 65536"/>
                <a:gd name="T6" fmla="*/ 0 w 216"/>
                <a:gd name="T7" fmla="*/ 0 h 189"/>
                <a:gd name="T8" fmla="*/ 216 w 216"/>
                <a:gd name="T9" fmla="*/ 189 h 189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16" h="189">
                  <a:moveTo>
                    <a:pt x="0" y="0"/>
                  </a:moveTo>
                  <a:lnTo>
                    <a:pt x="216" y="189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94" name="Freeform 14">
              <a:extLst>
                <a:ext uri="{FF2B5EF4-FFF2-40B4-BE49-F238E27FC236}">
                  <a16:creationId xmlns:a16="http://schemas.microsoft.com/office/drawing/2014/main" id="{3F856C59-D658-7B43-A0E2-8332A0F4880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1" y="1668"/>
              <a:ext cx="540" cy="3"/>
            </a:xfrm>
            <a:custGeom>
              <a:avLst/>
              <a:gdLst>
                <a:gd name="T0" fmla="*/ 540 w 540"/>
                <a:gd name="T1" fmla="*/ 3 h 3"/>
                <a:gd name="T2" fmla="*/ 0 w 540"/>
                <a:gd name="T3" fmla="*/ 0 h 3"/>
                <a:gd name="T4" fmla="*/ 0 60000 65536"/>
                <a:gd name="T5" fmla="*/ 0 60000 65536"/>
                <a:gd name="T6" fmla="*/ 0 w 540"/>
                <a:gd name="T7" fmla="*/ 0 h 3"/>
                <a:gd name="T8" fmla="*/ 540 w 540"/>
                <a:gd name="T9" fmla="*/ 3 h 3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540" h="3">
                  <a:moveTo>
                    <a:pt x="540" y="3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95" name="Group 15">
              <a:extLst>
                <a:ext uri="{FF2B5EF4-FFF2-40B4-BE49-F238E27FC236}">
                  <a16:creationId xmlns:a16="http://schemas.microsoft.com/office/drawing/2014/main" id="{00AF41C0-42D7-4E44-8FBF-8783C29EF61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70" y="1526"/>
              <a:ext cx="210" cy="250"/>
              <a:chOff x="2951" y="2429"/>
              <a:chExt cx="213" cy="250"/>
            </a:xfrm>
          </p:grpSpPr>
          <p:sp>
            <p:nvSpPr>
              <p:cNvPr id="119" name="Rectangle 16">
                <a:extLst>
                  <a:ext uri="{FF2B5EF4-FFF2-40B4-BE49-F238E27FC236}">
                    <a16:creationId xmlns:a16="http://schemas.microsoft.com/office/drawing/2014/main" id="{25143E32-38AB-E141-9359-174A66B210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20" name="Text Box 17">
                <a:extLst>
                  <a:ext uri="{FF2B5EF4-FFF2-40B4-BE49-F238E27FC236}">
                    <a16:creationId xmlns:a16="http://schemas.microsoft.com/office/drawing/2014/main" id="{5FBE30DE-B9C1-4142-BA4A-6C0267A38D8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1" y="2429"/>
                <a:ext cx="213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omic Sans MS" charset="0"/>
                    <a:ea typeface="ＭＳ Ｐゴシック" charset="0"/>
                  </a:rPr>
                  <a:t>x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charset="0"/>
                  <a:ea typeface="ＭＳ Ｐゴシック" charset="0"/>
                </a:endParaRPr>
              </a:p>
            </p:txBody>
          </p:sp>
        </p:grpSp>
        <p:grpSp>
          <p:nvGrpSpPr>
            <p:cNvPr id="96" name="Group 18">
              <a:extLst>
                <a:ext uri="{FF2B5EF4-FFF2-40B4-BE49-F238E27FC236}">
                  <a16:creationId xmlns:a16="http://schemas.microsoft.com/office/drawing/2014/main" id="{1CCB28C8-C25F-6D45-99D6-934E4DB7ACF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566" y="1538"/>
              <a:ext cx="316" cy="250"/>
              <a:chOff x="1740" y="2306"/>
              <a:chExt cx="316" cy="250"/>
            </a:xfrm>
          </p:grpSpPr>
          <p:sp>
            <p:nvSpPr>
              <p:cNvPr id="111" name="Oval 19">
                <a:extLst>
                  <a:ext uri="{FF2B5EF4-FFF2-40B4-BE49-F238E27FC236}">
                    <a16:creationId xmlns:a16="http://schemas.microsoft.com/office/drawing/2014/main" id="{0BA6C611-2030-A540-9BCB-553B5913B0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3" y="2420"/>
                <a:ext cx="313" cy="81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12" name="Line 20">
                <a:extLst>
                  <a:ext uri="{FF2B5EF4-FFF2-40B4-BE49-F238E27FC236}">
                    <a16:creationId xmlns:a16="http://schemas.microsoft.com/office/drawing/2014/main" id="{EAA6F2A9-76FB-FB44-B560-6F7BA3722BA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743" y="2413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13" name="Line 21">
                <a:extLst>
                  <a:ext uri="{FF2B5EF4-FFF2-40B4-BE49-F238E27FC236}">
                    <a16:creationId xmlns:a16="http://schemas.microsoft.com/office/drawing/2014/main" id="{3E85F84C-1240-7543-9663-416F41E018B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056" y="2413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14" name="Rectangle 22">
                <a:extLst>
                  <a:ext uri="{FF2B5EF4-FFF2-40B4-BE49-F238E27FC236}">
                    <a16:creationId xmlns:a16="http://schemas.microsoft.com/office/drawing/2014/main" id="{2E0B953E-0313-0841-B1F0-D4A85EE0DE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3" y="2413"/>
                <a:ext cx="310" cy="49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charset="0"/>
                  <a:ea typeface="ＭＳ Ｐゴシック" charset="0"/>
                </a:endParaRPr>
              </a:p>
            </p:txBody>
          </p:sp>
          <p:sp>
            <p:nvSpPr>
              <p:cNvPr id="115" name="Oval 23">
                <a:extLst>
                  <a:ext uri="{FF2B5EF4-FFF2-40B4-BE49-F238E27FC236}">
                    <a16:creationId xmlns:a16="http://schemas.microsoft.com/office/drawing/2014/main" id="{8F6108B2-EB1F-D245-A6FC-F779F7F682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0" y="2354"/>
                <a:ext cx="313" cy="95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116" name="Group 24">
                <a:extLst>
                  <a:ext uri="{FF2B5EF4-FFF2-40B4-BE49-F238E27FC236}">
                    <a16:creationId xmlns:a16="http://schemas.microsoft.com/office/drawing/2014/main" id="{ED45E093-AC43-4E49-AF6B-E506C1277D0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800" y="2306"/>
                <a:ext cx="202" cy="250"/>
                <a:chOff x="2955" y="2429"/>
                <a:chExt cx="205" cy="250"/>
              </a:xfrm>
            </p:grpSpPr>
            <p:sp>
              <p:nvSpPr>
                <p:cNvPr id="117" name="Rectangle 25">
                  <a:extLst>
                    <a:ext uri="{FF2B5EF4-FFF2-40B4-BE49-F238E27FC236}">
                      <a16:creationId xmlns:a16="http://schemas.microsoft.com/office/drawing/2014/main" id="{6D3355A1-B945-5447-8024-3F52F6D0DC2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3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18" name="Text Box 26">
                  <a:extLst>
                    <a:ext uri="{FF2B5EF4-FFF2-40B4-BE49-F238E27FC236}">
                      <a16:creationId xmlns:a16="http://schemas.microsoft.com/office/drawing/2014/main" id="{1EA4AFE9-8666-394D-A688-4C7388B89086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55" y="2429"/>
                  <a:ext cx="205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Comic Sans MS" charset="0"/>
                      <a:ea typeface="ＭＳ Ｐゴシック" charset="0"/>
                    </a:rPr>
                    <a:t>z</a:t>
                  </a: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charset="0"/>
                    <a:ea typeface="ＭＳ Ｐゴシック" charset="0"/>
                  </a:endParaRPr>
                </a:p>
              </p:txBody>
            </p:sp>
          </p:grpSp>
        </p:grpSp>
        <p:sp>
          <p:nvSpPr>
            <p:cNvPr id="97" name="Text Box 27">
              <a:extLst>
                <a:ext uri="{FF2B5EF4-FFF2-40B4-BE49-F238E27FC236}">
                  <a16:creationId xmlns:a16="http://schemas.microsoft.com/office/drawing/2014/main" id="{8D486D45-3211-2E42-9C51-652738E0C10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469" y="1328"/>
              <a:ext cx="181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charset="0"/>
                <a:ea typeface="ＭＳ Ｐゴシック" charset="0"/>
              </a:endParaRPr>
            </a:p>
          </p:txBody>
        </p:sp>
        <p:sp>
          <p:nvSpPr>
            <p:cNvPr id="98" name="Text Box 28">
              <a:extLst>
                <a:ext uri="{FF2B5EF4-FFF2-40B4-BE49-F238E27FC236}">
                  <a16:creationId xmlns:a16="http://schemas.microsoft.com/office/drawing/2014/main" id="{C4EEA417-D5C5-ED4D-88D6-31DEF02AA77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930" y="1325"/>
              <a:ext cx="204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charset="0"/>
                  <a:ea typeface="ＭＳ Ｐゴシック" charset="0"/>
                </a:rPr>
                <a:t>4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charset="0"/>
                <a:ea typeface="ＭＳ Ｐゴシック" charset="0"/>
              </a:endParaRPr>
            </a:p>
          </p:txBody>
        </p:sp>
        <p:sp>
          <p:nvSpPr>
            <p:cNvPr id="99" name="Text Box 29">
              <a:extLst>
                <a:ext uri="{FF2B5EF4-FFF2-40B4-BE49-F238E27FC236}">
                  <a16:creationId xmlns:a16="http://schemas.microsoft.com/office/drawing/2014/main" id="{6DB9746E-151B-D246-AE3B-7C96BB80470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71" y="1658"/>
              <a:ext cx="292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charset="0"/>
                  <a:ea typeface="ＭＳ Ｐゴシック" charset="0"/>
                </a:rPr>
                <a:t>50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charset="0"/>
                <a:ea typeface="ＭＳ Ｐゴシック" charset="0"/>
              </a:endParaRPr>
            </a:p>
          </p:txBody>
        </p:sp>
        <p:grpSp>
          <p:nvGrpSpPr>
            <p:cNvPr id="100" name="Group 30">
              <a:extLst>
                <a:ext uri="{FF2B5EF4-FFF2-40B4-BE49-F238E27FC236}">
                  <a16:creationId xmlns:a16="http://schemas.microsoft.com/office/drawing/2014/main" id="{6091DEB1-C5BF-E040-8EF0-C995C85E26C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146" y="1214"/>
              <a:ext cx="316" cy="250"/>
              <a:chOff x="1740" y="2306"/>
              <a:chExt cx="316" cy="250"/>
            </a:xfrm>
          </p:grpSpPr>
          <p:sp>
            <p:nvSpPr>
              <p:cNvPr id="103" name="Oval 31">
                <a:extLst>
                  <a:ext uri="{FF2B5EF4-FFF2-40B4-BE49-F238E27FC236}">
                    <a16:creationId xmlns:a16="http://schemas.microsoft.com/office/drawing/2014/main" id="{51AA4501-AE8F-BF45-9219-96A74877EA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3" y="2420"/>
                <a:ext cx="313" cy="81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04" name="Line 32">
                <a:extLst>
                  <a:ext uri="{FF2B5EF4-FFF2-40B4-BE49-F238E27FC236}">
                    <a16:creationId xmlns:a16="http://schemas.microsoft.com/office/drawing/2014/main" id="{FB4052E6-F89B-5144-8146-574A7EFFC43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743" y="2413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05" name="Line 33">
                <a:extLst>
                  <a:ext uri="{FF2B5EF4-FFF2-40B4-BE49-F238E27FC236}">
                    <a16:creationId xmlns:a16="http://schemas.microsoft.com/office/drawing/2014/main" id="{C74DC608-BD5B-6840-AF47-0933A3D7D89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056" y="2413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06" name="Rectangle 34">
                <a:extLst>
                  <a:ext uri="{FF2B5EF4-FFF2-40B4-BE49-F238E27FC236}">
                    <a16:creationId xmlns:a16="http://schemas.microsoft.com/office/drawing/2014/main" id="{3A1AFE8A-9C2C-D640-A73A-1B89A22C2E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3" y="2413"/>
                <a:ext cx="310" cy="49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charset="0"/>
                  <a:ea typeface="ＭＳ Ｐゴシック" charset="0"/>
                </a:endParaRPr>
              </a:p>
            </p:txBody>
          </p:sp>
          <p:sp>
            <p:nvSpPr>
              <p:cNvPr id="107" name="Oval 35">
                <a:extLst>
                  <a:ext uri="{FF2B5EF4-FFF2-40B4-BE49-F238E27FC236}">
                    <a16:creationId xmlns:a16="http://schemas.microsoft.com/office/drawing/2014/main" id="{BC6727D8-BE5E-224D-85D1-5439843920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0" y="2354"/>
                <a:ext cx="313" cy="95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108" name="Group 36">
                <a:extLst>
                  <a:ext uri="{FF2B5EF4-FFF2-40B4-BE49-F238E27FC236}">
                    <a16:creationId xmlns:a16="http://schemas.microsoft.com/office/drawing/2014/main" id="{0047B545-BB3D-7249-B046-CE8A2718BB5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802" y="2306"/>
                <a:ext cx="199" cy="250"/>
                <a:chOff x="2957" y="2429"/>
                <a:chExt cx="202" cy="250"/>
              </a:xfrm>
            </p:grpSpPr>
            <p:sp>
              <p:nvSpPr>
                <p:cNvPr id="109" name="Rectangle 37">
                  <a:extLst>
                    <a:ext uri="{FF2B5EF4-FFF2-40B4-BE49-F238E27FC236}">
                      <a16:creationId xmlns:a16="http://schemas.microsoft.com/office/drawing/2014/main" id="{318364A7-97F1-1F4E-988F-46922CCB27A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3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10" name="Text Box 38">
                  <a:extLst>
                    <a:ext uri="{FF2B5EF4-FFF2-40B4-BE49-F238E27FC236}">
                      <a16:creationId xmlns:a16="http://schemas.microsoft.com/office/drawing/2014/main" id="{E578598E-0919-2540-8611-872BA7F56BC7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57" y="2429"/>
                  <a:ext cx="202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Comic Sans MS" charset="0"/>
                      <a:ea typeface="ＭＳ Ｐゴシック" charset="0"/>
                    </a:rPr>
                    <a:t>y</a:t>
                  </a: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charset="0"/>
                    <a:ea typeface="ＭＳ Ｐゴシック" charset="0"/>
                  </a:endParaRPr>
                </a:p>
              </p:txBody>
            </p:sp>
          </p:grpSp>
        </p:grpSp>
        <p:sp>
          <p:nvSpPr>
            <p:cNvPr id="101" name="Text Box 39">
              <a:extLst>
                <a:ext uri="{FF2B5EF4-FFF2-40B4-BE49-F238E27FC236}">
                  <a16:creationId xmlns:a16="http://schemas.microsoft.com/office/drawing/2014/main" id="{1DED0BC9-977B-8046-8C36-2E4B087649C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37" y="1076"/>
              <a:ext cx="182" cy="2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sz="1800" kern="0" dirty="0">
                  <a:solidFill>
                    <a:srgbClr val="FF0000"/>
                  </a:solidFill>
                  <a:latin typeface="Comic Sans MS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charset="0"/>
                <a:ea typeface="ＭＳ Ｐゴシック" charset="0"/>
              </a:endParaRPr>
            </a:p>
          </p:txBody>
        </p:sp>
        <p:sp>
          <p:nvSpPr>
            <p:cNvPr id="102" name="Line 40">
              <a:extLst>
                <a:ext uri="{FF2B5EF4-FFF2-40B4-BE49-F238E27FC236}">
                  <a16:creationId xmlns:a16="http://schemas.microsoft.com/office/drawing/2014/main" id="{09BE1DC2-4B0A-DA43-B4B9-66A1A38E570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3948" y="1272"/>
              <a:ext cx="132" cy="22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01805474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9" dur="5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0" grpId="0"/>
      <p:bldP spid="81" grpId="0"/>
      <p:bldP spid="82" grpId="0"/>
      <p:bldP spid="83" grpId="0"/>
    </p:bldLst>
  </p:timing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DEDE803E-6759-9045-824E-EB665BC5AFC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Distance vector: link cost changes</a:t>
            </a:r>
          </a:p>
        </p:txBody>
      </p:sp>
      <p:sp>
        <p:nvSpPr>
          <p:cNvPr id="6" name="Rectangle 3">
            <a:extLst>
              <a:ext uri="{FF2B5EF4-FFF2-40B4-BE49-F238E27FC236}">
                <a16:creationId xmlns:a16="http://schemas.microsoft.com/office/drawing/2014/main" id="{D3F0A53B-EF0A-F14F-83F8-2625C7BB826D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9244" y="1512909"/>
            <a:ext cx="8529050" cy="200690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</a:pPr>
            <a:r>
              <a:rPr lang="en-US" sz="3200" dirty="0">
                <a:solidFill>
                  <a:srgbClr val="0000A8"/>
                </a:solidFill>
              </a:rPr>
              <a:t>link cost changes:</a:t>
            </a:r>
          </a:p>
          <a:p>
            <a:pPr marL="342900" indent="-219075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itchFamily="2" charset="2"/>
              <a:buChar char="§"/>
            </a:pPr>
            <a:r>
              <a:rPr lang="en-US" sz="2800" dirty="0"/>
              <a:t>node detects local link cost change </a:t>
            </a:r>
          </a:p>
          <a:p>
            <a:pPr marL="342900" indent="-219075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itchFamily="2" charset="2"/>
              <a:buChar char="§"/>
            </a:pPr>
            <a:r>
              <a:rPr lang="en-US" sz="2800" dirty="0">
                <a:solidFill>
                  <a:srgbClr val="C00000"/>
                </a:solidFill>
              </a:rPr>
              <a:t>“bad news travels slow” </a:t>
            </a:r>
            <a:r>
              <a:rPr lang="en-US" sz="2800" dirty="0"/>
              <a:t>– count-to-infinity problem:</a:t>
            </a:r>
          </a:p>
        </p:txBody>
      </p:sp>
      <p:grpSp>
        <p:nvGrpSpPr>
          <p:cNvPr id="43" name="Group 5">
            <a:extLst>
              <a:ext uri="{FF2B5EF4-FFF2-40B4-BE49-F238E27FC236}">
                <a16:creationId xmlns:a16="http://schemas.microsoft.com/office/drawing/2014/main" id="{53548EC1-9C54-AF46-9B41-624583B976B0}"/>
              </a:ext>
            </a:extLst>
          </p:cNvPr>
          <p:cNvGrpSpPr>
            <a:grpSpLocks/>
          </p:cNvGrpSpPr>
          <p:nvPr/>
        </p:nvGrpSpPr>
        <p:grpSpPr bwMode="auto">
          <a:xfrm>
            <a:off x="9120644" y="1471939"/>
            <a:ext cx="2184400" cy="1314450"/>
            <a:chOff x="3625" y="1076"/>
            <a:chExt cx="1376" cy="828"/>
          </a:xfrm>
        </p:grpSpPr>
        <p:sp>
          <p:nvSpPr>
            <p:cNvPr id="44" name="Freeform 6">
              <a:extLst>
                <a:ext uri="{FF2B5EF4-FFF2-40B4-BE49-F238E27FC236}">
                  <a16:creationId xmlns:a16="http://schemas.microsoft.com/office/drawing/2014/main" id="{33A5FF50-7C95-DF45-AA77-5718630E87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5" y="1140"/>
              <a:ext cx="1376" cy="764"/>
            </a:xfrm>
            <a:custGeom>
              <a:avLst/>
              <a:gdLst>
                <a:gd name="T0" fmla="*/ 113 w 1376"/>
                <a:gd name="T1" fmla="*/ 348 h 764"/>
                <a:gd name="T2" fmla="*/ 395 w 1376"/>
                <a:gd name="T3" fmla="*/ 162 h 764"/>
                <a:gd name="T4" fmla="*/ 710 w 1376"/>
                <a:gd name="T5" fmla="*/ 9 h 764"/>
                <a:gd name="T6" fmla="*/ 1160 w 1376"/>
                <a:gd name="T7" fmla="*/ 219 h 764"/>
                <a:gd name="T8" fmla="*/ 1367 w 1376"/>
                <a:gd name="T9" fmla="*/ 510 h 764"/>
                <a:gd name="T10" fmla="*/ 1103 w 1376"/>
                <a:gd name="T11" fmla="*/ 726 h 764"/>
                <a:gd name="T12" fmla="*/ 578 w 1376"/>
                <a:gd name="T13" fmla="*/ 738 h 764"/>
                <a:gd name="T14" fmla="*/ 77 w 1376"/>
                <a:gd name="T15" fmla="*/ 630 h 764"/>
                <a:gd name="T16" fmla="*/ 113 w 1376"/>
                <a:gd name="T17" fmla="*/ 348 h 76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76"/>
                <a:gd name="T28" fmla="*/ 0 h 764"/>
                <a:gd name="T29" fmla="*/ 1376 w 1376"/>
                <a:gd name="T30" fmla="*/ 764 h 764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76" h="764">
                  <a:moveTo>
                    <a:pt x="113" y="348"/>
                  </a:moveTo>
                  <a:cubicBezTo>
                    <a:pt x="166" y="270"/>
                    <a:pt x="296" y="218"/>
                    <a:pt x="395" y="162"/>
                  </a:cubicBezTo>
                  <a:cubicBezTo>
                    <a:pt x="494" y="106"/>
                    <a:pt x="583" y="0"/>
                    <a:pt x="710" y="9"/>
                  </a:cubicBezTo>
                  <a:cubicBezTo>
                    <a:pt x="837" y="18"/>
                    <a:pt x="1051" y="136"/>
                    <a:pt x="1160" y="219"/>
                  </a:cubicBezTo>
                  <a:cubicBezTo>
                    <a:pt x="1269" y="302"/>
                    <a:pt x="1376" y="426"/>
                    <a:pt x="1367" y="510"/>
                  </a:cubicBezTo>
                  <a:cubicBezTo>
                    <a:pt x="1358" y="594"/>
                    <a:pt x="1234" y="688"/>
                    <a:pt x="1103" y="726"/>
                  </a:cubicBezTo>
                  <a:cubicBezTo>
                    <a:pt x="972" y="764"/>
                    <a:pt x="749" y="754"/>
                    <a:pt x="578" y="738"/>
                  </a:cubicBezTo>
                  <a:cubicBezTo>
                    <a:pt x="407" y="722"/>
                    <a:pt x="154" y="695"/>
                    <a:pt x="77" y="630"/>
                  </a:cubicBezTo>
                  <a:cubicBezTo>
                    <a:pt x="0" y="565"/>
                    <a:pt x="60" y="426"/>
                    <a:pt x="113" y="348"/>
                  </a:cubicBezTo>
                  <a:close/>
                </a:path>
              </a:pathLst>
            </a:custGeom>
            <a:solidFill>
              <a:srgbClr val="9CE0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5" name="Freeform 7">
              <a:extLst>
                <a:ext uri="{FF2B5EF4-FFF2-40B4-BE49-F238E27FC236}">
                  <a16:creationId xmlns:a16="http://schemas.microsoft.com/office/drawing/2014/main" id="{6612A2CD-4C6B-DA4A-A743-D71528CFC5F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4" y="1404"/>
              <a:ext cx="222" cy="180"/>
            </a:xfrm>
            <a:custGeom>
              <a:avLst/>
              <a:gdLst>
                <a:gd name="T0" fmla="*/ 0 w 222"/>
                <a:gd name="T1" fmla="*/ 180 h 180"/>
                <a:gd name="T2" fmla="*/ 222 w 222"/>
                <a:gd name="T3" fmla="*/ 0 h 180"/>
                <a:gd name="T4" fmla="*/ 0 60000 65536"/>
                <a:gd name="T5" fmla="*/ 0 60000 65536"/>
                <a:gd name="T6" fmla="*/ 0 w 222"/>
                <a:gd name="T7" fmla="*/ 0 h 180"/>
                <a:gd name="T8" fmla="*/ 222 w 222"/>
                <a:gd name="T9" fmla="*/ 180 h 180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22" h="180">
                  <a:moveTo>
                    <a:pt x="0" y="180"/>
                  </a:moveTo>
                  <a:lnTo>
                    <a:pt x="22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6" name="Oval 8">
              <a:extLst>
                <a:ext uri="{FF2B5EF4-FFF2-40B4-BE49-F238E27FC236}">
                  <a16:creationId xmlns:a16="http://schemas.microsoft.com/office/drawing/2014/main" id="{7E8971E6-BEA2-874D-B1E4-61CF622DBD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24" y="1640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7" name="Line 9">
              <a:extLst>
                <a:ext uri="{FF2B5EF4-FFF2-40B4-BE49-F238E27FC236}">
                  <a16:creationId xmlns:a16="http://schemas.microsoft.com/office/drawing/2014/main" id="{7D294D69-AF88-234B-B581-BE8C218CC82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24" y="1633"/>
              <a:ext cx="1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8" name="Line 10">
              <a:extLst>
                <a:ext uri="{FF2B5EF4-FFF2-40B4-BE49-F238E27FC236}">
                  <a16:creationId xmlns:a16="http://schemas.microsoft.com/office/drawing/2014/main" id="{67E1C9F1-E4C7-5D42-AEB7-AA8E2621A72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37" y="1633"/>
              <a:ext cx="1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9" name="Rectangle 11">
              <a:extLst>
                <a:ext uri="{FF2B5EF4-FFF2-40B4-BE49-F238E27FC236}">
                  <a16:creationId xmlns:a16="http://schemas.microsoft.com/office/drawing/2014/main" id="{45C496EF-F8C3-F740-9541-702695F345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24" y="1633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charset="0"/>
                <a:ea typeface="ＭＳ Ｐゴシック" charset="0"/>
              </a:endParaRPr>
            </a:p>
          </p:txBody>
        </p:sp>
        <p:sp>
          <p:nvSpPr>
            <p:cNvPr id="50" name="Oval 12">
              <a:extLst>
                <a:ext uri="{FF2B5EF4-FFF2-40B4-BE49-F238E27FC236}">
                  <a16:creationId xmlns:a16="http://schemas.microsoft.com/office/drawing/2014/main" id="{4BA59B67-A386-7243-9AB5-2A0415A510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21" y="1574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1" name="Freeform 13">
              <a:extLst>
                <a:ext uri="{FF2B5EF4-FFF2-40B4-BE49-F238E27FC236}">
                  <a16:creationId xmlns:a16="http://schemas.microsoft.com/office/drawing/2014/main" id="{98C215AE-6010-1343-8BB0-929BDFAA64C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9" y="1404"/>
              <a:ext cx="216" cy="189"/>
            </a:xfrm>
            <a:custGeom>
              <a:avLst/>
              <a:gdLst>
                <a:gd name="T0" fmla="*/ 0 w 216"/>
                <a:gd name="T1" fmla="*/ 0 h 189"/>
                <a:gd name="T2" fmla="*/ 216 w 216"/>
                <a:gd name="T3" fmla="*/ 189 h 189"/>
                <a:gd name="T4" fmla="*/ 0 60000 65536"/>
                <a:gd name="T5" fmla="*/ 0 60000 65536"/>
                <a:gd name="T6" fmla="*/ 0 w 216"/>
                <a:gd name="T7" fmla="*/ 0 h 189"/>
                <a:gd name="T8" fmla="*/ 216 w 216"/>
                <a:gd name="T9" fmla="*/ 189 h 189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16" h="189">
                  <a:moveTo>
                    <a:pt x="0" y="0"/>
                  </a:moveTo>
                  <a:lnTo>
                    <a:pt x="216" y="189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2" name="Freeform 14">
              <a:extLst>
                <a:ext uri="{FF2B5EF4-FFF2-40B4-BE49-F238E27FC236}">
                  <a16:creationId xmlns:a16="http://schemas.microsoft.com/office/drawing/2014/main" id="{4B2DB31F-6877-E640-B5F7-0BFCC789331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1" y="1668"/>
              <a:ext cx="540" cy="3"/>
            </a:xfrm>
            <a:custGeom>
              <a:avLst/>
              <a:gdLst>
                <a:gd name="T0" fmla="*/ 540 w 540"/>
                <a:gd name="T1" fmla="*/ 3 h 3"/>
                <a:gd name="T2" fmla="*/ 0 w 540"/>
                <a:gd name="T3" fmla="*/ 0 h 3"/>
                <a:gd name="T4" fmla="*/ 0 60000 65536"/>
                <a:gd name="T5" fmla="*/ 0 60000 65536"/>
                <a:gd name="T6" fmla="*/ 0 w 540"/>
                <a:gd name="T7" fmla="*/ 0 h 3"/>
                <a:gd name="T8" fmla="*/ 540 w 540"/>
                <a:gd name="T9" fmla="*/ 3 h 3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540" h="3">
                  <a:moveTo>
                    <a:pt x="540" y="3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53" name="Group 15">
              <a:extLst>
                <a:ext uri="{FF2B5EF4-FFF2-40B4-BE49-F238E27FC236}">
                  <a16:creationId xmlns:a16="http://schemas.microsoft.com/office/drawing/2014/main" id="{EEB81C2A-A0B1-7444-8561-297CF350C41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70" y="1526"/>
              <a:ext cx="210" cy="250"/>
              <a:chOff x="2951" y="2429"/>
              <a:chExt cx="213" cy="250"/>
            </a:xfrm>
          </p:grpSpPr>
          <p:sp>
            <p:nvSpPr>
              <p:cNvPr id="77" name="Rectangle 16">
                <a:extLst>
                  <a:ext uri="{FF2B5EF4-FFF2-40B4-BE49-F238E27FC236}">
                    <a16:creationId xmlns:a16="http://schemas.microsoft.com/office/drawing/2014/main" id="{F8E4C5AC-0844-044C-BB78-B139DD8F1F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8" name="Text Box 17">
                <a:extLst>
                  <a:ext uri="{FF2B5EF4-FFF2-40B4-BE49-F238E27FC236}">
                    <a16:creationId xmlns:a16="http://schemas.microsoft.com/office/drawing/2014/main" id="{CF77536C-E1FF-C944-841A-DD711E911C7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1" y="2429"/>
                <a:ext cx="213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omic Sans MS" charset="0"/>
                    <a:ea typeface="ＭＳ Ｐゴシック" charset="0"/>
                  </a:rPr>
                  <a:t>x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charset="0"/>
                  <a:ea typeface="ＭＳ Ｐゴシック" charset="0"/>
                </a:endParaRPr>
              </a:p>
            </p:txBody>
          </p:sp>
        </p:grpSp>
        <p:grpSp>
          <p:nvGrpSpPr>
            <p:cNvPr id="54" name="Group 18">
              <a:extLst>
                <a:ext uri="{FF2B5EF4-FFF2-40B4-BE49-F238E27FC236}">
                  <a16:creationId xmlns:a16="http://schemas.microsoft.com/office/drawing/2014/main" id="{5CBB15BA-4A40-AB4B-B9EC-BA4E18A4A6E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566" y="1538"/>
              <a:ext cx="316" cy="250"/>
              <a:chOff x="1740" y="2306"/>
              <a:chExt cx="316" cy="250"/>
            </a:xfrm>
          </p:grpSpPr>
          <p:sp>
            <p:nvSpPr>
              <p:cNvPr id="69" name="Oval 19">
                <a:extLst>
                  <a:ext uri="{FF2B5EF4-FFF2-40B4-BE49-F238E27FC236}">
                    <a16:creationId xmlns:a16="http://schemas.microsoft.com/office/drawing/2014/main" id="{0A200021-D040-DA45-B158-588926E565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3" y="2420"/>
                <a:ext cx="313" cy="81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0" name="Line 20">
                <a:extLst>
                  <a:ext uri="{FF2B5EF4-FFF2-40B4-BE49-F238E27FC236}">
                    <a16:creationId xmlns:a16="http://schemas.microsoft.com/office/drawing/2014/main" id="{79386E2C-CB0C-9645-B7C5-2599A8A9505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743" y="2413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1" name="Line 21">
                <a:extLst>
                  <a:ext uri="{FF2B5EF4-FFF2-40B4-BE49-F238E27FC236}">
                    <a16:creationId xmlns:a16="http://schemas.microsoft.com/office/drawing/2014/main" id="{A48EA00D-73A4-AF4B-B223-5949CA70425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056" y="2413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2" name="Rectangle 22">
                <a:extLst>
                  <a:ext uri="{FF2B5EF4-FFF2-40B4-BE49-F238E27FC236}">
                    <a16:creationId xmlns:a16="http://schemas.microsoft.com/office/drawing/2014/main" id="{08DBF7C1-ED9B-9D40-8D84-0B5C3304C8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3" y="2413"/>
                <a:ext cx="310" cy="49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charset="0"/>
                  <a:ea typeface="ＭＳ Ｐゴシック" charset="0"/>
                </a:endParaRPr>
              </a:p>
            </p:txBody>
          </p:sp>
          <p:sp>
            <p:nvSpPr>
              <p:cNvPr id="73" name="Oval 23">
                <a:extLst>
                  <a:ext uri="{FF2B5EF4-FFF2-40B4-BE49-F238E27FC236}">
                    <a16:creationId xmlns:a16="http://schemas.microsoft.com/office/drawing/2014/main" id="{3E9346AE-E519-354C-810A-16DEADE45A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0" y="2354"/>
                <a:ext cx="313" cy="95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74" name="Group 24">
                <a:extLst>
                  <a:ext uri="{FF2B5EF4-FFF2-40B4-BE49-F238E27FC236}">
                    <a16:creationId xmlns:a16="http://schemas.microsoft.com/office/drawing/2014/main" id="{2999FEF8-4C59-634B-A19F-C8299FF594C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800" y="2306"/>
                <a:ext cx="202" cy="250"/>
                <a:chOff x="2955" y="2429"/>
                <a:chExt cx="205" cy="250"/>
              </a:xfrm>
            </p:grpSpPr>
            <p:sp>
              <p:nvSpPr>
                <p:cNvPr id="75" name="Rectangle 25">
                  <a:extLst>
                    <a:ext uri="{FF2B5EF4-FFF2-40B4-BE49-F238E27FC236}">
                      <a16:creationId xmlns:a16="http://schemas.microsoft.com/office/drawing/2014/main" id="{563F9320-3842-A643-A717-FFF39989971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3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76" name="Text Box 26">
                  <a:extLst>
                    <a:ext uri="{FF2B5EF4-FFF2-40B4-BE49-F238E27FC236}">
                      <a16:creationId xmlns:a16="http://schemas.microsoft.com/office/drawing/2014/main" id="{8960A5DB-B3CA-144F-B2CA-63FA639D9C19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55" y="2429"/>
                  <a:ext cx="205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Comic Sans MS" charset="0"/>
                      <a:ea typeface="ＭＳ Ｐゴシック" charset="0"/>
                    </a:rPr>
                    <a:t>z</a:t>
                  </a: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charset="0"/>
                    <a:ea typeface="ＭＳ Ｐゴシック" charset="0"/>
                  </a:endParaRPr>
                </a:p>
              </p:txBody>
            </p:sp>
          </p:grpSp>
        </p:grpSp>
        <p:sp>
          <p:nvSpPr>
            <p:cNvPr id="55" name="Text Box 27">
              <a:extLst>
                <a:ext uri="{FF2B5EF4-FFF2-40B4-BE49-F238E27FC236}">
                  <a16:creationId xmlns:a16="http://schemas.microsoft.com/office/drawing/2014/main" id="{7E80773C-8042-6A43-AC5A-44D7A16EAC5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469" y="1328"/>
              <a:ext cx="181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charset="0"/>
                <a:ea typeface="ＭＳ Ｐゴシック" charset="0"/>
              </a:endParaRPr>
            </a:p>
          </p:txBody>
        </p:sp>
        <p:sp>
          <p:nvSpPr>
            <p:cNvPr id="56" name="Text Box 28">
              <a:extLst>
                <a:ext uri="{FF2B5EF4-FFF2-40B4-BE49-F238E27FC236}">
                  <a16:creationId xmlns:a16="http://schemas.microsoft.com/office/drawing/2014/main" id="{C55355DC-E7CE-B140-B094-F538DB0E7FD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930" y="1325"/>
              <a:ext cx="204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charset="0"/>
                  <a:ea typeface="ＭＳ Ｐゴシック" charset="0"/>
                </a:rPr>
                <a:t>4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charset="0"/>
                <a:ea typeface="ＭＳ Ｐゴシック" charset="0"/>
              </a:endParaRPr>
            </a:p>
          </p:txBody>
        </p:sp>
        <p:sp>
          <p:nvSpPr>
            <p:cNvPr id="57" name="Text Box 29">
              <a:extLst>
                <a:ext uri="{FF2B5EF4-FFF2-40B4-BE49-F238E27FC236}">
                  <a16:creationId xmlns:a16="http://schemas.microsoft.com/office/drawing/2014/main" id="{355C66B1-698A-184B-8DA8-9BE05384C6E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71" y="1658"/>
              <a:ext cx="292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charset="0"/>
                  <a:ea typeface="ＭＳ Ｐゴシック" charset="0"/>
                </a:rPr>
                <a:t>50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charset="0"/>
                <a:ea typeface="ＭＳ Ｐゴシック" charset="0"/>
              </a:endParaRPr>
            </a:p>
          </p:txBody>
        </p:sp>
        <p:grpSp>
          <p:nvGrpSpPr>
            <p:cNvPr id="58" name="Group 30">
              <a:extLst>
                <a:ext uri="{FF2B5EF4-FFF2-40B4-BE49-F238E27FC236}">
                  <a16:creationId xmlns:a16="http://schemas.microsoft.com/office/drawing/2014/main" id="{5525A171-AA7D-8E43-AA99-783CD6693B5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146" y="1214"/>
              <a:ext cx="316" cy="250"/>
              <a:chOff x="1740" y="2306"/>
              <a:chExt cx="316" cy="250"/>
            </a:xfrm>
          </p:grpSpPr>
          <p:sp>
            <p:nvSpPr>
              <p:cNvPr id="61" name="Oval 31">
                <a:extLst>
                  <a:ext uri="{FF2B5EF4-FFF2-40B4-BE49-F238E27FC236}">
                    <a16:creationId xmlns:a16="http://schemas.microsoft.com/office/drawing/2014/main" id="{D84C6EE9-75F6-2B46-AA10-45E7BF28FA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3" y="2420"/>
                <a:ext cx="313" cy="81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2" name="Line 32">
                <a:extLst>
                  <a:ext uri="{FF2B5EF4-FFF2-40B4-BE49-F238E27FC236}">
                    <a16:creationId xmlns:a16="http://schemas.microsoft.com/office/drawing/2014/main" id="{2567FA46-08FC-BD4D-8FF6-A3A4C69A8C7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743" y="2413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3" name="Line 33">
                <a:extLst>
                  <a:ext uri="{FF2B5EF4-FFF2-40B4-BE49-F238E27FC236}">
                    <a16:creationId xmlns:a16="http://schemas.microsoft.com/office/drawing/2014/main" id="{26FB35EB-138C-CF45-AA13-8A120FEA7C4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056" y="2413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4" name="Rectangle 34">
                <a:extLst>
                  <a:ext uri="{FF2B5EF4-FFF2-40B4-BE49-F238E27FC236}">
                    <a16:creationId xmlns:a16="http://schemas.microsoft.com/office/drawing/2014/main" id="{6D96E9E3-BC4D-1842-BF12-AA066722B4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3" y="2413"/>
                <a:ext cx="310" cy="49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charset="0"/>
                  <a:ea typeface="ＭＳ Ｐゴシック" charset="0"/>
                </a:endParaRPr>
              </a:p>
            </p:txBody>
          </p:sp>
          <p:sp>
            <p:nvSpPr>
              <p:cNvPr id="65" name="Oval 35">
                <a:extLst>
                  <a:ext uri="{FF2B5EF4-FFF2-40B4-BE49-F238E27FC236}">
                    <a16:creationId xmlns:a16="http://schemas.microsoft.com/office/drawing/2014/main" id="{D1D0B359-3B66-D143-BE1A-5759641121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0" y="2354"/>
                <a:ext cx="313" cy="95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66" name="Group 36">
                <a:extLst>
                  <a:ext uri="{FF2B5EF4-FFF2-40B4-BE49-F238E27FC236}">
                    <a16:creationId xmlns:a16="http://schemas.microsoft.com/office/drawing/2014/main" id="{3D130FA3-1656-2E4D-A448-FBC3A12A31F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802" y="2306"/>
                <a:ext cx="199" cy="250"/>
                <a:chOff x="2957" y="2429"/>
                <a:chExt cx="202" cy="250"/>
              </a:xfrm>
            </p:grpSpPr>
            <p:sp>
              <p:nvSpPr>
                <p:cNvPr id="67" name="Rectangle 37">
                  <a:extLst>
                    <a:ext uri="{FF2B5EF4-FFF2-40B4-BE49-F238E27FC236}">
                      <a16:creationId xmlns:a16="http://schemas.microsoft.com/office/drawing/2014/main" id="{CC9AB493-6B84-8A4F-849B-352E8FEF17A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3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8" name="Text Box 38">
                  <a:extLst>
                    <a:ext uri="{FF2B5EF4-FFF2-40B4-BE49-F238E27FC236}">
                      <a16:creationId xmlns:a16="http://schemas.microsoft.com/office/drawing/2014/main" id="{08E9F813-DB7C-084E-B829-ED11637E6CBC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57" y="2429"/>
                  <a:ext cx="202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Comic Sans MS" charset="0"/>
                      <a:ea typeface="ＭＳ Ｐゴシック" charset="0"/>
                    </a:rPr>
                    <a:t>y</a:t>
                  </a: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charset="0"/>
                    <a:ea typeface="ＭＳ Ｐゴシック" charset="0"/>
                  </a:endParaRPr>
                </a:p>
              </p:txBody>
            </p:sp>
          </p:grpSp>
        </p:grpSp>
        <p:sp>
          <p:nvSpPr>
            <p:cNvPr id="59" name="Text Box 39">
              <a:extLst>
                <a:ext uri="{FF2B5EF4-FFF2-40B4-BE49-F238E27FC236}">
                  <a16:creationId xmlns:a16="http://schemas.microsoft.com/office/drawing/2014/main" id="{F204BFEE-4A9D-1242-8E82-0E122FB4FA3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81" y="1076"/>
              <a:ext cx="294" cy="2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sz="1800" kern="0" dirty="0">
                  <a:solidFill>
                    <a:srgbClr val="FF0000"/>
                  </a:solidFill>
                  <a:latin typeface="Comic Sans MS" charset="0"/>
                </a:rPr>
                <a:t>6</a:t>
              </a: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omic Sans MS" charset="0"/>
                  <a:ea typeface="ＭＳ Ｐゴシック" charset="0"/>
                </a:rPr>
                <a:t>0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charset="0"/>
                <a:ea typeface="ＭＳ Ｐゴシック" charset="0"/>
              </a:endParaRPr>
            </a:p>
          </p:txBody>
        </p:sp>
        <p:sp>
          <p:nvSpPr>
            <p:cNvPr id="60" name="Line 40">
              <a:extLst>
                <a:ext uri="{FF2B5EF4-FFF2-40B4-BE49-F238E27FC236}">
                  <a16:creationId xmlns:a16="http://schemas.microsoft.com/office/drawing/2014/main" id="{4A0CC945-C558-D74F-91C0-D7DC05E360D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3948" y="1272"/>
              <a:ext cx="132" cy="22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79" name="Rectangle 3">
            <a:extLst>
              <a:ext uri="{FF2B5EF4-FFF2-40B4-BE49-F238E27FC236}">
                <a16:creationId xmlns:a16="http://schemas.microsoft.com/office/drawing/2014/main" id="{6855C03C-8E44-EF41-9C64-F301F7F5A93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41747" y="2917913"/>
            <a:ext cx="10519776" cy="75221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marL="347663" indent="-223838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Arial" panose="020B0604020202020204" pitchFamily="34" charset="0"/>
              <a:buChar char="•"/>
            </a:pPr>
            <a:r>
              <a:rPr lang="en-US" sz="2400" i="1" dirty="0"/>
              <a:t>y </a:t>
            </a:r>
            <a:r>
              <a:rPr lang="en-US" sz="2400" dirty="0"/>
              <a:t>sees direct link to </a:t>
            </a:r>
            <a:r>
              <a:rPr lang="en-US" sz="2400" i="1" dirty="0"/>
              <a:t>x</a:t>
            </a:r>
            <a:r>
              <a:rPr lang="en-US" sz="2400" dirty="0"/>
              <a:t> has new cost 60, but z has said it has a path at cost of 5. So </a:t>
            </a:r>
            <a:r>
              <a:rPr lang="en-US" sz="2400" i="1" dirty="0"/>
              <a:t>y</a:t>
            </a:r>
            <a:r>
              <a:rPr lang="en-US" sz="2400" dirty="0"/>
              <a:t> computes “my new cost to x will be 6, via z); notifies </a:t>
            </a:r>
            <a:r>
              <a:rPr lang="en-US" sz="2400" i="1" dirty="0"/>
              <a:t>z</a:t>
            </a:r>
            <a:r>
              <a:rPr lang="en-US" sz="2400" dirty="0"/>
              <a:t> of new cost of 6 to </a:t>
            </a:r>
            <a:r>
              <a:rPr lang="en-US" sz="2400" i="1" dirty="0"/>
              <a:t>x.</a:t>
            </a:r>
          </a:p>
        </p:txBody>
      </p:sp>
      <p:sp>
        <p:nvSpPr>
          <p:cNvPr id="84" name="Rectangle 3">
            <a:extLst>
              <a:ext uri="{FF2B5EF4-FFF2-40B4-BE49-F238E27FC236}">
                <a16:creationId xmlns:a16="http://schemas.microsoft.com/office/drawing/2014/main" id="{209F57E2-5D18-394E-8877-449361B245B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43836" y="3596406"/>
            <a:ext cx="9931052" cy="75221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marL="347663" indent="-223838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Arial" panose="020B0604020202020204" pitchFamily="34" charset="0"/>
              <a:buChar char="•"/>
            </a:pPr>
            <a:r>
              <a:rPr lang="en-US" sz="2400" i="1" dirty="0"/>
              <a:t>z </a:t>
            </a:r>
            <a:r>
              <a:rPr lang="en-US" sz="2400" dirty="0"/>
              <a:t>learns that path to </a:t>
            </a:r>
            <a:r>
              <a:rPr lang="en-US" sz="2400" i="1" dirty="0"/>
              <a:t>x</a:t>
            </a:r>
            <a:r>
              <a:rPr lang="en-US" sz="2400" dirty="0"/>
              <a:t> via</a:t>
            </a:r>
            <a:r>
              <a:rPr lang="en-US" sz="2400" i="1" dirty="0"/>
              <a:t> y </a:t>
            </a:r>
            <a:r>
              <a:rPr lang="en-US" sz="2400" dirty="0"/>
              <a:t>has new cost 6, so </a:t>
            </a:r>
            <a:r>
              <a:rPr lang="en-US" sz="2400" i="1" dirty="0"/>
              <a:t>z</a:t>
            </a:r>
            <a:r>
              <a:rPr lang="en-US" sz="2400" dirty="0"/>
              <a:t>  computes “my new cost to </a:t>
            </a:r>
            <a:r>
              <a:rPr lang="en-US" sz="2400" i="1" dirty="0"/>
              <a:t>x</a:t>
            </a:r>
            <a:r>
              <a:rPr lang="en-US" sz="2400" dirty="0"/>
              <a:t> will be 7 via y), notifies </a:t>
            </a:r>
            <a:r>
              <a:rPr lang="en-US" sz="2400" i="1" dirty="0"/>
              <a:t>y</a:t>
            </a:r>
            <a:r>
              <a:rPr lang="en-US" sz="2400" dirty="0"/>
              <a:t> of new cost of 7 to </a:t>
            </a:r>
            <a:r>
              <a:rPr lang="en-US" sz="2400" i="1" dirty="0"/>
              <a:t>x.</a:t>
            </a:r>
          </a:p>
        </p:txBody>
      </p:sp>
      <p:sp>
        <p:nvSpPr>
          <p:cNvPr id="86" name="Rectangle 3">
            <a:extLst>
              <a:ext uri="{FF2B5EF4-FFF2-40B4-BE49-F238E27FC236}">
                <a16:creationId xmlns:a16="http://schemas.microsoft.com/office/drawing/2014/main" id="{0C0B111B-B4A7-664F-87FA-C7247397ADB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45923" y="4274900"/>
            <a:ext cx="9931052" cy="75221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marL="347663" indent="-223838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Arial" panose="020B0604020202020204" pitchFamily="34" charset="0"/>
              <a:buChar char="•"/>
            </a:pPr>
            <a:r>
              <a:rPr lang="en-US" sz="2400" i="1" dirty="0"/>
              <a:t>y </a:t>
            </a:r>
            <a:r>
              <a:rPr lang="en-US" sz="2400" dirty="0"/>
              <a:t>learns that path to </a:t>
            </a:r>
            <a:r>
              <a:rPr lang="en-US" sz="2400" i="1" dirty="0"/>
              <a:t>x</a:t>
            </a:r>
            <a:r>
              <a:rPr lang="en-US" sz="2400" dirty="0"/>
              <a:t> via </a:t>
            </a:r>
            <a:r>
              <a:rPr lang="en-US" sz="2400" i="1" dirty="0"/>
              <a:t>z </a:t>
            </a:r>
            <a:r>
              <a:rPr lang="en-US" sz="2400" dirty="0"/>
              <a:t>has new cost 7, so </a:t>
            </a:r>
            <a:r>
              <a:rPr lang="en-US" sz="2400" i="1" dirty="0"/>
              <a:t>y</a:t>
            </a:r>
            <a:r>
              <a:rPr lang="en-US" sz="2400" dirty="0"/>
              <a:t>  computes “my new cost to </a:t>
            </a:r>
            <a:r>
              <a:rPr lang="en-US" sz="2400" i="1" dirty="0"/>
              <a:t>x</a:t>
            </a:r>
            <a:r>
              <a:rPr lang="en-US" sz="2400" dirty="0"/>
              <a:t> will be 8 via y), notifies </a:t>
            </a:r>
            <a:r>
              <a:rPr lang="en-US" sz="2400" i="1" dirty="0"/>
              <a:t>z</a:t>
            </a:r>
            <a:r>
              <a:rPr lang="en-US" sz="2400" dirty="0"/>
              <a:t> of new cost of 8 to </a:t>
            </a:r>
            <a:r>
              <a:rPr lang="en-US" sz="2400" i="1" dirty="0"/>
              <a:t>x.</a:t>
            </a:r>
          </a:p>
        </p:txBody>
      </p:sp>
      <p:sp>
        <p:nvSpPr>
          <p:cNvPr id="88" name="Rectangle 3">
            <a:extLst>
              <a:ext uri="{FF2B5EF4-FFF2-40B4-BE49-F238E27FC236}">
                <a16:creationId xmlns:a16="http://schemas.microsoft.com/office/drawing/2014/main" id="{7E0DCDFE-D830-1B42-B16D-8968BB1067B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20871" y="4963831"/>
            <a:ext cx="9931052" cy="75221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marL="347663" indent="-223838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Arial" panose="020B0604020202020204" pitchFamily="34" charset="0"/>
              <a:buChar char="•"/>
            </a:pPr>
            <a:r>
              <a:rPr lang="en-US" sz="2400" i="1" dirty="0"/>
              <a:t>z </a:t>
            </a:r>
            <a:r>
              <a:rPr lang="en-US" sz="2400" dirty="0"/>
              <a:t>learns that path to </a:t>
            </a:r>
            <a:r>
              <a:rPr lang="en-US" sz="2400" i="1" dirty="0"/>
              <a:t>x</a:t>
            </a:r>
            <a:r>
              <a:rPr lang="en-US" sz="2400" dirty="0"/>
              <a:t> via</a:t>
            </a:r>
            <a:r>
              <a:rPr lang="en-US" sz="2400" i="1" dirty="0"/>
              <a:t> y </a:t>
            </a:r>
            <a:r>
              <a:rPr lang="en-US" sz="2400" dirty="0"/>
              <a:t>has new cost 8, so </a:t>
            </a:r>
            <a:r>
              <a:rPr lang="en-US" sz="2400" i="1" dirty="0"/>
              <a:t>z</a:t>
            </a:r>
            <a:r>
              <a:rPr lang="en-US" sz="2400" dirty="0"/>
              <a:t>  computes “my new cost to </a:t>
            </a:r>
            <a:r>
              <a:rPr lang="en-US" sz="2400" i="1" dirty="0"/>
              <a:t>x</a:t>
            </a:r>
            <a:r>
              <a:rPr lang="en-US" sz="2400" dirty="0"/>
              <a:t> will be 9 via y), notifies </a:t>
            </a:r>
            <a:r>
              <a:rPr lang="en-US" sz="2400" i="1" dirty="0"/>
              <a:t>y</a:t>
            </a:r>
            <a:r>
              <a:rPr lang="en-US" sz="2400" dirty="0"/>
              <a:t> of new cost of 9 to </a:t>
            </a:r>
            <a:r>
              <a:rPr lang="en-US" sz="2400" i="1" dirty="0"/>
              <a:t>x.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7BE410B7-81B2-C140-A5EB-EE7F3B11820D}"/>
              </a:ext>
            </a:extLst>
          </p:cNvPr>
          <p:cNvSpPr txBox="1"/>
          <p:nvPr/>
        </p:nvSpPr>
        <p:spPr>
          <a:xfrm>
            <a:off x="1365337" y="5473616"/>
            <a:ext cx="433132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800" dirty="0"/>
              <a:t>…</a:t>
            </a:r>
          </a:p>
        </p:txBody>
      </p:sp>
      <p:sp>
        <p:nvSpPr>
          <p:cNvPr id="89" name="Rectangle 3">
            <a:extLst>
              <a:ext uri="{FF2B5EF4-FFF2-40B4-BE49-F238E27FC236}">
                <a16:creationId xmlns:a16="http://schemas.microsoft.com/office/drawing/2014/main" id="{F5EE352E-983D-7043-B7BC-2EEB81513579}"/>
              </a:ext>
            </a:extLst>
          </p:cNvPr>
          <p:cNvSpPr>
            <a:spLocks noChangeArrowheads="1"/>
          </p:cNvSpPr>
          <p:nvPr/>
        </p:nvSpPr>
        <p:spPr bwMode="auto">
          <a:xfrm>
            <a:off x="847596" y="6018756"/>
            <a:ext cx="9931052" cy="44532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marL="347663" indent="-223838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itchFamily="2" charset="2"/>
              <a:buChar char="§"/>
            </a:pPr>
            <a:r>
              <a:rPr lang="en-US" sz="2800" dirty="0"/>
              <a:t>see text for solutions.  </a:t>
            </a:r>
            <a:r>
              <a:rPr lang="en-US" sz="2800" i="1" dirty="0"/>
              <a:t>Distributed algorithms are tricky!</a:t>
            </a:r>
          </a:p>
        </p:txBody>
      </p:sp>
    </p:spTree>
    <p:extLst>
      <p:ext uri="{BB962C8B-B14F-4D97-AF65-F5344CB8AC3E}">
        <p14:creationId xmlns:p14="http://schemas.microsoft.com/office/powerpoint/2010/main" val="186373923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DEDE803E-6759-9045-824E-EB665BC5AFC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Comparison of LS and DV algorithms</a:t>
            </a:r>
          </a:p>
        </p:txBody>
      </p:sp>
      <p:sp>
        <p:nvSpPr>
          <p:cNvPr id="80" name="Rectangle 3">
            <a:extLst>
              <a:ext uri="{FF2B5EF4-FFF2-40B4-BE49-F238E27FC236}">
                <a16:creationId xmlns:a16="http://schemas.microsoft.com/office/drawing/2014/main" id="{E69A0B3F-EBFC-164A-821B-5A70757FB250}"/>
              </a:ext>
            </a:extLst>
          </p:cNvPr>
          <p:cNvSpPr txBox="1">
            <a:spLocks noChangeArrowheads="1"/>
          </p:cNvSpPr>
          <p:nvPr/>
        </p:nvSpPr>
        <p:spPr>
          <a:xfrm>
            <a:off x="749342" y="1478070"/>
            <a:ext cx="5162943" cy="1615859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charset="0"/>
              <a:buNone/>
            </a:pPr>
            <a:r>
              <a:rPr lang="en-US" dirty="0">
                <a:solidFill>
                  <a:srgbClr val="0000A8"/>
                </a:solidFill>
              </a:rPr>
              <a:t>message complexity</a:t>
            </a:r>
          </a:p>
          <a:p>
            <a:pPr marL="696913" lvl="1" indent="-349250">
              <a:buNone/>
            </a:pPr>
            <a:r>
              <a:rPr lang="en-US" dirty="0">
                <a:solidFill>
                  <a:srgbClr val="0000A8"/>
                </a:solidFill>
              </a:rPr>
              <a:t>LS: </a:t>
            </a:r>
            <a:r>
              <a:rPr lang="en-US" i="1" dirty="0">
                <a:solidFill>
                  <a:srgbClr val="0000A8"/>
                </a:solidFill>
              </a:rPr>
              <a:t>n</a:t>
            </a:r>
            <a:r>
              <a:rPr lang="en-US" dirty="0">
                <a:solidFill>
                  <a:srgbClr val="0000A8"/>
                </a:solidFill>
              </a:rPr>
              <a:t> </a:t>
            </a:r>
            <a:r>
              <a:rPr lang="en-US" dirty="0"/>
              <a:t>routers, O(</a:t>
            </a:r>
            <a:r>
              <a:rPr lang="en-US" i="1" dirty="0"/>
              <a:t>n</a:t>
            </a:r>
            <a:r>
              <a:rPr lang="en-US" i="1" baseline="30000" dirty="0"/>
              <a:t>2</a:t>
            </a:r>
            <a:r>
              <a:rPr lang="en-US" dirty="0"/>
              <a:t>) messages sent  </a:t>
            </a:r>
          </a:p>
          <a:p>
            <a:pPr marL="696913" lvl="1" indent="-349250">
              <a:buNone/>
            </a:pPr>
            <a:r>
              <a:rPr lang="en-US" dirty="0">
                <a:solidFill>
                  <a:srgbClr val="0000A8"/>
                </a:solidFill>
              </a:rPr>
              <a:t>DV: </a:t>
            </a:r>
            <a:r>
              <a:rPr lang="en-US" dirty="0"/>
              <a:t>exchange between neighbors; convergence time varies</a:t>
            </a:r>
          </a:p>
        </p:txBody>
      </p:sp>
      <p:sp>
        <p:nvSpPr>
          <p:cNvPr id="81" name="Rectangle 3">
            <a:extLst>
              <a:ext uri="{FF2B5EF4-FFF2-40B4-BE49-F238E27FC236}">
                <a16:creationId xmlns:a16="http://schemas.microsoft.com/office/drawing/2014/main" id="{88AB766F-5F85-0D4D-90A7-D36ED49CD024}"/>
              </a:ext>
            </a:extLst>
          </p:cNvPr>
          <p:cNvSpPr txBox="1">
            <a:spLocks noChangeArrowheads="1"/>
          </p:cNvSpPr>
          <p:nvPr/>
        </p:nvSpPr>
        <p:spPr>
          <a:xfrm>
            <a:off x="738904" y="3382027"/>
            <a:ext cx="5060647" cy="2367419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spcBef>
                <a:spcPct val="50000"/>
              </a:spcBef>
              <a:buFont typeface="Wingdings" charset="0"/>
              <a:buNone/>
            </a:pPr>
            <a:r>
              <a:rPr lang="en-US" dirty="0">
                <a:solidFill>
                  <a:srgbClr val="0000A8"/>
                </a:solidFill>
              </a:rPr>
              <a:t>speed of convergence</a:t>
            </a:r>
          </a:p>
          <a:p>
            <a:pPr marL="696913" indent="-349250">
              <a:spcBef>
                <a:spcPts val="600"/>
              </a:spcBef>
              <a:buNone/>
            </a:pPr>
            <a:r>
              <a:rPr lang="en-US" sz="2400" dirty="0">
                <a:solidFill>
                  <a:srgbClr val="0000A8"/>
                </a:solidFill>
              </a:rPr>
              <a:t>LS: </a:t>
            </a:r>
            <a:r>
              <a:rPr lang="en-US" sz="2400" dirty="0"/>
              <a:t>O(</a:t>
            </a:r>
            <a:r>
              <a:rPr lang="en-US" sz="2400" i="1" dirty="0"/>
              <a:t>n</a:t>
            </a:r>
            <a:r>
              <a:rPr lang="en-US" sz="2400" b="1" i="1" baseline="30000" dirty="0"/>
              <a:t>2</a:t>
            </a:r>
            <a:r>
              <a:rPr lang="en-US" sz="2400" dirty="0"/>
              <a:t>) algorithm, O(</a:t>
            </a:r>
            <a:r>
              <a:rPr lang="en-US" sz="2400" i="1" dirty="0"/>
              <a:t>n</a:t>
            </a:r>
            <a:r>
              <a:rPr lang="en-US" sz="2400" i="1" baseline="30000" dirty="0"/>
              <a:t>2</a:t>
            </a:r>
            <a:r>
              <a:rPr lang="en-US" sz="2400" dirty="0"/>
              <a:t>) messages</a:t>
            </a:r>
          </a:p>
          <a:p>
            <a:pPr marL="696913" lvl="1" indent="-236538">
              <a:spcBef>
                <a:spcPts val="0"/>
              </a:spcBef>
            </a:pPr>
            <a:r>
              <a:rPr lang="en-US" dirty="0"/>
              <a:t>may have oscillations</a:t>
            </a:r>
            <a:endParaRPr lang="en-US" sz="2000" dirty="0"/>
          </a:p>
          <a:p>
            <a:pPr marL="696913" indent="-349250">
              <a:spcBef>
                <a:spcPts val="600"/>
              </a:spcBef>
              <a:buNone/>
            </a:pPr>
            <a:r>
              <a:rPr lang="en-US" sz="2400" dirty="0">
                <a:solidFill>
                  <a:srgbClr val="0000A8"/>
                </a:solidFill>
              </a:rPr>
              <a:t>DV: </a:t>
            </a:r>
            <a:r>
              <a:rPr lang="en-US" sz="2400" dirty="0"/>
              <a:t>convergence time varies</a:t>
            </a:r>
          </a:p>
          <a:p>
            <a:pPr marL="696913" lvl="1" indent="-236538">
              <a:spcBef>
                <a:spcPts val="0"/>
              </a:spcBef>
            </a:pPr>
            <a:r>
              <a:rPr lang="en-US" dirty="0"/>
              <a:t>may have routing loops</a:t>
            </a:r>
          </a:p>
          <a:p>
            <a:pPr marL="696913" lvl="1" indent="-236538">
              <a:spcBef>
                <a:spcPts val="0"/>
              </a:spcBef>
            </a:pPr>
            <a:r>
              <a:rPr lang="en-US" dirty="0"/>
              <a:t>count-to-infinity problem</a:t>
            </a:r>
            <a:endParaRPr lang="en-US" sz="1800" dirty="0"/>
          </a:p>
        </p:txBody>
      </p:sp>
      <p:sp>
        <p:nvSpPr>
          <p:cNvPr id="82" name="Rectangle 4">
            <a:extLst>
              <a:ext uri="{FF2B5EF4-FFF2-40B4-BE49-F238E27FC236}">
                <a16:creationId xmlns:a16="http://schemas.microsoft.com/office/drawing/2014/main" id="{DC033023-B5B6-A345-83EB-C080F9647406}"/>
              </a:ext>
            </a:extLst>
          </p:cNvPr>
          <p:cNvSpPr txBox="1">
            <a:spLocks noChangeArrowheads="1"/>
          </p:cNvSpPr>
          <p:nvPr/>
        </p:nvSpPr>
        <p:spPr>
          <a:xfrm>
            <a:off x="6087648" y="1498948"/>
            <a:ext cx="5574083" cy="493943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charset="0"/>
              <a:buNone/>
            </a:pPr>
            <a:r>
              <a:rPr lang="en-US" dirty="0">
                <a:solidFill>
                  <a:srgbClr val="0000A8"/>
                </a:solidFill>
              </a:rPr>
              <a:t>robustness: </a:t>
            </a:r>
            <a:r>
              <a:rPr lang="en-US" dirty="0"/>
              <a:t>what happens if router malfunctions, or is compromised?</a:t>
            </a:r>
          </a:p>
          <a:p>
            <a:pPr>
              <a:buFont typeface="Wingdings" charset="0"/>
              <a:buNone/>
            </a:pPr>
            <a:r>
              <a:rPr lang="en-US" sz="2400" dirty="0">
                <a:solidFill>
                  <a:srgbClr val="0000A8"/>
                </a:solidFill>
              </a:rPr>
              <a:t>LS: </a:t>
            </a:r>
          </a:p>
          <a:p>
            <a:pPr marL="522288" lvl="1" indent="-236538"/>
            <a:r>
              <a:rPr lang="en-US" dirty="0"/>
              <a:t>router can advertise incorrect </a:t>
            </a:r>
            <a:r>
              <a:rPr lang="en-US" i="1" dirty="0">
                <a:solidFill>
                  <a:srgbClr val="000099"/>
                </a:solidFill>
              </a:rPr>
              <a:t>link</a:t>
            </a:r>
            <a:r>
              <a:rPr lang="en-US" dirty="0"/>
              <a:t> cost</a:t>
            </a:r>
          </a:p>
          <a:p>
            <a:pPr marL="522288" lvl="1" indent="-236538"/>
            <a:r>
              <a:rPr lang="en-US" dirty="0"/>
              <a:t>each router computes only its </a:t>
            </a:r>
            <a:r>
              <a:rPr lang="en-US" i="1" dirty="0"/>
              <a:t>own</a:t>
            </a:r>
            <a:r>
              <a:rPr lang="en-US" dirty="0"/>
              <a:t> table</a:t>
            </a:r>
          </a:p>
          <a:p>
            <a:pPr>
              <a:buFont typeface="Wingdings" charset="0"/>
              <a:buNone/>
            </a:pPr>
            <a:r>
              <a:rPr lang="en-US" sz="2400" dirty="0">
                <a:solidFill>
                  <a:srgbClr val="0000A8"/>
                </a:solidFill>
              </a:rPr>
              <a:t>DV:</a:t>
            </a:r>
          </a:p>
          <a:p>
            <a:pPr marL="460375" lvl="1" indent="-223838"/>
            <a:r>
              <a:rPr lang="en-US" dirty="0"/>
              <a:t>DV router can advertise incorrect </a:t>
            </a:r>
            <a:r>
              <a:rPr lang="en-US" i="1" dirty="0">
                <a:solidFill>
                  <a:srgbClr val="000099"/>
                </a:solidFill>
              </a:rPr>
              <a:t>path</a:t>
            </a:r>
            <a:r>
              <a:rPr lang="en-US" dirty="0"/>
              <a:t> cost (“I have a </a:t>
            </a:r>
            <a:r>
              <a:rPr lang="en-US" i="1" dirty="0"/>
              <a:t>really</a:t>
            </a:r>
            <a:r>
              <a:rPr lang="en-US" dirty="0"/>
              <a:t> low-cost path to everywhere”): </a:t>
            </a:r>
            <a:r>
              <a:rPr lang="en-US" i="1" dirty="0">
                <a:solidFill>
                  <a:srgbClr val="0000A8"/>
                </a:solidFill>
              </a:rPr>
              <a:t>black-holing</a:t>
            </a:r>
          </a:p>
          <a:p>
            <a:pPr marL="460375" lvl="1" indent="-223838"/>
            <a:r>
              <a:rPr lang="en-US" dirty="0"/>
              <a:t>each router’</a:t>
            </a:r>
            <a:r>
              <a:rPr lang="en-US" altLang="ja-JP" dirty="0"/>
              <a:t>s DV is used by others: </a:t>
            </a:r>
            <a:r>
              <a:rPr lang="en-US" sz="2400" dirty="0"/>
              <a:t>error propagate thru network</a:t>
            </a:r>
          </a:p>
        </p:txBody>
      </p:sp>
    </p:spTree>
    <p:extLst>
      <p:ext uri="{BB962C8B-B14F-4D97-AF65-F5344CB8AC3E}">
        <p14:creationId xmlns:p14="http://schemas.microsoft.com/office/powerpoint/2010/main" val="331719900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8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8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8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8" dur="500"/>
                                        <p:tgtEl>
                                          <p:spTgt spid="8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1" dur="500"/>
                                        <p:tgtEl>
                                          <p:spTgt spid="82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4" dur="500"/>
                                        <p:tgtEl>
                                          <p:spTgt spid="82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1" grpId="0"/>
      <p:bldP spid="82" grpId="0"/>
    </p:bldLst>
  </p:timing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cs typeface="Calibri" panose="020F0502020204030204" pitchFamily="34" charset="0"/>
              </a:rPr>
              <a:t>Network layer: “control plane” roadmap</a:t>
            </a:r>
            <a:endParaRPr lang="en-US" sz="4400" dirty="0"/>
          </a:p>
        </p:txBody>
      </p:sp>
      <p:pic>
        <p:nvPicPr>
          <p:cNvPr id="6" name="Picture 5" descr="A train crossing a bridge over a body of water&#10;&#10;Description automatically generated">
            <a:extLst>
              <a:ext uri="{FF2B5EF4-FFF2-40B4-BE49-F238E27FC236}">
                <a16:creationId xmlns:a16="http://schemas.microsoft.com/office/drawing/2014/main" id="{8B05C88C-8150-3A41-8E34-0D407B652F32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015288" y="1379196"/>
            <a:ext cx="3102316" cy="2326737"/>
          </a:xfrm>
          <a:prstGeom prst="rect">
            <a:avLst/>
          </a:prstGeom>
        </p:spPr>
      </p:pic>
      <p:sp>
        <p:nvSpPr>
          <p:cNvPr id="10" name="Rectangle 4">
            <a:extLst>
              <a:ext uri="{FF2B5EF4-FFF2-40B4-BE49-F238E27FC236}">
                <a16:creationId xmlns:a16="http://schemas.microsoft.com/office/drawing/2014/main" id="{2935D8EE-730D-3846-8ED3-CF147CA4A373}"/>
              </a:ext>
            </a:extLst>
          </p:cNvPr>
          <p:cNvSpPr txBox="1">
            <a:spLocks noChangeArrowheads="1"/>
          </p:cNvSpPr>
          <p:nvPr/>
        </p:nvSpPr>
        <p:spPr>
          <a:xfrm>
            <a:off x="622456" y="1361615"/>
            <a:ext cx="5571867" cy="5039185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introduction</a:t>
            </a:r>
          </a:p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routing protocols</a:t>
            </a:r>
          </a:p>
          <a:p>
            <a:pPr marL="285750" indent="-285750">
              <a:spcBef>
                <a:spcPts val="600"/>
              </a:spcBef>
              <a:buClr>
                <a:srgbClr val="0000A8"/>
              </a:buClr>
            </a:pPr>
            <a:r>
              <a:rPr lang="en-US" altLang="en-US" sz="3600" dirty="0">
                <a:ea typeface="ＭＳ Ｐゴシック" panose="020B0600070205080204" pitchFamily="34" charset="-128"/>
                <a:cs typeface="Arial" panose="020B0604020202020204" pitchFamily="34" charset="0"/>
              </a:rPr>
              <a:t>intra-ISP routing: OSPF</a:t>
            </a:r>
          </a:p>
          <a:p>
            <a:pPr marL="285750" indent="-285750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routing among ISPs: BGP</a:t>
            </a:r>
          </a:p>
          <a:p>
            <a:pPr marL="285750" indent="-285750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SDN control plane</a:t>
            </a:r>
          </a:p>
          <a:p>
            <a:pPr marL="285750" indent="-285750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Internet Control Message Protocol </a:t>
            </a:r>
          </a:p>
          <a:p>
            <a:pPr marL="466725" indent="-409575">
              <a:spcBef>
                <a:spcPts val="600"/>
              </a:spcBef>
              <a:buNone/>
            </a:pPr>
            <a:endParaRPr lang="en-US" altLang="en-US" sz="3200" dirty="0">
              <a:ea typeface="ＭＳ Ｐゴシック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11" name="Slide Number Placeholder 4">
            <a:extLst>
              <a:ext uri="{FF2B5EF4-FFF2-40B4-BE49-F238E27FC236}">
                <a16:creationId xmlns:a16="http://schemas.microsoft.com/office/drawing/2014/main" id="{60E442AF-0FD6-9040-9BFF-CE4BE886AA4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52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6483579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Content Placeholder 6">
            <a:extLst>
              <a:ext uri="{FF2B5EF4-FFF2-40B4-BE49-F238E27FC236}">
                <a16:creationId xmlns:a16="http://schemas.microsoft.com/office/drawing/2014/main" id="{E7BA213B-068E-DC4B-B1E8-7B6FBA112986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788096" y="1561188"/>
            <a:ext cx="10515600" cy="4351338"/>
          </a:xfrm>
        </p:spPr>
        <p:txBody>
          <a:bodyPr/>
          <a:lstStyle/>
          <a:p>
            <a:pPr marL="130175" indent="0">
              <a:buNone/>
            </a:pPr>
            <a:r>
              <a:rPr lang="en-US" sz="3200" dirty="0"/>
              <a:t>our routing study thus far - idealized </a:t>
            </a:r>
          </a:p>
          <a:p>
            <a:pPr marL="522288" indent="-285750">
              <a:spcBef>
                <a:spcPts val="400"/>
              </a:spcBef>
            </a:pPr>
            <a:r>
              <a:rPr lang="en-US" dirty="0"/>
              <a:t>all routers identical</a:t>
            </a:r>
          </a:p>
          <a:p>
            <a:pPr marL="522288" indent="-285750">
              <a:spcBef>
                <a:spcPts val="400"/>
              </a:spcBef>
            </a:pPr>
            <a:r>
              <a:rPr lang="en-US" dirty="0"/>
              <a:t>network “flat”</a:t>
            </a:r>
          </a:p>
          <a:p>
            <a:pPr marL="130175" indent="0">
              <a:buNone/>
            </a:pPr>
            <a:r>
              <a:rPr lang="en-US" dirty="0"/>
              <a:t>… not true in practice</a:t>
            </a:r>
          </a:p>
          <a:p>
            <a:endParaRPr lang="en-US" dirty="0"/>
          </a:p>
        </p:txBody>
      </p:sp>
      <p:sp>
        <p:nvSpPr>
          <p:cNvPr id="6" name="Title 5">
            <a:extLst>
              <a:ext uri="{FF2B5EF4-FFF2-40B4-BE49-F238E27FC236}">
                <a16:creationId xmlns:a16="http://schemas.microsoft.com/office/drawing/2014/main" id="{5DA1129F-3DCF-3A44-9CC7-AFE5C958C64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Making routing scalable</a:t>
            </a:r>
            <a:endParaRPr lang="en-US" sz="4800" dirty="0">
              <a:latin typeface="+mn-lt"/>
            </a:endParaRP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253403F4-351A-E44F-97D7-AD7199580E78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53</a:t>
            </a:fld>
            <a:endParaRPr lang="en-US" dirty="0"/>
          </a:p>
        </p:txBody>
      </p:sp>
      <p:sp>
        <p:nvSpPr>
          <p:cNvPr id="11" name="Rectangle 3">
            <a:extLst>
              <a:ext uri="{FF2B5EF4-FFF2-40B4-BE49-F238E27FC236}">
                <a16:creationId xmlns:a16="http://schemas.microsoft.com/office/drawing/2014/main" id="{F9B3A519-428E-254A-A0D8-474D6ECEC54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90600" y="3666994"/>
            <a:ext cx="4984315" cy="22669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18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>
              <a:buFont typeface="Wingdings" charset="0"/>
              <a:buNone/>
            </a:pPr>
            <a:r>
              <a:rPr lang="en-US" kern="0" dirty="0">
                <a:solidFill>
                  <a:srgbClr val="C00000"/>
                </a:solidFill>
              </a:rPr>
              <a:t>scale: </a:t>
            </a:r>
            <a:r>
              <a:rPr lang="en-US" kern="0" dirty="0"/>
              <a:t>billions of destinations:</a:t>
            </a:r>
          </a:p>
          <a:p>
            <a:r>
              <a:rPr lang="en-US" sz="2400" kern="0" dirty="0"/>
              <a:t>can’</a:t>
            </a:r>
            <a:r>
              <a:rPr lang="en-US" altLang="ja-JP" sz="2400" kern="0" dirty="0"/>
              <a:t>t store all destinations in routing tables!</a:t>
            </a:r>
          </a:p>
          <a:p>
            <a:r>
              <a:rPr lang="en-US" sz="2400" kern="0" dirty="0"/>
              <a:t>routing table exchange would swamp links!</a:t>
            </a:r>
            <a:r>
              <a:rPr lang="en-US" kern="0" dirty="0"/>
              <a:t> </a:t>
            </a:r>
          </a:p>
          <a:p>
            <a:endParaRPr lang="en-US" kern="0" dirty="0">
              <a:latin typeface="Gill Sans MT" charset="0"/>
            </a:endParaRPr>
          </a:p>
          <a:p>
            <a:endParaRPr lang="en-US" kern="0" dirty="0">
              <a:latin typeface="Gill Sans MT" charset="0"/>
            </a:endParaRPr>
          </a:p>
        </p:txBody>
      </p:sp>
      <p:sp>
        <p:nvSpPr>
          <p:cNvPr id="12" name="Rectangle 4">
            <a:extLst>
              <a:ext uri="{FF2B5EF4-FFF2-40B4-BE49-F238E27FC236}">
                <a16:creationId xmlns:a16="http://schemas.microsoft.com/office/drawing/2014/main" id="{F4EA3DB5-195F-1A49-92C3-E48E324A5BA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13326" y="3654991"/>
            <a:ext cx="5361270" cy="2514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18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342900" marR="0" lvl="0" indent="-342900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0"/>
              <a:buNone/>
              <a:tabLst/>
              <a:defRPr/>
            </a:pPr>
            <a:r>
              <a:rPr kumimoji="0" lang="en-US" sz="2800" b="0" u="none" strike="noStrike" kern="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ea typeface="ＭＳ Ｐゴシック" charset="0"/>
                <a:cs typeface="+mn-cs"/>
              </a:rPr>
              <a:t>administrative autonomy:</a:t>
            </a:r>
          </a:p>
          <a:p>
            <a:pPr marR="0" lvl="0" indent="-219075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  <a:cs typeface="+mn-cs"/>
              </a:rPr>
              <a:t>Internet: a network of networks</a:t>
            </a:r>
          </a:p>
          <a:p>
            <a:pPr marR="0" lvl="0" indent="-219075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  <a:cs typeface="+mn-cs"/>
              </a:rPr>
              <a:t>each network admin may want to control routing in its own network</a:t>
            </a:r>
          </a:p>
        </p:txBody>
      </p:sp>
    </p:spTree>
    <p:extLst>
      <p:ext uri="{BB962C8B-B14F-4D97-AF65-F5344CB8AC3E}">
        <p14:creationId xmlns:p14="http://schemas.microsoft.com/office/powerpoint/2010/main" val="86745374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" grpId="0"/>
      <p:bldP spid="12" grpId="0"/>
    </p:bldLst>
  </p:timing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Content Placeholder 6">
            <a:extLst>
              <a:ext uri="{FF2B5EF4-FFF2-40B4-BE49-F238E27FC236}">
                <a16:creationId xmlns:a16="http://schemas.microsoft.com/office/drawing/2014/main" id="{E7BA213B-068E-DC4B-B1E8-7B6FBA112986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788096" y="1561188"/>
            <a:ext cx="10515600" cy="4351338"/>
          </a:xfrm>
        </p:spPr>
        <p:txBody>
          <a:bodyPr/>
          <a:lstStyle/>
          <a:p>
            <a:pPr marL="130175" indent="0">
              <a:buNone/>
            </a:pPr>
            <a:r>
              <a:rPr lang="en-US" sz="3200" dirty="0"/>
              <a:t>aggregate routers into regions known as </a:t>
            </a:r>
            <a:r>
              <a:rPr lang="en-US" sz="3200" dirty="0">
                <a:solidFill>
                  <a:srgbClr val="0000A8"/>
                </a:solidFill>
              </a:rPr>
              <a:t>“autonomous systems”</a:t>
            </a:r>
            <a:r>
              <a:rPr lang="en-US" sz="3200" dirty="0"/>
              <a:t> (AS) (a.k.a. “</a:t>
            </a:r>
            <a:r>
              <a:rPr lang="en-US" sz="3200" dirty="0">
                <a:solidFill>
                  <a:srgbClr val="0000A8"/>
                </a:solidFill>
              </a:rPr>
              <a:t>domains</a:t>
            </a:r>
            <a:r>
              <a:rPr lang="en-US" sz="3200" dirty="0"/>
              <a:t>”)</a:t>
            </a:r>
          </a:p>
        </p:txBody>
      </p:sp>
      <p:sp>
        <p:nvSpPr>
          <p:cNvPr id="6" name="Title 5">
            <a:extLst>
              <a:ext uri="{FF2B5EF4-FFF2-40B4-BE49-F238E27FC236}">
                <a16:creationId xmlns:a16="http://schemas.microsoft.com/office/drawing/2014/main" id="{5DA1129F-3DCF-3A44-9CC7-AFE5C958C64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dirty="0"/>
              <a:t>Internet approach to scalable routing</a:t>
            </a:r>
            <a:endParaRPr lang="en-US" sz="4800" dirty="0">
              <a:latin typeface="+mn-lt"/>
            </a:endParaRP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253403F4-351A-E44F-97D7-AD7199580E78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54</a:t>
            </a:fld>
            <a:endParaRPr lang="en-US" dirty="0"/>
          </a:p>
        </p:txBody>
      </p:sp>
      <p:sp>
        <p:nvSpPr>
          <p:cNvPr id="11" name="Rectangle 3">
            <a:extLst>
              <a:ext uri="{FF2B5EF4-FFF2-40B4-BE49-F238E27FC236}">
                <a16:creationId xmlns:a16="http://schemas.microsoft.com/office/drawing/2014/main" id="{F9B3A519-428E-254A-A0D8-474D6ECEC54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52500" y="2904546"/>
            <a:ext cx="5635668" cy="365954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18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0" indent="0">
              <a:buNone/>
            </a:pPr>
            <a:r>
              <a:rPr lang="en-US" sz="3200" kern="0" dirty="0">
                <a:solidFill>
                  <a:srgbClr val="C00000"/>
                </a:solidFill>
              </a:rPr>
              <a:t>intra-AS (aka “intra-domain”): </a:t>
            </a:r>
            <a:r>
              <a:rPr lang="en-US" kern="0" dirty="0"/>
              <a:t>routing among routers </a:t>
            </a:r>
            <a:r>
              <a:rPr lang="en-US" i="1" kern="0" dirty="0"/>
              <a:t>within same AS (“network”)</a:t>
            </a:r>
          </a:p>
          <a:p>
            <a:pPr>
              <a:lnSpc>
                <a:spcPct val="90000"/>
              </a:lnSpc>
              <a:spcBef>
                <a:spcPts val="400"/>
              </a:spcBef>
            </a:pPr>
            <a:r>
              <a:rPr lang="en-US" sz="2400" kern="0" dirty="0"/>
              <a:t>all routers in AS must run same intra-domain protocol</a:t>
            </a:r>
          </a:p>
          <a:p>
            <a:pPr>
              <a:lnSpc>
                <a:spcPct val="90000"/>
              </a:lnSpc>
              <a:spcBef>
                <a:spcPts val="400"/>
              </a:spcBef>
            </a:pPr>
            <a:r>
              <a:rPr lang="en-US" sz="2400" kern="0" dirty="0"/>
              <a:t>routers in different AS can run different intra-domain routing protocols</a:t>
            </a:r>
          </a:p>
          <a:p>
            <a:pPr>
              <a:lnSpc>
                <a:spcPct val="90000"/>
              </a:lnSpc>
              <a:spcBef>
                <a:spcPts val="400"/>
              </a:spcBef>
            </a:pPr>
            <a:r>
              <a:rPr lang="en-US" sz="2400" kern="0" dirty="0">
                <a:solidFill>
                  <a:srgbClr val="0000A8"/>
                </a:solidFill>
              </a:rPr>
              <a:t>gateway router: </a:t>
            </a:r>
            <a:r>
              <a:rPr lang="en-US" sz="2400" kern="0" dirty="0"/>
              <a:t>at “edge” of its own AS, has link(s) to router(s) in other AS’es</a:t>
            </a:r>
          </a:p>
          <a:p>
            <a:endParaRPr lang="en-US" kern="0" dirty="0">
              <a:latin typeface="Gill Sans MT" charset="0"/>
            </a:endParaRPr>
          </a:p>
          <a:p>
            <a:endParaRPr lang="en-US" kern="0" dirty="0">
              <a:latin typeface="Gill Sans MT" charset="0"/>
            </a:endParaRPr>
          </a:p>
        </p:txBody>
      </p:sp>
      <p:sp>
        <p:nvSpPr>
          <p:cNvPr id="12" name="Rectangle 4">
            <a:extLst>
              <a:ext uri="{FF2B5EF4-FFF2-40B4-BE49-F238E27FC236}">
                <a16:creationId xmlns:a16="http://schemas.microsoft.com/office/drawing/2014/main" id="{F4EA3DB5-195F-1A49-92C3-E48E324A5BA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64096" y="2928482"/>
            <a:ext cx="5160890" cy="2514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18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lvl="0">
              <a:buNone/>
              <a:defRPr/>
            </a:pPr>
            <a:r>
              <a:rPr lang="en-US" sz="3200" kern="0" dirty="0">
                <a:solidFill>
                  <a:srgbClr val="CC0000"/>
                </a:solidFill>
                <a:cs typeface="+mn-cs"/>
              </a:rPr>
              <a:t>inter-AS (aka “inter-domain”): </a:t>
            </a:r>
            <a:r>
              <a:rPr lang="en-US" kern="0" dirty="0">
                <a:cs typeface="+mn-cs"/>
              </a:rPr>
              <a:t>routing </a:t>
            </a:r>
            <a:r>
              <a:rPr lang="en-US" i="1" kern="0" dirty="0">
                <a:solidFill>
                  <a:srgbClr val="0000A8"/>
                </a:solidFill>
                <a:cs typeface="+mn-cs"/>
              </a:rPr>
              <a:t>among</a:t>
            </a:r>
            <a:r>
              <a:rPr lang="en-US" kern="0" dirty="0">
                <a:cs typeface="+mn-cs"/>
              </a:rPr>
              <a:t> AS’es</a:t>
            </a:r>
          </a:p>
          <a:p>
            <a:pPr marL="409575" lvl="0" indent="-285750">
              <a:buFont typeface="Wingdings" pitchFamily="2" charset="2"/>
              <a:buChar char="§"/>
              <a:defRPr/>
            </a:pPr>
            <a:r>
              <a:rPr lang="en-US" sz="2400" kern="0" dirty="0">
                <a:cs typeface="+mn-cs"/>
              </a:rPr>
              <a:t>gateways perform inter-domain routing (as well as intra-domain routing)</a:t>
            </a:r>
          </a:p>
        </p:txBody>
      </p:sp>
    </p:spTree>
    <p:extLst>
      <p:ext uri="{BB962C8B-B14F-4D97-AF65-F5344CB8AC3E}">
        <p14:creationId xmlns:p14="http://schemas.microsoft.com/office/powerpoint/2010/main" val="171352156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" grpId="0"/>
      <p:bldP spid="12" grpId="0"/>
    </p:bldLst>
  </p:timing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5DA1129F-3DCF-3A44-9CC7-AFE5C958C64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Interconnected ASes</a:t>
            </a:r>
            <a:endParaRPr lang="en-US" sz="4800" dirty="0">
              <a:latin typeface="+mn-lt"/>
            </a:endParaRP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253403F4-351A-E44F-97D7-AD7199580E78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55</a:t>
            </a:fld>
            <a:endParaRPr lang="en-US" dirty="0"/>
          </a:p>
        </p:txBody>
      </p:sp>
      <p:sp>
        <p:nvSpPr>
          <p:cNvPr id="133" name="Freeform 3">
            <a:extLst>
              <a:ext uri="{FF2B5EF4-FFF2-40B4-BE49-F238E27FC236}">
                <a16:creationId xmlns:a16="http://schemas.microsoft.com/office/drawing/2014/main" id="{E9C365D2-5973-C342-80CF-5D128AC2921C}"/>
              </a:ext>
            </a:extLst>
          </p:cNvPr>
          <p:cNvSpPr>
            <a:spLocks/>
          </p:cNvSpPr>
          <p:nvPr/>
        </p:nvSpPr>
        <p:spPr bwMode="auto">
          <a:xfrm>
            <a:off x="5446783" y="4100650"/>
            <a:ext cx="2351995" cy="1511508"/>
          </a:xfrm>
          <a:custGeom>
            <a:avLst/>
            <a:gdLst>
              <a:gd name="T0" fmla="*/ 1063 w 1162"/>
              <a:gd name="T1" fmla="*/ 49351 h 543"/>
              <a:gd name="T2" fmla="*/ 6960 w 1162"/>
              <a:gd name="T3" fmla="*/ 4162 h 543"/>
              <a:gd name="T4" fmla="*/ 17785 w 1162"/>
              <a:gd name="T5" fmla="*/ 23973 h 543"/>
              <a:gd name="T6" fmla="*/ 21649 w 1162"/>
              <a:gd name="T7" fmla="*/ 72662 h 543"/>
              <a:gd name="T8" fmla="*/ 19828 w 1162"/>
              <a:gd name="T9" fmla="*/ 137161 h 543"/>
              <a:gd name="T10" fmla="*/ 11083 w 1162"/>
              <a:gd name="T11" fmla="*/ 164591 h 543"/>
              <a:gd name="T12" fmla="*/ 1657 w 1162"/>
              <a:gd name="T13" fmla="*/ 133650 h 543"/>
              <a:gd name="T14" fmla="*/ 1063 w 1162"/>
              <a:gd name="T15" fmla="*/ 49351 h 543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1162"/>
              <a:gd name="T25" fmla="*/ 0 h 543"/>
              <a:gd name="T26" fmla="*/ 1162 w 1162"/>
              <a:gd name="T27" fmla="*/ 543 h 543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1162" h="543">
                <a:moveTo>
                  <a:pt x="56" y="162"/>
                </a:moveTo>
                <a:cubicBezTo>
                  <a:pt x="115" y="100"/>
                  <a:pt x="221" y="28"/>
                  <a:pt x="368" y="14"/>
                </a:cubicBezTo>
                <a:cubicBezTo>
                  <a:pt x="515" y="0"/>
                  <a:pt x="811" y="42"/>
                  <a:pt x="940" y="79"/>
                </a:cubicBezTo>
                <a:cubicBezTo>
                  <a:pt x="1069" y="116"/>
                  <a:pt x="1126" y="177"/>
                  <a:pt x="1144" y="239"/>
                </a:cubicBezTo>
                <a:cubicBezTo>
                  <a:pt x="1162" y="301"/>
                  <a:pt x="1141" y="401"/>
                  <a:pt x="1048" y="451"/>
                </a:cubicBezTo>
                <a:cubicBezTo>
                  <a:pt x="955" y="501"/>
                  <a:pt x="746" y="543"/>
                  <a:pt x="586" y="541"/>
                </a:cubicBezTo>
                <a:cubicBezTo>
                  <a:pt x="426" y="539"/>
                  <a:pt x="176" y="502"/>
                  <a:pt x="88" y="439"/>
                </a:cubicBezTo>
                <a:cubicBezTo>
                  <a:pt x="0" y="376"/>
                  <a:pt x="63" y="220"/>
                  <a:pt x="56" y="162"/>
                </a:cubicBezTo>
                <a:close/>
              </a:path>
            </a:pathLst>
          </a:custGeom>
          <a:solidFill>
            <a:srgbClr val="9CE0FA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4" name="Freeform 4">
            <a:extLst>
              <a:ext uri="{FF2B5EF4-FFF2-40B4-BE49-F238E27FC236}">
                <a16:creationId xmlns:a16="http://schemas.microsoft.com/office/drawing/2014/main" id="{4090092D-F797-484C-B1D2-AD83E59BF3EE}"/>
              </a:ext>
            </a:extLst>
          </p:cNvPr>
          <p:cNvSpPr>
            <a:spLocks/>
          </p:cNvSpPr>
          <p:nvPr/>
        </p:nvSpPr>
        <p:spPr bwMode="auto">
          <a:xfrm>
            <a:off x="1620228" y="3847012"/>
            <a:ext cx="1832250" cy="1498236"/>
          </a:xfrm>
          <a:custGeom>
            <a:avLst/>
            <a:gdLst>
              <a:gd name="T0" fmla="*/ 134 w 1198"/>
              <a:gd name="T1" fmla="*/ 270558 h 451"/>
              <a:gd name="T2" fmla="*/ 273 w 1198"/>
              <a:gd name="T3" fmla="*/ 132828 h 451"/>
              <a:gd name="T4" fmla="*/ 679 w 1198"/>
              <a:gd name="T5" fmla="*/ 73044 h 451"/>
              <a:gd name="T6" fmla="*/ 1501 w 1198"/>
              <a:gd name="T7" fmla="*/ 37135 h 451"/>
              <a:gd name="T8" fmla="*/ 1796 w 1198"/>
              <a:gd name="T9" fmla="*/ 294460 h 451"/>
              <a:gd name="T10" fmla="*/ 1350 w 1198"/>
              <a:gd name="T11" fmla="*/ 616944 h 451"/>
              <a:gd name="T12" fmla="*/ 466 w 1198"/>
              <a:gd name="T13" fmla="*/ 634874 h 451"/>
              <a:gd name="T14" fmla="*/ 54 w 1198"/>
              <a:gd name="T15" fmla="*/ 503524 h 451"/>
              <a:gd name="T16" fmla="*/ 134 w 1198"/>
              <a:gd name="T17" fmla="*/ 270558 h 451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w 1198"/>
              <a:gd name="T28" fmla="*/ 0 h 451"/>
              <a:gd name="T29" fmla="*/ 1198 w 1198"/>
              <a:gd name="T30" fmla="*/ 451 h 451"/>
            </a:gdLst>
            <a:ahLst/>
            <a:cxnLst>
              <a:cxn ang="T18">
                <a:pos x="T0" y="T1"/>
              </a:cxn>
              <a:cxn ang="T19">
                <a:pos x="T2" y="T3"/>
              </a:cxn>
              <a:cxn ang="T20">
                <a:pos x="T4" y="T5"/>
              </a:cxn>
              <a:cxn ang="T21">
                <a:pos x="T6" y="T7"/>
              </a:cxn>
              <a:cxn ang="T22">
                <a:pos x="T8" y="T9"/>
              </a:cxn>
              <a:cxn ang="T23">
                <a:pos x="T10" y="T11"/>
              </a:cxn>
              <a:cxn ang="T24">
                <a:pos x="T12" y="T13"/>
              </a:cxn>
              <a:cxn ang="T25">
                <a:pos x="T14" y="T15"/>
              </a:cxn>
              <a:cxn ang="T26">
                <a:pos x="T16" y="T17"/>
              </a:cxn>
            </a:cxnLst>
            <a:rect l="T27" t="T28" r="T29" b="T30"/>
            <a:pathLst>
              <a:path w="1198" h="451">
                <a:moveTo>
                  <a:pt x="88" y="181"/>
                </a:moveTo>
                <a:cubicBezTo>
                  <a:pt x="159" y="143"/>
                  <a:pt x="120" y="111"/>
                  <a:pt x="180" y="89"/>
                </a:cubicBezTo>
                <a:cubicBezTo>
                  <a:pt x="240" y="67"/>
                  <a:pt x="313" y="60"/>
                  <a:pt x="448" y="49"/>
                </a:cubicBezTo>
                <a:cubicBezTo>
                  <a:pt x="583" y="38"/>
                  <a:pt x="866" y="0"/>
                  <a:pt x="988" y="25"/>
                </a:cubicBezTo>
                <a:cubicBezTo>
                  <a:pt x="1110" y="50"/>
                  <a:pt x="1198" y="132"/>
                  <a:pt x="1181" y="197"/>
                </a:cubicBezTo>
                <a:cubicBezTo>
                  <a:pt x="1164" y="262"/>
                  <a:pt x="1034" y="375"/>
                  <a:pt x="889" y="413"/>
                </a:cubicBezTo>
                <a:cubicBezTo>
                  <a:pt x="744" y="451"/>
                  <a:pt x="449" y="438"/>
                  <a:pt x="307" y="425"/>
                </a:cubicBezTo>
                <a:cubicBezTo>
                  <a:pt x="165" y="412"/>
                  <a:pt x="72" y="378"/>
                  <a:pt x="36" y="337"/>
                </a:cubicBezTo>
                <a:cubicBezTo>
                  <a:pt x="0" y="296"/>
                  <a:pt x="77" y="213"/>
                  <a:pt x="88" y="181"/>
                </a:cubicBezTo>
                <a:close/>
              </a:path>
            </a:pathLst>
          </a:custGeom>
          <a:solidFill>
            <a:srgbClr val="9CE0FA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5" name="Freeform 5">
            <a:extLst>
              <a:ext uri="{FF2B5EF4-FFF2-40B4-BE49-F238E27FC236}">
                <a16:creationId xmlns:a16="http://schemas.microsoft.com/office/drawing/2014/main" id="{D3A2AF50-CEA9-924C-8C29-0549AF5748DF}"/>
              </a:ext>
            </a:extLst>
          </p:cNvPr>
          <p:cNvSpPr>
            <a:spLocks/>
          </p:cNvSpPr>
          <p:nvPr/>
        </p:nvSpPr>
        <p:spPr bwMode="auto">
          <a:xfrm>
            <a:off x="2802795" y="4927925"/>
            <a:ext cx="2930139" cy="1167917"/>
          </a:xfrm>
          <a:custGeom>
            <a:avLst/>
            <a:gdLst>
              <a:gd name="T0" fmla="*/ 1319 w 1583"/>
              <a:gd name="T1" fmla="*/ 862 h 682"/>
              <a:gd name="T2" fmla="*/ 3445 w 1583"/>
              <a:gd name="T3" fmla="*/ 285 h 682"/>
              <a:gd name="T4" fmla="*/ 6645 w 1583"/>
              <a:gd name="T5" fmla="*/ 77 h 682"/>
              <a:gd name="T6" fmla="*/ 9794 w 1583"/>
              <a:gd name="T7" fmla="*/ 744 h 682"/>
              <a:gd name="T8" fmla="*/ 13238 w 1583"/>
              <a:gd name="T9" fmla="*/ 1642 h 682"/>
              <a:gd name="T10" fmla="*/ 10773 w 1583"/>
              <a:gd name="T11" fmla="*/ 2476 h 682"/>
              <a:gd name="T12" fmla="*/ 5844 w 1583"/>
              <a:gd name="T13" fmla="*/ 2523 h 682"/>
              <a:gd name="T14" fmla="*/ 751 w 1583"/>
              <a:gd name="T15" fmla="*/ 2291 h 682"/>
              <a:gd name="T16" fmla="*/ 1319 w 1583"/>
              <a:gd name="T17" fmla="*/ 862 h 682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w 1583"/>
              <a:gd name="T28" fmla="*/ 0 h 682"/>
              <a:gd name="T29" fmla="*/ 1583 w 1583"/>
              <a:gd name="T30" fmla="*/ 682 h 682"/>
            </a:gdLst>
            <a:ahLst/>
            <a:cxnLst>
              <a:cxn ang="T18">
                <a:pos x="T0" y="T1"/>
              </a:cxn>
              <a:cxn ang="T19">
                <a:pos x="T2" y="T3"/>
              </a:cxn>
              <a:cxn ang="T20">
                <a:pos x="T4" y="T5"/>
              </a:cxn>
              <a:cxn ang="T21">
                <a:pos x="T6" y="T7"/>
              </a:cxn>
              <a:cxn ang="T22">
                <a:pos x="T8" y="T9"/>
              </a:cxn>
              <a:cxn ang="T23">
                <a:pos x="T10" y="T11"/>
              </a:cxn>
              <a:cxn ang="T24">
                <a:pos x="T12" y="T13"/>
              </a:cxn>
              <a:cxn ang="T25">
                <a:pos x="T14" y="T15"/>
              </a:cxn>
              <a:cxn ang="T26">
                <a:pos x="T16" y="T17"/>
              </a:cxn>
            </a:cxnLst>
            <a:rect l="T27" t="T28" r="T29" b="T30"/>
            <a:pathLst>
              <a:path w="1583" h="682">
                <a:moveTo>
                  <a:pt x="155" y="224"/>
                </a:moveTo>
                <a:cubicBezTo>
                  <a:pt x="208" y="137"/>
                  <a:pt x="302" y="108"/>
                  <a:pt x="407" y="74"/>
                </a:cubicBezTo>
                <a:cubicBezTo>
                  <a:pt x="512" y="40"/>
                  <a:pt x="660" y="0"/>
                  <a:pt x="785" y="20"/>
                </a:cubicBezTo>
                <a:cubicBezTo>
                  <a:pt x="910" y="40"/>
                  <a:pt x="1027" y="126"/>
                  <a:pt x="1157" y="194"/>
                </a:cubicBezTo>
                <a:cubicBezTo>
                  <a:pt x="1287" y="262"/>
                  <a:pt x="1545" y="353"/>
                  <a:pt x="1564" y="428"/>
                </a:cubicBezTo>
                <a:cubicBezTo>
                  <a:pt x="1583" y="503"/>
                  <a:pt x="1417" y="606"/>
                  <a:pt x="1272" y="644"/>
                </a:cubicBezTo>
                <a:cubicBezTo>
                  <a:pt x="1127" y="682"/>
                  <a:pt x="887" y="664"/>
                  <a:pt x="690" y="656"/>
                </a:cubicBezTo>
                <a:cubicBezTo>
                  <a:pt x="493" y="648"/>
                  <a:pt x="178" y="668"/>
                  <a:pt x="89" y="596"/>
                </a:cubicBezTo>
                <a:cubicBezTo>
                  <a:pt x="0" y="524"/>
                  <a:pt x="102" y="311"/>
                  <a:pt x="155" y="224"/>
                </a:cubicBezTo>
                <a:close/>
              </a:path>
            </a:pathLst>
          </a:custGeom>
          <a:solidFill>
            <a:srgbClr val="9CE0FA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6" name="Oval 6">
            <a:extLst>
              <a:ext uri="{FF2B5EF4-FFF2-40B4-BE49-F238E27FC236}">
                <a16:creationId xmlns:a16="http://schemas.microsoft.com/office/drawing/2014/main" id="{D886B232-293A-5347-8A9F-D005603A3D6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01278" y="4926450"/>
            <a:ext cx="456967" cy="119446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7" name="Line 7">
            <a:extLst>
              <a:ext uri="{FF2B5EF4-FFF2-40B4-BE49-F238E27FC236}">
                <a16:creationId xmlns:a16="http://schemas.microsoft.com/office/drawing/2014/main" id="{48D605CF-ABE3-1B4F-A232-D527090F964F}"/>
              </a:ext>
            </a:extLst>
          </p:cNvPr>
          <p:cNvSpPr>
            <a:spLocks noChangeShapeType="1"/>
          </p:cNvSpPr>
          <p:nvPr/>
        </p:nvSpPr>
        <p:spPr bwMode="auto">
          <a:xfrm>
            <a:off x="2001278" y="4916128"/>
            <a:ext cx="0" cy="76681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8" name="Line 8">
            <a:extLst>
              <a:ext uri="{FF2B5EF4-FFF2-40B4-BE49-F238E27FC236}">
                <a16:creationId xmlns:a16="http://schemas.microsoft.com/office/drawing/2014/main" id="{6E612E8D-CA6C-F94A-8F5F-7BEED5AE7E82}"/>
              </a:ext>
            </a:extLst>
          </p:cNvPr>
          <p:cNvSpPr>
            <a:spLocks noChangeShapeType="1"/>
          </p:cNvSpPr>
          <p:nvPr/>
        </p:nvSpPr>
        <p:spPr bwMode="auto">
          <a:xfrm>
            <a:off x="2458245" y="4916128"/>
            <a:ext cx="0" cy="76681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9" name="Rectangle 9">
            <a:extLst>
              <a:ext uri="{FF2B5EF4-FFF2-40B4-BE49-F238E27FC236}">
                <a16:creationId xmlns:a16="http://schemas.microsoft.com/office/drawing/2014/main" id="{0E2B504C-B9E0-FC47-9368-53C623397F6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01278" y="4916128"/>
            <a:ext cx="452588" cy="75207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40" name="Oval 10">
            <a:extLst>
              <a:ext uri="{FF2B5EF4-FFF2-40B4-BE49-F238E27FC236}">
                <a16:creationId xmlns:a16="http://schemas.microsoft.com/office/drawing/2014/main" id="{9EFBE396-B625-0344-8E23-5BBAD57A09A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6898" y="4829124"/>
            <a:ext cx="456967" cy="140091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41" name="Rectangle 11">
            <a:extLst>
              <a:ext uri="{FF2B5EF4-FFF2-40B4-BE49-F238E27FC236}">
                <a16:creationId xmlns:a16="http://schemas.microsoft.com/office/drawing/2014/main" id="{F0DBD69C-A5DB-DC4A-AE43-093463BEFD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23914" y="4848294"/>
            <a:ext cx="205854" cy="182856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42" name="Text Box 12">
            <a:extLst>
              <a:ext uri="{FF2B5EF4-FFF2-40B4-BE49-F238E27FC236}">
                <a16:creationId xmlns:a16="http://schemas.microsoft.com/office/drawing/2014/main" id="{9C707F26-D218-B941-ACA7-2537E8CEE74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98358" y="4752442"/>
            <a:ext cx="467187" cy="39667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3b</a:t>
            </a: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43" name="Oval 13">
            <a:extLst>
              <a:ext uri="{FF2B5EF4-FFF2-40B4-BE49-F238E27FC236}">
                <a16:creationId xmlns:a16="http://schemas.microsoft.com/office/drawing/2014/main" id="{F5CAF371-FE17-244E-B591-ECED8083E8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79509" y="5820083"/>
            <a:ext cx="456967" cy="119446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44" name="Line 14">
            <a:extLst>
              <a:ext uri="{FF2B5EF4-FFF2-40B4-BE49-F238E27FC236}">
                <a16:creationId xmlns:a16="http://schemas.microsoft.com/office/drawing/2014/main" id="{21854A4C-DB2D-E340-B5A9-97C52C8C104F}"/>
              </a:ext>
            </a:extLst>
          </p:cNvPr>
          <p:cNvSpPr>
            <a:spLocks noChangeShapeType="1"/>
          </p:cNvSpPr>
          <p:nvPr/>
        </p:nvSpPr>
        <p:spPr bwMode="auto">
          <a:xfrm>
            <a:off x="3779509" y="5809761"/>
            <a:ext cx="0" cy="76681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45" name="Line 15">
            <a:extLst>
              <a:ext uri="{FF2B5EF4-FFF2-40B4-BE49-F238E27FC236}">
                <a16:creationId xmlns:a16="http://schemas.microsoft.com/office/drawing/2014/main" id="{E1CB0695-60DD-C243-A589-4B84D9A97D8C}"/>
              </a:ext>
            </a:extLst>
          </p:cNvPr>
          <p:cNvSpPr>
            <a:spLocks noChangeShapeType="1"/>
          </p:cNvSpPr>
          <p:nvPr/>
        </p:nvSpPr>
        <p:spPr bwMode="auto">
          <a:xfrm>
            <a:off x="4236476" y="5809761"/>
            <a:ext cx="0" cy="76681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46" name="Rectangle 16">
            <a:extLst>
              <a:ext uri="{FF2B5EF4-FFF2-40B4-BE49-F238E27FC236}">
                <a16:creationId xmlns:a16="http://schemas.microsoft.com/office/drawing/2014/main" id="{5BD440AE-D73F-7F45-9AA6-838A5A16111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79509" y="5809761"/>
            <a:ext cx="452588" cy="75207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47" name="Oval 17">
            <a:extLst>
              <a:ext uri="{FF2B5EF4-FFF2-40B4-BE49-F238E27FC236}">
                <a16:creationId xmlns:a16="http://schemas.microsoft.com/office/drawing/2014/main" id="{E5795699-8636-AB42-9278-8D9E1A42842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75129" y="5722757"/>
            <a:ext cx="456967" cy="140091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148" name="Group 18">
            <a:extLst>
              <a:ext uri="{FF2B5EF4-FFF2-40B4-BE49-F238E27FC236}">
                <a16:creationId xmlns:a16="http://schemas.microsoft.com/office/drawing/2014/main" id="{6B8409BD-7477-6747-91EB-78CFC8F8BA47}"/>
              </a:ext>
            </a:extLst>
          </p:cNvPr>
          <p:cNvGrpSpPr>
            <a:grpSpLocks/>
          </p:cNvGrpSpPr>
          <p:nvPr/>
        </p:nvGrpSpPr>
        <p:grpSpPr bwMode="auto">
          <a:xfrm>
            <a:off x="3778049" y="5637228"/>
            <a:ext cx="468647" cy="396679"/>
            <a:chOff x="2897" y="2425"/>
            <a:chExt cx="323" cy="269"/>
          </a:xfrm>
        </p:grpSpPr>
        <p:sp>
          <p:nvSpPr>
            <p:cNvPr id="251" name="Rectangle 19">
              <a:extLst>
                <a:ext uri="{FF2B5EF4-FFF2-40B4-BE49-F238E27FC236}">
                  <a16:creationId xmlns:a16="http://schemas.microsoft.com/office/drawing/2014/main" id="{7D7609E8-756E-1B41-AE93-5463D8AF72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2" y="2490"/>
              <a:ext cx="142" cy="132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52" name="Text Box 20">
              <a:extLst>
                <a:ext uri="{FF2B5EF4-FFF2-40B4-BE49-F238E27FC236}">
                  <a16:creationId xmlns:a16="http://schemas.microsoft.com/office/drawing/2014/main" id="{7B4233D3-81BD-B448-80FE-0C01096615A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97" y="2425"/>
              <a:ext cx="323" cy="2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1d</a:t>
              </a:r>
            </a:p>
          </p:txBody>
        </p:sp>
      </p:grpSp>
      <p:sp>
        <p:nvSpPr>
          <p:cNvPr id="149" name="Oval 21">
            <a:extLst>
              <a:ext uri="{FF2B5EF4-FFF2-40B4-BE49-F238E27FC236}">
                <a16:creationId xmlns:a16="http://schemas.microsoft.com/office/drawing/2014/main" id="{7AA5B5C8-99AF-D744-91DD-4758CEDCAEA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20315" y="4731797"/>
            <a:ext cx="456967" cy="122395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50" name="Line 22">
            <a:extLst>
              <a:ext uri="{FF2B5EF4-FFF2-40B4-BE49-F238E27FC236}">
                <a16:creationId xmlns:a16="http://schemas.microsoft.com/office/drawing/2014/main" id="{3F1A6000-25C3-6A47-897A-6B2052E82150}"/>
              </a:ext>
            </a:extLst>
          </p:cNvPr>
          <p:cNvSpPr>
            <a:spLocks noChangeShapeType="1"/>
          </p:cNvSpPr>
          <p:nvPr/>
        </p:nvSpPr>
        <p:spPr bwMode="auto">
          <a:xfrm>
            <a:off x="2820315" y="4721475"/>
            <a:ext cx="0" cy="73732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51" name="Line 23">
            <a:extLst>
              <a:ext uri="{FF2B5EF4-FFF2-40B4-BE49-F238E27FC236}">
                <a16:creationId xmlns:a16="http://schemas.microsoft.com/office/drawing/2014/main" id="{2C6C2593-75EB-9041-B98E-049BD334D460}"/>
              </a:ext>
            </a:extLst>
          </p:cNvPr>
          <p:cNvSpPr>
            <a:spLocks noChangeShapeType="1"/>
          </p:cNvSpPr>
          <p:nvPr/>
        </p:nvSpPr>
        <p:spPr bwMode="auto">
          <a:xfrm>
            <a:off x="3277282" y="4721475"/>
            <a:ext cx="0" cy="73732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52" name="Rectangle 24">
            <a:extLst>
              <a:ext uri="{FF2B5EF4-FFF2-40B4-BE49-F238E27FC236}">
                <a16:creationId xmlns:a16="http://schemas.microsoft.com/office/drawing/2014/main" id="{503F2144-C006-BA4A-A54C-154D6C9ABA2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20315" y="4721475"/>
            <a:ext cx="452588" cy="69308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53" name="Oval 25">
            <a:extLst>
              <a:ext uri="{FF2B5EF4-FFF2-40B4-BE49-F238E27FC236}">
                <a16:creationId xmlns:a16="http://schemas.microsoft.com/office/drawing/2014/main" id="{D492E009-7760-4343-874C-AD3B4183587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5935" y="4634471"/>
            <a:ext cx="456967" cy="140091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54" name="Rectangle 26">
            <a:extLst>
              <a:ext uri="{FF2B5EF4-FFF2-40B4-BE49-F238E27FC236}">
                <a16:creationId xmlns:a16="http://schemas.microsoft.com/office/drawing/2014/main" id="{F8BDB031-7C07-264D-B086-6DC72DC78BD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42952" y="4653641"/>
            <a:ext cx="207314" cy="162211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55" name="Text Box 27">
            <a:extLst>
              <a:ext uri="{FF2B5EF4-FFF2-40B4-BE49-F238E27FC236}">
                <a16:creationId xmlns:a16="http://schemas.microsoft.com/office/drawing/2014/main" id="{B087AFAB-7C65-874C-8F8F-3012C906099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18855" y="4556315"/>
            <a:ext cx="467187" cy="39667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3a</a:t>
            </a: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56" name="Oval 28">
            <a:extLst>
              <a:ext uri="{FF2B5EF4-FFF2-40B4-BE49-F238E27FC236}">
                <a16:creationId xmlns:a16="http://schemas.microsoft.com/office/drawing/2014/main" id="{87CEC350-ADF1-E24F-A235-1A9B645EFA0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26950" y="5236125"/>
            <a:ext cx="456967" cy="119446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57" name="Line 29">
            <a:extLst>
              <a:ext uri="{FF2B5EF4-FFF2-40B4-BE49-F238E27FC236}">
                <a16:creationId xmlns:a16="http://schemas.microsoft.com/office/drawing/2014/main" id="{5782FBF4-093E-9947-AAA6-533CA371CD3F}"/>
              </a:ext>
            </a:extLst>
          </p:cNvPr>
          <p:cNvSpPr>
            <a:spLocks noChangeShapeType="1"/>
          </p:cNvSpPr>
          <p:nvPr/>
        </p:nvSpPr>
        <p:spPr bwMode="auto">
          <a:xfrm>
            <a:off x="3726950" y="5227277"/>
            <a:ext cx="0" cy="75207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58" name="Line 30">
            <a:extLst>
              <a:ext uri="{FF2B5EF4-FFF2-40B4-BE49-F238E27FC236}">
                <a16:creationId xmlns:a16="http://schemas.microsoft.com/office/drawing/2014/main" id="{FA0971A2-9137-1943-A6F3-BD3716BCCBB6}"/>
              </a:ext>
            </a:extLst>
          </p:cNvPr>
          <p:cNvSpPr>
            <a:spLocks noChangeShapeType="1"/>
          </p:cNvSpPr>
          <p:nvPr/>
        </p:nvSpPr>
        <p:spPr bwMode="auto">
          <a:xfrm>
            <a:off x="4183917" y="5227277"/>
            <a:ext cx="0" cy="75207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59" name="Rectangle 31">
            <a:extLst>
              <a:ext uri="{FF2B5EF4-FFF2-40B4-BE49-F238E27FC236}">
                <a16:creationId xmlns:a16="http://schemas.microsoft.com/office/drawing/2014/main" id="{FBE8FDDA-4B2E-BE4C-95BF-585222778EC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26950" y="5227277"/>
            <a:ext cx="452588" cy="70783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60" name="Oval 32">
            <a:extLst>
              <a:ext uri="{FF2B5EF4-FFF2-40B4-BE49-F238E27FC236}">
                <a16:creationId xmlns:a16="http://schemas.microsoft.com/office/drawing/2014/main" id="{6DE39B5B-BD23-3044-9274-CFE1A3DFE64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22570" y="5138799"/>
            <a:ext cx="456967" cy="140091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161" name="Group 33">
            <a:extLst>
              <a:ext uri="{FF2B5EF4-FFF2-40B4-BE49-F238E27FC236}">
                <a16:creationId xmlns:a16="http://schemas.microsoft.com/office/drawing/2014/main" id="{D6CD68FD-658B-EA4A-AFA2-F4EE9AE43DCA}"/>
              </a:ext>
            </a:extLst>
          </p:cNvPr>
          <p:cNvGrpSpPr>
            <a:grpSpLocks/>
          </p:cNvGrpSpPr>
          <p:nvPr/>
        </p:nvGrpSpPr>
        <p:grpSpPr bwMode="auto">
          <a:xfrm>
            <a:off x="3729870" y="5053269"/>
            <a:ext cx="452588" cy="398153"/>
            <a:chOff x="2899" y="2425"/>
            <a:chExt cx="319" cy="270"/>
          </a:xfrm>
        </p:grpSpPr>
        <p:sp>
          <p:nvSpPr>
            <p:cNvPr id="249" name="Rectangle 34">
              <a:extLst>
                <a:ext uri="{FF2B5EF4-FFF2-40B4-BE49-F238E27FC236}">
                  <a16:creationId xmlns:a16="http://schemas.microsoft.com/office/drawing/2014/main" id="{C85F8938-221C-6441-94A5-77506E21CE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2" y="2490"/>
              <a:ext cx="144" cy="132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50" name="Text Box 35">
              <a:extLst>
                <a:ext uri="{FF2B5EF4-FFF2-40B4-BE49-F238E27FC236}">
                  <a16:creationId xmlns:a16="http://schemas.microsoft.com/office/drawing/2014/main" id="{430475AC-A5D0-EF4C-9180-A3E96828AD8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99" y="2425"/>
              <a:ext cx="319" cy="27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1c</a:t>
              </a:r>
            </a:p>
          </p:txBody>
        </p:sp>
      </p:grpSp>
      <p:sp>
        <p:nvSpPr>
          <p:cNvPr id="162" name="Line 36">
            <a:extLst>
              <a:ext uri="{FF2B5EF4-FFF2-40B4-BE49-F238E27FC236}">
                <a16:creationId xmlns:a16="http://schemas.microsoft.com/office/drawing/2014/main" id="{AF16B8FF-7450-3B46-865A-EC0F92A90E8F}"/>
              </a:ext>
            </a:extLst>
          </p:cNvPr>
          <p:cNvSpPr>
            <a:spLocks noChangeShapeType="1"/>
          </p:cNvSpPr>
          <p:nvPr/>
        </p:nvSpPr>
        <p:spPr bwMode="auto">
          <a:xfrm>
            <a:off x="6347578" y="4971418"/>
            <a:ext cx="449668" cy="144515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63" name="Line 37">
            <a:extLst>
              <a:ext uri="{FF2B5EF4-FFF2-40B4-BE49-F238E27FC236}">
                <a16:creationId xmlns:a16="http://schemas.microsoft.com/office/drawing/2014/main" id="{B705DAC1-A436-FC47-B3A5-64086AE0207E}"/>
              </a:ext>
            </a:extLst>
          </p:cNvPr>
          <p:cNvSpPr>
            <a:spLocks noChangeShapeType="1"/>
          </p:cNvSpPr>
          <p:nvPr/>
        </p:nvSpPr>
        <p:spPr bwMode="auto">
          <a:xfrm>
            <a:off x="6820605" y="4846819"/>
            <a:ext cx="132856" cy="171058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64" name="Line 38">
            <a:extLst>
              <a:ext uri="{FF2B5EF4-FFF2-40B4-BE49-F238E27FC236}">
                <a16:creationId xmlns:a16="http://schemas.microsoft.com/office/drawing/2014/main" id="{B646BCF5-2213-9142-8477-66C7DFEE38E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248301" y="4781935"/>
            <a:ext cx="166435" cy="112073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65" name="Freeform 39">
            <a:extLst>
              <a:ext uri="{FF2B5EF4-FFF2-40B4-BE49-F238E27FC236}">
                <a16:creationId xmlns:a16="http://schemas.microsoft.com/office/drawing/2014/main" id="{1A359E4A-1EBE-234F-9DE9-E4FB43E18A2D}"/>
              </a:ext>
            </a:extLst>
          </p:cNvPr>
          <p:cNvSpPr>
            <a:spLocks/>
          </p:cNvSpPr>
          <p:nvPr/>
        </p:nvSpPr>
        <p:spPr bwMode="auto">
          <a:xfrm>
            <a:off x="4233556" y="5716858"/>
            <a:ext cx="385429" cy="120921"/>
          </a:xfrm>
          <a:custGeom>
            <a:avLst/>
            <a:gdLst>
              <a:gd name="T0" fmla="*/ 0 w 264"/>
              <a:gd name="T1" fmla="*/ 82 h 82"/>
              <a:gd name="T2" fmla="*/ 264 w 264"/>
              <a:gd name="T3" fmla="*/ 0 h 82"/>
              <a:gd name="T4" fmla="*/ 0 60000 65536"/>
              <a:gd name="T5" fmla="*/ 0 60000 65536"/>
              <a:gd name="T6" fmla="*/ 0 w 264"/>
              <a:gd name="T7" fmla="*/ 0 h 82"/>
              <a:gd name="T8" fmla="*/ 264 w 264"/>
              <a:gd name="T9" fmla="*/ 82 h 82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264" h="82">
                <a:moveTo>
                  <a:pt x="0" y="82"/>
                </a:moveTo>
                <a:lnTo>
                  <a:pt x="264" y="0"/>
                </a:lnTo>
              </a:path>
            </a:pathLst>
          </a:custGeom>
          <a:noFill/>
          <a:ln w="28575" cap="flat" cmpd="sng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66" name="Freeform 40">
            <a:extLst>
              <a:ext uri="{FF2B5EF4-FFF2-40B4-BE49-F238E27FC236}">
                <a16:creationId xmlns:a16="http://schemas.microsoft.com/office/drawing/2014/main" id="{097126F1-D995-444D-8642-03F5F5E0DBAA}"/>
              </a:ext>
            </a:extLst>
          </p:cNvPr>
          <p:cNvSpPr>
            <a:spLocks/>
          </p:cNvSpPr>
          <p:nvPr/>
        </p:nvSpPr>
        <p:spPr bwMode="auto">
          <a:xfrm>
            <a:off x="3561975" y="5663771"/>
            <a:ext cx="221914" cy="174008"/>
          </a:xfrm>
          <a:custGeom>
            <a:avLst/>
            <a:gdLst>
              <a:gd name="T0" fmla="*/ 0 w 152"/>
              <a:gd name="T1" fmla="*/ 0 h 118"/>
              <a:gd name="T2" fmla="*/ 152 w 152"/>
              <a:gd name="T3" fmla="*/ 118 h 118"/>
              <a:gd name="T4" fmla="*/ 0 60000 65536"/>
              <a:gd name="T5" fmla="*/ 0 60000 65536"/>
              <a:gd name="T6" fmla="*/ 0 w 152"/>
              <a:gd name="T7" fmla="*/ 0 h 118"/>
              <a:gd name="T8" fmla="*/ 152 w 152"/>
              <a:gd name="T9" fmla="*/ 118 h 118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152" h="118">
                <a:moveTo>
                  <a:pt x="0" y="0"/>
                </a:moveTo>
                <a:lnTo>
                  <a:pt x="152" y="118"/>
                </a:lnTo>
              </a:path>
            </a:pathLst>
          </a:custGeom>
          <a:noFill/>
          <a:ln w="28575" cap="flat" cmpd="sng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67" name="Freeform 41">
            <a:extLst>
              <a:ext uri="{FF2B5EF4-FFF2-40B4-BE49-F238E27FC236}">
                <a16:creationId xmlns:a16="http://schemas.microsoft.com/office/drawing/2014/main" id="{8FA74CA7-BEE7-3E46-BAFF-EC2177B4B95C}"/>
              </a:ext>
            </a:extLst>
          </p:cNvPr>
          <p:cNvSpPr>
            <a:spLocks/>
          </p:cNvSpPr>
          <p:nvPr/>
        </p:nvSpPr>
        <p:spPr bwMode="auto">
          <a:xfrm>
            <a:off x="3743010" y="5560546"/>
            <a:ext cx="823417" cy="120921"/>
          </a:xfrm>
          <a:custGeom>
            <a:avLst/>
            <a:gdLst>
              <a:gd name="T0" fmla="*/ 0 w 564"/>
              <a:gd name="T1" fmla="*/ 0 h 82"/>
              <a:gd name="T2" fmla="*/ 564 w 564"/>
              <a:gd name="T3" fmla="*/ 82 h 82"/>
              <a:gd name="T4" fmla="*/ 0 60000 65536"/>
              <a:gd name="T5" fmla="*/ 0 60000 65536"/>
              <a:gd name="T6" fmla="*/ 0 w 564"/>
              <a:gd name="T7" fmla="*/ 0 h 82"/>
              <a:gd name="T8" fmla="*/ 564 w 564"/>
              <a:gd name="T9" fmla="*/ 82 h 82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564" h="82">
                <a:moveTo>
                  <a:pt x="0" y="0"/>
                </a:moveTo>
                <a:lnTo>
                  <a:pt x="564" y="82"/>
                </a:lnTo>
              </a:path>
            </a:pathLst>
          </a:custGeom>
          <a:noFill/>
          <a:ln w="28575" cap="flat" cmpd="sng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68" name="Freeform 42">
            <a:extLst>
              <a:ext uri="{FF2B5EF4-FFF2-40B4-BE49-F238E27FC236}">
                <a16:creationId xmlns:a16="http://schemas.microsoft.com/office/drawing/2014/main" id="{A5B0DFEC-B8A9-C34F-94A0-A4E2936DD8A8}"/>
              </a:ext>
            </a:extLst>
          </p:cNvPr>
          <p:cNvSpPr>
            <a:spLocks/>
          </p:cNvSpPr>
          <p:nvPr/>
        </p:nvSpPr>
        <p:spPr bwMode="auto">
          <a:xfrm>
            <a:off x="3652492" y="5321654"/>
            <a:ext cx="110957" cy="138616"/>
          </a:xfrm>
          <a:custGeom>
            <a:avLst/>
            <a:gdLst>
              <a:gd name="T0" fmla="*/ 0 w 76"/>
              <a:gd name="T1" fmla="*/ 94 h 94"/>
              <a:gd name="T2" fmla="*/ 76 w 76"/>
              <a:gd name="T3" fmla="*/ 0 h 94"/>
              <a:gd name="T4" fmla="*/ 0 60000 65536"/>
              <a:gd name="T5" fmla="*/ 0 60000 65536"/>
              <a:gd name="T6" fmla="*/ 0 w 76"/>
              <a:gd name="T7" fmla="*/ 0 h 94"/>
              <a:gd name="T8" fmla="*/ 76 w 76"/>
              <a:gd name="T9" fmla="*/ 94 h 94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76" h="94">
                <a:moveTo>
                  <a:pt x="0" y="94"/>
                </a:moveTo>
                <a:lnTo>
                  <a:pt x="76" y="0"/>
                </a:lnTo>
              </a:path>
            </a:pathLst>
          </a:custGeom>
          <a:noFill/>
          <a:ln w="28575" cap="flat" cmpd="sng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69" name="Freeform 43">
            <a:extLst>
              <a:ext uri="{FF2B5EF4-FFF2-40B4-BE49-F238E27FC236}">
                <a16:creationId xmlns:a16="http://schemas.microsoft.com/office/drawing/2014/main" id="{698BCEC3-16FB-314C-831F-6D55ED13B108}"/>
              </a:ext>
            </a:extLst>
          </p:cNvPr>
          <p:cNvSpPr>
            <a:spLocks/>
          </p:cNvSpPr>
          <p:nvPr/>
        </p:nvSpPr>
        <p:spPr bwMode="auto">
          <a:xfrm>
            <a:off x="2446565" y="4767189"/>
            <a:ext cx="367910" cy="168109"/>
          </a:xfrm>
          <a:custGeom>
            <a:avLst/>
            <a:gdLst>
              <a:gd name="T0" fmla="*/ 0 w 252"/>
              <a:gd name="T1" fmla="*/ 114 h 114"/>
              <a:gd name="T2" fmla="*/ 252 w 252"/>
              <a:gd name="T3" fmla="*/ 0 h 114"/>
              <a:gd name="T4" fmla="*/ 0 60000 65536"/>
              <a:gd name="T5" fmla="*/ 0 60000 65536"/>
              <a:gd name="T6" fmla="*/ 0 w 252"/>
              <a:gd name="T7" fmla="*/ 0 h 114"/>
              <a:gd name="T8" fmla="*/ 252 w 252"/>
              <a:gd name="T9" fmla="*/ 114 h 114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252" h="114">
                <a:moveTo>
                  <a:pt x="0" y="114"/>
                </a:moveTo>
                <a:lnTo>
                  <a:pt x="252" y="0"/>
                </a:lnTo>
              </a:path>
            </a:pathLst>
          </a:custGeom>
          <a:noFill/>
          <a:ln w="28575" cap="flat" cmpd="sng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70" name="Freeform 44">
            <a:extLst>
              <a:ext uri="{FF2B5EF4-FFF2-40B4-BE49-F238E27FC236}">
                <a16:creationId xmlns:a16="http://schemas.microsoft.com/office/drawing/2014/main" id="{8CB7EA9B-46A2-DA43-BD84-E5E548E767A3}"/>
              </a:ext>
            </a:extLst>
          </p:cNvPr>
          <p:cNvSpPr>
            <a:spLocks/>
          </p:cNvSpPr>
          <p:nvPr/>
        </p:nvSpPr>
        <p:spPr bwMode="auto">
          <a:xfrm>
            <a:off x="3083108" y="4855667"/>
            <a:ext cx="648222" cy="380458"/>
          </a:xfrm>
          <a:custGeom>
            <a:avLst/>
            <a:gdLst>
              <a:gd name="T0" fmla="*/ 0 w 444"/>
              <a:gd name="T1" fmla="*/ 0 h 258"/>
              <a:gd name="T2" fmla="*/ 444 w 444"/>
              <a:gd name="T3" fmla="*/ 258 h 258"/>
              <a:gd name="T4" fmla="*/ 0 60000 65536"/>
              <a:gd name="T5" fmla="*/ 0 60000 65536"/>
              <a:gd name="T6" fmla="*/ 0 w 444"/>
              <a:gd name="T7" fmla="*/ 0 h 258"/>
              <a:gd name="T8" fmla="*/ 444 w 444"/>
              <a:gd name="T9" fmla="*/ 258 h 258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444" h="258">
                <a:moveTo>
                  <a:pt x="0" y="0"/>
                </a:moveTo>
                <a:lnTo>
                  <a:pt x="444" y="258"/>
                </a:lnTo>
              </a:path>
            </a:pathLst>
          </a:custGeom>
          <a:noFill/>
          <a:ln w="28575" cap="flat" cmpd="sng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71" name="Freeform 45">
            <a:extLst>
              <a:ext uri="{FF2B5EF4-FFF2-40B4-BE49-F238E27FC236}">
                <a16:creationId xmlns:a16="http://schemas.microsoft.com/office/drawing/2014/main" id="{7D4FB268-A169-0F4B-9C84-1ACD0524121A}"/>
              </a:ext>
            </a:extLst>
          </p:cNvPr>
          <p:cNvSpPr>
            <a:spLocks/>
          </p:cNvSpPr>
          <p:nvPr/>
        </p:nvSpPr>
        <p:spPr bwMode="auto">
          <a:xfrm>
            <a:off x="5016095" y="5029675"/>
            <a:ext cx="954814" cy="619350"/>
          </a:xfrm>
          <a:custGeom>
            <a:avLst/>
            <a:gdLst>
              <a:gd name="T0" fmla="*/ 0 w 654"/>
              <a:gd name="T1" fmla="*/ 420 h 420"/>
              <a:gd name="T2" fmla="*/ 654 w 654"/>
              <a:gd name="T3" fmla="*/ 0 h 420"/>
              <a:gd name="T4" fmla="*/ 0 60000 65536"/>
              <a:gd name="T5" fmla="*/ 0 60000 65536"/>
              <a:gd name="T6" fmla="*/ 0 w 654"/>
              <a:gd name="T7" fmla="*/ 0 h 420"/>
              <a:gd name="T8" fmla="*/ 654 w 654"/>
              <a:gd name="T9" fmla="*/ 420 h 420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654" h="420">
                <a:moveTo>
                  <a:pt x="0" y="420"/>
                </a:moveTo>
                <a:lnTo>
                  <a:pt x="654" y="0"/>
                </a:lnTo>
              </a:path>
            </a:pathLst>
          </a:custGeom>
          <a:noFill/>
          <a:ln w="28575" cap="flat" cmpd="sng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72" name="Oval 46">
            <a:extLst>
              <a:ext uri="{FF2B5EF4-FFF2-40B4-BE49-F238E27FC236}">
                <a16:creationId xmlns:a16="http://schemas.microsoft.com/office/drawing/2014/main" id="{77EAE8E4-EF1C-944D-B5DF-947BBACAF6B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90611" y="4936773"/>
            <a:ext cx="456967" cy="120921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73" name="Line 47">
            <a:extLst>
              <a:ext uri="{FF2B5EF4-FFF2-40B4-BE49-F238E27FC236}">
                <a16:creationId xmlns:a16="http://schemas.microsoft.com/office/drawing/2014/main" id="{7605033D-73A1-924E-99FE-EDD6125246F5}"/>
              </a:ext>
            </a:extLst>
          </p:cNvPr>
          <p:cNvSpPr>
            <a:spLocks noChangeShapeType="1"/>
          </p:cNvSpPr>
          <p:nvPr/>
        </p:nvSpPr>
        <p:spPr bwMode="auto">
          <a:xfrm>
            <a:off x="5890611" y="4924975"/>
            <a:ext cx="0" cy="73732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74" name="Line 48">
            <a:extLst>
              <a:ext uri="{FF2B5EF4-FFF2-40B4-BE49-F238E27FC236}">
                <a16:creationId xmlns:a16="http://schemas.microsoft.com/office/drawing/2014/main" id="{DBC0B4AB-D0E3-C74F-9785-E25E20C244C4}"/>
              </a:ext>
            </a:extLst>
          </p:cNvPr>
          <p:cNvSpPr>
            <a:spLocks noChangeShapeType="1"/>
          </p:cNvSpPr>
          <p:nvPr/>
        </p:nvSpPr>
        <p:spPr bwMode="auto">
          <a:xfrm>
            <a:off x="6347578" y="4924975"/>
            <a:ext cx="0" cy="73732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75" name="Rectangle 49">
            <a:extLst>
              <a:ext uri="{FF2B5EF4-FFF2-40B4-BE49-F238E27FC236}">
                <a16:creationId xmlns:a16="http://schemas.microsoft.com/office/drawing/2014/main" id="{592A5C53-BD83-384A-9C2D-08CEEB785BC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90611" y="4924975"/>
            <a:ext cx="452588" cy="73732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76" name="Oval 50">
            <a:extLst>
              <a:ext uri="{FF2B5EF4-FFF2-40B4-BE49-F238E27FC236}">
                <a16:creationId xmlns:a16="http://schemas.microsoft.com/office/drawing/2014/main" id="{5D02A58E-4F5A-EC40-B29A-0D5700D169B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86231" y="4837972"/>
            <a:ext cx="456967" cy="140091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77" name="Rectangle 51">
            <a:extLst>
              <a:ext uri="{FF2B5EF4-FFF2-40B4-BE49-F238E27FC236}">
                <a16:creationId xmlns:a16="http://schemas.microsoft.com/office/drawing/2014/main" id="{A8B4ED51-5EBD-7A42-A070-7C85A13AFB2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3247" y="4857142"/>
            <a:ext cx="205854" cy="179906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78" name="Text Box 52">
            <a:extLst>
              <a:ext uri="{FF2B5EF4-FFF2-40B4-BE49-F238E27FC236}">
                <a16:creationId xmlns:a16="http://schemas.microsoft.com/office/drawing/2014/main" id="{6864AE40-C653-554F-B5F5-7FCE890517D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87691" y="4761290"/>
            <a:ext cx="467187" cy="39667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2a</a:t>
            </a: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79" name="Text Box 53">
            <a:extLst>
              <a:ext uri="{FF2B5EF4-FFF2-40B4-BE49-F238E27FC236}">
                <a16:creationId xmlns:a16="http://schemas.microsoft.com/office/drawing/2014/main" id="{9674ED05-1E44-A445-B61A-D179B03704B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40470" y="5215261"/>
            <a:ext cx="665742" cy="39667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AS3</a:t>
            </a: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80" name="Text Box 54">
            <a:extLst>
              <a:ext uri="{FF2B5EF4-FFF2-40B4-BE49-F238E27FC236}">
                <a16:creationId xmlns:a16="http://schemas.microsoft.com/office/drawing/2014/main" id="{005A3212-FAC4-D446-8E0A-533A16ECE77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345452" y="5839068"/>
            <a:ext cx="665742" cy="39667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AS1</a:t>
            </a: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81" name="Text Box 55">
            <a:extLst>
              <a:ext uri="{FF2B5EF4-FFF2-40B4-BE49-F238E27FC236}">
                <a16:creationId xmlns:a16="http://schemas.microsoft.com/office/drawing/2014/main" id="{7DE50C34-9B18-1849-8D31-CE3E7E2F071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116511" y="5463035"/>
            <a:ext cx="616103" cy="36866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AS2</a:t>
            </a:r>
          </a:p>
        </p:txBody>
      </p:sp>
      <p:sp>
        <p:nvSpPr>
          <p:cNvPr id="182" name="Oval 56">
            <a:extLst>
              <a:ext uri="{FF2B5EF4-FFF2-40B4-BE49-F238E27FC236}">
                <a16:creationId xmlns:a16="http://schemas.microsoft.com/office/drawing/2014/main" id="{4CAC6F24-F619-7E4B-9E0A-AF6FB0ECB08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80202" y="5545800"/>
            <a:ext cx="456967" cy="119446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83" name="Line 57">
            <a:extLst>
              <a:ext uri="{FF2B5EF4-FFF2-40B4-BE49-F238E27FC236}">
                <a16:creationId xmlns:a16="http://schemas.microsoft.com/office/drawing/2014/main" id="{37706C00-5AFA-4E4F-AEE2-E86CBA64F507}"/>
              </a:ext>
            </a:extLst>
          </p:cNvPr>
          <p:cNvSpPr>
            <a:spLocks noChangeShapeType="1"/>
          </p:cNvSpPr>
          <p:nvPr/>
        </p:nvSpPr>
        <p:spPr bwMode="auto">
          <a:xfrm>
            <a:off x="3280202" y="5535477"/>
            <a:ext cx="0" cy="73732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84" name="Line 58">
            <a:extLst>
              <a:ext uri="{FF2B5EF4-FFF2-40B4-BE49-F238E27FC236}">
                <a16:creationId xmlns:a16="http://schemas.microsoft.com/office/drawing/2014/main" id="{F53BFE68-5413-9042-B5B8-E870B9DF06EF}"/>
              </a:ext>
            </a:extLst>
          </p:cNvPr>
          <p:cNvSpPr>
            <a:spLocks noChangeShapeType="1"/>
          </p:cNvSpPr>
          <p:nvPr/>
        </p:nvSpPr>
        <p:spPr bwMode="auto">
          <a:xfrm>
            <a:off x="3738630" y="5535477"/>
            <a:ext cx="0" cy="73732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85" name="Rectangle 59">
            <a:extLst>
              <a:ext uri="{FF2B5EF4-FFF2-40B4-BE49-F238E27FC236}">
                <a16:creationId xmlns:a16="http://schemas.microsoft.com/office/drawing/2014/main" id="{E66B86FC-0EE6-A646-BA10-BADF35B023E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80202" y="5535477"/>
            <a:ext cx="452588" cy="69308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86" name="Oval 60">
            <a:extLst>
              <a:ext uri="{FF2B5EF4-FFF2-40B4-BE49-F238E27FC236}">
                <a16:creationId xmlns:a16="http://schemas.microsoft.com/office/drawing/2014/main" id="{E2C4F48E-C2B7-F040-A479-AD3AA9552BB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5822" y="5455847"/>
            <a:ext cx="456967" cy="141566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87" name="Rectangle 61">
            <a:extLst>
              <a:ext uri="{FF2B5EF4-FFF2-40B4-BE49-F238E27FC236}">
                <a16:creationId xmlns:a16="http://schemas.microsoft.com/office/drawing/2014/main" id="{782B4D58-3187-1646-B67F-4472AD6DF18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99919" y="5494187"/>
            <a:ext cx="207314" cy="141566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88" name="Text Box 62">
            <a:extLst>
              <a:ext uri="{FF2B5EF4-FFF2-40B4-BE49-F238E27FC236}">
                <a16:creationId xmlns:a16="http://schemas.microsoft.com/office/drawing/2014/main" id="{CEC455E8-C4B8-6444-936D-9F9CEE32382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80202" y="5367368"/>
            <a:ext cx="467187" cy="39667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1a</a:t>
            </a: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189" name="Group 63">
            <a:extLst>
              <a:ext uri="{FF2B5EF4-FFF2-40B4-BE49-F238E27FC236}">
                <a16:creationId xmlns:a16="http://schemas.microsoft.com/office/drawing/2014/main" id="{8B168416-DE6F-9546-A33D-5DC186D755BF}"/>
              </a:ext>
            </a:extLst>
          </p:cNvPr>
          <p:cNvGrpSpPr>
            <a:grpSpLocks/>
          </p:cNvGrpSpPr>
          <p:nvPr/>
        </p:nvGrpSpPr>
        <p:grpSpPr bwMode="auto">
          <a:xfrm>
            <a:off x="6394297" y="4593181"/>
            <a:ext cx="461347" cy="396679"/>
            <a:chOff x="4320" y="1936"/>
            <a:chExt cx="316" cy="269"/>
          </a:xfrm>
        </p:grpSpPr>
        <p:sp>
          <p:nvSpPr>
            <p:cNvPr id="242" name="Oval 64">
              <a:extLst>
                <a:ext uri="{FF2B5EF4-FFF2-40B4-BE49-F238E27FC236}">
                  <a16:creationId xmlns:a16="http://schemas.microsoft.com/office/drawing/2014/main" id="{17477FF4-6D5F-744F-A7C6-65D539FF25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3" y="2054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43" name="Line 65">
              <a:extLst>
                <a:ext uri="{FF2B5EF4-FFF2-40B4-BE49-F238E27FC236}">
                  <a16:creationId xmlns:a16="http://schemas.microsoft.com/office/drawing/2014/main" id="{7681775B-D11F-204C-B161-6FEDD638731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23" y="2047"/>
              <a:ext cx="0" cy="52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44" name="Line 66">
              <a:extLst>
                <a:ext uri="{FF2B5EF4-FFF2-40B4-BE49-F238E27FC236}">
                  <a16:creationId xmlns:a16="http://schemas.microsoft.com/office/drawing/2014/main" id="{C9C1462B-D75D-9043-BD36-C8666A0E3E7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36" y="2047"/>
              <a:ext cx="0" cy="52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45" name="Rectangle 67">
              <a:extLst>
                <a:ext uri="{FF2B5EF4-FFF2-40B4-BE49-F238E27FC236}">
                  <a16:creationId xmlns:a16="http://schemas.microsoft.com/office/drawing/2014/main" id="{D2A31C20-F821-2245-A13A-E48BBF035C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3" y="2047"/>
              <a:ext cx="310" cy="51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46" name="Oval 68">
              <a:extLst>
                <a:ext uri="{FF2B5EF4-FFF2-40B4-BE49-F238E27FC236}">
                  <a16:creationId xmlns:a16="http://schemas.microsoft.com/office/drawing/2014/main" id="{E3B56467-2A6B-814A-A9D2-32B39DA9E2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0" y="1988"/>
              <a:ext cx="313" cy="97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47" name="Rectangle 69">
              <a:extLst>
                <a:ext uri="{FF2B5EF4-FFF2-40B4-BE49-F238E27FC236}">
                  <a16:creationId xmlns:a16="http://schemas.microsoft.com/office/drawing/2014/main" id="{4CCA8E7D-2AA0-DB42-8739-0E698AF3EF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7" y="2001"/>
              <a:ext cx="141" cy="118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48" name="Text Box 70">
              <a:extLst>
                <a:ext uri="{FF2B5EF4-FFF2-40B4-BE49-F238E27FC236}">
                  <a16:creationId xmlns:a16="http://schemas.microsoft.com/office/drawing/2014/main" id="{B0E12A9A-8AC6-2C4B-B109-A569883BDF8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25" y="1936"/>
              <a:ext cx="310" cy="2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2c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190" name="Group 71">
            <a:extLst>
              <a:ext uri="{FF2B5EF4-FFF2-40B4-BE49-F238E27FC236}">
                <a16:creationId xmlns:a16="http://schemas.microsoft.com/office/drawing/2014/main" id="{21E7E3D0-5FA0-9646-84AD-FC33AA41FD3A}"/>
              </a:ext>
            </a:extLst>
          </p:cNvPr>
          <p:cNvGrpSpPr>
            <a:grpSpLocks/>
          </p:cNvGrpSpPr>
          <p:nvPr/>
        </p:nvGrpSpPr>
        <p:grpSpPr bwMode="auto">
          <a:xfrm>
            <a:off x="6797246" y="4920552"/>
            <a:ext cx="468647" cy="396679"/>
            <a:chOff x="4596" y="2158"/>
            <a:chExt cx="321" cy="269"/>
          </a:xfrm>
        </p:grpSpPr>
        <p:sp>
          <p:nvSpPr>
            <p:cNvPr id="235" name="Oval 72">
              <a:extLst>
                <a:ext uri="{FF2B5EF4-FFF2-40B4-BE49-F238E27FC236}">
                  <a16:creationId xmlns:a16="http://schemas.microsoft.com/office/drawing/2014/main" id="{5608D056-551C-0B44-A60B-A3E90AFB7D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99" y="2276"/>
              <a:ext cx="311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36" name="Line 73">
              <a:extLst>
                <a:ext uri="{FF2B5EF4-FFF2-40B4-BE49-F238E27FC236}">
                  <a16:creationId xmlns:a16="http://schemas.microsoft.com/office/drawing/2014/main" id="{FA977711-B8B6-4247-BDAB-A3001746C4D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99" y="2269"/>
              <a:ext cx="0" cy="52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37" name="Line 74">
              <a:extLst>
                <a:ext uri="{FF2B5EF4-FFF2-40B4-BE49-F238E27FC236}">
                  <a16:creationId xmlns:a16="http://schemas.microsoft.com/office/drawing/2014/main" id="{6CA75CE1-2E8D-0F48-8641-8C18C90BD88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10" y="2269"/>
              <a:ext cx="0" cy="52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38" name="Rectangle 75">
              <a:extLst>
                <a:ext uri="{FF2B5EF4-FFF2-40B4-BE49-F238E27FC236}">
                  <a16:creationId xmlns:a16="http://schemas.microsoft.com/office/drawing/2014/main" id="{4ED73E8C-48F2-3A4F-B322-2CCB3CBA08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99" y="2269"/>
              <a:ext cx="310" cy="51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39" name="Oval 76">
              <a:extLst>
                <a:ext uri="{FF2B5EF4-FFF2-40B4-BE49-F238E27FC236}">
                  <a16:creationId xmlns:a16="http://schemas.microsoft.com/office/drawing/2014/main" id="{6345CAD2-BEAC-0E49-9C80-9EB68603FE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96" y="2208"/>
              <a:ext cx="313" cy="97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40" name="Rectangle 77">
              <a:extLst>
                <a:ext uri="{FF2B5EF4-FFF2-40B4-BE49-F238E27FC236}">
                  <a16:creationId xmlns:a16="http://schemas.microsoft.com/office/drawing/2014/main" id="{E1F2376F-3613-4042-A35F-DEE5F89C6C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83" y="2221"/>
              <a:ext cx="141" cy="112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41" name="Text Box 78">
              <a:extLst>
                <a:ext uri="{FF2B5EF4-FFF2-40B4-BE49-F238E27FC236}">
                  <a16:creationId xmlns:a16="http://schemas.microsoft.com/office/drawing/2014/main" id="{7C2657A7-4F00-3C45-AD0D-9FB7A649BB4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98" y="2158"/>
              <a:ext cx="319" cy="2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2b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191" name="Group 79">
            <a:extLst>
              <a:ext uri="{FF2B5EF4-FFF2-40B4-BE49-F238E27FC236}">
                <a16:creationId xmlns:a16="http://schemas.microsoft.com/office/drawing/2014/main" id="{46AC6AA7-B51A-F140-B460-7AA4784A8771}"/>
              </a:ext>
            </a:extLst>
          </p:cNvPr>
          <p:cNvGrpSpPr>
            <a:grpSpLocks/>
          </p:cNvGrpSpPr>
          <p:nvPr/>
        </p:nvGrpSpPr>
        <p:grpSpPr bwMode="auto">
          <a:xfrm>
            <a:off x="4562047" y="5466169"/>
            <a:ext cx="468647" cy="396679"/>
            <a:chOff x="2015" y="1976"/>
            <a:chExt cx="321" cy="269"/>
          </a:xfrm>
        </p:grpSpPr>
        <p:sp>
          <p:nvSpPr>
            <p:cNvPr id="227" name="Oval 80">
              <a:extLst>
                <a:ext uri="{FF2B5EF4-FFF2-40B4-BE49-F238E27FC236}">
                  <a16:creationId xmlns:a16="http://schemas.microsoft.com/office/drawing/2014/main" id="{F0AF513D-168E-BC43-A87F-98530A7A73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9" y="2102"/>
              <a:ext cx="311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28" name="Line 81">
              <a:extLst>
                <a:ext uri="{FF2B5EF4-FFF2-40B4-BE49-F238E27FC236}">
                  <a16:creationId xmlns:a16="http://schemas.microsoft.com/office/drawing/2014/main" id="{98E003C3-39B5-AD4E-B694-FF067F96F0C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19" y="2097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29" name="Line 82">
              <a:extLst>
                <a:ext uri="{FF2B5EF4-FFF2-40B4-BE49-F238E27FC236}">
                  <a16:creationId xmlns:a16="http://schemas.microsoft.com/office/drawing/2014/main" id="{FD35A7A2-366B-1C41-BFC6-E12754C8019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30" y="2097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30" name="Rectangle 83">
              <a:extLst>
                <a:ext uri="{FF2B5EF4-FFF2-40B4-BE49-F238E27FC236}">
                  <a16:creationId xmlns:a16="http://schemas.microsoft.com/office/drawing/2014/main" id="{5442F6D1-04E0-A44F-8910-B76948571B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9" y="2097"/>
              <a:ext cx="310" cy="47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31" name="Oval 84">
              <a:extLst>
                <a:ext uri="{FF2B5EF4-FFF2-40B4-BE49-F238E27FC236}">
                  <a16:creationId xmlns:a16="http://schemas.microsoft.com/office/drawing/2014/main" id="{7CE682FE-3948-5143-B692-07DEF21A92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6" y="2036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232" name="Group 85">
              <a:extLst>
                <a:ext uri="{FF2B5EF4-FFF2-40B4-BE49-F238E27FC236}">
                  <a16:creationId xmlns:a16="http://schemas.microsoft.com/office/drawing/2014/main" id="{ACD8E934-A29C-E940-B27E-262F5DE7DCD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015" y="1976"/>
              <a:ext cx="321" cy="269"/>
              <a:chOff x="2894" y="2425"/>
              <a:chExt cx="328" cy="269"/>
            </a:xfrm>
          </p:grpSpPr>
          <p:sp>
            <p:nvSpPr>
              <p:cNvPr id="233" name="Rectangle 86">
                <a:extLst>
                  <a:ext uri="{FF2B5EF4-FFF2-40B4-BE49-F238E27FC236}">
                    <a16:creationId xmlns:a16="http://schemas.microsoft.com/office/drawing/2014/main" id="{6556355B-9BE3-D746-A820-E89A58911E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34" name="Text Box 87">
                <a:extLst>
                  <a:ext uri="{FF2B5EF4-FFF2-40B4-BE49-F238E27FC236}">
                    <a16:creationId xmlns:a16="http://schemas.microsoft.com/office/drawing/2014/main" id="{87A983D3-02A0-4A4B-A676-14BB88EA312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894" y="2425"/>
                <a:ext cx="328" cy="26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1b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</p:grpSp>
      <p:grpSp>
        <p:nvGrpSpPr>
          <p:cNvPr id="199" name="Group 99">
            <a:extLst>
              <a:ext uri="{FF2B5EF4-FFF2-40B4-BE49-F238E27FC236}">
                <a16:creationId xmlns:a16="http://schemas.microsoft.com/office/drawing/2014/main" id="{4C6CCD3C-47D1-7847-84AE-9A444B7FD9F9}"/>
              </a:ext>
            </a:extLst>
          </p:cNvPr>
          <p:cNvGrpSpPr>
            <a:grpSpLocks/>
          </p:cNvGrpSpPr>
          <p:nvPr/>
        </p:nvGrpSpPr>
        <p:grpSpPr bwMode="auto">
          <a:xfrm>
            <a:off x="2231951" y="4354289"/>
            <a:ext cx="461347" cy="396679"/>
            <a:chOff x="2016" y="1976"/>
            <a:chExt cx="316" cy="269"/>
          </a:xfrm>
        </p:grpSpPr>
        <p:sp>
          <p:nvSpPr>
            <p:cNvPr id="215" name="Oval 100">
              <a:extLst>
                <a:ext uri="{FF2B5EF4-FFF2-40B4-BE49-F238E27FC236}">
                  <a16:creationId xmlns:a16="http://schemas.microsoft.com/office/drawing/2014/main" id="{9CFFD192-2352-574C-A1F6-73C7644672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9" y="2102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16" name="Line 101">
              <a:extLst>
                <a:ext uri="{FF2B5EF4-FFF2-40B4-BE49-F238E27FC236}">
                  <a16:creationId xmlns:a16="http://schemas.microsoft.com/office/drawing/2014/main" id="{AA179453-C4E3-E244-B9A9-11831D82618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19" y="2095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17" name="Line 102">
              <a:extLst>
                <a:ext uri="{FF2B5EF4-FFF2-40B4-BE49-F238E27FC236}">
                  <a16:creationId xmlns:a16="http://schemas.microsoft.com/office/drawing/2014/main" id="{1CE386C9-63A7-F044-A083-5284BFD1547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32" y="2095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18" name="Rectangle 103">
              <a:extLst>
                <a:ext uri="{FF2B5EF4-FFF2-40B4-BE49-F238E27FC236}">
                  <a16:creationId xmlns:a16="http://schemas.microsoft.com/office/drawing/2014/main" id="{50227DAD-D708-784A-BD13-83429F1C25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9" y="2095"/>
              <a:ext cx="310" cy="50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19" name="Oval 104">
              <a:extLst>
                <a:ext uri="{FF2B5EF4-FFF2-40B4-BE49-F238E27FC236}">
                  <a16:creationId xmlns:a16="http://schemas.microsoft.com/office/drawing/2014/main" id="{6DA156B1-5FE9-414A-BB48-46A4A52B90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6" y="2037"/>
              <a:ext cx="313" cy="94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220" name="Group 105">
              <a:extLst>
                <a:ext uri="{FF2B5EF4-FFF2-40B4-BE49-F238E27FC236}">
                  <a16:creationId xmlns:a16="http://schemas.microsoft.com/office/drawing/2014/main" id="{80512439-7B6B-C54B-82D0-66D0AB25D2A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020" y="1976"/>
              <a:ext cx="308" cy="269"/>
              <a:chOff x="2899" y="2425"/>
              <a:chExt cx="315" cy="269"/>
            </a:xfrm>
          </p:grpSpPr>
          <p:sp>
            <p:nvSpPr>
              <p:cNvPr id="221" name="Rectangle 106">
                <a:extLst>
                  <a:ext uri="{FF2B5EF4-FFF2-40B4-BE49-F238E27FC236}">
                    <a16:creationId xmlns:a16="http://schemas.microsoft.com/office/drawing/2014/main" id="{91098A50-7FC0-CB4E-9B97-2D7AE96D06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0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22" name="Text Box 107">
                <a:extLst>
                  <a:ext uri="{FF2B5EF4-FFF2-40B4-BE49-F238E27FC236}">
                    <a16:creationId xmlns:a16="http://schemas.microsoft.com/office/drawing/2014/main" id="{FBCF2ABD-1064-2947-85B9-C0D4E2616D8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899" y="2425"/>
                <a:ext cx="315" cy="26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3c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</p:grpSp>
      <p:sp>
        <p:nvSpPr>
          <p:cNvPr id="200" name="Line 108">
            <a:extLst>
              <a:ext uri="{FF2B5EF4-FFF2-40B4-BE49-F238E27FC236}">
                <a16:creationId xmlns:a16="http://schemas.microsoft.com/office/drawing/2014/main" id="{47A25237-349D-A842-8706-F347B2434568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266990" y="4669862"/>
            <a:ext cx="90518" cy="159261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01" name="Line 109">
            <a:extLst>
              <a:ext uri="{FF2B5EF4-FFF2-40B4-BE49-F238E27FC236}">
                <a16:creationId xmlns:a16="http://schemas.microsoft.com/office/drawing/2014/main" id="{6A3F47BD-80C7-0747-85CB-F22F1B792701}"/>
              </a:ext>
            </a:extLst>
          </p:cNvPr>
          <p:cNvSpPr>
            <a:spLocks noChangeShapeType="1"/>
          </p:cNvSpPr>
          <p:nvPr/>
        </p:nvSpPr>
        <p:spPr bwMode="auto">
          <a:xfrm>
            <a:off x="1818783" y="4737696"/>
            <a:ext cx="211694" cy="162211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02" name="Line 110">
            <a:extLst>
              <a:ext uri="{FF2B5EF4-FFF2-40B4-BE49-F238E27FC236}">
                <a16:creationId xmlns:a16="http://schemas.microsoft.com/office/drawing/2014/main" id="{6CB9126B-13F6-7D4E-B1DD-C7EB25541B0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547302" y="4214198"/>
            <a:ext cx="198555" cy="224146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03" name="Line 111">
            <a:extLst>
              <a:ext uri="{FF2B5EF4-FFF2-40B4-BE49-F238E27FC236}">
                <a16:creationId xmlns:a16="http://schemas.microsoft.com/office/drawing/2014/main" id="{22C33C4C-9469-EC40-8CEF-2C586DEC66C3}"/>
              </a:ext>
            </a:extLst>
          </p:cNvPr>
          <p:cNvSpPr>
            <a:spLocks noChangeShapeType="1"/>
          </p:cNvSpPr>
          <p:nvPr/>
        </p:nvSpPr>
        <p:spPr bwMode="auto">
          <a:xfrm>
            <a:off x="2139974" y="4200926"/>
            <a:ext cx="175195" cy="262486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04" name="Line 112">
            <a:extLst>
              <a:ext uri="{FF2B5EF4-FFF2-40B4-BE49-F238E27FC236}">
                <a16:creationId xmlns:a16="http://schemas.microsoft.com/office/drawing/2014/main" id="{4C48EF93-B210-4F4B-9854-165045A32FD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103547" y="4338068"/>
            <a:ext cx="102197" cy="303776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05" name="Line 113">
            <a:extLst>
              <a:ext uri="{FF2B5EF4-FFF2-40B4-BE49-F238E27FC236}">
                <a16:creationId xmlns:a16="http://schemas.microsoft.com/office/drawing/2014/main" id="{EBEA8126-4CF3-3A41-ABAC-D142E166341E}"/>
              </a:ext>
            </a:extLst>
          </p:cNvPr>
          <p:cNvSpPr>
            <a:spLocks noChangeShapeType="1"/>
          </p:cNvSpPr>
          <p:nvPr/>
        </p:nvSpPr>
        <p:spPr bwMode="auto">
          <a:xfrm>
            <a:off x="7246913" y="5100458"/>
            <a:ext cx="324111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06" name="Line 114">
            <a:extLst>
              <a:ext uri="{FF2B5EF4-FFF2-40B4-BE49-F238E27FC236}">
                <a16:creationId xmlns:a16="http://schemas.microsoft.com/office/drawing/2014/main" id="{9F42B725-C1EB-5648-AA83-55F576D99A64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160776" y="4638895"/>
            <a:ext cx="382509" cy="374559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07" name="Line 115">
            <a:extLst>
              <a:ext uri="{FF2B5EF4-FFF2-40B4-BE49-F238E27FC236}">
                <a16:creationId xmlns:a16="http://schemas.microsoft.com/office/drawing/2014/main" id="{257DE23D-92D6-6B48-8933-BB087A4B7F3B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6356338" y="4388206"/>
            <a:ext cx="185415" cy="29787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08" name="Line 116">
            <a:extLst>
              <a:ext uri="{FF2B5EF4-FFF2-40B4-BE49-F238E27FC236}">
                <a16:creationId xmlns:a16="http://schemas.microsoft.com/office/drawing/2014/main" id="{3008FEDF-B989-AD47-B8DC-811C63A78E62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5900830" y="4538619"/>
            <a:ext cx="198555" cy="272809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09" name="Line 117">
            <a:extLst>
              <a:ext uri="{FF2B5EF4-FFF2-40B4-BE49-F238E27FC236}">
                <a16:creationId xmlns:a16="http://schemas.microsoft.com/office/drawing/2014/main" id="{7072AB1C-E687-5F42-AD97-F842F241CC4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141506" y="5637228"/>
            <a:ext cx="197095" cy="172533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10" name="Line 118">
            <a:extLst>
              <a:ext uri="{FF2B5EF4-FFF2-40B4-BE49-F238E27FC236}">
                <a16:creationId xmlns:a16="http://schemas.microsoft.com/office/drawing/2014/main" id="{368439BD-38EC-0F4F-AB79-71712E1AE097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3091868" y="5488289"/>
            <a:ext cx="185415" cy="1179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11" name="Line 119">
            <a:extLst>
              <a:ext uri="{FF2B5EF4-FFF2-40B4-BE49-F238E27FC236}">
                <a16:creationId xmlns:a16="http://schemas.microsoft.com/office/drawing/2014/main" id="{05F4047A-FA71-B345-8F4D-7557CE9C3159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487517" y="5887917"/>
            <a:ext cx="309511" cy="2212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12" name="Line 120">
            <a:extLst>
              <a:ext uri="{FF2B5EF4-FFF2-40B4-BE49-F238E27FC236}">
                <a16:creationId xmlns:a16="http://schemas.microsoft.com/office/drawing/2014/main" id="{00691E04-3135-5045-8A22-A3445401A5C1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192677" y="5212531"/>
            <a:ext cx="334331" cy="14746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13" name="Line 121">
            <a:extLst>
              <a:ext uri="{FF2B5EF4-FFF2-40B4-BE49-F238E27FC236}">
                <a16:creationId xmlns:a16="http://schemas.microsoft.com/office/drawing/2014/main" id="{C2D8B9BD-B900-B448-8B0A-9B6A048DBB86}"/>
              </a:ext>
            </a:extLst>
          </p:cNvPr>
          <p:cNvSpPr>
            <a:spLocks noChangeShapeType="1"/>
          </p:cNvSpPr>
          <p:nvPr/>
        </p:nvSpPr>
        <p:spPr bwMode="auto">
          <a:xfrm>
            <a:off x="4859879" y="5762572"/>
            <a:ext cx="173735" cy="162211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14" name="Line 122">
            <a:extLst>
              <a:ext uri="{FF2B5EF4-FFF2-40B4-BE49-F238E27FC236}">
                <a16:creationId xmlns:a16="http://schemas.microsoft.com/office/drawing/2014/main" id="{EA45D5A9-0BF3-874E-B10C-996FD8308B65}"/>
              </a:ext>
            </a:extLst>
          </p:cNvPr>
          <p:cNvSpPr>
            <a:spLocks noChangeShapeType="1"/>
          </p:cNvSpPr>
          <p:nvPr/>
        </p:nvSpPr>
        <p:spPr bwMode="auto">
          <a:xfrm>
            <a:off x="4156178" y="5324603"/>
            <a:ext cx="211694" cy="11059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282" name="Group 281">
            <a:extLst>
              <a:ext uri="{FF2B5EF4-FFF2-40B4-BE49-F238E27FC236}">
                <a16:creationId xmlns:a16="http://schemas.microsoft.com/office/drawing/2014/main" id="{AA6A0761-EFD0-B448-950E-18DB9794940F}"/>
              </a:ext>
            </a:extLst>
          </p:cNvPr>
          <p:cNvGrpSpPr/>
          <p:nvPr/>
        </p:nvGrpSpPr>
        <p:grpSpPr>
          <a:xfrm>
            <a:off x="1778696" y="3924256"/>
            <a:ext cx="5968456" cy="2124592"/>
            <a:chOff x="3175544" y="3748892"/>
            <a:chExt cx="5968456" cy="2124592"/>
          </a:xfrm>
        </p:grpSpPr>
        <p:grpSp>
          <p:nvGrpSpPr>
            <p:cNvPr id="264" name="Group 263">
              <a:extLst>
                <a:ext uri="{FF2B5EF4-FFF2-40B4-BE49-F238E27FC236}">
                  <a16:creationId xmlns:a16="http://schemas.microsoft.com/office/drawing/2014/main" id="{759DD332-1646-744E-B0B3-D290BCF0ED64}"/>
                </a:ext>
              </a:extLst>
            </p:cNvPr>
            <p:cNvGrpSpPr/>
            <p:nvPr/>
          </p:nvGrpSpPr>
          <p:grpSpPr>
            <a:xfrm>
              <a:off x="3175544" y="3748892"/>
              <a:ext cx="1609399" cy="1316010"/>
              <a:chOff x="3188070" y="3748892"/>
              <a:chExt cx="1609399" cy="1316010"/>
            </a:xfrm>
          </p:grpSpPr>
          <p:sp>
            <p:nvSpPr>
              <p:cNvPr id="253" name="Freeform 4">
                <a:extLst>
                  <a:ext uri="{FF2B5EF4-FFF2-40B4-BE49-F238E27FC236}">
                    <a16:creationId xmlns:a16="http://schemas.microsoft.com/office/drawing/2014/main" id="{B1786030-A05C-3C4B-90A8-A5DA8E6735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8070" y="3748892"/>
                <a:ext cx="1609399" cy="1316010"/>
              </a:xfrm>
              <a:custGeom>
                <a:avLst/>
                <a:gdLst>
                  <a:gd name="T0" fmla="*/ 134 w 1198"/>
                  <a:gd name="T1" fmla="*/ 270558 h 451"/>
                  <a:gd name="T2" fmla="*/ 273 w 1198"/>
                  <a:gd name="T3" fmla="*/ 132828 h 451"/>
                  <a:gd name="T4" fmla="*/ 679 w 1198"/>
                  <a:gd name="T5" fmla="*/ 73044 h 451"/>
                  <a:gd name="T6" fmla="*/ 1501 w 1198"/>
                  <a:gd name="T7" fmla="*/ 37135 h 451"/>
                  <a:gd name="T8" fmla="*/ 1796 w 1198"/>
                  <a:gd name="T9" fmla="*/ 294460 h 451"/>
                  <a:gd name="T10" fmla="*/ 1350 w 1198"/>
                  <a:gd name="T11" fmla="*/ 616944 h 451"/>
                  <a:gd name="T12" fmla="*/ 466 w 1198"/>
                  <a:gd name="T13" fmla="*/ 634874 h 451"/>
                  <a:gd name="T14" fmla="*/ 54 w 1198"/>
                  <a:gd name="T15" fmla="*/ 503524 h 451"/>
                  <a:gd name="T16" fmla="*/ 134 w 1198"/>
                  <a:gd name="T17" fmla="*/ 270558 h 45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198"/>
                  <a:gd name="T28" fmla="*/ 0 h 451"/>
                  <a:gd name="T29" fmla="*/ 1198 w 1198"/>
                  <a:gd name="T30" fmla="*/ 451 h 451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198" h="451">
                    <a:moveTo>
                      <a:pt x="88" y="181"/>
                    </a:moveTo>
                    <a:cubicBezTo>
                      <a:pt x="159" y="143"/>
                      <a:pt x="120" y="111"/>
                      <a:pt x="180" y="89"/>
                    </a:cubicBezTo>
                    <a:cubicBezTo>
                      <a:pt x="240" y="67"/>
                      <a:pt x="313" y="60"/>
                      <a:pt x="448" y="49"/>
                    </a:cubicBezTo>
                    <a:cubicBezTo>
                      <a:pt x="583" y="38"/>
                      <a:pt x="866" y="0"/>
                      <a:pt x="988" y="25"/>
                    </a:cubicBezTo>
                    <a:cubicBezTo>
                      <a:pt x="1110" y="50"/>
                      <a:pt x="1198" y="132"/>
                      <a:pt x="1181" y="197"/>
                    </a:cubicBezTo>
                    <a:cubicBezTo>
                      <a:pt x="1164" y="262"/>
                      <a:pt x="1034" y="375"/>
                      <a:pt x="889" y="413"/>
                    </a:cubicBezTo>
                    <a:cubicBezTo>
                      <a:pt x="744" y="451"/>
                      <a:pt x="449" y="438"/>
                      <a:pt x="307" y="425"/>
                    </a:cubicBezTo>
                    <a:cubicBezTo>
                      <a:pt x="165" y="412"/>
                      <a:pt x="72" y="378"/>
                      <a:pt x="36" y="337"/>
                    </a:cubicBezTo>
                    <a:cubicBezTo>
                      <a:pt x="0" y="296"/>
                      <a:pt x="77" y="213"/>
                      <a:pt x="88" y="181"/>
                    </a:cubicBezTo>
                    <a:close/>
                  </a:path>
                </a:pathLst>
              </a:custGeom>
              <a:gradFill>
                <a:gsLst>
                  <a:gs pos="24000">
                    <a:schemeClr val="bg1"/>
                  </a:gs>
                  <a:gs pos="99000">
                    <a:schemeClr val="bg1">
                      <a:alpha val="67000"/>
                    </a:schemeClr>
                  </a:gs>
                </a:gsLst>
                <a:path path="circle">
                  <a:fillToRect l="50000" t="50000" r="50000" b="50000"/>
                </a:path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263" name="Group 262">
                <a:extLst>
                  <a:ext uri="{FF2B5EF4-FFF2-40B4-BE49-F238E27FC236}">
                    <a16:creationId xmlns:a16="http://schemas.microsoft.com/office/drawing/2014/main" id="{2A2171EC-FE7C-D541-B23A-F748C585D569}"/>
                  </a:ext>
                </a:extLst>
              </p:cNvPr>
              <p:cNvGrpSpPr/>
              <p:nvPr/>
            </p:nvGrpSpPr>
            <p:grpSpPr>
              <a:xfrm>
                <a:off x="3323010" y="3984960"/>
                <a:ext cx="1290181" cy="895439"/>
                <a:chOff x="2145563" y="2093530"/>
                <a:chExt cx="1290181" cy="895439"/>
              </a:xfrm>
            </p:grpSpPr>
            <p:sp>
              <p:nvSpPr>
                <p:cNvPr id="4" name="TextBox 3">
                  <a:extLst>
                    <a:ext uri="{FF2B5EF4-FFF2-40B4-BE49-F238E27FC236}">
                      <a16:creationId xmlns:a16="http://schemas.microsoft.com/office/drawing/2014/main" id="{6723594D-379C-E642-A5A9-5C895D3CFBCB}"/>
                    </a:ext>
                  </a:extLst>
                </p:cNvPr>
                <p:cNvSpPr txBox="1"/>
                <p:nvPr/>
              </p:nvSpPr>
              <p:spPr>
                <a:xfrm>
                  <a:off x="2307787" y="2257804"/>
                  <a:ext cx="1017010" cy="617861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>
                    <a:lnSpc>
                      <a:spcPct val="85000"/>
                    </a:lnSpc>
                  </a:pPr>
                  <a:r>
                    <a:rPr lang="en-US" sz="2000" dirty="0">
                      <a:solidFill>
                        <a:srgbClr val="0000A8"/>
                      </a:solidFill>
                    </a:rPr>
                    <a:t>intra-AS</a:t>
                  </a:r>
                </a:p>
                <a:p>
                  <a:pPr algn="ctr">
                    <a:lnSpc>
                      <a:spcPct val="85000"/>
                    </a:lnSpc>
                  </a:pPr>
                  <a:r>
                    <a:rPr lang="en-US" sz="2000" dirty="0">
                      <a:solidFill>
                        <a:srgbClr val="0000A8"/>
                      </a:solidFill>
                    </a:rPr>
                    <a:t>routing</a:t>
                  </a:r>
                </a:p>
              </p:txBody>
            </p:sp>
            <p:sp>
              <p:nvSpPr>
                <p:cNvPr id="8" name="Oval 7">
                  <a:extLst>
                    <a:ext uri="{FF2B5EF4-FFF2-40B4-BE49-F238E27FC236}">
                      <a16:creationId xmlns:a16="http://schemas.microsoft.com/office/drawing/2014/main" id="{2472BBF8-088B-A449-9470-EBB3D14828B2}"/>
                    </a:ext>
                  </a:extLst>
                </p:cNvPr>
                <p:cNvSpPr/>
                <p:nvPr/>
              </p:nvSpPr>
              <p:spPr>
                <a:xfrm>
                  <a:off x="2145563" y="2093530"/>
                  <a:ext cx="1290181" cy="864296"/>
                </a:xfrm>
                <a:prstGeom prst="ellipse">
                  <a:avLst/>
                </a:prstGeom>
                <a:noFill/>
                <a:ln w="38100">
                  <a:solidFill>
                    <a:srgbClr val="0000A8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56" name="Rectangle 255">
                  <a:extLst>
                    <a:ext uri="{FF2B5EF4-FFF2-40B4-BE49-F238E27FC236}">
                      <a16:creationId xmlns:a16="http://schemas.microsoft.com/office/drawing/2014/main" id="{0100B31F-13F0-1E46-B425-81FB4EF4CED2}"/>
                    </a:ext>
                  </a:extLst>
                </p:cNvPr>
                <p:cNvSpPr/>
                <p:nvPr/>
              </p:nvSpPr>
              <p:spPr>
                <a:xfrm>
                  <a:off x="2417523" y="2844399"/>
                  <a:ext cx="776614" cy="14457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cxnSp>
              <p:nvCxnSpPr>
                <p:cNvPr id="258" name="Straight Arrow Connector 257">
                  <a:extLst>
                    <a:ext uri="{FF2B5EF4-FFF2-40B4-BE49-F238E27FC236}">
                      <a16:creationId xmlns:a16="http://schemas.microsoft.com/office/drawing/2014/main" id="{E47A0939-C51B-A042-A7CC-F4275B61338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3111009" y="2833557"/>
                  <a:ext cx="138182" cy="97585"/>
                </a:xfrm>
                <a:prstGeom prst="straightConnector1">
                  <a:avLst/>
                </a:prstGeom>
                <a:ln w="38100">
                  <a:solidFill>
                    <a:srgbClr val="0000A8"/>
                  </a:solidFill>
                  <a:tailEnd type="triangl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273" name="Group 272">
              <a:extLst>
                <a:ext uri="{FF2B5EF4-FFF2-40B4-BE49-F238E27FC236}">
                  <a16:creationId xmlns:a16="http://schemas.microsoft.com/office/drawing/2014/main" id="{F59F95CB-2AFB-954F-A034-BBA60D5D4EF0}"/>
                </a:ext>
              </a:extLst>
            </p:cNvPr>
            <p:cNvGrpSpPr/>
            <p:nvPr/>
          </p:nvGrpSpPr>
          <p:grpSpPr>
            <a:xfrm>
              <a:off x="4345585" y="4779701"/>
              <a:ext cx="2744147" cy="1093783"/>
              <a:chOff x="4345585" y="4779701"/>
              <a:chExt cx="2744147" cy="1093783"/>
            </a:xfrm>
          </p:grpSpPr>
          <p:sp>
            <p:nvSpPr>
              <p:cNvPr id="254" name="Freeform 5">
                <a:extLst>
                  <a:ext uri="{FF2B5EF4-FFF2-40B4-BE49-F238E27FC236}">
                    <a16:creationId xmlns:a16="http://schemas.microsoft.com/office/drawing/2014/main" id="{0F89B688-4E67-2344-8F6E-D25D73FDDC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5585" y="4779701"/>
                <a:ext cx="2744147" cy="1093783"/>
              </a:xfrm>
              <a:custGeom>
                <a:avLst/>
                <a:gdLst>
                  <a:gd name="T0" fmla="*/ 1319 w 1583"/>
                  <a:gd name="T1" fmla="*/ 862 h 682"/>
                  <a:gd name="T2" fmla="*/ 3445 w 1583"/>
                  <a:gd name="T3" fmla="*/ 285 h 682"/>
                  <a:gd name="T4" fmla="*/ 6645 w 1583"/>
                  <a:gd name="T5" fmla="*/ 77 h 682"/>
                  <a:gd name="T6" fmla="*/ 9794 w 1583"/>
                  <a:gd name="T7" fmla="*/ 744 h 682"/>
                  <a:gd name="T8" fmla="*/ 13238 w 1583"/>
                  <a:gd name="T9" fmla="*/ 1642 h 682"/>
                  <a:gd name="T10" fmla="*/ 10773 w 1583"/>
                  <a:gd name="T11" fmla="*/ 2476 h 682"/>
                  <a:gd name="T12" fmla="*/ 5844 w 1583"/>
                  <a:gd name="T13" fmla="*/ 2523 h 682"/>
                  <a:gd name="T14" fmla="*/ 751 w 1583"/>
                  <a:gd name="T15" fmla="*/ 2291 h 682"/>
                  <a:gd name="T16" fmla="*/ 1319 w 1583"/>
                  <a:gd name="T17" fmla="*/ 862 h 68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583"/>
                  <a:gd name="T28" fmla="*/ 0 h 682"/>
                  <a:gd name="T29" fmla="*/ 1583 w 1583"/>
                  <a:gd name="T30" fmla="*/ 682 h 682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583" h="682">
                    <a:moveTo>
                      <a:pt x="155" y="224"/>
                    </a:moveTo>
                    <a:cubicBezTo>
                      <a:pt x="208" y="137"/>
                      <a:pt x="302" y="108"/>
                      <a:pt x="407" y="74"/>
                    </a:cubicBezTo>
                    <a:cubicBezTo>
                      <a:pt x="512" y="40"/>
                      <a:pt x="660" y="0"/>
                      <a:pt x="785" y="20"/>
                    </a:cubicBezTo>
                    <a:cubicBezTo>
                      <a:pt x="910" y="40"/>
                      <a:pt x="1027" y="126"/>
                      <a:pt x="1157" y="194"/>
                    </a:cubicBezTo>
                    <a:cubicBezTo>
                      <a:pt x="1287" y="262"/>
                      <a:pt x="1545" y="353"/>
                      <a:pt x="1564" y="428"/>
                    </a:cubicBezTo>
                    <a:cubicBezTo>
                      <a:pt x="1583" y="503"/>
                      <a:pt x="1417" y="606"/>
                      <a:pt x="1272" y="644"/>
                    </a:cubicBezTo>
                    <a:cubicBezTo>
                      <a:pt x="1127" y="682"/>
                      <a:pt x="887" y="664"/>
                      <a:pt x="690" y="656"/>
                    </a:cubicBezTo>
                    <a:cubicBezTo>
                      <a:pt x="493" y="648"/>
                      <a:pt x="178" y="668"/>
                      <a:pt x="89" y="596"/>
                    </a:cubicBezTo>
                    <a:cubicBezTo>
                      <a:pt x="0" y="524"/>
                      <a:pt x="102" y="311"/>
                      <a:pt x="155" y="224"/>
                    </a:cubicBezTo>
                    <a:close/>
                  </a:path>
                </a:pathLst>
              </a:custGeom>
              <a:gradFill flip="none" rotWithShape="1">
                <a:gsLst>
                  <a:gs pos="20000">
                    <a:schemeClr val="bg1"/>
                  </a:gs>
                  <a:gs pos="99000">
                    <a:schemeClr val="bg1">
                      <a:alpha val="73000"/>
                    </a:schemeClr>
                  </a:gs>
                </a:gsLst>
                <a:path path="circle">
                  <a:fillToRect l="50000" t="50000" r="50000" b="50000"/>
                </a:path>
                <a:tileRect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267" name="Group 266">
                <a:extLst>
                  <a:ext uri="{FF2B5EF4-FFF2-40B4-BE49-F238E27FC236}">
                    <a16:creationId xmlns:a16="http://schemas.microsoft.com/office/drawing/2014/main" id="{48016CA7-C957-1C4D-A120-A23AF9524D91}"/>
                  </a:ext>
                </a:extLst>
              </p:cNvPr>
              <p:cNvGrpSpPr/>
              <p:nvPr/>
            </p:nvGrpSpPr>
            <p:grpSpPr>
              <a:xfrm>
                <a:off x="4915903" y="4888922"/>
                <a:ext cx="1290181" cy="895439"/>
                <a:chOff x="2158089" y="2093530"/>
                <a:chExt cx="1290181" cy="895439"/>
              </a:xfrm>
            </p:grpSpPr>
            <p:sp>
              <p:nvSpPr>
                <p:cNvPr id="268" name="TextBox 267">
                  <a:extLst>
                    <a:ext uri="{FF2B5EF4-FFF2-40B4-BE49-F238E27FC236}">
                      <a16:creationId xmlns:a16="http://schemas.microsoft.com/office/drawing/2014/main" id="{3AB46CFF-D2D9-204B-8D26-6EBD60AC189A}"/>
                    </a:ext>
                  </a:extLst>
                </p:cNvPr>
                <p:cNvSpPr txBox="1"/>
                <p:nvPr/>
              </p:nvSpPr>
              <p:spPr>
                <a:xfrm>
                  <a:off x="2307787" y="2257804"/>
                  <a:ext cx="1017010" cy="617861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>
                    <a:lnSpc>
                      <a:spcPct val="85000"/>
                    </a:lnSpc>
                  </a:pPr>
                  <a:r>
                    <a:rPr lang="en-US" sz="2000" dirty="0">
                      <a:solidFill>
                        <a:srgbClr val="0000A8"/>
                      </a:solidFill>
                    </a:rPr>
                    <a:t>intra-AS</a:t>
                  </a:r>
                </a:p>
                <a:p>
                  <a:pPr algn="ctr">
                    <a:lnSpc>
                      <a:spcPct val="85000"/>
                    </a:lnSpc>
                  </a:pPr>
                  <a:r>
                    <a:rPr lang="en-US" sz="2000" dirty="0">
                      <a:solidFill>
                        <a:srgbClr val="0000A8"/>
                      </a:solidFill>
                    </a:rPr>
                    <a:t>routing</a:t>
                  </a:r>
                </a:p>
              </p:txBody>
            </p:sp>
            <p:sp>
              <p:nvSpPr>
                <p:cNvPr id="269" name="Oval 268">
                  <a:extLst>
                    <a:ext uri="{FF2B5EF4-FFF2-40B4-BE49-F238E27FC236}">
                      <a16:creationId xmlns:a16="http://schemas.microsoft.com/office/drawing/2014/main" id="{62F828E9-D5D5-A845-92F1-06245C1556E7}"/>
                    </a:ext>
                  </a:extLst>
                </p:cNvPr>
                <p:cNvSpPr/>
                <p:nvPr/>
              </p:nvSpPr>
              <p:spPr>
                <a:xfrm>
                  <a:off x="2158089" y="2093530"/>
                  <a:ext cx="1290181" cy="864296"/>
                </a:xfrm>
                <a:prstGeom prst="ellipse">
                  <a:avLst/>
                </a:prstGeom>
                <a:noFill/>
                <a:ln w="38100">
                  <a:solidFill>
                    <a:srgbClr val="0000A8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70" name="Rectangle 269">
                  <a:extLst>
                    <a:ext uri="{FF2B5EF4-FFF2-40B4-BE49-F238E27FC236}">
                      <a16:creationId xmlns:a16="http://schemas.microsoft.com/office/drawing/2014/main" id="{DF703CA7-434F-3941-821C-59863FBA7287}"/>
                    </a:ext>
                  </a:extLst>
                </p:cNvPr>
                <p:cNvSpPr/>
                <p:nvPr/>
              </p:nvSpPr>
              <p:spPr>
                <a:xfrm>
                  <a:off x="2417523" y="2844399"/>
                  <a:ext cx="776614" cy="14457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cxnSp>
              <p:nvCxnSpPr>
                <p:cNvPr id="271" name="Straight Arrow Connector 270">
                  <a:extLst>
                    <a:ext uri="{FF2B5EF4-FFF2-40B4-BE49-F238E27FC236}">
                      <a16:creationId xmlns:a16="http://schemas.microsoft.com/office/drawing/2014/main" id="{4E454930-4E41-434B-860E-CAB25B708B4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3111009" y="2833557"/>
                  <a:ext cx="138182" cy="97585"/>
                </a:xfrm>
                <a:prstGeom prst="straightConnector1">
                  <a:avLst/>
                </a:prstGeom>
                <a:ln w="38100">
                  <a:solidFill>
                    <a:srgbClr val="0000A8"/>
                  </a:solidFill>
                  <a:tailEnd type="triangl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281" name="Group 280">
              <a:extLst>
                <a:ext uri="{FF2B5EF4-FFF2-40B4-BE49-F238E27FC236}">
                  <a16:creationId xmlns:a16="http://schemas.microsoft.com/office/drawing/2014/main" id="{E2F34647-CA92-A545-AFCE-B82A0FF135E5}"/>
                </a:ext>
              </a:extLst>
            </p:cNvPr>
            <p:cNvGrpSpPr/>
            <p:nvPr/>
          </p:nvGrpSpPr>
          <p:grpSpPr>
            <a:xfrm>
              <a:off x="6989573" y="3977477"/>
              <a:ext cx="2154427" cy="1384541"/>
              <a:chOff x="6989573" y="3977477"/>
              <a:chExt cx="2154427" cy="1384541"/>
            </a:xfrm>
          </p:grpSpPr>
          <p:sp>
            <p:nvSpPr>
              <p:cNvPr id="255" name="Freeform 3">
                <a:extLst>
                  <a:ext uri="{FF2B5EF4-FFF2-40B4-BE49-F238E27FC236}">
                    <a16:creationId xmlns:a16="http://schemas.microsoft.com/office/drawing/2014/main" id="{1536733F-1420-C242-99F9-B2C1A846C6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89573" y="3977477"/>
                <a:ext cx="2154427" cy="1384541"/>
              </a:xfrm>
              <a:custGeom>
                <a:avLst/>
                <a:gdLst>
                  <a:gd name="T0" fmla="*/ 1063 w 1162"/>
                  <a:gd name="T1" fmla="*/ 49351 h 543"/>
                  <a:gd name="T2" fmla="*/ 6960 w 1162"/>
                  <a:gd name="T3" fmla="*/ 4162 h 543"/>
                  <a:gd name="T4" fmla="*/ 17785 w 1162"/>
                  <a:gd name="T5" fmla="*/ 23973 h 543"/>
                  <a:gd name="T6" fmla="*/ 21649 w 1162"/>
                  <a:gd name="T7" fmla="*/ 72662 h 543"/>
                  <a:gd name="T8" fmla="*/ 19828 w 1162"/>
                  <a:gd name="T9" fmla="*/ 137161 h 543"/>
                  <a:gd name="T10" fmla="*/ 11083 w 1162"/>
                  <a:gd name="T11" fmla="*/ 164591 h 543"/>
                  <a:gd name="T12" fmla="*/ 1657 w 1162"/>
                  <a:gd name="T13" fmla="*/ 133650 h 543"/>
                  <a:gd name="T14" fmla="*/ 1063 w 1162"/>
                  <a:gd name="T15" fmla="*/ 49351 h 54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1162"/>
                  <a:gd name="T25" fmla="*/ 0 h 543"/>
                  <a:gd name="T26" fmla="*/ 1162 w 1162"/>
                  <a:gd name="T27" fmla="*/ 543 h 543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1162" h="543">
                    <a:moveTo>
                      <a:pt x="56" y="162"/>
                    </a:moveTo>
                    <a:cubicBezTo>
                      <a:pt x="115" y="100"/>
                      <a:pt x="221" y="28"/>
                      <a:pt x="368" y="14"/>
                    </a:cubicBezTo>
                    <a:cubicBezTo>
                      <a:pt x="515" y="0"/>
                      <a:pt x="811" y="42"/>
                      <a:pt x="940" y="79"/>
                    </a:cubicBezTo>
                    <a:cubicBezTo>
                      <a:pt x="1069" y="116"/>
                      <a:pt x="1126" y="177"/>
                      <a:pt x="1144" y="239"/>
                    </a:cubicBezTo>
                    <a:cubicBezTo>
                      <a:pt x="1162" y="301"/>
                      <a:pt x="1141" y="401"/>
                      <a:pt x="1048" y="451"/>
                    </a:cubicBezTo>
                    <a:cubicBezTo>
                      <a:pt x="955" y="501"/>
                      <a:pt x="746" y="543"/>
                      <a:pt x="586" y="541"/>
                    </a:cubicBezTo>
                    <a:cubicBezTo>
                      <a:pt x="426" y="539"/>
                      <a:pt x="176" y="502"/>
                      <a:pt x="88" y="439"/>
                    </a:cubicBezTo>
                    <a:cubicBezTo>
                      <a:pt x="0" y="376"/>
                      <a:pt x="63" y="220"/>
                      <a:pt x="56" y="162"/>
                    </a:cubicBezTo>
                    <a:close/>
                  </a:path>
                </a:pathLst>
              </a:custGeom>
              <a:gradFill>
                <a:gsLst>
                  <a:gs pos="24000">
                    <a:schemeClr val="bg1"/>
                  </a:gs>
                  <a:gs pos="99000">
                    <a:schemeClr val="bg1">
                      <a:alpha val="67000"/>
                    </a:schemeClr>
                  </a:gs>
                </a:gsLst>
                <a:path path="circle">
                  <a:fillToRect l="50000" t="50000" r="50000" b="50000"/>
                </a:path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276" name="Group 275">
                <a:extLst>
                  <a:ext uri="{FF2B5EF4-FFF2-40B4-BE49-F238E27FC236}">
                    <a16:creationId xmlns:a16="http://schemas.microsoft.com/office/drawing/2014/main" id="{92ED2415-587F-4B43-864E-2DFBFD8318B6}"/>
                  </a:ext>
                </a:extLst>
              </p:cNvPr>
              <p:cNvGrpSpPr/>
              <p:nvPr/>
            </p:nvGrpSpPr>
            <p:grpSpPr>
              <a:xfrm>
                <a:off x="7396057" y="4300199"/>
                <a:ext cx="1290181" cy="895439"/>
                <a:chOff x="2158089" y="2093530"/>
                <a:chExt cx="1290181" cy="895439"/>
              </a:xfrm>
            </p:grpSpPr>
            <p:sp>
              <p:nvSpPr>
                <p:cNvPr id="277" name="TextBox 276">
                  <a:extLst>
                    <a:ext uri="{FF2B5EF4-FFF2-40B4-BE49-F238E27FC236}">
                      <a16:creationId xmlns:a16="http://schemas.microsoft.com/office/drawing/2014/main" id="{5E266E0C-04F2-274C-A906-0CE2714D9E26}"/>
                    </a:ext>
                  </a:extLst>
                </p:cNvPr>
                <p:cNvSpPr txBox="1"/>
                <p:nvPr/>
              </p:nvSpPr>
              <p:spPr>
                <a:xfrm>
                  <a:off x="2307787" y="2257804"/>
                  <a:ext cx="1017010" cy="617861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>
                    <a:lnSpc>
                      <a:spcPct val="85000"/>
                    </a:lnSpc>
                  </a:pPr>
                  <a:r>
                    <a:rPr lang="en-US" sz="2000" dirty="0">
                      <a:solidFill>
                        <a:srgbClr val="0000A8"/>
                      </a:solidFill>
                    </a:rPr>
                    <a:t>intra-AS</a:t>
                  </a:r>
                </a:p>
                <a:p>
                  <a:pPr algn="ctr">
                    <a:lnSpc>
                      <a:spcPct val="85000"/>
                    </a:lnSpc>
                  </a:pPr>
                  <a:r>
                    <a:rPr lang="en-US" sz="2000" dirty="0">
                      <a:solidFill>
                        <a:srgbClr val="0000A8"/>
                      </a:solidFill>
                    </a:rPr>
                    <a:t>routing</a:t>
                  </a:r>
                </a:p>
              </p:txBody>
            </p:sp>
            <p:sp>
              <p:nvSpPr>
                <p:cNvPr id="278" name="Oval 277">
                  <a:extLst>
                    <a:ext uri="{FF2B5EF4-FFF2-40B4-BE49-F238E27FC236}">
                      <a16:creationId xmlns:a16="http://schemas.microsoft.com/office/drawing/2014/main" id="{AF109F00-AEAA-434C-BBF7-9540A765DEAD}"/>
                    </a:ext>
                  </a:extLst>
                </p:cNvPr>
                <p:cNvSpPr/>
                <p:nvPr/>
              </p:nvSpPr>
              <p:spPr>
                <a:xfrm>
                  <a:off x="2158089" y="2093530"/>
                  <a:ext cx="1290181" cy="864296"/>
                </a:xfrm>
                <a:prstGeom prst="ellipse">
                  <a:avLst/>
                </a:prstGeom>
                <a:noFill/>
                <a:ln w="38100">
                  <a:solidFill>
                    <a:srgbClr val="0000A8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79" name="Rectangle 278">
                  <a:extLst>
                    <a:ext uri="{FF2B5EF4-FFF2-40B4-BE49-F238E27FC236}">
                      <a16:creationId xmlns:a16="http://schemas.microsoft.com/office/drawing/2014/main" id="{BC93F16D-2C1A-E249-87B4-695F781B3787}"/>
                    </a:ext>
                  </a:extLst>
                </p:cNvPr>
                <p:cNvSpPr/>
                <p:nvPr/>
              </p:nvSpPr>
              <p:spPr>
                <a:xfrm>
                  <a:off x="2417523" y="2844399"/>
                  <a:ext cx="776614" cy="14457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cxnSp>
              <p:nvCxnSpPr>
                <p:cNvPr id="280" name="Straight Arrow Connector 279">
                  <a:extLst>
                    <a:ext uri="{FF2B5EF4-FFF2-40B4-BE49-F238E27FC236}">
                      <a16:creationId xmlns:a16="http://schemas.microsoft.com/office/drawing/2014/main" id="{BF12078B-FFCB-5B4D-96D9-6482BC5DACC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3111009" y="2833557"/>
                  <a:ext cx="138182" cy="97585"/>
                </a:xfrm>
                <a:prstGeom prst="straightConnector1">
                  <a:avLst/>
                </a:prstGeom>
                <a:ln w="38100">
                  <a:solidFill>
                    <a:srgbClr val="0000A8"/>
                  </a:solidFill>
                  <a:tailEnd type="triangl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</p:grpSp>
      <p:grpSp>
        <p:nvGrpSpPr>
          <p:cNvPr id="312" name="Group 311">
            <a:extLst>
              <a:ext uri="{FF2B5EF4-FFF2-40B4-BE49-F238E27FC236}">
                <a16:creationId xmlns:a16="http://schemas.microsoft.com/office/drawing/2014/main" id="{78E22769-1D43-5840-8394-0FE0463D5740}"/>
              </a:ext>
            </a:extLst>
          </p:cNvPr>
          <p:cNvGrpSpPr/>
          <p:nvPr/>
        </p:nvGrpSpPr>
        <p:grpSpPr>
          <a:xfrm>
            <a:off x="1812296" y="3939436"/>
            <a:ext cx="5968456" cy="2124592"/>
            <a:chOff x="3202684" y="3763506"/>
            <a:chExt cx="5968456" cy="2124592"/>
          </a:xfrm>
        </p:grpSpPr>
        <p:grpSp>
          <p:nvGrpSpPr>
            <p:cNvPr id="310" name="Group 309">
              <a:extLst>
                <a:ext uri="{FF2B5EF4-FFF2-40B4-BE49-F238E27FC236}">
                  <a16:creationId xmlns:a16="http://schemas.microsoft.com/office/drawing/2014/main" id="{744E07CE-3F29-2C44-A38C-A63250BD37CA}"/>
                </a:ext>
              </a:extLst>
            </p:cNvPr>
            <p:cNvGrpSpPr/>
            <p:nvPr/>
          </p:nvGrpSpPr>
          <p:grpSpPr>
            <a:xfrm>
              <a:off x="3202684" y="3763506"/>
              <a:ext cx="5968456" cy="2124592"/>
              <a:chOff x="2563856" y="-1509951"/>
              <a:chExt cx="5968456" cy="2124592"/>
            </a:xfrm>
          </p:grpSpPr>
          <p:sp>
            <p:nvSpPr>
              <p:cNvPr id="304" name="Freeform 4">
                <a:extLst>
                  <a:ext uri="{FF2B5EF4-FFF2-40B4-BE49-F238E27FC236}">
                    <a16:creationId xmlns:a16="http://schemas.microsoft.com/office/drawing/2014/main" id="{D30911A6-6911-094B-927D-A42ABA72DF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3856" y="-1509951"/>
                <a:ext cx="1609399" cy="1316010"/>
              </a:xfrm>
              <a:custGeom>
                <a:avLst/>
                <a:gdLst>
                  <a:gd name="T0" fmla="*/ 134 w 1198"/>
                  <a:gd name="T1" fmla="*/ 270558 h 451"/>
                  <a:gd name="T2" fmla="*/ 273 w 1198"/>
                  <a:gd name="T3" fmla="*/ 132828 h 451"/>
                  <a:gd name="T4" fmla="*/ 679 w 1198"/>
                  <a:gd name="T5" fmla="*/ 73044 h 451"/>
                  <a:gd name="T6" fmla="*/ 1501 w 1198"/>
                  <a:gd name="T7" fmla="*/ 37135 h 451"/>
                  <a:gd name="T8" fmla="*/ 1796 w 1198"/>
                  <a:gd name="T9" fmla="*/ 294460 h 451"/>
                  <a:gd name="T10" fmla="*/ 1350 w 1198"/>
                  <a:gd name="T11" fmla="*/ 616944 h 451"/>
                  <a:gd name="T12" fmla="*/ 466 w 1198"/>
                  <a:gd name="T13" fmla="*/ 634874 h 451"/>
                  <a:gd name="T14" fmla="*/ 54 w 1198"/>
                  <a:gd name="T15" fmla="*/ 503524 h 451"/>
                  <a:gd name="T16" fmla="*/ 134 w 1198"/>
                  <a:gd name="T17" fmla="*/ 270558 h 45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198"/>
                  <a:gd name="T28" fmla="*/ 0 h 451"/>
                  <a:gd name="T29" fmla="*/ 1198 w 1198"/>
                  <a:gd name="T30" fmla="*/ 451 h 451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198" h="451">
                    <a:moveTo>
                      <a:pt x="88" y="181"/>
                    </a:moveTo>
                    <a:cubicBezTo>
                      <a:pt x="159" y="143"/>
                      <a:pt x="120" y="111"/>
                      <a:pt x="180" y="89"/>
                    </a:cubicBezTo>
                    <a:cubicBezTo>
                      <a:pt x="240" y="67"/>
                      <a:pt x="313" y="60"/>
                      <a:pt x="448" y="49"/>
                    </a:cubicBezTo>
                    <a:cubicBezTo>
                      <a:pt x="583" y="38"/>
                      <a:pt x="866" y="0"/>
                      <a:pt x="988" y="25"/>
                    </a:cubicBezTo>
                    <a:cubicBezTo>
                      <a:pt x="1110" y="50"/>
                      <a:pt x="1198" y="132"/>
                      <a:pt x="1181" y="197"/>
                    </a:cubicBezTo>
                    <a:cubicBezTo>
                      <a:pt x="1164" y="262"/>
                      <a:pt x="1034" y="375"/>
                      <a:pt x="889" y="413"/>
                    </a:cubicBezTo>
                    <a:cubicBezTo>
                      <a:pt x="744" y="451"/>
                      <a:pt x="449" y="438"/>
                      <a:pt x="307" y="425"/>
                    </a:cubicBezTo>
                    <a:cubicBezTo>
                      <a:pt x="165" y="412"/>
                      <a:pt x="72" y="378"/>
                      <a:pt x="36" y="337"/>
                    </a:cubicBezTo>
                    <a:cubicBezTo>
                      <a:pt x="0" y="296"/>
                      <a:pt x="77" y="213"/>
                      <a:pt x="88" y="181"/>
                    </a:cubicBezTo>
                    <a:close/>
                  </a:path>
                </a:pathLst>
              </a:custGeom>
              <a:gradFill>
                <a:gsLst>
                  <a:gs pos="24000">
                    <a:schemeClr val="bg1"/>
                  </a:gs>
                  <a:gs pos="99000">
                    <a:schemeClr val="bg1">
                      <a:alpha val="67000"/>
                    </a:schemeClr>
                  </a:gs>
                </a:gsLst>
                <a:path path="circle">
                  <a:fillToRect l="50000" t="50000" r="50000" b="50000"/>
                </a:path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98" name="Freeform 5">
                <a:extLst>
                  <a:ext uri="{FF2B5EF4-FFF2-40B4-BE49-F238E27FC236}">
                    <a16:creationId xmlns:a16="http://schemas.microsoft.com/office/drawing/2014/main" id="{5CB4E5C1-2135-4947-936C-2E606AB35C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3897" y="-479142"/>
                <a:ext cx="2744147" cy="1093783"/>
              </a:xfrm>
              <a:custGeom>
                <a:avLst/>
                <a:gdLst>
                  <a:gd name="T0" fmla="*/ 1319 w 1583"/>
                  <a:gd name="T1" fmla="*/ 862 h 682"/>
                  <a:gd name="T2" fmla="*/ 3445 w 1583"/>
                  <a:gd name="T3" fmla="*/ 285 h 682"/>
                  <a:gd name="T4" fmla="*/ 6645 w 1583"/>
                  <a:gd name="T5" fmla="*/ 77 h 682"/>
                  <a:gd name="T6" fmla="*/ 9794 w 1583"/>
                  <a:gd name="T7" fmla="*/ 744 h 682"/>
                  <a:gd name="T8" fmla="*/ 13238 w 1583"/>
                  <a:gd name="T9" fmla="*/ 1642 h 682"/>
                  <a:gd name="T10" fmla="*/ 10773 w 1583"/>
                  <a:gd name="T11" fmla="*/ 2476 h 682"/>
                  <a:gd name="T12" fmla="*/ 5844 w 1583"/>
                  <a:gd name="T13" fmla="*/ 2523 h 682"/>
                  <a:gd name="T14" fmla="*/ 751 w 1583"/>
                  <a:gd name="T15" fmla="*/ 2291 h 682"/>
                  <a:gd name="T16" fmla="*/ 1319 w 1583"/>
                  <a:gd name="T17" fmla="*/ 862 h 68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583"/>
                  <a:gd name="T28" fmla="*/ 0 h 682"/>
                  <a:gd name="T29" fmla="*/ 1583 w 1583"/>
                  <a:gd name="T30" fmla="*/ 682 h 682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583" h="682">
                    <a:moveTo>
                      <a:pt x="155" y="224"/>
                    </a:moveTo>
                    <a:cubicBezTo>
                      <a:pt x="208" y="137"/>
                      <a:pt x="302" y="108"/>
                      <a:pt x="407" y="74"/>
                    </a:cubicBezTo>
                    <a:cubicBezTo>
                      <a:pt x="512" y="40"/>
                      <a:pt x="660" y="0"/>
                      <a:pt x="785" y="20"/>
                    </a:cubicBezTo>
                    <a:cubicBezTo>
                      <a:pt x="910" y="40"/>
                      <a:pt x="1027" y="126"/>
                      <a:pt x="1157" y="194"/>
                    </a:cubicBezTo>
                    <a:cubicBezTo>
                      <a:pt x="1287" y="262"/>
                      <a:pt x="1545" y="353"/>
                      <a:pt x="1564" y="428"/>
                    </a:cubicBezTo>
                    <a:cubicBezTo>
                      <a:pt x="1583" y="503"/>
                      <a:pt x="1417" y="606"/>
                      <a:pt x="1272" y="644"/>
                    </a:cubicBezTo>
                    <a:cubicBezTo>
                      <a:pt x="1127" y="682"/>
                      <a:pt x="887" y="664"/>
                      <a:pt x="690" y="656"/>
                    </a:cubicBezTo>
                    <a:cubicBezTo>
                      <a:pt x="493" y="648"/>
                      <a:pt x="178" y="668"/>
                      <a:pt x="89" y="596"/>
                    </a:cubicBezTo>
                    <a:cubicBezTo>
                      <a:pt x="0" y="524"/>
                      <a:pt x="102" y="311"/>
                      <a:pt x="155" y="224"/>
                    </a:cubicBezTo>
                    <a:close/>
                  </a:path>
                </a:pathLst>
              </a:custGeom>
              <a:gradFill flip="none" rotWithShape="1">
                <a:gsLst>
                  <a:gs pos="20000">
                    <a:schemeClr val="bg1"/>
                  </a:gs>
                  <a:gs pos="99000">
                    <a:schemeClr val="bg1">
                      <a:alpha val="73000"/>
                    </a:schemeClr>
                  </a:gs>
                </a:gsLst>
                <a:path path="circle">
                  <a:fillToRect l="50000" t="50000" r="50000" b="50000"/>
                </a:path>
                <a:tileRect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92" name="Freeform 3">
                <a:extLst>
                  <a:ext uri="{FF2B5EF4-FFF2-40B4-BE49-F238E27FC236}">
                    <a16:creationId xmlns:a16="http://schemas.microsoft.com/office/drawing/2014/main" id="{17419CA7-50EA-4644-BAD8-E64BA60CCA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77885" y="-1281366"/>
                <a:ext cx="2154427" cy="1384541"/>
              </a:xfrm>
              <a:custGeom>
                <a:avLst/>
                <a:gdLst>
                  <a:gd name="T0" fmla="*/ 1063 w 1162"/>
                  <a:gd name="T1" fmla="*/ 49351 h 543"/>
                  <a:gd name="T2" fmla="*/ 6960 w 1162"/>
                  <a:gd name="T3" fmla="*/ 4162 h 543"/>
                  <a:gd name="T4" fmla="*/ 17785 w 1162"/>
                  <a:gd name="T5" fmla="*/ 23973 h 543"/>
                  <a:gd name="T6" fmla="*/ 21649 w 1162"/>
                  <a:gd name="T7" fmla="*/ 72662 h 543"/>
                  <a:gd name="T8" fmla="*/ 19828 w 1162"/>
                  <a:gd name="T9" fmla="*/ 137161 h 543"/>
                  <a:gd name="T10" fmla="*/ 11083 w 1162"/>
                  <a:gd name="T11" fmla="*/ 164591 h 543"/>
                  <a:gd name="T12" fmla="*/ 1657 w 1162"/>
                  <a:gd name="T13" fmla="*/ 133650 h 543"/>
                  <a:gd name="T14" fmla="*/ 1063 w 1162"/>
                  <a:gd name="T15" fmla="*/ 49351 h 54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1162"/>
                  <a:gd name="T25" fmla="*/ 0 h 543"/>
                  <a:gd name="T26" fmla="*/ 1162 w 1162"/>
                  <a:gd name="T27" fmla="*/ 543 h 543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1162" h="543">
                    <a:moveTo>
                      <a:pt x="56" y="162"/>
                    </a:moveTo>
                    <a:cubicBezTo>
                      <a:pt x="115" y="100"/>
                      <a:pt x="221" y="28"/>
                      <a:pt x="368" y="14"/>
                    </a:cubicBezTo>
                    <a:cubicBezTo>
                      <a:pt x="515" y="0"/>
                      <a:pt x="811" y="42"/>
                      <a:pt x="940" y="79"/>
                    </a:cubicBezTo>
                    <a:cubicBezTo>
                      <a:pt x="1069" y="116"/>
                      <a:pt x="1126" y="177"/>
                      <a:pt x="1144" y="239"/>
                    </a:cubicBezTo>
                    <a:cubicBezTo>
                      <a:pt x="1162" y="301"/>
                      <a:pt x="1141" y="401"/>
                      <a:pt x="1048" y="451"/>
                    </a:cubicBezTo>
                    <a:cubicBezTo>
                      <a:pt x="955" y="501"/>
                      <a:pt x="746" y="543"/>
                      <a:pt x="586" y="541"/>
                    </a:cubicBezTo>
                    <a:cubicBezTo>
                      <a:pt x="426" y="539"/>
                      <a:pt x="176" y="502"/>
                      <a:pt x="88" y="439"/>
                    </a:cubicBezTo>
                    <a:cubicBezTo>
                      <a:pt x="0" y="376"/>
                      <a:pt x="63" y="220"/>
                      <a:pt x="56" y="162"/>
                    </a:cubicBezTo>
                    <a:close/>
                  </a:path>
                </a:pathLst>
              </a:custGeom>
              <a:gradFill>
                <a:gsLst>
                  <a:gs pos="24000">
                    <a:schemeClr val="bg1"/>
                  </a:gs>
                  <a:gs pos="99000">
                    <a:schemeClr val="bg1">
                      <a:alpha val="67000"/>
                    </a:schemeClr>
                  </a:gs>
                </a:gsLst>
                <a:path path="circle">
                  <a:fillToRect l="50000" t="50000" r="50000" b="50000"/>
                </a:path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cxnSp>
            <p:nvCxnSpPr>
              <p:cNvPr id="284" name="Straight Arrow Connector 283">
                <a:extLst>
                  <a:ext uri="{FF2B5EF4-FFF2-40B4-BE49-F238E27FC236}">
                    <a16:creationId xmlns:a16="http://schemas.microsoft.com/office/drawing/2014/main" id="{D9F899E2-41E6-F644-9D09-629032DFBB9F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824603" y="-501042"/>
                <a:ext cx="814192" cy="501042"/>
              </a:xfrm>
              <a:prstGeom prst="straightConnector1">
                <a:avLst/>
              </a:prstGeom>
              <a:ln w="38100">
                <a:solidFill>
                  <a:srgbClr val="C00000"/>
                </a:solidFill>
                <a:headEnd type="triangle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86" name="Straight Arrow Connector 285">
                <a:extLst>
                  <a:ext uri="{FF2B5EF4-FFF2-40B4-BE49-F238E27FC236}">
                    <a16:creationId xmlns:a16="http://schemas.microsoft.com/office/drawing/2014/main" id="{498B5083-E95A-D548-919E-B088084EACD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0416" y="-711896"/>
                <a:ext cx="724423" cy="436323"/>
              </a:xfrm>
              <a:prstGeom prst="straightConnector1">
                <a:avLst/>
              </a:prstGeom>
              <a:ln w="38100">
                <a:solidFill>
                  <a:srgbClr val="C00000"/>
                </a:solidFill>
                <a:headEnd type="triangle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311" name="TextBox 310">
              <a:extLst>
                <a:ext uri="{FF2B5EF4-FFF2-40B4-BE49-F238E27FC236}">
                  <a16:creationId xmlns:a16="http://schemas.microsoft.com/office/drawing/2014/main" id="{B03A980E-CDF4-394B-8ACB-E178989326AD}"/>
                </a:ext>
              </a:extLst>
            </p:cNvPr>
            <p:cNvSpPr txBox="1"/>
            <p:nvPr/>
          </p:nvSpPr>
          <p:spPr>
            <a:xfrm>
              <a:off x="4935255" y="4346532"/>
              <a:ext cx="2217106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2400" dirty="0">
                  <a:solidFill>
                    <a:srgbClr val="C00000"/>
                  </a:solidFill>
                </a:rPr>
                <a:t>inter-AS routing</a:t>
              </a:r>
            </a:p>
          </p:txBody>
        </p:sp>
      </p:grpSp>
      <p:grpSp>
        <p:nvGrpSpPr>
          <p:cNvPr id="313" name="Group 312">
            <a:extLst>
              <a:ext uri="{FF2B5EF4-FFF2-40B4-BE49-F238E27FC236}">
                <a16:creationId xmlns:a16="http://schemas.microsoft.com/office/drawing/2014/main" id="{AFDBFFAE-83D8-D74E-B3C9-F3CDF234CDF3}"/>
              </a:ext>
            </a:extLst>
          </p:cNvPr>
          <p:cNvGrpSpPr/>
          <p:nvPr/>
        </p:nvGrpSpPr>
        <p:grpSpPr>
          <a:xfrm>
            <a:off x="3723768" y="1866380"/>
            <a:ext cx="2334629" cy="3331019"/>
            <a:chOff x="5176788" y="1691016"/>
            <a:chExt cx="2334629" cy="3331019"/>
          </a:xfrm>
        </p:grpSpPr>
        <p:sp>
          <p:nvSpPr>
            <p:cNvPr id="314" name="Freeform 313">
              <a:extLst>
                <a:ext uri="{FF2B5EF4-FFF2-40B4-BE49-F238E27FC236}">
                  <a16:creationId xmlns:a16="http://schemas.microsoft.com/office/drawing/2014/main" id="{DA2EECEA-6E2F-594A-A168-0AF941E524C3}"/>
                </a:ext>
              </a:extLst>
            </p:cNvPr>
            <p:cNvSpPr/>
            <p:nvPr/>
          </p:nvSpPr>
          <p:spPr bwMode="auto">
            <a:xfrm flipH="1">
              <a:off x="5219204" y="3674178"/>
              <a:ext cx="2255450" cy="1347857"/>
            </a:xfrm>
            <a:custGeom>
              <a:avLst/>
              <a:gdLst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418712 w 1040633"/>
                <a:gd name="connsiteY4" fmla="*/ 1189324 h 1219697"/>
                <a:gd name="connsiteX5" fmla="*/ 139870 w 1040633"/>
                <a:gd name="connsiteY5" fmla="*/ 1191723 h 1219697"/>
                <a:gd name="connsiteX0" fmla="*/ 139870 w 1040633"/>
                <a:gd name="connsiteY0" fmla="*/ 1191723 h 1355926"/>
                <a:gd name="connsiteX1" fmla="*/ 0 w 1040633"/>
                <a:gd name="connsiteY1" fmla="*/ 0 h 1355926"/>
                <a:gd name="connsiteX2" fmla="*/ 1040633 w 1040633"/>
                <a:gd name="connsiteY2" fmla="*/ 16785 h 1355926"/>
                <a:gd name="connsiteX3" fmla="*/ 833625 w 1040633"/>
                <a:gd name="connsiteY3" fmla="*/ 1219697 h 1355926"/>
                <a:gd name="connsiteX4" fmla="*/ 139870 w 1040633"/>
                <a:gd name="connsiteY4" fmla="*/ 1191723 h 1355926"/>
                <a:gd name="connsiteX0" fmla="*/ 139870 w 1040633"/>
                <a:gd name="connsiteY0" fmla="*/ 1191723 h 1289901"/>
                <a:gd name="connsiteX1" fmla="*/ 0 w 1040633"/>
                <a:gd name="connsiteY1" fmla="*/ 0 h 1289901"/>
                <a:gd name="connsiteX2" fmla="*/ 1040633 w 1040633"/>
                <a:gd name="connsiteY2" fmla="*/ 16785 h 1289901"/>
                <a:gd name="connsiteX3" fmla="*/ 833625 w 1040633"/>
                <a:gd name="connsiteY3" fmla="*/ 1219697 h 1289901"/>
                <a:gd name="connsiteX4" fmla="*/ 139870 w 1040633"/>
                <a:gd name="connsiteY4" fmla="*/ 1191723 h 1289901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191723"/>
                <a:gd name="connsiteX1" fmla="*/ 0 w 1040633"/>
                <a:gd name="connsiteY1" fmla="*/ 0 h 1191723"/>
                <a:gd name="connsiteX2" fmla="*/ 1040633 w 1040633"/>
                <a:gd name="connsiteY2" fmla="*/ 16785 h 1191723"/>
                <a:gd name="connsiteX3" fmla="*/ 671988 w 1040633"/>
                <a:gd name="connsiteY3" fmla="*/ 1158121 h 1191723"/>
                <a:gd name="connsiteX4" fmla="*/ 139870 w 1040633"/>
                <a:gd name="connsiteY4" fmla="*/ 1191723 h 1191723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363082 w 1040633"/>
                <a:gd name="connsiteY4" fmla="*/ 1160935 h 1160935"/>
                <a:gd name="connsiteX0" fmla="*/ 448507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448507 w 1040633"/>
                <a:gd name="connsiteY4" fmla="*/ 1160935 h 1160935"/>
                <a:gd name="connsiteX0" fmla="*/ 448507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448507 w 1040633"/>
                <a:gd name="connsiteY4" fmla="*/ 1160935 h 1160935"/>
                <a:gd name="connsiteX0" fmla="*/ 448507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448507 w 1040633"/>
                <a:gd name="connsiteY4" fmla="*/ 1160935 h 1160935"/>
                <a:gd name="connsiteX0" fmla="*/ 448507 w 1325315"/>
                <a:gd name="connsiteY0" fmla="*/ 1160935 h 1160935"/>
                <a:gd name="connsiteX1" fmla="*/ 0 w 1325315"/>
                <a:gd name="connsiteY1" fmla="*/ 0 h 1160935"/>
                <a:gd name="connsiteX2" fmla="*/ 1040633 w 1325315"/>
                <a:gd name="connsiteY2" fmla="*/ 16785 h 1160935"/>
                <a:gd name="connsiteX3" fmla="*/ 1214315 w 1325315"/>
                <a:gd name="connsiteY3" fmla="*/ 1064597 h 1160935"/>
                <a:gd name="connsiteX4" fmla="*/ 448507 w 1325315"/>
                <a:gd name="connsiteY4" fmla="*/ 1160935 h 1160935"/>
                <a:gd name="connsiteX0" fmla="*/ 448507 w 1214315"/>
                <a:gd name="connsiteY0" fmla="*/ 1160935 h 1160935"/>
                <a:gd name="connsiteX1" fmla="*/ 0 w 1214315"/>
                <a:gd name="connsiteY1" fmla="*/ 0 h 1160935"/>
                <a:gd name="connsiteX2" fmla="*/ 1040633 w 1214315"/>
                <a:gd name="connsiteY2" fmla="*/ 16785 h 1160935"/>
                <a:gd name="connsiteX3" fmla="*/ 1214315 w 1214315"/>
                <a:gd name="connsiteY3" fmla="*/ 1064597 h 1160935"/>
                <a:gd name="connsiteX4" fmla="*/ 448507 w 1214315"/>
                <a:gd name="connsiteY4" fmla="*/ 1160935 h 1160935"/>
                <a:gd name="connsiteX0" fmla="*/ 448507 w 1214315"/>
                <a:gd name="connsiteY0" fmla="*/ 1160935 h 1160935"/>
                <a:gd name="connsiteX1" fmla="*/ 0 w 1214315"/>
                <a:gd name="connsiteY1" fmla="*/ 0 h 1160935"/>
                <a:gd name="connsiteX2" fmla="*/ 1040633 w 1214315"/>
                <a:gd name="connsiteY2" fmla="*/ 16785 h 1160935"/>
                <a:gd name="connsiteX3" fmla="*/ 1214315 w 1214315"/>
                <a:gd name="connsiteY3" fmla="*/ 1064597 h 1160935"/>
                <a:gd name="connsiteX4" fmla="*/ 448507 w 1214315"/>
                <a:gd name="connsiteY4" fmla="*/ 1160935 h 1160935"/>
                <a:gd name="connsiteX0" fmla="*/ 1053964 w 1214315"/>
                <a:gd name="connsiteY0" fmla="*/ 1136323 h 1136323"/>
                <a:gd name="connsiteX1" fmla="*/ 0 w 1214315"/>
                <a:gd name="connsiteY1" fmla="*/ 0 h 1136323"/>
                <a:gd name="connsiteX2" fmla="*/ 1040633 w 1214315"/>
                <a:gd name="connsiteY2" fmla="*/ 16785 h 1136323"/>
                <a:gd name="connsiteX3" fmla="*/ 1214315 w 1214315"/>
                <a:gd name="connsiteY3" fmla="*/ 1064597 h 1136323"/>
                <a:gd name="connsiteX4" fmla="*/ 1053964 w 1214315"/>
                <a:gd name="connsiteY4" fmla="*/ 1136323 h 1136323"/>
                <a:gd name="connsiteX0" fmla="*/ 1053964 w 1214315"/>
                <a:gd name="connsiteY0" fmla="*/ 1136323 h 1136323"/>
                <a:gd name="connsiteX1" fmla="*/ 0 w 1214315"/>
                <a:gd name="connsiteY1" fmla="*/ 0 h 1136323"/>
                <a:gd name="connsiteX2" fmla="*/ 1040633 w 1214315"/>
                <a:gd name="connsiteY2" fmla="*/ 16785 h 1136323"/>
                <a:gd name="connsiteX3" fmla="*/ 1214315 w 1214315"/>
                <a:gd name="connsiteY3" fmla="*/ 1064597 h 1136323"/>
                <a:gd name="connsiteX4" fmla="*/ 1053964 w 1214315"/>
                <a:gd name="connsiteY4" fmla="*/ 1136323 h 1136323"/>
                <a:gd name="connsiteX0" fmla="*/ 1053964 w 1214315"/>
                <a:gd name="connsiteY0" fmla="*/ 1136323 h 1136323"/>
                <a:gd name="connsiteX1" fmla="*/ 0 w 1214315"/>
                <a:gd name="connsiteY1" fmla="*/ 0 h 1136323"/>
                <a:gd name="connsiteX2" fmla="*/ 1040633 w 1214315"/>
                <a:gd name="connsiteY2" fmla="*/ 16785 h 1136323"/>
                <a:gd name="connsiteX3" fmla="*/ 1214315 w 1214315"/>
                <a:gd name="connsiteY3" fmla="*/ 1064597 h 1136323"/>
                <a:gd name="connsiteX4" fmla="*/ 1053964 w 1214315"/>
                <a:gd name="connsiteY4" fmla="*/ 1136323 h 1136323"/>
                <a:gd name="connsiteX0" fmla="*/ 1060159 w 1220510"/>
                <a:gd name="connsiteY0" fmla="*/ 1119627 h 1119627"/>
                <a:gd name="connsiteX1" fmla="*/ 0 w 1220510"/>
                <a:gd name="connsiteY1" fmla="*/ 249694 h 1119627"/>
                <a:gd name="connsiteX2" fmla="*/ 1046828 w 1220510"/>
                <a:gd name="connsiteY2" fmla="*/ 89 h 1119627"/>
                <a:gd name="connsiteX3" fmla="*/ 1220510 w 1220510"/>
                <a:gd name="connsiteY3" fmla="*/ 1047901 h 1119627"/>
                <a:gd name="connsiteX4" fmla="*/ 1060159 w 1220510"/>
                <a:gd name="connsiteY4" fmla="*/ 1119627 h 1119627"/>
                <a:gd name="connsiteX0" fmla="*/ 1060159 w 1220510"/>
                <a:gd name="connsiteY0" fmla="*/ 1119627 h 1119627"/>
                <a:gd name="connsiteX1" fmla="*/ 0 w 1220510"/>
                <a:gd name="connsiteY1" fmla="*/ 249694 h 1119627"/>
                <a:gd name="connsiteX2" fmla="*/ 1046828 w 1220510"/>
                <a:gd name="connsiteY2" fmla="*/ 89 h 1119627"/>
                <a:gd name="connsiteX3" fmla="*/ 1220510 w 1220510"/>
                <a:gd name="connsiteY3" fmla="*/ 1047901 h 1119627"/>
                <a:gd name="connsiteX4" fmla="*/ 1060159 w 1220510"/>
                <a:gd name="connsiteY4" fmla="*/ 1119627 h 1119627"/>
                <a:gd name="connsiteX0" fmla="*/ 1060159 w 1220510"/>
                <a:gd name="connsiteY0" fmla="*/ 1119627 h 1119627"/>
                <a:gd name="connsiteX1" fmla="*/ 0 w 1220510"/>
                <a:gd name="connsiteY1" fmla="*/ 249694 h 1119627"/>
                <a:gd name="connsiteX2" fmla="*/ 1046828 w 1220510"/>
                <a:gd name="connsiteY2" fmla="*/ 89 h 1119627"/>
                <a:gd name="connsiteX3" fmla="*/ 1220510 w 1220510"/>
                <a:gd name="connsiteY3" fmla="*/ 1047901 h 1119627"/>
                <a:gd name="connsiteX4" fmla="*/ 1060159 w 1220510"/>
                <a:gd name="connsiteY4" fmla="*/ 1119627 h 1119627"/>
                <a:gd name="connsiteX0" fmla="*/ 1060159 w 1220510"/>
                <a:gd name="connsiteY0" fmla="*/ 921649 h 921649"/>
                <a:gd name="connsiteX1" fmla="*/ 0 w 1220510"/>
                <a:gd name="connsiteY1" fmla="*/ 51716 h 921649"/>
                <a:gd name="connsiteX2" fmla="*/ 1059218 w 1220510"/>
                <a:gd name="connsiteY2" fmla="*/ 355 h 921649"/>
                <a:gd name="connsiteX3" fmla="*/ 1220510 w 1220510"/>
                <a:gd name="connsiteY3" fmla="*/ 849923 h 921649"/>
                <a:gd name="connsiteX4" fmla="*/ 1060159 w 1220510"/>
                <a:gd name="connsiteY4" fmla="*/ 921649 h 921649"/>
                <a:gd name="connsiteX0" fmla="*/ 1060159 w 1220510"/>
                <a:gd name="connsiteY0" fmla="*/ 921649 h 921649"/>
                <a:gd name="connsiteX1" fmla="*/ 0 w 1220510"/>
                <a:gd name="connsiteY1" fmla="*/ 51716 h 921649"/>
                <a:gd name="connsiteX2" fmla="*/ 1059218 w 1220510"/>
                <a:gd name="connsiteY2" fmla="*/ 355 h 921649"/>
                <a:gd name="connsiteX3" fmla="*/ 1220510 w 1220510"/>
                <a:gd name="connsiteY3" fmla="*/ 849923 h 921649"/>
                <a:gd name="connsiteX4" fmla="*/ 1060159 w 1220510"/>
                <a:gd name="connsiteY4" fmla="*/ 921649 h 921649"/>
                <a:gd name="connsiteX0" fmla="*/ 1060159 w 1220510"/>
                <a:gd name="connsiteY0" fmla="*/ 921649 h 921649"/>
                <a:gd name="connsiteX1" fmla="*/ 0 w 1220510"/>
                <a:gd name="connsiteY1" fmla="*/ 51716 h 921649"/>
                <a:gd name="connsiteX2" fmla="*/ 1059218 w 1220510"/>
                <a:gd name="connsiteY2" fmla="*/ 355 h 921649"/>
                <a:gd name="connsiteX3" fmla="*/ 1220510 w 1220510"/>
                <a:gd name="connsiteY3" fmla="*/ 849923 h 921649"/>
                <a:gd name="connsiteX4" fmla="*/ 1060159 w 1220510"/>
                <a:gd name="connsiteY4" fmla="*/ 921649 h 921649"/>
                <a:gd name="connsiteX0" fmla="*/ 1060159 w 1340486"/>
                <a:gd name="connsiteY0" fmla="*/ 921649 h 921649"/>
                <a:gd name="connsiteX1" fmla="*/ 0 w 1340486"/>
                <a:gd name="connsiteY1" fmla="*/ 51716 h 921649"/>
                <a:gd name="connsiteX2" fmla="*/ 1059218 w 1340486"/>
                <a:gd name="connsiteY2" fmla="*/ 355 h 921649"/>
                <a:gd name="connsiteX3" fmla="*/ 1340486 w 1340486"/>
                <a:gd name="connsiteY3" fmla="*/ 709789 h 921649"/>
                <a:gd name="connsiteX4" fmla="*/ 1060159 w 1340486"/>
                <a:gd name="connsiteY4" fmla="*/ 921649 h 921649"/>
                <a:gd name="connsiteX0" fmla="*/ 1060159 w 1340486"/>
                <a:gd name="connsiteY0" fmla="*/ 921649 h 921649"/>
                <a:gd name="connsiteX1" fmla="*/ 0 w 1340486"/>
                <a:gd name="connsiteY1" fmla="*/ 51716 h 921649"/>
                <a:gd name="connsiteX2" fmla="*/ 1059218 w 1340486"/>
                <a:gd name="connsiteY2" fmla="*/ 355 h 921649"/>
                <a:gd name="connsiteX3" fmla="*/ 1340486 w 1340486"/>
                <a:gd name="connsiteY3" fmla="*/ 709789 h 921649"/>
                <a:gd name="connsiteX4" fmla="*/ 1060159 w 1340486"/>
                <a:gd name="connsiteY4" fmla="*/ 921649 h 921649"/>
                <a:gd name="connsiteX0" fmla="*/ 1060159 w 1340486"/>
                <a:gd name="connsiteY0" fmla="*/ 921649 h 921649"/>
                <a:gd name="connsiteX1" fmla="*/ 0 w 1340486"/>
                <a:gd name="connsiteY1" fmla="*/ 51716 h 921649"/>
                <a:gd name="connsiteX2" fmla="*/ 1059218 w 1340486"/>
                <a:gd name="connsiteY2" fmla="*/ 355 h 921649"/>
                <a:gd name="connsiteX3" fmla="*/ 1340486 w 1340486"/>
                <a:gd name="connsiteY3" fmla="*/ 709789 h 921649"/>
                <a:gd name="connsiteX4" fmla="*/ 1060159 w 1340486"/>
                <a:gd name="connsiteY4" fmla="*/ 921649 h 921649"/>
                <a:gd name="connsiteX0" fmla="*/ 1025166 w 1340486"/>
                <a:gd name="connsiteY0" fmla="*/ 746482 h 746482"/>
                <a:gd name="connsiteX1" fmla="*/ 0 w 1340486"/>
                <a:gd name="connsiteY1" fmla="*/ 51716 h 746482"/>
                <a:gd name="connsiteX2" fmla="*/ 1059218 w 1340486"/>
                <a:gd name="connsiteY2" fmla="*/ 355 h 746482"/>
                <a:gd name="connsiteX3" fmla="*/ 1340486 w 1340486"/>
                <a:gd name="connsiteY3" fmla="*/ 709789 h 746482"/>
                <a:gd name="connsiteX4" fmla="*/ 1025166 w 1340486"/>
                <a:gd name="connsiteY4" fmla="*/ 746482 h 746482"/>
                <a:gd name="connsiteX0" fmla="*/ 1025166 w 1340486"/>
                <a:gd name="connsiteY0" fmla="*/ 746482 h 746482"/>
                <a:gd name="connsiteX1" fmla="*/ 0 w 1340486"/>
                <a:gd name="connsiteY1" fmla="*/ 51716 h 746482"/>
                <a:gd name="connsiteX2" fmla="*/ 1059218 w 1340486"/>
                <a:gd name="connsiteY2" fmla="*/ 355 h 746482"/>
                <a:gd name="connsiteX3" fmla="*/ 1340486 w 1340486"/>
                <a:gd name="connsiteY3" fmla="*/ 709789 h 746482"/>
                <a:gd name="connsiteX4" fmla="*/ 1025166 w 1340486"/>
                <a:gd name="connsiteY4" fmla="*/ 746482 h 746482"/>
                <a:gd name="connsiteX0" fmla="*/ 965179 w 1280499"/>
                <a:gd name="connsiteY0" fmla="*/ 759828 h 759828"/>
                <a:gd name="connsiteX1" fmla="*/ 0 w 1280499"/>
                <a:gd name="connsiteY1" fmla="*/ 0 h 759828"/>
                <a:gd name="connsiteX2" fmla="*/ 999231 w 1280499"/>
                <a:gd name="connsiteY2" fmla="*/ 13701 h 759828"/>
                <a:gd name="connsiteX3" fmla="*/ 1280499 w 1280499"/>
                <a:gd name="connsiteY3" fmla="*/ 723135 h 759828"/>
                <a:gd name="connsiteX4" fmla="*/ 965179 w 1280499"/>
                <a:gd name="connsiteY4" fmla="*/ 759828 h 759828"/>
                <a:gd name="connsiteX0" fmla="*/ 965179 w 1280499"/>
                <a:gd name="connsiteY0" fmla="*/ 759828 h 759828"/>
                <a:gd name="connsiteX1" fmla="*/ 0 w 1280499"/>
                <a:gd name="connsiteY1" fmla="*/ 0 h 759828"/>
                <a:gd name="connsiteX2" fmla="*/ 999231 w 1280499"/>
                <a:gd name="connsiteY2" fmla="*/ 13701 h 759828"/>
                <a:gd name="connsiteX3" fmla="*/ 1280499 w 1280499"/>
                <a:gd name="connsiteY3" fmla="*/ 723135 h 759828"/>
                <a:gd name="connsiteX4" fmla="*/ 965179 w 1280499"/>
                <a:gd name="connsiteY4" fmla="*/ 759828 h 759828"/>
                <a:gd name="connsiteX0" fmla="*/ 2217181 w 2532501"/>
                <a:gd name="connsiteY0" fmla="*/ 747595 h 747595"/>
                <a:gd name="connsiteX1" fmla="*/ 0 w 2532501"/>
                <a:gd name="connsiteY1" fmla="*/ 310 h 747595"/>
                <a:gd name="connsiteX2" fmla="*/ 2251233 w 2532501"/>
                <a:gd name="connsiteY2" fmla="*/ 1468 h 747595"/>
                <a:gd name="connsiteX3" fmla="*/ 2532501 w 2532501"/>
                <a:gd name="connsiteY3" fmla="*/ 710902 h 747595"/>
                <a:gd name="connsiteX4" fmla="*/ 2217181 w 2532501"/>
                <a:gd name="connsiteY4" fmla="*/ 747595 h 747595"/>
                <a:gd name="connsiteX0" fmla="*/ 1904181 w 2532501"/>
                <a:gd name="connsiteY0" fmla="*/ 1349639 h 1349639"/>
                <a:gd name="connsiteX1" fmla="*/ 0 w 2532501"/>
                <a:gd name="connsiteY1" fmla="*/ 310 h 1349639"/>
                <a:gd name="connsiteX2" fmla="*/ 2251233 w 2532501"/>
                <a:gd name="connsiteY2" fmla="*/ 1468 h 1349639"/>
                <a:gd name="connsiteX3" fmla="*/ 2532501 w 2532501"/>
                <a:gd name="connsiteY3" fmla="*/ 710902 h 1349639"/>
                <a:gd name="connsiteX4" fmla="*/ 1904181 w 2532501"/>
                <a:gd name="connsiteY4" fmla="*/ 1349639 h 1349639"/>
                <a:gd name="connsiteX0" fmla="*/ 1904181 w 2532501"/>
                <a:gd name="connsiteY0" fmla="*/ 1349639 h 1349639"/>
                <a:gd name="connsiteX1" fmla="*/ 0 w 2532501"/>
                <a:gd name="connsiteY1" fmla="*/ 310 h 1349639"/>
                <a:gd name="connsiteX2" fmla="*/ 2251233 w 2532501"/>
                <a:gd name="connsiteY2" fmla="*/ 1468 h 1349639"/>
                <a:gd name="connsiteX3" fmla="*/ 2532501 w 2532501"/>
                <a:gd name="connsiteY3" fmla="*/ 710902 h 1349639"/>
                <a:gd name="connsiteX4" fmla="*/ 1904181 w 2532501"/>
                <a:gd name="connsiteY4" fmla="*/ 1349639 h 1349639"/>
                <a:gd name="connsiteX0" fmla="*/ 1904181 w 2274923"/>
                <a:gd name="connsiteY0" fmla="*/ 1349639 h 1349639"/>
                <a:gd name="connsiteX1" fmla="*/ 0 w 2274923"/>
                <a:gd name="connsiteY1" fmla="*/ 310 h 1349639"/>
                <a:gd name="connsiteX2" fmla="*/ 2251233 w 2274923"/>
                <a:gd name="connsiteY2" fmla="*/ 1468 h 1349639"/>
                <a:gd name="connsiteX3" fmla="*/ 2244541 w 2274923"/>
                <a:gd name="connsiteY3" fmla="*/ 1338031 h 1349639"/>
                <a:gd name="connsiteX4" fmla="*/ 1904181 w 2274923"/>
                <a:gd name="connsiteY4" fmla="*/ 1349639 h 1349639"/>
                <a:gd name="connsiteX0" fmla="*/ 1904181 w 2251233"/>
                <a:gd name="connsiteY0" fmla="*/ 1349639 h 1349639"/>
                <a:gd name="connsiteX1" fmla="*/ 0 w 2251233"/>
                <a:gd name="connsiteY1" fmla="*/ 310 h 1349639"/>
                <a:gd name="connsiteX2" fmla="*/ 2251233 w 2251233"/>
                <a:gd name="connsiteY2" fmla="*/ 1468 h 1349639"/>
                <a:gd name="connsiteX3" fmla="*/ 2244541 w 2251233"/>
                <a:gd name="connsiteY3" fmla="*/ 1338031 h 1349639"/>
                <a:gd name="connsiteX4" fmla="*/ 1904181 w 2251233"/>
                <a:gd name="connsiteY4" fmla="*/ 1349639 h 1349639"/>
                <a:gd name="connsiteX0" fmla="*/ 1855043 w 2251233"/>
                <a:gd name="connsiteY0" fmla="*/ 1349639 h 1349639"/>
                <a:gd name="connsiteX1" fmla="*/ 0 w 2251233"/>
                <a:gd name="connsiteY1" fmla="*/ 310 h 1349639"/>
                <a:gd name="connsiteX2" fmla="*/ 2251233 w 2251233"/>
                <a:gd name="connsiteY2" fmla="*/ 1468 h 1349639"/>
                <a:gd name="connsiteX3" fmla="*/ 2244541 w 2251233"/>
                <a:gd name="connsiteY3" fmla="*/ 1338031 h 1349639"/>
                <a:gd name="connsiteX4" fmla="*/ 1855043 w 2251233"/>
                <a:gd name="connsiteY4" fmla="*/ 1349639 h 1349639"/>
                <a:gd name="connsiteX0" fmla="*/ 1855043 w 2254368"/>
                <a:gd name="connsiteY0" fmla="*/ 1349639 h 1349639"/>
                <a:gd name="connsiteX1" fmla="*/ 0 w 2254368"/>
                <a:gd name="connsiteY1" fmla="*/ 310 h 1349639"/>
                <a:gd name="connsiteX2" fmla="*/ 2251233 w 2254368"/>
                <a:gd name="connsiteY2" fmla="*/ 1468 h 1349639"/>
                <a:gd name="connsiteX3" fmla="*/ 2254368 w 2254368"/>
                <a:gd name="connsiteY3" fmla="*/ 1315058 h 1349639"/>
                <a:gd name="connsiteX4" fmla="*/ 1855043 w 2254368"/>
                <a:gd name="connsiteY4" fmla="*/ 1349639 h 1349639"/>
                <a:gd name="connsiteX0" fmla="*/ 1855043 w 2254368"/>
                <a:gd name="connsiteY0" fmla="*/ 1349639 h 1349639"/>
                <a:gd name="connsiteX1" fmla="*/ 0 w 2254368"/>
                <a:gd name="connsiteY1" fmla="*/ 310 h 1349639"/>
                <a:gd name="connsiteX2" fmla="*/ 2251233 w 2254368"/>
                <a:gd name="connsiteY2" fmla="*/ 1468 h 1349639"/>
                <a:gd name="connsiteX3" fmla="*/ 2254368 w 2254368"/>
                <a:gd name="connsiteY3" fmla="*/ 1315058 h 1349639"/>
                <a:gd name="connsiteX4" fmla="*/ 1855043 w 2254368"/>
                <a:gd name="connsiteY4" fmla="*/ 1349639 h 1349639"/>
                <a:gd name="connsiteX0" fmla="*/ 1855043 w 2254368"/>
                <a:gd name="connsiteY0" fmla="*/ 1349639 h 1349639"/>
                <a:gd name="connsiteX1" fmla="*/ 0 w 2254368"/>
                <a:gd name="connsiteY1" fmla="*/ 310 h 1349639"/>
                <a:gd name="connsiteX2" fmla="*/ 2251233 w 2254368"/>
                <a:gd name="connsiteY2" fmla="*/ 1468 h 1349639"/>
                <a:gd name="connsiteX3" fmla="*/ 2254368 w 2254368"/>
                <a:gd name="connsiteY3" fmla="*/ 1315058 h 1349639"/>
                <a:gd name="connsiteX4" fmla="*/ 1855043 w 2254368"/>
                <a:gd name="connsiteY4" fmla="*/ 1349639 h 1349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54368" h="1349639">
                  <a:moveTo>
                    <a:pt x="1855043" y="1349639"/>
                  </a:moveTo>
                  <a:cubicBezTo>
                    <a:pt x="1304110" y="746280"/>
                    <a:pt x="628999" y="499249"/>
                    <a:pt x="0" y="310"/>
                  </a:cubicBezTo>
                  <a:cubicBezTo>
                    <a:pt x="333077" y="4877"/>
                    <a:pt x="1918156" y="-3099"/>
                    <a:pt x="2251233" y="1468"/>
                  </a:cubicBezTo>
                  <a:cubicBezTo>
                    <a:pt x="2089546" y="493074"/>
                    <a:pt x="2029736" y="828030"/>
                    <a:pt x="2254368" y="1315058"/>
                  </a:cubicBezTo>
                  <a:cubicBezTo>
                    <a:pt x="2028914" y="1268083"/>
                    <a:pt x="1915520" y="1271535"/>
                    <a:pt x="1855043" y="1349639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>
                    <a:lumMod val="95000"/>
                  </a:srgbClr>
                </a:gs>
                <a:gs pos="100000">
                  <a:srgbClr val="FFFFFF">
                    <a:lumMod val="75000"/>
                  </a:srgbClr>
                </a:gs>
              </a:gsLst>
              <a:lin ang="16200000" scaled="0"/>
            </a:gradFill>
            <a:ln w="952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grpSp>
          <p:nvGrpSpPr>
            <p:cNvPr id="315" name="Group 314">
              <a:extLst>
                <a:ext uri="{FF2B5EF4-FFF2-40B4-BE49-F238E27FC236}">
                  <a16:creationId xmlns:a16="http://schemas.microsoft.com/office/drawing/2014/main" id="{600673E8-B325-EB44-9A2A-C4636D3BA1D7}"/>
                </a:ext>
              </a:extLst>
            </p:cNvPr>
            <p:cNvGrpSpPr/>
            <p:nvPr/>
          </p:nvGrpSpPr>
          <p:grpSpPr>
            <a:xfrm>
              <a:off x="5176788" y="1691016"/>
              <a:ext cx="2334629" cy="2102794"/>
              <a:chOff x="5176788" y="1691016"/>
              <a:chExt cx="2334629" cy="2102794"/>
            </a:xfrm>
          </p:grpSpPr>
          <p:grpSp>
            <p:nvGrpSpPr>
              <p:cNvPr id="316" name="Group 28">
                <a:extLst>
                  <a:ext uri="{FF2B5EF4-FFF2-40B4-BE49-F238E27FC236}">
                    <a16:creationId xmlns:a16="http://schemas.microsoft.com/office/drawing/2014/main" id="{66AF714D-93D9-7849-A0E5-53CA64E792D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176788" y="1691016"/>
                <a:ext cx="2334629" cy="2102794"/>
                <a:chOff x="1858002" y="3709936"/>
                <a:chExt cx="1045872" cy="1739899"/>
              </a:xfrm>
            </p:grpSpPr>
            <p:sp>
              <p:nvSpPr>
                <p:cNvPr id="330" name="Rectangle 329">
                  <a:extLst>
                    <a:ext uri="{FF2B5EF4-FFF2-40B4-BE49-F238E27FC236}">
                      <a16:creationId xmlns:a16="http://schemas.microsoft.com/office/drawing/2014/main" id="{4500FA73-0BCC-C84B-A5CA-CA01BB6F74E4}"/>
                    </a:ext>
                  </a:extLst>
                </p:cNvPr>
                <p:cNvSpPr/>
                <p:nvPr/>
              </p:nvSpPr>
              <p:spPr bwMode="auto">
                <a:xfrm rot="10800000">
                  <a:off x="1867527" y="3957547"/>
                  <a:ext cx="1033544" cy="61109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FFFFFF"/>
                    </a:gs>
                  </a:gsLst>
                  <a:lin ang="16200000" scaled="0"/>
                </a:gra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grpSp>
              <p:nvGrpSpPr>
                <p:cNvPr id="331" name="Group 498">
                  <a:extLst>
                    <a:ext uri="{FF2B5EF4-FFF2-40B4-BE49-F238E27FC236}">
                      <a16:creationId xmlns:a16="http://schemas.microsoft.com/office/drawing/2014/main" id="{C0D2A279-F942-0D48-8005-63696D9EA9B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858805" y="5088863"/>
                  <a:ext cx="1035373" cy="360972"/>
                  <a:chOff x="4128636" y="3606589"/>
                  <a:chExt cx="568145" cy="338667"/>
                </a:xfrm>
              </p:grpSpPr>
              <p:sp>
                <p:nvSpPr>
                  <p:cNvPr id="345" name="Oval 344">
                    <a:extLst>
                      <a:ext uri="{FF2B5EF4-FFF2-40B4-BE49-F238E27FC236}">
                        <a16:creationId xmlns:a16="http://schemas.microsoft.com/office/drawing/2014/main" id="{588FE4E7-26AC-4943-A3F8-4D8DBC528B55}"/>
                      </a:ext>
                    </a:extLst>
                  </p:cNvPr>
                  <p:cNvSpPr/>
                  <p:nvPr/>
                </p:nvSpPr>
                <p:spPr>
                  <a:xfrm>
                    <a:off x="4129067" y="3720144"/>
                    <a:ext cx="567968" cy="224867"/>
                  </a:xfrm>
                  <a:prstGeom prst="ellipse">
                    <a:avLst/>
                  </a:prstGeom>
                  <a:solidFill>
                    <a:srgbClr val="3333CC">
                      <a:lumMod val="75000"/>
                    </a:srgbClr>
                  </a:solidFill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46" name="Rectangle 345">
                    <a:extLst>
                      <a:ext uri="{FF2B5EF4-FFF2-40B4-BE49-F238E27FC236}">
                        <a16:creationId xmlns:a16="http://schemas.microsoft.com/office/drawing/2014/main" id="{3806B90C-D448-5046-B33D-F8620D8693A3}"/>
                      </a:ext>
                    </a:extLst>
                  </p:cNvPr>
                  <p:cNvSpPr/>
                  <p:nvPr/>
                </p:nvSpPr>
                <p:spPr>
                  <a:xfrm>
                    <a:off x="4129067" y="3720144"/>
                    <a:ext cx="567968" cy="111689"/>
                  </a:xfrm>
                  <a:prstGeom prst="rect">
                    <a:avLst/>
                  </a:pr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47" name="Oval 346">
                    <a:extLst>
                      <a:ext uri="{FF2B5EF4-FFF2-40B4-BE49-F238E27FC236}">
                        <a16:creationId xmlns:a16="http://schemas.microsoft.com/office/drawing/2014/main" id="{77D5E21E-12EC-7C4E-A4FD-F87EB3559FC3}"/>
                      </a:ext>
                    </a:extLst>
                  </p:cNvPr>
                  <p:cNvSpPr/>
                  <p:nvPr/>
                </p:nvSpPr>
                <p:spPr>
                  <a:xfrm>
                    <a:off x="4129067" y="3606966"/>
                    <a:ext cx="567968" cy="224867"/>
                  </a:xfrm>
                  <a:prstGeom prst="ellipse">
                    <a:avLst/>
                  </a:prstGeom>
                  <a:solidFill>
                    <a:srgbClr val="3333CC">
                      <a:lumMod val="60000"/>
                      <a:lumOff val="40000"/>
                      <a:alpha val="70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cxnSp>
                <p:nvCxnSpPr>
                  <p:cNvPr id="348" name="Straight Connector 347">
                    <a:extLst>
                      <a:ext uri="{FF2B5EF4-FFF2-40B4-BE49-F238E27FC236}">
                        <a16:creationId xmlns:a16="http://schemas.microsoft.com/office/drawing/2014/main" id="{EB1D307E-35F6-7B4D-9ECA-535608E8FF64}"/>
                      </a:ext>
                    </a:extLst>
                  </p:cNvPr>
                  <p:cNvCxnSpPr/>
                  <p:nvPr/>
                </p:nvCxnSpPr>
                <p:spPr>
                  <a:xfrm>
                    <a:off x="4697035" y="3720144"/>
                    <a:ext cx="0" cy="111689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349" name="Straight Connector 348">
                    <a:extLst>
                      <a:ext uri="{FF2B5EF4-FFF2-40B4-BE49-F238E27FC236}">
                        <a16:creationId xmlns:a16="http://schemas.microsoft.com/office/drawing/2014/main" id="{9890F937-B02F-3941-AA75-F2A6C60ADB6E}"/>
                      </a:ext>
                    </a:extLst>
                  </p:cNvPr>
                  <p:cNvCxnSpPr/>
                  <p:nvPr/>
                </p:nvCxnSpPr>
                <p:spPr>
                  <a:xfrm>
                    <a:off x="4129067" y="3720144"/>
                    <a:ext cx="0" cy="111689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332" name="Rectangle 331">
                  <a:extLst>
                    <a:ext uri="{FF2B5EF4-FFF2-40B4-BE49-F238E27FC236}">
                      <a16:creationId xmlns:a16="http://schemas.microsoft.com/office/drawing/2014/main" id="{C1A7B8C0-653F-D043-A5D6-8D8D02496547}"/>
                    </a:ext>
                  </a:extLst>
                </p:cNvPr>
                <p:cNvSpPr/>
                <p:nvPr/>
              </p:nvSpPr>
              <p:spPr bwMode="auto">
                <a:xfrm>
                  <a:off x="1859676" y="4691826"/>
                  <a:ext cx="1037420" cy="522210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40000"/>
                        <a:lumOff val="60000"/>
                      </a:srgbClr>
                    </a:gs>
                    <a:gs pos="100000">
                      <a:srgbClr val="FFFFFF"/>
                    </a:gs>
                  </a:gsLst>
                  <a:lin ang="16200000" scaled="0"/>
                </a:gra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333" name="Straight Connector 332">
                  <a:extLst>
                    <a:ext uri="{FF2B5EF4-FFF2-40B4-BE49-F238E27FC236}">
                      <a16:creationId xmlns:a16="http://schemas.microsoft.com/office/drawing/2014/main" id="{441ECEE8-5F06-204E-BCD7-77C25E8AF081}"/>
                    </a:ext>
                  </a:extLst>
                </p:cNvPr>
                <p:cNvCxnSpPr>
                  <a:cxnSpLocks/>
                  <a:stCxn id="337" idx="1"/>
                </p:cNvCxnSpPr>
                <p:nvPr/>
              </p:nvCxnSpPr>
              <p:spPr bwMode="auto">
                <a:xfrm flipH="1">
                  <a:off x="1861178" y="3924839"/>
                  <a:ext cx="1007" cy="1295073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ysDash"/>
                </a:ln>
                <a:effectLst/>
              </p:spPr>
            </p:cxnSp>
            <p:cxnSp>
              <p:nvCxnSpPr>
                <p:cNvPr id="334" name="Straight Connector 333">
                  <a:extLst>
                    <a:ext uri="{FF2B5EF4-FFF2-40B4-BE49-F238E27FC236}">
                      <a16:creationId xmlns:a16="http://schemas.microsoft.com/office/drawing/2014/main" id="{D714DFB4-74AF-AA45-805C-53E5CDD7DB02}"/>
                    </a:ext>
                  </a:extLst>
                </p:cNvPr>
                <p:cNvCxnSpPr/>
                <p:nvPr/>
              </p:nvCxnSpPr>
              <p:spPr bwMode="auto">
                <a:xfrm flipH="1">
                  <a:off x="2894641" y="3971833"/>
                  <a:ext cx="6350" cy="126981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ysDash"/>
                </a:ln>
                <a:effectLst/>
              </p:spPr>
            </p:cxnSp>
            <p:grpSp>
              <p:nvGrpSpPr>
                <p:cNvPr id="335" name="Group 504">
                  <a:extLst>
                    <a:ext uri="{FF2B5EF4-FFF2-40B4-BE49-F238E27FC236}">
                      <a16:creationId xmlns:a16="http://schemas.microsoft.com/office/drawing/2014/main" id="{2A0950AE-6556-8E45-8D36-C13C7443E2B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858002" y="3709936"/>
                  <a:ext cx="1045872" cy="398402"/>
                  <a:chOff x="2185125" y="1574638"/>
                  <a:chExt cx="1201487" cy="429505"/>
                </a:xfrm>
              </p:grpSpPr>
              <p:sp>
                <p:nvSpPr>
                  <p:cNvPr id="336" name="Oval 335">
                    <a:extLst>
                      <a:ext uri="{FF2B5EF4-FFF2-40B4-BE49-F238E27FC236}">
                        <a16:creationId xmlns:a16="http://schemas.microsoft.com/office/drawing/2014/main" id="{26F4269B-B9E1-DD40-BD3F-9AD462CC181B}"/>
                      </a:ext>
                    </a:extLst>
                  </p:cNvPr>
                  <p:cNvSpPr/>
                  <p:nvPr/>
                </p:nvSpPr>
                <p:spPr bwMode="auto">
                  <a:xfrm flipV="1">
                    <a:off x="2185125" y="1689286"/>
                    <a:ext cx="1196349" cy="314857"/>
                  </a:xfrm>
                  <a:prstGeom prst="ellipse">
                    <a:avLst/>
                  </a:prstGeom>
                  <a:gradFill flip="none" rotWithShape="1">
                    <a:gsLst>
                      <a:gs pos="0">
                        <a:srgbClr val="3333CC">
                          <a:lumMod val="75000"/>
                        </a:srgbClr>
                      </a:gs>
                      <a:gs pos="31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3333CC">
                          <a:lumMod val="20000"/>
                          <a:lumOff val="80000"/>
                        </a:srgbClr>
                      </a:gs>
                    </a:gsLst>
                    <a:lin ang="16200000" scaled="0"/>
                    <a:tileRect/>
                  </a:gradFill>
                  <a:ln w="6350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7" name="Rectangle 336">
                    <a:extLst>
                      <a:ext uri="{FF2B5EF4-FFF2-40B4-BE49-F238E27FC236}">
                        <a16:creationId xmlns:a16="http://schemas.microsoft.com/office/drawing/2014/main" id="{D6F97DEA-39E6-7943-9504-B9FD46A24726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189930" y="1749849"/>
                    <a:ext cx="1195120" cy="112938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3333CC">
                          <a:lumMod val="40000"/>
                          <a:lumOff val="60000"/>
                        </a:srgbClr>
                      </a:gs>
                      <a:gs pos="54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3333CC">
                          <a:lumMod val="75000"/>
                        </a:srgbClr>
                      </a:gs>
                    </a:gsLst>
                    <a:lin ang="16200000" scaled="0"/>
                  </a:gradFill>
                  <a:ln w="25400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8" name="Oval 337">
                    <a:extLst>
                      <a:ext uri="{FF2B5EF4-FFF2-40B4-BE49-F238E27FC236}">
                        <a16:creationId xmlns:a16="http://schemas.microsoft.com/office/drawing/2014/main" id="{CC4C5A26-4306-EB49-843F-3B0B4CF63CF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 flipV="1">
                    <a:off x="2189930" y="1574638"/>
                    <a:ext cx="1196349" cy="314857"/>
                  </a:xfrm>
                  <a:prstGeom prst="ellipse">
                    <a:avLst/>
                  </a:prstGeom>
                  <a:solidFill>
                    <a:srgbClr val="BFBFBF"/>
                  </a:solidFill>
                  <a:ln w="6350">
                    <a:solidFill>
                      <a:srgbClr val="000000"/>
                    </a:solidFill>
                    <a:round/>
                    <a:headEnd/>
                    <a:tailEnd/>
                  </a:ln>
                  <a:effectLst>
                    <a:outerShdw blurRad="40000" dist="23000" dir="5400000" rotWithShape="0">
                      <a:srgbClr val="808080">
                        <a:alpha val="34999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339" name="Freeform 338">
                    <a:extLst>
                      <a:ext uri="{FF2B5EF4-FFF2-40B4-BE49-F238E27FC236}">
                        <a16:creationId xmlns:a16="http://schemas.microsoft.com/office/drawing/2014/main" id="{01521615-126F-9F48-B7B9-BC8FDF45A504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489684" y="1670464"/>
                    <a:ext cx="581761" cy="157429"/>
                  </a:xfrm>
                  <a:custGeom>
                    <a:avLst/>
                    <a:gdLst>
                      <a:gd name="connsiteX0" fmla="*/ 1486231 w 2944854"/>
                      <a:gd name="connsiteY0" fmla="*/ 727041 h 1302232"/>
                      <a:gd name="connsiteX1" fmla="*/ 257675 w 2944854"/>
                      <a:gd name="connsiteY1" fmla="*/ 1302232 h 1302232"/>
                      <a:gd name="connsiteX2" fmla="*/ 0 w 2944854"/>
                      <a:gd name="connsiteY2" fmla="*/ 1228607 h 1302232"/>
                      <a:gd name="connsiteX3" fmla="*/ 911064 w 2944854"/>
                      <a:gd name="connsiteY3" fmla="*/ 837478 h 1302232"/>
                      <a:gd name="connsiteX4" fmla="*/ 883456 w 2944854"/>
                      <a:gd name="connsiteY4" fmla="*/ 450949 h 1302232"/>
                      <a:gd name="connsiteX5" fmla="*/ 161047 w 2944854"/>
                      <a:gd name="connsiteY5" fmla="*/ 119640 h 1302232"/>
                      <a:gd name="connsiteX6" fmla="*/ 404917 w 2944854"/>
                      <a:gd name="connsiteY6" fmla="*/ 50617 h 1302232"/>
                      <a:gd name="connsiteX7" fmla="*/ 1477028 w 2944854"/>
                      <a:gd name="connsiteY7" fmla="*/ 501566 h 1302232"/>
                      <a:gd name="connsiteX8" fmla="*/ 2572146 w 2944854"/>
                      <a:gd name="connsiteY8" fmla="*/ 0 h 1302232"/>
                      <a:gd name="connsiteX9" fmla="*/ 2875834 w 2944854"/>
                      <a:gd name="connsiteY9" fmla="*/ 96632 h 1302232"/>
                      <a:gd name="connsiteX10" fmla="*/ 2079803 w 2944854"/>
                      <a:gd name="connsiteY10" fmla="*/ 432543 h 1302232"/>
                      <a:gd name="connsiteX11" fmla="*/ 2240850 w 2944854"/>
                      <a:gd name="connsiteY11" fmla="*/ 920305 h 1302232"/>
                      <a:gd name="connsiteX12" fmla="*/ 2944854 w 2944854"/>
                      <a:gd name="connsiteY12" fmla="*/ 1228607 h 1302232"/>
                      <a:gd name="connsiteX13" fmla="*/ 2733192 w 2944854"/>
                      <a:gd name="connsiteY13" fmla="*/ 1297630 h 1302232"/>
                      <a:gd name="connsiteX14" fmla="*/ 1486231 w 2944854"/>
                      <a:gd name="connsiteY14" fmla="*/ 727041 h 1302232"/>
                      <a:gd name="connsiteX0" fmla="*/ 1486231 w 2944854"/>
                      <a:gd name="connsiteY0" fmla="*/ 727041 h 1316375"/>
                      <a:gd name="connsiteX1" fmla="*/ 257675 w 2944854"/>
                      <a:gd name="connsiteY1" fmla="*/ 1302232 h 1316375"/>
                      <a:gd name="connsiteX2" fmla="*/ 0 w 2944854"/>
                      <a:gd name="connsiteY2" fmla="*/ 1228607 h 1316375"/>
                      <a:gd name="connsiteX3" fmla="*/ 911064 w 2944854"/>
                      <a:gd name="connsiteY3" fmla="*/ 837478 h 1316375"/>
                      <a:gd name="connsiteX4" fmla="*/ 883456 w 2944854"/>
                      <a:gd name="connsiteY4" fmla="*/ 450949 h 1316375"/>
                      <a:gd name="connsiteX5" fmla="*/ 161047 w 2944854"/>
                      <a:gd name="connsiteY5" fmla="*/ 119640 h 1316375"/>
                      <a:gd name="connsiteX6" fmla="*/ 404917 w 2944854"/>
                      <a:gd name="connsiteY6" fmla="*/ 50617 h 1316375"/>
                      <a:gd name="connsiteX7" fmla="*/ 1477028 w 2944854"/>
                      <a:gd name="connsiteY7" fmla="*/ 501566 h 1316375"/>
                      <a:gd name="connsiteX8" fmla="*/ 2572146 w 2944854"/>
                      <a:gd name="connsiteY8" fmla="*/ 0 h 1316375"/>
                      <a:gd name="connsiteX9" fmla="*/ 2875834 w 2944854"/>
                      <a:gd name="connsiteY9" fmla="*/ 96632 h 1316375"/>
                      <a:gd name="connsiteX10" fmla="*/ 2079803 w 2944854"/>
                      <a:gd name="connsiteY10" fmla="*/ 432543 h 1316375"/>
                      <a:gd name="connsiteX11" fmla="*/ 2240850 w 2944854"/>
                      <a:gd name="connsiteY11" fmla="*/ 920305 h 1316375"/>
                      <a:gd name="connsiteX12" fmla="*/ 2944854 w 2944854"/>
                      <a:gd name="connsiteY12" fmla="*/ 1228607 h 1316375"/>
                      <a:gd name="connsiteX13" fmla="*/ 2756623 w 2944854"/>
                      <a:gd name="connsiteY13" fmla="*/ 1316375 h 1316375"/>
                      <a:gd name="connsiteX14" fmla="*/ 1486231 w 2944854"/>
                      <a:gd name="connsiteY14" fmla="*/ 727041 h 1316375"/>
                      <a:gd name="connsiteX0" fmla="*/ 1486231 w 3024520"/>
                      <a:gd name="connsiteY0" fmla="*/ 727041 h 1316375"/>
                      <a:gd name="connsiteX1" fmla="*/ 257675 w 3024520"/>
                      <a:gd name="connsiteY1" fmla="*/ 1302232 h 1316375"/>
                      <a:gd name="connsiteX2" fmla="*/ 0 w 3024520"/>
                      <a:gd name="connsiteY2" fmla="*/ 1228607 h 1316375"/>
                      <a:gd name="connsiteX3" fmla="*/ 911064 w 3024520"/>
                      <a:gd name="connsiteY3" fmla="*/ 837478 h 1316375"/>
                      <a:gd name="connsiteX4" fmla="*/ 883456 w 3024520"/>
                      <a:gd name="connsiteY4" fmla="*/ 450949 h 1316375"/>
                      <a:gd name="connsiteX5" fmla="*/ 161047 w 3024520"/>
                      <a:gd name="connsiteY5" fmla="*/ 119640 h 1316375"/>
                      <a:gd name="connsiteX6" fmla="*/ 404917 w 3024520"/>
                      <a:gd name="connsiteY6" fmla="*/ 50617 h 1316375"/>
                      <a:gd name="connsiteX7" fmla="*/ 1477028 w 3024520"/>
                      <a:gd name="connsiteY7" fmla="*/ 501566 h 1316375"/>
                      <a:gd name="connsiteX8" fmla="*/ 2572146 w 3024520"/>
                      <a:gd name="connsiteY8" fmla="*/ 0 h 1316375"/>
                      <a:gd name="connsiteX9" fmla="*/ 2875834 w 3024520"/>
                      <a:gd name="connsiteY9" fmla="*/ 96632 h 1316375"/>
                      <a:gd name="connsiteX10" fmla="*/ 2079803 w 3024520"/>
                      <a:gd name="connsiteY10" fmla="*/ 432543 h 1316375"/>
                      <a:gd name="connsiteX11" fmla="*/ 2240850 w 3024520"/>
                      <a:gd name="connsiteY11" fmla="*/ 920305 h 1316375"/>
                      <a:gd name="connsiteX12" fmla="*/ 3024520 w 3024520"/>
                      <a:gd name="connsiteY12" fmla="*/ 1228607 h 1316375"/>
                      <a:gd name="connsiteX13" fmla="*/ 2756623 w 3024520"/>
                      <a:gd name="connsiteY13" fmla="*/ 1316375 h 1316375"/>
                      <a:gd name="connsiteX14" fmla="*/ 1486231 w 3024520"/>
                      <a:gd name="connsiteY14" fmla="*/ 727041 h 1316375"/>
                      <a:gd name="connsiteX0" fmla="*/ 1537780 w 3076069"/>
                      <a:gd name="connsiteY0" fmla="*/ 727041 h 1316375"/>
                      <a:gd name="connsiteX1" fmla="*/ 309224 w 3076069"/>
                      <a:gd name="connsiteY1" fmla="*/ 1302232 h 1316375"/>
                      <a:gd name="connsiteX2" fmla="*/ 0 w 3076069"/>
                      <a:gd name="connsiteY2" fmla="*/ 1228607 h 1316375"/>
                      <a:gd name="connsiteX3" fmla="*/ 962613 w 3076069"/>
                      <a:gd name="connsiteY3" fmla="*/ 837478 h 1316375"/>
                      <a:gd name="connsiteX4" fmla="*/ 935005 w 3076069"/>
                      <a:gd name="connsiteY4" fmla="*/ 450949 h 1316375"/>
                      <a:gd name="connsiteX5" fmla="*/ 212596 w 3076069"/>
                      <a:gd name="connsiteY5" fmla="*/ 119640 h 1316375"/>
                      <a:gd name="connsiteX6" fmla="*/ 456466 w 3076069"/>
                      <a:gd name="connsiteY6" fmla="*/ 50617 h 1316375"/>
                      <a:gd name="connsiteX7" fmla="*/ 1528577 w 3076069"/>
                      <a:gd name="connsiteY7" fmla="*/ 501566 h 1316375"/>
                      <a:gd name="connsiteX8" fmla="*/ 2623695 w 3076069"/>
                      <a:gd name="connsiteY8" fmla="*/ 0 h 1316375"/>
                      <a:gd name="connsiteX9" fmla="*/ 2927383 w 3076069"/>
                      <a:gd name="connsiteY9" fmla="*/ 96632 h 1316375"/>
                      <a:gd name="connsiteX10" fmla="*/ 2131352 w 3076069"/>
                      <a:gd name="connsiteY10" fmla="*/ 432543 h 1316375"/>
                      <a:gd name="connsiteX11" fmla="*/ 2292399 w 3076069"/>
                      <a:gd name="connsiteY11" fmla="*/ 920305 h 1316375"/>
                      <a:gd name="connsiteX12" fmla="*/ 3076069 w 3076069"/>
                      <a:gd name="connsiteY12" fmla="*/ 1228607 h 1316375"/>
                      <a:gd name="connsiteX13" fmla="*/ 2808172 w 3076069"/>
                      <a:gd name="connsiteY13" fmla="*/ 1316375 h 1316375"/>
                      <a:gd name="connsiteX14" fmla="*/ 1537780 w 3076069"/>
                      <a:gd name="connsiteY14" fmla="*/ 727041 h 1316375"/>
                      <a:gd name="connsiteX0" fmla="*/ 1537780 w 3076069"/>
                      <a:gd name="connsiteY0" fmla="*/ 727041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27041 h 1321259"/>
                      <a:gd name="connsiteX0" fmla="*/ 1537780 w 3076069"/>
                      <a:gd name="connsiteY0" fmla="*/ 750825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50825 h 13212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3076069" h="1321259">
                        <a:moveTo>
                          <a:pt x="1537780" y="750825"/>
                        </a:moveTo>
                        <a:lnTo>
                          <a:pt x="313981" y="1321259"/>
                        </a:lnTo>
                        <a:lnTo>
                          <a:pt x="0" y="1228607"/>
                        </a:lnTo>
                        <a:lnTo>
                          <a:pt x="962613" y="837478"/>
                        </a:lnTo>
                        <a:lnTo>
                          <a:pt x="935005" y="450949"/>
                        </a:lnTo>
                        <a:lnTo>
                          <a:pt x="212596" y="119640"/>
                        </a:lnTo>
                        <a:lnTo>
                          <a:pt x="456466" y="50617"/>
                        </a:lnTo>
                        <a:lnTo>
                          <a:pt x="1528577" y="501566"/>
                        </a:lnTo>
                        <a:lnTo>
                          <a:pt x="2623695" y="0"/>
                        </a:lnTo>
                        <a:lnTo>
                          <a:pt x="2927383" y="96632"/>
                        </a:lnTo>
                        <a:lnTo>
                          <a:pt x="2131352" y="432543"/>
                        </a:lnTo>
                        <a:lnTo>
                          <a:pt x="2292399" y="920305"/>
                        </a:lnTo>
                        <a:lnTo>
                          <a:pt x="3076069" y="1228607"/>
                        </a:lnTo>
                        <a:lnTo>
                          <a:pt x="2808172" y="1316375"/>
                        </a:lnTo>
                        <a:lnTo>
                          <a:pt x="1537780" y="750825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60000"/>
                      <a:lumOff val="40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40" name="Freeform 339">
                    <a:extLst>
                      <a:ext uri="{FF2B5EF4-FFF2-40B4-BE49-F238E27FC236}">
                        <a16:creationId xmlns:a16="http://schemas.microsoft.com/office/drawing/2014/main" id="{682F4762-B963-474F-AB4B-BD6A92DA5D2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29501" y="1629396"/>
                    <a:ext cx="703949" cy="111226"/>
                  </a:xfrm>
                  <a:custGeom>
                    <a:avLst/>
                    <a:gdLst>
                      <a:gd name="T0" fmla="*/ 0 w 3723451"/>
                      <a:gd name="T1" fmla="*/ 27211 h 932950"/>
                      <a:gd name="T2" fmla="*/ 123865 w 3723451"/>
                      <a:gd name="T3" fmla="*/ 321 h 932950"/>
                      <a:gd name="T4" fmla="*/ 350850 w 3723451"/>
                      <a:gd name="T5" fmla="*/ 62061 h 932950"/>
                      <a:gd name="T6" fmla="*/ 567397 w 3723451"/>
                      <a:gd name="T7" fmla="*/ 0 h 932950"/>
                      <a:gd name="T8" fmla="*/ 703949 w 3723451"/>
                      <a:gd name="T9" fmla="*/ 24696 h 932950"/>
                      <a:gd name="T10" fmla="*/ 602354 w 3723451"/>
                      <a:gd name="T11" fmla="*/ 55064 h 932950"/>
                      <a:gd name="T12" fmla="*/ 569645 w 3723451"/>
                      <a:gd name="T13" fmla="*/ 46877 h 932950"/>
                      <a:gd name="T14" fmla="*/ 354838 w 3723451"/>
                      <a:gd name="T15" fmla="*/ 111226 h 932950"/>
                      <a:gd name="T16" fmla="*/ 134536 w 3723451"/>
                      <a:gd name="T17" fmla="*/ 49244 h 932950"/>
                      <a:gd name="T18" fmla="*/ 98918 w 3723451"/>
                      <a:gd name="T19" fmla="*/ 55934 h 932950"/>
                      <a:gd name="T20" fmla="*/ 0 w 3723451"/>
                      <a:gd name="T21" fmla="*/ 27211 h 932950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60000 65536"/>
                      <a:gd name="T31" fmla="*/ 0 60000 65536"/>
                      <a:gd name="T32" fmla="*/ 0 60000 65536"/>
                    </a:gdLst>
                    <a:ahLst/>
                    <a:cxnLst>
                      <a:cxn ang="T22">
                        <a:pos x="T0" y="T1"/>
                      </a:cxn>
                      <a:cxn ang="T23">
                        <a:pos x="T2" y="T3"/>
                      </a:cxn>
                      <a:cxn ang="T24">
                        <a:pos x="T4" y="T5"/>
                      </a:cxn>
                      <a:cxn ang="T25">
                        <a:pos x="T6" y="T7"/>
                      </a:cxn>
                      <a:cxn ang="T26">
                        <a:pos x="T8" y="T9"/>
                      </a:cxn>
                      <a:cxn ang="T27">
                        <a:pos x="T10" y="T11"/>
                      </a:cxn>
                      <a:cxn ang="T28">
                        <a:pos x="T12" y="T13"/>
                      </a:cxn>
                      <a:cxn ang="T29">
                        <a:pos x="T14" y="T15"/>
                      </a:cxn>
                      <a:cxn ang="T30">
                        <a:pos x="T16" y="T17"/>
                      </a:cxn>
                      <a:cxn ang="T31">
                        <a:pos x="T18" y="T19"/>
                      </a:cxn>
                      <a:cxn ang="T32">
                        <a:pos x="T20" y="T21"/>
                      </a:cxn>
                    </a:cxnLst>
                    <a:rect l="0" t="0" r="r" b="b"/>
                    <a:pathLst>
                      <a:path w="3723451" h="932950">
                        <a:moveTo>
                          <a:pt x="0" y="228246"/>
                        </a:moveTo>
                        <a:lnTo>
                          <a:pt x="655168" y="2690"/>
                        </a:lnTo>
                        <a:lnTo>
                          <a:pt x="1855778" y="520562"/>
                        </a:lnTo>
                        <a:lnTo>
                          <a:pt x="3001174" y="0"/>
                        </a:lnTo>
                        <a:lnTo>
                          <a:pt x="3723451" y="207149"/>
                        </a:lnTo>
                        <a:lnTo>
                          <a:pt x="3186079" y="461874"/>
                        </a:lnTo>
                        <a:lnTo>
                          <a:pt x="3013067" y="393200"/>
                        </a:lnTo>
                        <a:lnTo>
                          <a:pt x="1876873" y="932950"/>
                        </a:lnTo>
                        <a:lnTo>
                          <a:pt x="711613" y="413055"/>
                        </a:lnTo>
                        <a:lnTo>
                          <a:pt x="523214" y="469166"/>
                        </a:lnTo>
                        <a:lnTo>
                          <a:pt x="0" y="228246"/>
                        </a:lnTo>
                        <a:close/>
                      </a:path>
                    </a:pathLst>
                  </a:custGeom>
                  <a:solidFill>
                    <a:srgbClr val="262699"/>
                  </a:solidFill>
                  <a:ln>
                    <a:noFill/>
                  </a:ln>
                  <a:effectLst>
                    <a:outerShdw blurRad="40000" dist="23000" dir="5400000" rotWithShape="0">
                      <a:srgbClr val="000000">
                        <a:alpha val="34999"/>
                      </a:srgbClr>
                    </a:outerShdw>
                  </a:effectLst>
                  <a:extLst>
                    <a:ext uri="{91240B29-F687-4F45-9708-019B960494DF}">
                      <a14:hiddenLine xmlns:a14="http://schemas.microsoft.com/office/drawing/2010/main" w="9525" cap="flat" cmpd="sng">
                        <a:solidFill>
                          <a:srgbClr val="000000"/>
                        </a:solidFill>
                        <a:prstDash val="solid"/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anchor="ctr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341" name="Freeform 340">
                    <a:extLst>
                      <a:ext uri="{FF2B5EF4-FFF2-40B4-BE49-F238E27FC236}">
                        <a16:creationId xmlns:a16="http://schemas.microsoft.com/office/drawing/2014/main" id="{78975C37-66B2-6A46-9D38-D07296BACE3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892722" y="1723510"/>
                    <a:ext cx="257143" cy="95826"/>
                  </a:xfrm>
                  <a:custGeom>
                    <a:avLst/>
                    <a:gdLst>
                      <a:gd name="T0" fmla="*/ 0 w 1366596"/>
                      <a:gd name="T1" fmla="*/ 0 h 809868"/>
                      <a:gd name="T2" fmla="*/ 257143 w 1366596"/>
                      <a:gd name="T3" fmla="*/ 74047 h 809868"/>
                      <a:gd name="T4" fmla="*/ 162771 w 1366596"/>
                      <a:gd name="T5" fmla="*/ 95826 h 809868"/>
                      <a:gd name="T6" fmla="*/ 866 w 1366596"/>
                      <a:gd name="T7" fmla="*/ 50635 h 809868"/>
                      <a:gd name="T8" fmla="*/ 0 w 1366596"/>
                      <a:gd name="T9" fmla="*/ 0 h 80986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0" t="0" r="r" b="b"/>
                    <a:pathLst>
                      <a:path w="1366596" h="809868">
                        <a:moveTo>
                          <a:pt x="0" y="0"/>
                        </a:moveTo>
                        <a:lnTo>
                          <a:pt x="1366596" y="625807"/>
                        </a:lnTo>
                        <a:lnTo>
                          <a:pt x="865050" y="809868"/>
                        </a:lnTo>
                        <a:lnTo>
                          <a:pt x="4601" y="427942"/>
                        </a:lnTo>
                        <a:cubicBezTo>
                          <a:pt x="-1535" y="105836"/>
                          <a:pt x="1534" y="142647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262699"/>
                  </a:solidFill>
                  <a:ln>
                    <a:noFill/>
                  </a:ln>
                  <a:effectLst>
                    <a:outerShdw blurRad="40000" dist="23000" dir="5400000" rotWithShape="0">
                      <a:srgbClr val="000000">
                        <a:alpha val="34999"/>
                      </a:srgbClr>
                    </a:outerShdw>
                  </a:effectLst>
                  <a:extLst>
                    <a:ext uri="{91240B29-F687-4F45-9708-019B960494DF}">
                      <a14:hiddenLine xmlns:a14="http://schemas.microsoft.com/office/drawing/2010/main" w="9525" cap="flat" cmpd="sng">
                        <a:solidFill>
                          <a:srgbClr val="000000"/>
                        </a:solidFill>
                        <a:prstDash val="solid"/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anchor="ctr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342" name="Freeform 341">
                    <a:extLst>
                      <a:ext uri="{FF2B5EF4-FFF2-40B4-BE49-F238E27FC236}">
                        <a16:creationId xmlns:a16="http://schemas.microsoft.com/office/drawing/2014/main" id="{B027AD38-44DC-4749-ABE8-13603800E48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16736" y="1725222"/>
                    <a:ext cx="255318" cy="94114"/>
                  </a:xfrm>
                  <a:custGeom>
                    <a:avLst/>
                    <a:gdLst>
                      <a:gd name="T0" fmla="*/ 251832 w 1348191"/>
                      <a:gd name="T1" fmla="*/ 0 h 791462"/>
                      <a:gd name="T2" fmla="*/ 255318 w 1348191"/>
                      <a:gd name="T3" fmla="*/ 45415 h 791462"/>
                      <a:gd name="T4" fmla="*/ 92368 w 1348191"/>
                      <a:gd name="T5" fmla="*/ 94114 h 791462"/>
                      <a:gd name="T6" fmla="*/ 0 w 1348191"/>
                      <a:gd name="T7" fmla="*/ 72774 h 791462"/>
                      <a:gd name="T8" fmla="*/ 251832 w 1348191"/>
                      <a:gd name="T9" fmla="*/ 0 h 79146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0" t="0" r="r" b="b"/>
                    <a:pathLst>
                      <a:path w="1348191" h="791462">
                        <a:moveTo>
                          <a:pt x="1329786" y="0"/>
                        </a:moveTo>
                        <a:lnTo>
                          <a:pt x="1348191" y="381926"/>
                        </a:lnTo>
                        <a:lnTo>
                          <a:pt x="487742" y="791462"/>
                        </a:lnTo>
                        <a:lnTo>
                          <a:pt x="0" y="612002"/>
                        </a:lnTo>
                        <a:lnTo>
                          <a:pt x="1329786" y="0"/>
                        </a:lnTo>
                        <a:close/>
                      </a:path>
                    </a:pathLst>
                  </a:custGeom>
                  <a:solidFill>
                    <a:srgbClr val="262699"/>
                  </a:solidFill>
                  <a:ln>
                    <a:noFill/>
                  </a:ln>
                  <a:effectLst>
                    <a:outerShdw blurRad="40000" dist="23000" dir="5400000" rotWithShape="0">
                      <a:srgbClr val="000000">
                        <a:alpha val="34999"/>
                      </a:srgbClr>
                    </a:outerShdw>
                  </a:effectLst>
                  <a:extLst>
                    <a:ext uri="{91240B29-F687-4F45-9708-019B960494DF}">
                      <a14:hiddenLine xmlns:a14="http://schemas.microsoft.com/office/drawing/2010/main" w="9525" cap="flat" cmpd="sng">
                        <a:solidFill>
                          <a:srgbClr val="000000"/>
                        </a:solidFill>
                        <a:prstDash val="solid"/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anchor="ctr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cxnSp>
                <p:nvCxnSpPr>
                  <p:cNvPr id="343" name="Straight Connector 342">
                    <a:extLst>
                      <a:ext uri="{FF2B5EF4-FFF2-40B4-BE49-F238E27FC236}">
                        <a16:creationId xmlns:a16="http://schemas.microsoft.com/office/drawing/2014/main" id="{673C16FC-B30B-D341-BF16-BD40997429AA}"/>
                      </a:ext>
                    </a:extLst>
                  </p:cNvPr>
                  <p:cNvCxnSpPr>
                    <a:cxnSpLocks noChangeShapeType="1"/>
                    <a:endCxn id="338" idx="2"/>
                  </p:cNvCxnSpPr>
                  <p:nvPr/>
                </p:nvCxnSpPr>
                <p:spPr bwMode="auto">
                  <a:xfrm flipH="1" flipV="1">
                    <a:off x="2189930" y="1732067"/>
                    <a:ext cx="1823" cy="121493"/>
                  </a:xfrm>
                  <a:prstGeom prst="line">
                    <a:avLst/>
                  </a:prstGeom>
                  <a:noFill/>
                  <a:ln w="6350">
                    <a:solidFill>
                      <a:srgbClr val="000000"/>
                    </a:solidFill>
                    <a:round/>
                    <a:headEnd/>
                    <a:tailEnd/>
                  </a:ln>
                  <a:effectLst>
                    <a:outerShdw blurRad="40005" dist="19939" dir="5400000" algn="tl" rotWithShape="0">
                      <a:srgbClr val="808080">
                        <a:alpha val="37999"/>
                      </a:srgbClr>
                    </a:outerShdw>
                  </a:effectLst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</p:cxnSp>
              <p:cxnSp>
                <p:nvCxnSpPr>
                  <p:cNvPr id="344" name="Straight Connector 343">
                    <a:extLst>
                      <a:ext uri="{FF2B5EF4-FFF2-40B4-BE49-F238E27FC236}">
                        <a16:creationId xmlns:a16="http://schemas.microsoft.com/office/drawing/2014/main" id="{5A3BCC1F-E36B-CC49-9618-2077B91F993F}"/>
                      </a:ext>
                    </a:extLst>
                  </p:cNvPr>
                  <p:cNvCxnSpPr>
                    <a:cxnSpLocks noChangeShapeType="1"/>
                  </p:cNvCxnSpPr>
                  <p:nvPr/>
                </p:nvCxnSpPr>
                <p:spPr bwMode="auto">
                  <a:xfrm flipH="1" flipV="1">
                    <a:off x="3384788" y="1728644"/>
                    <a:ext cx="1824" cy="121493"/>
                  </a:xfrm>
                  <a:prstGeom prst="line">
                    <a:avLst/>
                  </a:prstGeom>
                  <a:noFill/>
                  <a:ln w="6350">
                    <a:solidFill>
                      <a:srgbClr val="000000"/>
                    </a:solidFill>
                    <a:round/>
                    <a:headEnd/>
                    <a:tailEnd/>
                  </a:ln>
                  <a:effectLst>
                    <a:outerShdw blurRad="40005" dist="19939" dir="5400000" algn="tl" rotWithShape="0">
                      <a:srgbClr val="808080">
                        <a:alpha val="37999"/>
                      </a:srgbClr>
                    </a:outerShdw>
                  </a:effectLst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</p:cxnSp>
            </p:grpSp>
          </p:grpSp>
          <p:grpSp>
            <p:nvGrpSpPr>
              <p:cNvPr id="317" name="Group 316">
                <a:extLst>
                  <a:ext uri="{FF2B5EF4-FFF2-40B4-BE49-F238E27FC236}">
                    <a16:creationId xmlns:a16="http://schemas.microsoft.com/office/drawing/2014/main" id="{920E80F8-831C-F447-978D-EA9239497E52}"/>
                  </a:ext>
                </a:extLst>
              </p:cNvPr>
              <p:cNvGrpSpPr/>
              <p:nvPr/>
            </p:nvGrpSpPr>
            <p:grpSpPr>
              <a:xfrm>
                <a:off x="5741299" y="2747246"/>
                <a:ext cx="1221860" cy="1008038"/>
                <a:chOff x="1992768" y="2310128"/>
                <a:chExt cx="1136650" cy="928372"/>
              </a:xfrm>
            </p:grpSpPr>
            <p:sp>
              <p:nvSpPr>
                <p:cNvPr id="326" name="Rectangle 325">
                  <a:extLst>
                    <a:ext uri="{FF2B5EF4-FFF2-40B4-BE49-F238E27FC236}">
                      <a16:creationId xmlns:a16="http://schemas.microsoft.com/office/drawing/2014/main" id="{6900D1B6-2E57-BA49-B3A0-822412AEDB17}"/>
                    </a:ext>
                  </a:extLst>
                </p:cNvPr>
                <p:cNvSpPr/>
                <p:nvPr/>
              </p:nvSpPr>
              <p:spPr>
                <a:xfrm>
                  <a:off x="1992768" y="2337583"/>
                  <a:ext cx="1136650" cy="900917"/>
                </a:xfrm>
                <a:prstGeom prst="rect">
                  <a:avLst/>
                </a:prstGeom>
                <a:solidFill>
                  <a:schemeClr val="bg1"/>
                </a:solidFill>
                <a:ln w="19050">
                  <a:solidFill>
                    <a:srgbClr val="C00000"/>
                  </a:solidFill>
                </a:ln>
                <a:effectLst>
                  <a:outerShdw blurRad="50800" dist="38100" dir="18900000" algn="bl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cxnSp>
              <p:nvCxnSpPr>
                <p:cNvPr id="327" name="Straight Connector 326">
                  <a:extLst>
                    <a:ext uri="{FF2B5EF4-FFF2-40B4-BE49-F238E27FC236}">
                      <a16:creationId xmlns:a16="http://schemas.microsoft.com/office/drawing/2014/main" id="{8763EADC-6E94-F24D-B1CA-7347697DEEA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992768" y="2735763"/>
                  <a:ext cx="1136650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28" name="Straight Connector 327">
                  <a:extLst>
                    <a:ext uri="{FF2B5EF4-FFF2-40B4-BE49-F238E27FC236}">
                      <a16:creationId xmlns:a16="http://schemas.microsoft.com/office/drawing/2014/main" id="{AF9577E6-692B-3740-9F2B-DD6835189CD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2543809" y="2758130"/>
                  <a:ext cx="0" cy="452102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29" name="TextBox 328">
                  <a:extLst>
                    <a:ext uri="{FF2B5EF4-FFF2-40B4-BE49-F238E27FC236}">
                      <a16:creationId xmlns:a16="http://schemas.microsoft.com/office/drawing/2014/main" id="{78F7BED9-504A-A643-AF52-F41992DB5B48}"/>
                    </a:ext>
                  </a:extLst>
                </p:cNvPr>
                <p:cNvSpPr txBox="1"/>
                <p:nvPr/>
              </p:nvSpPr>
              <p:spPr>
                <a:xfrm>
                  <a:off x="2011312" y="2310128"/>
                  <a:ext cx="1094850" cy="391536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>
                    <a:lnSpc>
                      <a:spcPct val="80000"/>
                    </a:lnSpc>
                  </a:pPr>
                  <a:r>
                    <a:rPr lang="en-US" sz="1600" dirty="0"/>
                    <a:t>forwarding</a:t>
                  </a:r>
                </a:p>
                <a:p>
                  <a:pPr algn="ctr">
                    <a:lnSpc>
                      <a:spcPct val="80000"/>
                    </a:lnSpc>
                  </a:pPr>
                  <a:r>
                    <a:rPr lang="en-US" sz="1600" dirty="0"/>
                    <a:t>table</a:t>
                  </a:r>
                </a:p>
              </p:txBody>
            </p:sp>
          </p:grpSp>
        </p:grpSp>
      </p:grpSp>
      <p:sp>
        <p:nvSpPr>
          <p:cNvPr id="350" name="Rectangle 124">
            <a:extLst>
              <a:ext uri="{FF2B5EF4-FFF2-40B4-BE49-F238E27FC236}">
                <a16:creationId xmlns:a16="http://schemas.microsoft.com/office/drawing/2014/main" id="{95E0DFFE-7997-234A-8A51-545E71EE1AA5}"/>
              </a:ext>
            </a:extLst>
          </p:cNvPr>
          <p:cNvSpPr txBox="1">
            <a:spLocks noChangeArrowheads="1"/>
          </p:cNvSpPr>
          <p:nvPr/>
        </p:nvSpPr>
        <p:spPr>
          <a:xfrm>
            <a:off x="6300592" y="1641655"/>
            <a:ext cx="5711869" cy="845513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30175" indent="0">
              <a:buNone/>
              <a:defRPr/>
            </a:pPr>
            <a:r>
              <a:rPr lang="en-US" dirty="0"/>
              <a:t>forwarding table  configured by intra- and inter-AS routing algorithms</a:t>
            </a: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D62FEDEC-3FA5-1F45-A814-2033B8639820}"/>
              </a:ext>
            </a:extLst>
          </p:cNvPr>
          <p:cNvGrpSpPr/>
          <p:nvPr/>
        </p:nvGrpSpPr>
        <p:grpSpPr>
          <a:xfrm>
            <a:off x="3770936" y="2327478"/>
            <a:ext cx="989852" cy="1051967"/>
            <a:chOff x="-167080" y="2120214"/>
            <a:chExt cx="989852" cy="1051967"/>
          </a:xfrm>
        </p:grpSpPr>
        <p:grpSp>
          <p:nvGrpSpPr>
            <p:cNvPr id="197" name="Group 90">
              <a:extLst>
                <a:ext uri="{FF2B5EF4-FFF2-40B4-BE49-F238E27FC236}">
                  <a16:creationId xmlns:a16="http://schemas.microsoft.com/office/drawing/2014/main" id="{21522C5A-8A50-B941-AC04-C41FAA3C899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167080" y="2120214"/>
              <a:ext cx="989852" cy="697506"/>
              <a:chOff x="1653" y="2898"/>
              <a:chExt cx="678" cy="473"/>
            </a:xfrm>
            <a:effectLst>
              <a:outerShdw blurRad="50800" dist="38100" dir="18900000" algn="bl" rotWithShape="0">
                <a:prstClr val="black">
                  <a:alpha val="40000"/>
                </a:prstClr>
              </a:outerShdw>
            </a:effectLst>
          </p:grpSpPr>
          <p:sp>
            <p:nvSpPr>
              <p:cNvPr id="257" name="Oval 91">
                <a:extLst>
                  <a:ext uri="{FF2B5EF4-FFF2-40B4-BE49-F238E27FC236}">
                    <a16:creationId xmlns:a16="http://schemas.microsoft.com/office/drawing/2014/main" id="{78DAB5F6-AD90-0740-9E2E-4701E6DC64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53" y="2898"/>
                <a:ext cx="678" cy="378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rgbClr val="3333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59" name="Text Box 92">
                <a:extLst>
                  <a:ext uri="{FF2B5EF4-FFF2-40B4-BE49-F238E27FC236}">
                    <a16:creationId xmlns:a16="http://schemas.microsoft.com/office/drawing/2014/main" id="{E7EEC607-F92F-6844-AD84-7DF57F2A731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733" y="2933"/>
                <a:ext cx="517" cy="43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2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99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Intra-AS</a:t>
                </a:r>
              </a:p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2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99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Routing </a:t>
                </a:r>
              </a:p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223" name="Bent-Up Arrow 222">
              <a:extLst>
                <a:ext uri="{FF2B5EF4-FFF2-40B4-BE49-F238E27FC236}">
                  <a16:creationId xmlns:a16="http://schemas.microsoft.com/office/drawing/2014/main" id="{C7996A1F-F62A-AB45-8B0A-AA38AB6CC92F}"/>
                </a:ext>
              </a:extLst>
            </p:cNvPr>
            <p:cNvSpPr/>
            <p:nvPr/>
          </p:nvSpPr>
          <p:spPr>
            <a:xfrm rot="5400000">
              <a:off x="-37103" y="2815767"/>
              <a:ext cx="524728" cy="188100"/>
            </a:xfrm>
            <a:prstGeom prst="bentUpArrow">
              <a:avLst>
                <a:gd name="adj1" fmla="val 16723"/>
                <a:gd name="adj2" fmla="val 25000"/>
                <a:gd name="adj3" fmla="val 25000"/>
              </a:avLst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2" name="Group 1">
            <a:extLst>
              <a:ext uri="{FF2B5EF4-FFF2-40B4-BE49-F238E27FC236}">
                <a16:creationId xmlns:a16="http://schemas.microsoft.com/office/drawing/2014/main" id="{7D016E9A-DBBF-0D44-95FF-82C9E6AB7794}"/>
              </a:ext>
            </a:extLst>
          </p:cNvPr>
          <p:cNvGrpSpPr/>
          <p:nvPr/>
        </p:nvGrpSpPr>
        <p:grpSpPr>
          <a:xfrm>
            <a:off x="5032107" y="2338321"/>
            <a:ext cx="989852" cy="1047923"/>
            <a:chOff x="1057515" y="2118865"/>
            <a:chExt cx="989852" cy="1047923"/>
          </a:xfrm>
        </p:grpSpPr>
        <p:grpSp>
          <p:nvGrpSpPr>
            <p:cNvPr id="198" name="Group 90">
              <a:extLst>
                <a:ext uri="{FF2B5EF4-FFF2-40B4-BE49-F238E27FC236}">
                  <a16:creationId xmlns:a16="http://schemas.microsoft.com/office/drawing/2014/main" id="{4C733312-8EE4-8141-86B8-69843921312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057515" y="2118865"/>
              <a:ext cx="989852" cy="697506"/>
              <a:chOff x="1653" y="2898"/>
              <a:chExt cx="678" cy="473"/>
            </a:xfrm>
            <a:effectLst>
              <a:outerShdw blurRad="50800" dist="38100" dir="18900000" algn="bl" rotWithShape="0">
                <a:prstClr val="black">
                  <a:alpha val="40000"/>
                </a:prstClr>
              </a:outerShdw>
            </a:effectLst>
          </p:grpSpPr>
          <p:sp>
            <p:nvSpPr>
              <p:cNvPr id="225" name="Oval 91">
                <a:extLst>
                  <a:ext uri="{FF2B5EF4-FFF2-40B4-BE49-F238E27FC236}">
                    <a16:creationId xmlns:a16="http://schemas.microsoft.com/office/drawing/2014/main" id="{923EF0B8-E767-1C4C-9DF0-0A6B906BE6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53" y="2898"/>
                <a:ext cx="678" cy="378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rgbClr val="C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26" name="Text Box 92">
                <a:extLst>
                  <a:ext uri="{FF2B5EF4-FFF2-40B4-BE49-F238E27FC236}">
                    <a16:creationId xmlns:a16="http://schemas.microsoft.com/office/drawing/2014/main" id="{2744196D-C4EA-B148-BCCE-65DCAF41A3F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733" y="2933"/>
                <a:ext cx="517" cy="43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2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Inter-AS</a:t>
                </a:r>
              </a:p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2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Routing </a:t>
                </a:r>
              </a:p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224" name="Bent-Up Arrow 223">
              <a:extLst>
                <a:ext uri="{FF2B5EF4-FFF2-40B4-BE49-F238E27FC236}">
                  <a16:creationId xmlns:a16="http://schemas.microsoft.com/office/drawing/2014/main" id="{E6589BCE-3634-A944-B320-BEDCD95A1431}"/>
                </a:ext>
              </a:extLst>
            </p:cNvPr>
            <p:cNvSpPr/>
            <p:nvPr/>
          </p:nvSpPr>
          <p:spPr>
            <a:xfrm rot="16200000" flipH="1">
              <a:off x="1454529" y="2810374"/>
              <a:ext cx="524728" cy="188100"/>
            </a:xfrm>
            <a:prstGeom prst="bentUpArrow">
              <a:avLst>
                <a:gd name="adj1" fmla="val 16723"/>
                <a:gd name="adj2" fmla="val 25000"/>
                <a:gd name="adj3" fmla="val 25000"/>
              </a:avLst>
            </a:prstGeom>
            <a:solidFill>
              <a:srgbClr val="C0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sp>
        <p:nvSpPr>
          <p:cNvPr id="303" name="Rectangle 124">
            <a:extLst>
              <a:ext uri="{FF2B5EF4-FFF2-40B4-BE49-F238E27FC236}">
                <a16:creationId xmlns:a16="http://schemas.microsoft.com/office/drawing/2014/main" id="{3C7AC551-226D-8E4E-ABA0-62752C629EE6}"/>
              </a:ext>
            </a:extLst>
          </p:cNvPr>
          <p:cNvSpPr txBox="1">
            <a:spLocks noChangeArrowheads="1"/>
          </p:cNvSpPr>
          <p:nvPr/>
        </p:nvSpPr>
        <p:spPr>
          <a:xfrm>
            <a:off x="6392032" y="2464615"/>
            <a:ext cx="5711869" cy="680921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522288" lvl="1" indent="-236538">
              <a:buFont typeface="Wingdings" pitchFamily="2" charset="2"/>
              <a:buChar char="§"/>
              <a:defRPr/>
            </a:pPr>
            <a:r>
              <a:rPr lang="en-US" dirty="0"/>
              <a:t>intra-AS routing determine entries for destinations within AS</a:t>
            </a:r>
          </a:p>
        </p:txBody>
      </p:sp>
      <p:sp>
        <p:nvSpPr>
          <p:cNvPr id="305" name="Rectangle 124">
            <a:extLst>
              <a:ext uri="{FF2B5EF4-FFF2-40B4-BE49-F238E27FC236}">
                <a16:creationId xmlns:a16="http://schemas.microsoft.com/office/drawing/2014/main" id="{3ADE1EDF-5A87-0F4C-B6A9-5C485661FF09}"/>
              </a:ext>
            </a:extLst>
          </p:cNvPr>
          <p:cNvSpPr txBox="1">
            <a:spLocks noChangeArrowheads="1"/>
          </p:cNvSpPr>
          <p:nvPr/>
        </p:nvSpPr>
        <p:spPr>
          <a:xfrm>
            <a:off x="6385936" y="3165655"/>
            <a:ext cx="5711869" cy="760169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522288" lvl="1" indent="-236538">
              <a:buFont typeface="Wingdings" pitchFamily="2" charset="2"/>
              <a:buChar char="§"/>
              <a:defRPr/>
            </a:pPr>
            <a:r>
              <a:rPr lang="en-US" dirty="0"/>
              <a:t>inter-AS &amp; intra-AS determine entries for external destinations</a:t>
            </a:r>
          </a:p>
        </p:txBody>
      </p:sp>
    </p:spTree>
    <p:extLst>
      <p:ext uri="{BB962C8B-B14F-4D97-AF65-F5344CB8AC3E}">
        <p14:creationId xmlns:p14="http://schemas.microsoft.com/office/powerpoint/2010/main" val="94115055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1" dur="500"/>
                                        <p:tgtEl>
                                          <p:spTgt spid="28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3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9" dur="500"/>
                                        <p:tgtEl>
                                          <p:spTgt spid="3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3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6" dur="500"/>
                                        <p:tgtEl>
                                          <p:spTgt spid="3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1" dur="500"/>
                                        <p:tgtEl>
                                          <p:spTgt spid="3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4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9" dur="500"/>
                                        <p:tgtEl>
                                          <p:spTgt spid="3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2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50" grpId="0"/>
      <p:bldP spid="303" grpId="0"/>
      <p:bldP spid="305" grpId="0"/>
    </p:bldLst>
  </p:timing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5DA1129F-3DCF-3A44-9CC7-AFE5C958C64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451821"/>
            <a:ext cx="10873636" cy="894622"/>
          </a:xfrm>
        </p:spPr>
        <p:txBody>
          <a:bodyPr>
            <a:noAutofit/>
          </a:bodyPr>
          <a:lstStyle/>
          <a:p>
            <a:r>
              <a:rPr lang="en-US" sz="4000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Inter-AS routing:  a role in intradomain forwarding</a:t>
            </a:r>
            <a:endParaRPr lang="en-US" sz="4000" dirty="0">
              <a:latin typeface="+mn-lt"/>
            </a:endParaRP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253403F4-351A-E44F-97D7-AD7199580E78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56</a:t>
            </a:fld>
            <a:endParaRPr lang="en-US" dirty="0"/>
          </a:p>
        </p:txBody>
      </p:sp>
      <p:sp>
        <p:nvSpPr>
          <p:cNvPr id="133" name="Freeform 3">
            <a:extLst>
              <a:ext uri="{FF2B5EF4-FFF2-40B4-BE49-F238E27FC236}">
                <a16:creationId xmlns:a16="http://schemas.microsoft.com/office/drawing/2014/main" id="{E9C365D2-5973-C342-80CF-5D128AC2921C}"/>
              </a:ext>
            </a:extLst>
          </p:cNvPr>
          <p:cNvSpPr>
            <a:spLocks/>
          </p:cNvSpPr>
          <p:nvPr/>
        </p:nvSpPr>
        <p:spPr bwMode="auto">
          <a:xfrm>
            <a:off x="5446783" y="4100650"/>
            <a:ext cx="2351995" cy="1511508"/>
          </a:xfrm>
          <a:custGeom>
            <a:avLst/>
            <a:gdLst>
              <a:gd name="T0" fmla="*/ 1063 w 1162"/>
              <a:gd name="T1" fmla="*/ 49351 h 543"/>
              <a:gd name="T2" fmla="*/ 6960 w 1162"/>
              <a:gd name="T3" fmla="*/ 4162 h 543"/>
              <a:gd name="T4" fmla="*/ 17785 w 1162"/>
              <a:gd name="T5" fmla="*/ 23973 h 543"/>
              <a:gd name="T6" fmla="*/ 21649 w 1162"/>
              <a:gd name="T7" fmla="*/ 72662 h 543"/>
              <a:gd name="T8" fmla="*/ 19828 w 1162"/>
              <a:gd name="T9" fmla="*/ 137161 h 543"/>
              <a:gd name="T10" fmla="*/ 11083 w 1162"/>
              <a:gd name="T11" fmla="*/ 164591 h 543"/>
              <a:gd name="T12" fmla="*/ 1657 w 1162"/>
              <a:gd name="T13" fmla="*/ 133650 h 543"/>
              <a:gd name="T14" fmla="*/ 1063 w 1162"/>
              <a:gd name="T15" fmla="*/ 49351 h 543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1162"/>
              <a:gd name="T25" fmla="*/ 0 h 543"/>
              <a:gd name="T26" fmla="*/ 1162 w 1162"/>
              <a:gd name="T27" fmla="*/ 543 h 543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1162" h="543">
                <a:moveTo>
                  <a:pt x="56" y="162"/>
                </a:moveTo>
                <a:cubicBezTo>
                  <a:pt x="115" y="100"/>
                  <a:pt x="221" y="28"/>
                  <a:pt x="368" y="14"/>
                </a:cubicBezTo>
                <a:cubicBezTo>
                  <a:pt x="515" y="0"/>
                  <a:pt x="811" y="42"/>
                  <a:pt x="940" y="79"/>
                </a:cubicBezTo>
                <a:cubicBezTo>
                  <a:pt x="1069" y="116"/>
                  <a:pt x="1126" y="177"/>
                  <a:pt x="1144" y="239"/>
                </a:cubicBezTo>
                <a:cubicBezTo>
                  <a:pt x="1162" y="301"/>
                  <a:pt x="1141" y="401"/>
                  <a:pt x="1048" y="451"/>
                </a:cubicBezTo>
                <a:cubicBezTo>
                  <a:pt x="955" y="501"/>
                  <a:pt x="746" y="543"/>
                  <a:pt x="586" y="541"/>
                </a:cubicBezTo>
                <a:cubicBezTo>
                  <a:pt x="426" y="539"/>
                  <a:pt x="176" y="502"/>
                  <a:pt x="88" y="439"/>
                </a:cubicBezTo>
                <a:cubicBezTo>
                  <a:pt x="0" y="376"/>
                  <a:pt x="63" y="220"/>
                  <a:pt x="56" y="162"/>
                </a:cubicBezTo>
                <a:close/>
              </a:path>
            </a:pathLst>
          </a:custGeom>
          <a:solidFill>
            <a:srgbClr val="9CE0FA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4" name="Freeform 4">
            <a:extLst>
              <a:ext uri="{FF2B5EF4-FFF2-40B4-BE49-F238E27FC236}">
                <a16:creationId xmlns:a16="http://schemas.microsoft.com/office/drawing/2014/main" id="{4090092D-F797-484C-B1D2-AD83E59BF3EE}"/>
              </a:ext>
            </a:extLst>
          </p:cNvPr>
          <p:cNvSpPr>
            <a:spLocks/>
          </p:cNvSpPr>
          <p:nvPr/>
        </p:nvSpPr>
        <p:spPr bwMode="auto">
          <a:xfrm>
            <a:off x="1620228" y="3847012"/>
            <a:ext cx="1832250" cy="1498236"/>
          </a:xfrm>
          <a:custGeom>
            <a:avLst/>
            <a:gdLst>
              <a:gd name="T0" fmla="*/ 134 w 1198"/>
              <a:gd name="T1" fmla="*/ 270558 h 451"/>
              <a:gd name="T2" fmla="*/ 273 w 1198"/>
              <a:gd name="T3" fmla="*/ 132828 h 451"/>
              <a:gd name="T4" fmla="*/ 679 w 1198"/>
              <a:gd name="T5" fmla="*/ 73044 h 451"/>
              <a:gd name="T6" fmla="*/ 1501 w 1198"/>
              <a:gd name="T7" fmla="*/ 37135 h 451"/>
              <a:gd name="T8" fmla="*/ 1796 w 1198"/>
              <a:gd name="T9" fmla="*/ 294460 h 451"/>
              <a:gd name="T10" fmla="*/ 1350 w 1198"/>
              <a:gd name="T11" fmla="*/ 616944 h 451"/>
              <a:gd name="T12" fmla="*/ 466 w 1198"/>
              <a:gd name="T13" fmla="*/ 634874 h 451"/>
              <a:gd name="T14" fmla="*/ 54 w 1198"/>
              <a:gd name="T15" fmla="*/ 503524 h 451"/>
              <a:gd name="T16" fmla="*/ 134 w 1198"/>
              <a:gd name="T17" fmla="*/ 270558 h 451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w 1198"/>
              <a:gd name="T28" fmla="*/ 0 h 451"/>
              <a:gd name="T29" fmla="*/ 1198 w 1198"/>
              <a:gd name="T30" fmla="*/ 451 h 451"/>
            </a:gdLst>
            <a:ahLst/>
            <a:cxnLst>
              <a:cxn ang="T18">
                <a:pos x="T0" y="T1"/>
              </a:cxn>
              <a:cxn ang="T19">
                <a:pos x="T2" y="T3"/>
              </a:cxn>
              <a:cxn ang="T20">
                <a:pos x="T4" y="T5"/>
              </a:cxn>
              <a:cxn ang="T21">
                <a:pos x="T6" y="T7"/>
              </a:cxn>
              <a:cxn ang="T22">
                <a:pos x="T8" y="T9"/>
              </a:cxn>
              <a:cxn ang="T23">
                <a:pos x="T10" y="T11"/>
              </a:cxn>
              <a:cxn ang="T24">
                <a:pos x="T12" y="T13"/>
              </a:cxn>
              <a:cxn ang="T25">
                <a:pos x="T14" y="T15"/>
              </a:cxn>
              <a:cxn ang="T26">
                <a:pos x="T16" y="T17"/>
              </a:cxn>
            </a:cxnLst>
            <a:rect l="T27" t="T28" r="T29" b="T30"/>
            <a:pathLst>
              <a:path w="1198" h="451">
                <a:moveTo>
                  <a:pt x="88" y="181"/>
                </a:moveTo>
                <a:cubicBezTo>
                  <a:pt x="159" y="143"/>
                  <a:pt x="120" y="111"/>
                  <a:pt x="180" y="89"/>
                </a:cubicBezTo>
                <a:cubicBezTo>
                  <a:pt x="240" y="67"/>
                  <a:pt x="313" y="60"/>
                  <a:pt x="448" y="49"/>
                </a:cubicBezTo>
                <a:cubicBezTo>
                  <a:pt x="583" y="38"/>
                  <a:pt x="866" y="0"/>
                  <a:pt x="988" y="25"/>
                </a:cubicBezTo>
                <a:cubicBezTo>
                  <a:pt x="1110" y="50"/>
                  <a:pt x="1198" y="132"/>
                  <a:pt x="1181" y="197"/>
                </a:cubicBezTo>
                <a:cubicBezTo>
                  <a:pt x="1164" y="262"/>
                  <a:pt x="1034" y="375"/>
                  <a:pt x="889" y="413"/>
                </a:cubicBezTo>
                <a:cubicBezTo>
                  <a:pt x="744" y="451"/>
                  <a:pt x="449" y="438"/>
                  <a:pt x="307" y="425"/>
                </a:cubicBezTo>
                <a:cubicBezTo>
                  <a:pt x="165" y="412"/>
                  <a:pt x="72" y="378"/>
                  <a:pt x="36" y="337"/>
                </a:cubicBezTo>
                <a:cubicBezTo>
                  <a:pt x="0" y="296"/>
                  <a:pt x="77" y="213"/>
                  <a:pt x="88" y="181"/>
                </a:cubicBezTo>
                <a:close/>
              </a:path>
            </a:pathLst>
          </a:custGeom>
          <a:solidFill>
            <a:srgbClr val="9CE0FA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5" name="Freeform 5">
            <a:extLst>
              <a:ext uri="{FF2B5EF4-FFF2-40B4-BE49-F238E27FC236}">
                <a16:creationId xmlns:a16="http://schemas.microsoft.com/office/drawing/2014/main" id="{D3A2AF50-CEA9-924C-8C29-0549AF5748DF}"/>
              </a:ext>
            </a:extLst>
          </p:cNvPr>
          <p:cNvSpPr>
            <a:spLocks/>
          </p:cNvSpPr>
          <p:nvPr/>
        </p:nvSpPr>
        <p:spPr bwMode="auto">
          <a:xfrm>
            <a:off x="2802795" y="4927925"/>
            <a:ext cx="2930139" cy="1167917"/>
          </a:xfrm>
          <a:custGeom>
            <a:avLst/>
            <a:gdLst>
              <a:gd name="T0" fmla="*/ 1319 w 1583"/>
              <a:gd name="T1" fmla="*/ 862 h 682"/>
              <a:gd name="T2" fmla="*/ 3445 w 1583"/>
              <a:gd name="T3" fmla="*/ 285 h 682"/>
              <a:gd name="T4" fmla="*/ 6645 w 1583"/>
              <a:gd name="T5" fmla="*/ 77 h 682"/>
              <a:gd name="T6" fmla="*/ 9794 w 1583"/>
              <a:gd name="T7" fmla="*/ 744 h 682"/>
              <a:gd name="T8" fmla="*/ 13238 w 1583"/>
              <a:gd name="T9" fmla="*/ 1642 h 682"/>
              <a:gd name="T10" fmla="*/ 10773 w 1583"/>
              <a:gd name="T11" fmla="*/ 2476 h 682"/>
              <a:gd name="T12" fmla="*/ 5844 w 1583"/>
              <a:gd name="T13" fmla="*/ 2523 h 682"/>
              <a:gd name="T14" fmla="*/ 751 w 1583"/>
              <a:gd name="T15" fmla="*/ 2291 h 682"/>
              <a:gd name="T16" fmla="*/ 1319 w 1583"/>
              <a:gd name="T17" fmla="*/ 862 h 682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w 1583"/>
              <a:gd name="T28" fmla="*/ 0 h 682"/>
              <a:gd name="T29" fmla="*/ 1583 w 1583"/>
              <a:gd name="T30" fmla="*/ 682 h 682"/>
            </a:gdLst>
            <a:ahLst/>
            <a:cxnLst>
              <a:cxn ang="T18">
                <a:pos x="T0" y="T1"/>
              </a:cxn>
              <a:cxn ang="T19">
                <a:pos x="T2" y="T3"/>
              </a:cxn>
              <a:cxn ang="T20">
                <a:pos x="T4" y="T5"/>
              </a:cxn>
              <a:cxn ang="T21">
                <a:pos x="T6" y="T7"/>
              </a:cxn>
              <a:cxn ang="T22">
                <a:pos x="T8" y="T9"/>
              </a:cxn>
              <a:cxn ang="T23">
                <a:pos x="T10" y="T11"/>
              </a:cxn>
              <a:cxn ang="T24">
                <a:pos x="T12" y="T13"/>
              </a:cxn>
              <a:cxn ang="T25">
                <a:pos x="T14" y="T15"/>
              </a:cxn>
              <a:cxn ang="T26">
                <a:pos x="T16" y="T17"/>
              </a:cxn>
            </a:cxnLst>
            <a:rect l="T27" t="T28" r="T29" b="T30"/>
            <a:pathLst>
              <a:path w="1583" h="682">
                <a:moveTo>
                  <a:pt x="155" y="224"/>
                </a:moveTo>
                <a:cubicBezTo>
                  <a:pt x="208" y="137"/>
                  <a:pt x="302" y="108"/>
                  <a:pt x="407" y="74"/>
                </a:cubicBezTo>
                <a:cubicBezTo>
                  <a:pt x="512" y="40"/>
                  <a:pt x="660" y="0"/>
                  <a:pt x="785" y="20"/>
                </a:cubicBezTo>
                <a:cubicBezTo>
                  <a:pt x="910" y="40"/>
                  <a:pt x="1027" y="126"/>
                  <a:pt x="1157" y="194"/>
                </a:cubicBezTo>
                <a:cubicBezTo>
                  <a:pt x="1287" y="262"/>
                  <a:pt x="1545" y="353"/>
                  <a:pt x="1564" y="428"/>
                </a:cubicBezTo>
                <a:cubicBezTo>
                  <a:pt x="1583" y="503"/>
                  <a:pt x="1417" y="606"/>
                  <a:pt x="1272" y="644"/>
                </a:cubicBezTo>
                <a:cubicBezTo>
                  <a:pt x="1127" y="682"/>
                  <a:pt x="887" y="664"/>
                  <a:pt x="690" y="656"/>
                </a:cubicBezTo>
                <a:cubicBezTo>
                  <a:pt x="493" y="648"/>
                  <a:pt x="178" y="668"/>
                  <a:pt x="89" y="596"/>
                </a:cubicBezTo>
                <a:cubicBezTo>
                  <a:pt x="0" y="524"/>
                  <a:pt x="102" y="311"/>
                  <a:pt x="155" y="224"/>
                </a:cubicBezTo>
                <a:close/>
              </a:path>
            </a:pathLst>
          </a:custGeom>
          <a:solidFill>
            <a:srgbClr val="9CE0FA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6" name="Oval 6">
            <a:extLst>
              <a:ext uri="{FF2B5EF4-FFF2-40B4-BE49-F238E27FC236}">
                <a16:creationId xmlns:a16="http://schemas.microsoft.com/office/drawing/2014/main" id="{D886B232-293A-5347-8A9F-D005603A3D6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01278" y="4926450"/>
            <a:ext cx="456967" cy="119446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7" name="Line 7">
            <a:extLst>
              <a:ext uri="{FF2B5EF4-FFF2-40B4-BE49-F238E27FC236}">
                <a16:creationId xmlns:a16="http://schemas.microsoft.com/office/drawing/2014/main" id="{48D605CF-ABE3-1B4F-A232-D527090F964F}"/>
              </a:ext>
            </a:extLst>
          </p:cNvPr>
          <p:cNvSpPr>
            <a:spLocks noChangeShapeType="1"/>
          </p:cNvSpPr>
          <p:nvPr/>
        </p:nvSpPr>
        <p:spPr bwMode="auto">
          <a:xfrm>
            <a:off x="2001278" y="4916128"/>
            <a:ext cx="0" cy="76681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8" name="Line 8">
            <a:extLst>
              <a:ext uri="{FF2B5EF4-FFF2-40B4-BE49-F238E27FC236}">
                <a16:creationId xmlns:a16="http://schemas.microsoft.com/office/drawing/2014/main" id="{6E612E8D-CA6C-F94A-8F5F-7BEED5AE7E82}"/>
              </a:ext>
            </a:extLst>
          </p:cNvPr>
          <p:cNvSpPr>
            <a:spLocks noChangeShapeType="1"/>
          </p:cNvSpPr>
          <p:nvPr/>
        </p:nvSpPr>
        <p:spPr bwMode="auto">
          <a:xfrm>
            <a:off x="2458245" y="4916128"/>
            <a:ext cx="0" cy="76681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9" name="Rectangle 9">
            <a:extLst>
              <a:ext uri="{FF2B5EF4-FFF2-40B4-BE49-F238E27FC236}">
                <a16:creationId xmlns:a16="http://schemas.microsoft.com/office/drawing/2014/main" id="{0E2B504C-B9E0-FC47-9368-53C623397F6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01278" y="4916128"/>
            <a:ext cx="452588" cy="75207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40" name="Oval 10">
            <a:extLst>
              <a:ext uri="{FF2B5EF4-FFF2-40B4-BE49-F238E27FC236}">
                <a16:creationId xmlns:a16="http://schemas.microsoft.com/office/drawing/2014/main" id="{9EFBE396-B625-0344-8E23-5BBAD57A09A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6898" y="4829124"/>
            <a:ext cx="456967" cy="140091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41" name="Rectangle 11">
            <a:extLst>
              <a:ext uri="{FF2B5EF4-FFF2-40B4-BE49-F238E27FC236}">
                <a16:creationId xmlns:a16="http://schemas.microsoft.com/office/drawing/2014/main" id="{F0DBD69C-A5DB-DC4A-AE43-093463BEFD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23914" y="4848294"/>
            <a:ext cx="205854" cy="182856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42" name="Text Box 12">
            <a:extLst>
              <a:ext uri="{FF2B5EF4-FFF2-40B4-BE49-F238E27FC236}">
                <a16:creationId xmlns:a16="http://schemas.microsoft.com/office/drawing/2014/main" id="{9C707F26-D218-B941-ACA7-2537E8CEE74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98358" y="4752442"/>
            <a:ext cx="467187" cy="39667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3b</a:t>
            </a: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43" name="Oval 13">
            <a:extLst>
              <a:ext uri="{FF2B5EF4-FFF2-40B4-BE49-F238E27FC236}">
                <a16:creationId xmlns:a16="http://schemas.microsoft.com/office/drawing/2014/main" id="{F5CAF371-FE17-244E-B591-ECED8083E8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79509" y="5820083"/>
            <a:ext cx="456967" cy="119446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44" name="Line 14">
            <a:extLst>
              <a:ext uri="{FF2B5EF4-FFF2-40B4-BE49-F238E27FC236}">
                <a16:creationId xmlns:a16="http://schemas.microsoft.com/office/drawing/2014/main" id="{21854A4C-DB2D-E340-B5A9-97C52C8C104F}"/>
              </a:ext>
            </a:extLst>
          </p:cNvPr>
          <p:cNvSpPr>
            <a:spLocks noChangeShapeType="1"/>
          </p:cNvSpPr>
          <p:nvPr/>
        </p:nvSpPr>
        <p:spPr bwMode="auto">
          <a:xfrm>
            <a:off x="3779509" y="5809761"/>
            <a:ext cx="0" cy="76681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45" name="Line 15">
            <a:extLst>
              <a:ext uri="{FF2B5EF4-FFF2-40B4-BE49-F238E27FC236}">
                <a16:creationId xmlns:a16="http://schemas.microsoft.com/office/drawing/2014/main" id="{E1CB0695-60DD-C243-A589-4B84D9A97D8C}"/>
              </a:ext>
            </a:extLst>
          </p:cNvPr>
          <p:cNvSpPr>
            <a:spLocks noChangeShapeType="1"/>
          </p:cNvSpPr>
          <p:nvPr/>
        </p:nvSpPr>
        <p:spPr bwMode="auto">
          <a:xfrm>
            <a:off x="4236476" y="5809761"/>
            <a:ext cx="0" cy="76681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46" name="Rectangle 16">
            <a:extLst>
              <a:ext uri="{FF2B5EF4-FFF2-40B4-BE49-F238E27FC236}">
                <a16:creationId xmlns:a16="http://schemas.microsoft.com/office/drawing/2014/main" id="{5BD440AE-D73F-7F45-9AA6-838A5A16111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79509" y="5809761"/>
            <a:ext cx="452588" cy="75207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47" name="Oval 17">
            <a:extLst>
              <a:ext uri="{FF2B5EF4-FFF2-40B4-BE49-F238E27FC236}">
                <a16:creationId xmlns:a16="http://schemas.microsoft.com/office/drawing/2014/main" id="{E5795699-8636-AB42-9278-8D9E1A42842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75129" y="5722757"/>
            <a:ext cx="456967" cy="140091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148" name="Group 18">
            <a:extLst>
              <a:ext uri="{FF2B5EF4-FFF2-40B4-BE49-F238E27FC236}">
                <a16:creationId xmlns:a16="http://schemas.microsoft.com/office/drawing/2014/main" id="{6B8409BD-7477-6747-91EB-78CFC8F8BA47}"/>
              </a:ext>
            </a:extLst>
          </p:cNvPr>
          <p:cNvGrpSpPr>
            <a:grpSpLocks/>
          </p:cNvGrpSpPr>
          <p:nvPr/>
        </p:nvGrpSpPr>
        <p:grpSpPr bwMode="auto">
          <a:xfrm>
            <a:off x="3778049" y="5637228"/>
            <a:ext cx="468647" cy="396679"/>
            <a:chOff x="2897" y="2425"/>
            <a:chExt cx="323" cy="269"/>
          </a:xfrm>
        </p:grpSpPr>
        <p:sp>
          <p:nvSpPr>
            <p:cNvPr id="251" name="Rectangle 19">
              <a:extLst>
                <a:ext uri="{FF2B5EF4-FFF2-40B4-BE49-F238E27FC236}">
                  <a16:creationId xmlns:a16="http://schemas.microsoft.com/office/drawing/2014/main" id="{7D7609E8-756E-1B41-AE93-5463D8AF72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2" y="2490"/>
              <a:ext cx="142" cy="132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52" name="Text Box 20">
              <a:extLst>
                <a:ext uri="{FF2B5EF4-FFF2-40B4-BE49-F238E27FC236}">
                  <a16:creationId xmlns:a16="http://schemas.microsoft.com/office/drawing/2014/main" id="{7B4233D3-81BD-B448-80FE-0C01096615A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97" y="2425"/>
              <a:ext cx="323" cy="2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1d</a:t>
              </a:r>
            </a:p>
          </p:txBody>
        </p:sp>
      </p:grpSp>
      <p:sp>
        <p:nvSpPr>
          <p:cNvPr id="149" name="Oval 21">
            <a:extLst>
              <a:ext uri="{FF2B5EF4-FFF2-40B4-BE49-F238E27FC236}">
                <a16:creationId xmlns:a16="http://schemas.microsoft.com/office/drawing/2014/main" id="{7AA5B5C8-99AF-D744-91DD-4758CEDCAEA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20315" y="4731797"/>
            <a:ext cx="456967" cy="122395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50" name="Line 22">
            <a:extLst>
              <a:ext uri="{FF2B5EF4-FFF2-40B4-BE49-F238E27FC236}">
                <a16:creationId xmlns:a16="http://schemas.microsoft.com/office/drawing/2014/main" id="{3F1A6000-25C3-6A47-897A-6B2052E82150}"/>
              </a:ext>
            </a:extLst>
          </p:cNvPr>
          <p:cNvSpPr>
            <a:spLocks noChangeShapeType="1"/>
          </p:cNvSpPr>
          <p:nvPr/>
        </p:nvSpPr>
        <p:spPr bwMode="auto">
          <a:xfrm>
            <a:off x="2820315" y="4721475"/>
            <a:ext cx="0" cy="73732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51" name="Line 23">
            <a:extLst>
              <a:ext uri="{FF2B5EF4-FFF2-40B4-BE49-F238E27FC236}">
                <a16:creationId xmlns:a16="http://schemas.microsoft.com/office/drawing/2014/main" id="{2C6C2593-75EB-9041-B98E-049BD334D460}"/>
              </a:ext>
            </a:extLst>
          </p:cNvPr>
          <p:cNvSpPr>
            <a:spLocks noChangeShapeType="1"/>
          </p:cNvSpPr>
          <p:nvPr/>
        </p:nvSpPr>
        <p:spPr bwMode="auto">
          <a:xfrm>
            <a:off x="3277282" y="4721475"/>
            <a:ext cx="0" cy="73732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52" name="Rectangle 24">
            <a:extLst>
              <a:ext uri="{FF2B5EF4-FFF2-40B4-BE49-F238E27FC236}">
                <a16:creationId xmlns:a16="http://schemas.microsoft.com/office/drawing/2014/main" id="{503F2144-C006-BA4A-A54C-154D6C9ABA2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20315" y="4721475"/>
            <a:ext cx="452588" cy="69308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53" name="Oval 25">
            <a:extLst>
              <a:ext uri="{FF2B5EF4-FFF2-40B4-BE49-F238E27FC236}">
                <a16:creationId xmlns:a16="http://schemas.microsoft.com/office/drawing/2014/main" id="{D492E009-7760-4343-874C-AD3B4183587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5935" y="4634471"/>
            <a:ext cx="456967" cy="140091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54" name="Rectangle 26">
            <a:extLst>
              <a:ext uri="{FF2B5EF4-FFF2-40B4-BE49-F238E27FC236}">
                <a16:creationId xmlns:a16="http://schemas.microsoft.com/office/drawing/2014/main" id="{F8BDB031-7C07-264D-B086-6DC72DC78BD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42952" y="4653641"/>
            <a:ext cx="207314" cy="162211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55" name="Text Box 27">
            <a:extLst>
              <a:ext uri="{FF2B5EF4-FFF2-40B4-BE49-F238E27FC236}">
                <a16:creationId xmlns:a16="http://schemas.microsoft.com/office/drawing/2014/main" id="{B087AFAB-7C65-874C-8F8F-3012C906099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18855" y="4556315"/>
            <a:ext cx="467187" cy="39667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3a</a:t>
            </a: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56" name="Oval 28">
            <a:extLst>
              <a:ext uri="{FF2B5EF4-FFF2-40B4-BE49-F238E27FC236}">
                <a16:creationId xmlns:a16="http://schemas.microsoft.com/office/drawing/2014/main" id="{87CEC350-ADF1-E24F-A235-1A9B645EFA0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26950" y="5236125"/>
            <a:ext cx="456967" cy="119446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57" name="Line 29">
            <a:extLst>
              <a:ext uri="{FF2B5EF4-FFF2-40B4-BE49-F238E27FC236}">
                <a16:creationId xmlns:a16="http://schemas.microsoft.com/office/drawing/2014/main" id="{5782FBF4-093E-9947-AAA6-533CA371CD3F}"/>
              </a:ext>
            </a:extLst>
          </p:cNvPr>
          <p:cNvSpPr>
            <a:spLocks noChangeShapeType="1"/>
          </p:cNvSpPr>
          <p:nvPr/>
        </p:nvSpPr>
        <p:spPr bwMode="auto">
          <a:xfrm>
            <a:off x="3726950" y="5227277"/>
            <a:ext cx="0" cy="75207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58" name="Line 30">
            <a:extLst>
              <a:ext uri="{FF2B5EF4-FFF2-40B4-BE49-F238E27FC236}">
                <a16:creationId xmlns:a16="http://schemas.microsoft.com/office/drawing/2014/main" id="{FA0971A2-9137-1943-A6F3-BD3716BCCBB6}"/>
              </a:ext>
            </a:extLst>
          </p:cNvPr>
          <p:cNvSpPr>
            <a:spLocks noChangeShapeType="1"/>
          </p:cNvSpPr>
          <p:nvPr/>
        </p:nvSpPr>
        <p:spPr bwMode="auto">
          <a:xfrm>
            <a:off x="4183917" y="5227277"/>
            <a:ext cx="0" cy="75207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59" name="Rectangle 31">
            <a:extLst>
              <a:ext uri="{FF2B5EF4-FFF2-40B4-BE49-F238E27FC236}">
                <a16:creationId xmlns:a16="http://schemas.microsoft.com/office/drawing/2014/main" id="{FBE8FDDA-4B2E-BE4C-95BF-585222778EC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26950" y="5227277"/>
            <a:ext cx="452588" cy="70783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60" name="Oval 32">
            <a:extLst>
              <a:ext uri="{FF2B5EF4-FFF2-40B4-BE49-F238E27FC236}">
                <a16:creationId xmlns:a16="http://schemas.microsoft.com/office/drawing/2014/main" id="{6DE39B5B-BD23-3044-9274-CFE1A3DFE64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22570" y="5138799"/>
            <a:ext cx="456967" cy="140091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161" name="Group 33">
            <a:extLst>
              <a:ext uri="{FF2B5EF4-FFF2-40B4-BE49-F238E27FC236}">
                <a16:creationId xmlns:a16="http://schemas.microsoft.com/office/drawing/2014/main" id="{D6CD68FD-658B-EA4A-AFA2-F4EE9AE43DCA}"/>
              </a:ext>
            </a:extLst>
          </p:cNvPr>
          <p:cNvGrpSpPr>
            <a:grpSpLocks/>
          </p:cNvGrpSpPr>
          <p:nvPr/>
        </p:nvGrpSpPr>
        <p:grpSpPr bwMode="auto">
          <a:xfrm>
            <a:off x="3729870" y="5053269"/>
            <a:ext cx="452588" cy="398153"/>
            <a:chOff x="2899" y="2425"/>
            <a:chExt cx="319" cy="270"/>
          </a:xfrm>
        </p:grpSpPr>
        <p:sp>
          <p:nvSpPr>
            <p:cNvPr id="249" name="Rectangle 34">
              <a:extLst>
                <a:ext uri="{FF2B5EF4-FFF2-40B4-BE49-F238E27FC236}">
                  <a16:creationId xmlns:a16="http://schemas.microsoft.com/office/drawing/2014/main" id="{C85F8938-221C-6441-94A5-77506E21CE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2" y="2490"/>
              <a:ext cx="144" cy="132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50" name="Text Box 35">
              <a:extLst>
                <a:ext uri="{FF2B5EF4-FFF2-40B4-BE49-F238E27FC236}">
                  <a16:creationId xmlns:a16="http://schemas.microsoft.com/office/drawing/2014/main" id="{430475AC-A5D0-EF4C-9180-A3E96828AD8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99" y="2425"/>
              <a:ext cx="319" cy="27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1c</a:t>
              </a:r>
            </a:p>
          </p:txBody>
        </p:sp>
      </p:grpSp>
      <p:sp>
        <p:nvSpPr>
          <p:cNvPr id="162" name="Line 36">
            <a:extLst>
              <a:ext uri="{FF2B5EF4-FFF2-40B4-BE49-F238E27FC236}">
                <a16:creationId xmlns:a16="http://schemas.microsoft.com/office/drawing/2014/main" id="{AF16B8FF-7450-3B46-865A-EC0F92A90E8F}"/>
              </a:ext>
            </a:extLst>
          </p:cNvPr>
          <p:cNvSpPr>
            <a:spLocks noChangeShapeType="1"/>
          </p:cNvSpPr>
          <p:nvPr/>
        </p:nvSpPr>
        <p:spPr bwMode="auto">
          <a:xfrm>
            <a:off x="6347578" y="4971418"/>
            <a:ext cx="449668" cy="144515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63" name="Line 37">
            <a:extLst>
              <a:ext uri="{FF2B5EF4-FFF2-40B4-BE49-F238E27FC236}">
                <a16:creationId xmlns:a16="http://schemas.microsoft.com/office/drawing/2014/main" id="{B705DAC1-A436-FC47-B3A5-64086AE0207E}"/>
              </a:ext>
            </a:extLst>
          </p:cNvPr>
          <p:cNvSpPr>
            <a:spLocks noChangeShapeType="1"/>
          </p:cNvSpPr>
          <p:nvPr/>
        </p:nvSpPr>
        <p:spPr bwMode="auto">
          <a:xfrm>
            <a:off x="6820605" y="4846819"/>
            <a:ext cx="132856" cy="171058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64" name="Line 38">
            <a:extLst>
              <a:ext uri="{FF2B5EF4-FFF2-40B4-BE49-F238E27FC236}">
                <a16:creationId xmlns:a16="http://schemas.microsoft.com/office/drawing/2014/main" id="{B646BCF5-2213-9142-8477-66C7DFEE38E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248301" y="4781935"/>
            <a:ext cx="166435" cy="112073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65" name="Freeform 39">
            <a:extLst>
              <a:ext uri="{FF2B5EF4-FFF2-40B4-BE49-F238E27FC236}">
                <a16:creationId xmlns:a16="http://schemas.microsoft.com/office/drawing/2014/main" id="{1A359E4A-1EBE-234F-9DE9-E4FB43E18A2D}"/>
              </a:ext>
            </a:extLst>
          </p:cNvPr>
          <p:cNvSpPr>
            <a:spLocks/>
          </p:cNvSpPr>
          <p:nvPr/>
        </p:nvSpPr>
        <p:spPr bwMode="auto">
          <a:xfrm>
            <a:off x="4233556" y="5716858"/>
            <a:ext cx="385429" cy="120921"/>
          </a:xfrm>
          <a:custGeom>
            <a:avLst/>
            <a:gdLst>
              <a:gd name="T0" fmla="*/ 0 w 264"/>
              <a:gd name="T1" fmla="*/ 82 h 82"/>
              <a:gd name="T2" fmla="*/ 264 w 264"/>
              <a:gd name="T3" fmla="*/ 0 h 82"/>
              <a:gd name="T4" fmla="*/ 0 60000 65536"/>
              <a:gd name="T5" fmla="*/ 0 60000 65536"/>
              <a:gd name="T6" fmla="*/ 0 w 264"/>
              <a:gd name="T7" fmla="*/ 0 h 82"/>
              <a:gd name="T8" fmla="*/ 264 w 264"/>
              <a:gd name="T9" fmla="*/ 82 h 82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264" h="82">
                <a:moveTo>
                  <a:pt x="0" y="82"/>
                </a:moveTo>
                <a:lnTo>
                  <a:pt x="264" y="0"/>
                </a:lnTo>
              </a:path>
            </a:pathLst>
          </a:custGeom>
          <a:noFill/>
          <a:ln w="28575" cap="flat" cmpd="sng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66" name="Freeform 40">
            <a:extLst>
              <a:ext uri="{FF2B5EF4-FFF2-40B4-BE49-F238E27FC236}">
                <a16:creationId xmlns:a16="http://schemas.microsoft.com/office/drawing/2014/main" id="{097126F1-D995-444D-8642-03F5F5E0DBAA}"/>
              </a:ext>
            </a:extLst>
          </p:cNvPr>
          <p:cNvSpPr>
            <a:spLocks/>
          </p:cNvSpPr>
          <p:nvPr/>
        </p:nvSpPr>
        <p:spPr bwMode="auto">
          <a:xfrm>
            <a:off x="3561975" y="5663771"/>
            <a:ext cx="221914" cy="174008"/>
          </a:xfrm>
          <a:custGeom>
            <a:avLst/>
            <a:gdLst>
              <a:gd name="T0" fmla="*/ 0 w 152"/>
              <a:gd name="T1" fmla="*/ 0 h 118"/>
              <a:gd name="T2" fmla="*/ 152 w 152"/>
              <a:gd name="T3" fmla="*/ 118 h 118"/>
              <a:gd name="T4" fmla="*/ 0 60000 65536"/>
              <a:gd name="T5" fmla="*/ 0 60000 65536"/>
              <a:gd name="T6" fmla="*/ 0 w 152"/>
              <a:gd name="T7" fmla="*/ 0 h 118"/>
              <a:gd name="T8" fmla="*/ 152 w 152"/>
              <a:gd name="T9" fmla="*/ 118 h 118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152" h="118">
                <a:moveTo>
                  <a:pt x="0" y="0"/>
                </a:moveTo>
                <a:lnTo>
                  <a:pt x="152" y="118"/>
                </a:lnTo>
              </a:path>
            </a:pathLst>
          </a:custGeom>
          <a:noFill/>
          <a:ln w="28575" cap="flat" cmpd="sng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67" name="Freeform 41">
            <a:extLst>
              <a:ext uri="{FF2B5EF4-FFF2-40B4-BE49-F238E27FC236}">
                <a16:creationId xmlns:a16="http://schemas.microsoft.com/office/drawing/2014/main" id="{8FA74CA7-BEE7-3E46-BAFF-EC2177B4B95C}"/>
              </a:ext>
            </a:extLst>
          </p:cNvPr>
          <p:cNvSpPr>
            <a:spLocks/>
          </p:cNvSpPr>
          <p:nvPr/>
        </p:nvSpPr>
        <p:spPr bwMode="auto">
          <a:xfrm>
            <a:off x="3743010" y="5560546"/>
            <a:ext cx="823417" cy="120921"/>
          </a:xfrm>
          <a:custGeom>
            <a:avLst/>
            <a:gdLst>
              <a:gd name="T0" fmla="*/ 0 w 564"/>
              <a:gd name="T1" fmla="*/ 0 h 82"/>
              <a:gd name="T2" fmla="*/ 564 w 564"/>
              <a:gd name="T3" fmla="*/ 82 h 82"/>
              <a:gd name="T4" fmla="*/ 0 60000 65536"/>
              <a:gd name="T5" fmla="*/ 0 60000 65536"/>
              <a:gd name="T6" fmla="*/ 0 w 564"/>
              <a:gd name="T7" fmla="*/ 0 h 82"/>
              <a:gd name="T8" fmla="*/ 564 w 564"/>
              <a:gd name="T9" fmla="*/ 82 h 82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564" h="82">
                <a:moveTo>
                  <a:pt x="0" y="0"/>
                </a:moveTo>
                <a:lnTo>
                  <a:pt x="564" y="82"/>
                </a:lnTo>
              </a:path>
            </a:pathLst>
          </a:custGeom>
          <a:noFill/>
          <a:ln w="28575" cap="flat" cmpd="sng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68" name="Freeform 42">
            <a:extLst>
              <a:ext uri="{FF2B5EF4-FFF2-40B4-BE49-F238E27FC236}">
                <a16:creationId xmlns:a16="http://schemas.microsoft.com/office/drawing/2014/main" id="{A5B0DFEC-B8A9-C34F-94A0-A4E2936DD8A8}"/>
              </a:ext>
            </a:extLst>
          </p:cNvPr>
          <p:cNvSpPr>
            <a:spLocks/>
          </p:cNvSpPr>
          <p:nvPr/>
        </p:nvSpPr>
        <p:spPr bwMode="auto">
          <a:xfrm>
            <a:off x="3652492" y="5321654"/>
            <a:ext cx="110957" cy="138616"/>
          </a:xfrm>
          <a:custGeom>
            <a:avLst/>
            <a:gdLst>
              <a:gd name="T0" fmla="*/ 0 w 76"/>
              <a:gd name="T1" fmla="*/ 94 h 94"/>
              <a:gd name="T2" fmla="*/ 76 w 76"/>
              <a:gd name="T3" fmla="*/ 0 h 94"/>
              <a:gd name="T4" fmla="*/ 0 60000 65536"/>
              <a:gd name="T5" fmla="*/ 0 60000 65536"/>
              <a:gd name="T6" fmla="*/ 0 w 76"/>
              <a:gd name="T7" fmla="*/ 0 h 94"/>
              <a:gd name="T8" fmla="*/ 76 w 76"/>
              <a:gd name="T9" fmla="*/ 94 h 94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76" h="94">
                <a:moveTo>
                  <a:pt x="0" y="94"/>
                </a:moveTo>
                <a:lnTo>
                  <a:pt x="76" y="0"/>
                </a:lnTo>
              </a:path>
            </a:pathLst>
          </a:custGeom>
          <a:noFill/>
          <a:ln w="28575" cap="flat" cmpd="sng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69" name="Freeform 43">
            <a:extLst>
              <a:ext uri="{FF2B5EF4-FFF2-40B4-BE49-F238E27FC236}">
                <a16:creationId xmlns:a16="http://schemas.microsoft.com/office/drawing/2014/main" id="{698BCEC3-16FB-314C-831F-6D55ED13B108}"/>
              </a:ext>
            </a:extLst>
          </p:cNvPr>
          <p:cNvSpPr>
            <a:spLocks/>
          </p:cNvSpPr>
          <p:nvPr/>
        </p:nvSpPr>
        <p:spPr bwMode="auto">
          <a:xfrm>
            <a:off x="2446565" y="4767189"/>
            <a:ext cx="367910" cy="168109"/>
          </a:xfrm>
          <a:custGeom>
            <a:avLst/>
            <a:gdLst>
              <a:gd name="T0" fmla="*/ 0 w 252"/>
              <a:gd name="T1" fmla="*/ 114 h 114"/>
              <a:gd name="T2" fmla="*/ 252 w 252"/>
              <a:gd name="T3" fmla="*/ 0 h 114"/>
              <a:gd name="T4" fmla="*/ 0 60000 65536"/>
              <a:gd name="T5" fmla="*/ 0 60000 65536"/>
              <a:gd name="T6" fmla="*/ 0 w 252"/>
              <a:gd name="T7" fmla="*/ 0 h 114"/>
              <a:gd name="T8" fmla="*/ 252 w 252"/>
              <a:gd name="T9" fmla="*/ 114 h 114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252" h="114">
                <a:moveTo>
                  <a:pt x="0" y="114"/>
                </a:moveTo>
                <a:lnTo>
                  <a:pt x="252" y="0"/>
                </a:lnTo>
              </a:path>
            </a:pathLst>
          </a:custGeom>
          <a:noFill/>
          <a:ln w="28575" cap="flat" cmpd="sng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70" name="Freeform 44">
            <a:extLst>
              <a:ext uri="{FF2B5EF4-FFF2-40B4-BE49-F238E27FC236}">
                <a16:creationId xmlns:a16="http://schemas.microsoft.com/office/drawing/2014/main" id="{8CB7EA9B-46A2-DA43-BD84-E5E548E767A3}"/>
              </a:ext>
            </a:extLst>
          </p:cNvPr>
          <p:cNvSpPr>
            <a:spLocks/>
          </p:cNvSpPr>
          <p:nvPr/>
        </p:nvSpPr>
        <p:spPr bwMode="auto">
          <a:xfrm>
            <a:off x="3083108" y="4855667"/>
            <a:ext cx="648222" cy="380458"/>
          </a:xfrm>
          <a:custGeom>
            <a:avLst/>
            <a:gdLst>
              <a:gd name="T0" fmla="*/ 0 w 444"/>
              <a:gd name="T1" fmla="*/ 0 h 258"/>
              <a:gd name="T2" fmla="*/ 444 w 444"/>
              <a:gd name="T3" fmla="*/ 258 h 258"/>
              <a:gd name="T4" fmla="*/ 0 60000 65536"/>
              <a:gd name="T5" fmla="*/ 0 60000 65536"/>
              <a:gd name="T6" fmla="*/ 0 w 444"/>
              <a:gd name="T7" fmla="*/ 0 h 258"/>
              <a:gd name="T8" fmla="*/ 444 w 444"/>
              <a:gd name="T9" fmla="*/ 258 h 258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444" h="258">
                <a:moveTo>
                  <a:pt x="0" y="0"/>
                </a:moveTo>
                <a:lnTo>
                  <a:pt x="444" y="258"/>
                </a:lnTo>
              </a:path>
            </a:pathLst>
          </a:custGeom>
          <a:noFill/>
          <a:ln w="28575" cap="flat" cmpd="sng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71" name="Freeform 45">
            <a:extLst>
              <a:ext uri="{FF2B5EF4-FFF2-40B4-BE49-F238E27FC236}">
                <a16:creationId xmlns:a16="http://schemas.microsoft.com/office/drawing/2014/main" id="{7D4FB268-A169-0F4B-9C84-1ACD0524121A}"/>
              </a:ext>
            </a:extLst>
          </p:cNvPr>
          <p:cNvSpPr>
            <a:spLocks/>
          </p:cNvSpPr>
          <p:nvPr/>
        </p:nvSpPr>
        <p:spPr bwMode="auto">
          <a:xfrm>
            <a:off x="5016095" y="5029675"/>
            <a:ext cx="954814" cy="619350"/>
          </a:xfrm>
          <a:custGeom>
            <a:avLst/>
            <a:gdLst>
              <a:gd name="T0" fmla="*/ 0 w 654"/>
              <a:gd name="T1" fmla="*/ 420 h 420"/>
              <a:gd name="T2" fmla="*/ 654 w 654"/>
              <a:gd name="T3" fmla="*/ 0 h 420"/>
              <a:gd name="T4" fmla="*/ 0 60000 65536"/>
              <a:gd name="T5" fmla="*/ 0 60000 65536"/>
              <a:gd name="T6" fmla="*/ 0 w 654"/>
              <a:gd name="T7" fmla="*/ 0 h 420"/>
              <a:gd name="T8" fmla="*/ 654 w 654"/>
              <a:gd name="T9" fmla="*/ 420 h 420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654" h="420">
                <a:moveTo>
                  <a:pt x="0" y="420"/>
                </a:moveTo>
                <a:lnTo>
                  <a:pt x="654" y="0"/>
                </a:lnTo>
              </a:path>
            </a:pathLst>
          </a:custGeom>
          <a:noFill/>
          <a:ln w="28575" cap="flat" cmpd="sng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72" name="Oval 46">
            <a:extLst>
              <a:ext uri="{FF2B5EF4-FFF2-40B4-BE49-F238E27FC236}">
                <a16:creationId xmlns:a16="http://schemas.microsoft.com/office/drawing/2014/main" id="{77EAE8E4-EF1C-944D-B5DF-947BBACAF6B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90611" y="4936773"/>
            <a:ext cx="456967" cy="120921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73" name="Line 47">
            <a:extLst>
              <a:ext uri="{FF2B5EF4-FFF2-40B4-BE49-F238E27FC236}">
                <a16:creationId xmlns:a16="http://schemas.microsoft.com/office/drawing/2014/main" id="{7605033D-73A1-924E-99FE-EDD6125246F5}"/>
              </a:ext>
            </a:extLst>
          </p:cNvPr>
          <p:cNvSpPr>
            <a:spLocks noChangeShapeType="1"/>
          </p:cNvSpPr>
          <p:nvPr/>
        </p:nvSpPr>
        <p:spPr bwMode="auto">
          <a:xfrm>
            <a:off x="5890611" y="4924975"/>
            <a:ext cx="0" cy="73732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74" name="Line 48">
            <a:extLst>
              <a:ext uri="{FF2B5EF4-FFF2-40B4-BE49-F238E27FC236}">
                <a16:creationId xmlns:a16="http://schemas.microsoft.com/office/drawing/2014/main" id="{DBC0B4AB-D0E3-C74F-9785-E25E20C244C4}"/>
              </a:ext>
            </a:extLst>
          </p:cNvPr>
          <p:cNvSpPr>
            <a:spLocks noChangeShapeType="1"/>
          </p:cNvSpPr>
          <p:nvPr/>
        </p:nvSpPr>
        <p:spPr bwMode="auto">
          <a:xfrm>
            <a:off x="6347578" y="4924975"/>
            <a:ext cx="0" cy="73732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75" name="Rectangle 49">
            <a:extLst>
              <a:ext uri="{FF2B5EF4-FFF2-40B4-BE49-F238E27FC236}">
                <a16:creationId xmlns:a16="http://schemas.microsoft.com/office/drawing/2014/main" id="{592A5C53-BD83-384A-9C2D-08CEEB785BC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90611" y="4924975"/>
            <a:ext cx="452588" cy="73732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76" name="Oval 50">
            <a:extLst>
              <a:ext uri="{FF2B5EF4-FFF2-40B4-BE49-F238E27FC236}">
                <a16:creationId xmlns:a16="http://schemas.microsoft.com/office/drawing/2014/main" id="{5D02A58E-4F5A-EC40-B29A-0D5700D169B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86231" y="4837972"/>
            <a:ext cx="456967" cy="140091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77" name="Rectangle 51">
            <a:extLst>
              <a:ext uri="{FF2B5EF4-FFF2-40B4-BE49-F238E27FC236}">
                <a16:creationId xmlns:a16="http://schemas.microsoft.com/office/drawing/2014/main" id="{A8B4ED51-5EBD-7A42-A070-7C85A13AFB2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3247" y="4857142"/>
            <a:ext cx="205854" cy="179906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78" name="Text Box 52">
            <a:extLst>
              <a:ext uri="{FF2B5EF4-FFF2-40B4-BE49-F238E27FC236}">
                <a16:creationId xmlns:a16="http://schemas.microsoft.com/office/drawing/2014/main" id="{6864AE40-C653-554F-B5F5-7FCE890517D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87691" y="4761290"/>
            <a:ext cx="467187" cy="39667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2a</a:t>
            </a: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79" name="Text Box 53">
            <a:extLst>
              <a:ext uri="{FF2B5EF4-FFF2-40B4-BE49-F238E27FC236}">
                <a16:creationId xmlns:a16="http://schemas.microsoft.com/office/drawing/2014/main" id="{9674ED05-1E44-A445-B61A-D179B03704B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40470" y="5215261"/>
            <a:ext cx="665742" cy="39667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AS3</a:t>
            </a: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80" name="Text Box 54">
            <a:extLst>
              <a:ext uri="{FF2B5EF4-FFF2-40B4-BE49-F238E27FC236}">
                <a16:creationId xmlns:a16="http://schemas.microsoft.com/office/drawing/2014/main" id="{005A3212-FAC4-D446-8E0A-533A16ECE77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345452" y="5839068"/>
            <a:ext cx="665742" cy="39667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AS1</a:t>
            </a: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81" name="Text Box 55">
            <a:extLst>
              <a:ext uri="{FF2B5EF4-FFF2-40B4-BE49-F238E27FC236}">
                <a16:creationId xmlns:a16="http://schemas.microsoft.com/office/drawing/2014/main" id="{7DE50C34-9B18-1849-8D31-CE3E7E2F071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116511" y="5463035"/>
            <a:ext cx="616103" cy="36866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AS2</a:t>
            </a:r>
          </a:p>
        </p:txBody>
      </p:sp>
      <p:sp>
        <p:nvSpPr>
          <p:cNvPr id="182" name="Oval 56">
            <a:extLst>
              <a:ext uri="{FF2B5EF4-FFF2-40B4-BE49-F238E27FC236}">
                <a16:creationId xmlns:a16="http://schemas.microsoft.com/office/drawing/2014/main" id="{4CAC6F24-F619-7E4B-9E0A-AF6FB0ECB08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80202" y="5545800"/>
            <a:ext cx="456967" cy="119446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83" name="Line 57">
            <a:extLst>
              <a:ext uri="{FF2B5EF4-FFF2-40B4-BE49-F238E27FC236}">
                <a16:creationId xmlns:a16="http://schemas.microsoft.com/office/drawing/2014/main" id="{37706C00-5AFA-4E4F-AEE2-E86CBA64F507}"/>
              </a:ext>
            </a:extLst>
          </p:cNvPr>
          <p:cNvSpPr>
            <a:spLocks noChangeShapeType="1"/>
          </p:cNvSpPr>
          <p:nvPr/>
        </p:nvSpPr>
        <p:spPr bwMode="auto">
          <a:xfrm>
            <a:off x="3280202" y="5535477"/>
            <a:ext cx="0" cy="73732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84" name="Line 58">
            <a:extLst>
              <a:ext uri="{FF2B5EF4-FFF2-40B4-BE49-F238E27FC236}">
                <a16:creationId xmlns:a16="http://schemas.microsoft.com/office/drawing/2014/main" id="{F53BFE68-5413-9042-B5B8-E870B9DF06EF}"/>
              </a:ext>
            </a:extLst>
          </p:cNvPr>
          <p:cNvSpPr>
            <a:spLocks noChangeShapeType="1"/>
          </p:cNvSpPr>
          <p:nvPr/>
        </p:nvSpPr>
        <p:spPr bwMode="auto">
          <a:xfrm>
            <a:off x="3738630" y="5535477"/>
            <a:ext cx="0" cy="73732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85" name="Rectangle 59">
            <a:extLst>
              <a:ext uri="{FF2B5EF4-FFF2-40B4-BE49-F238E27FC236}">
                <a16:creationId xmlns:a16="http://schemas.microsoft.com/office/drawing/2014/main" id="{E66B86FC-0EE6-A646-BA10-BADF35B023E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80202" y="5535477"/>
            <a:ext cx="452588" cy="69308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86" name="Oval 60">
            <a:extLst>
              <a:ext uri="{FF2B5EF4-FFF2-40B4-BE49-F238E27FC236}">
                <a16:creationId xmlns:a16="http://schemas.microsoft.com/office/drawing/2014/main" id="{E2C4F48E-C2B7-F040-A479-AD3AA9552BB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5822" y="5455847"/>
            <a:ext cx="456967" cy="141566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87" name="Rectangle 61">
            <a:extLst>
              <a:ext uri="{FF2B5EF4-FFF2-40B4-BE49-F238E27FC236}">
                <a16:creationId xmlns:a16="http://schemas.microsoft.com/office/drawing/2014/main" id="{782B4D58-3187-1646-B67F-4472AD6DF18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99919" y="5494187"/>
            <a:ext cx="207314" cy="141566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88" name="Text Box 62">
            <a:extLst>
              <a:ext uri="{FF2B5EF4-FFF2-40B4-BE49-F238E27FC236}">
                <a16:creationId xmlns:a16="http://schemas.microsoft.com/office/drawing/2014/main" id="{CEC455E8-C4B8-6444-936D-9F9CEE32382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80202" y="5367368"/>
            <a:ext cx="467187" cy="39667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1a</a:t>
            </a: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189" name="Group 63">
            <a:extLst>
              <a:ext uri="{FF2B5EF4-FFF2-40B4-BE49-F238E27FC236}">
                <a16:creationId xmlns:a16="http://schemas.microsoft.com/office/drawing/2014/main" id="{8B168416-DE6F-9546-A33D-5DC186D755BF}"/>
              </a:ext>
            </a:extLst>
          </p:cNvPr>
          <p:cNvGrpSpPr>
            <a:grpSpLocks/>
          </p:cNvGrpSpPr>
          <p:nvPr/>
        </p:nvGrpSpPr>
        <p:grpSpPr bwMode="auto">
          <a:xfrm>
            <a:off x="6394297" y="4593181"/>
            <a:ext cx="461347" cy="396679"/>
            <a:chOff x="4320" y="1936"/>
            <a:chExt cx="316" cy="269"/>
          </a:xfrm>
        </p:grpSpPr>
        <p:sp>
          <p:nvSpPr>
            <p:cNvPr id="242" name="Oval 64">
              <a:extLst>
                <a:ext uri="{FF2B5EF4-FFF2-40B4-BE49-F238E27FC236}">
                  <a16:creationId xmlns:a16="http://schemas.microsoft.com/office/drawing/2014/main" id="{17477FF4-6D5F-744F-A7C6-65D539FF25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3" y="2054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43" name="Line 65">
              <a:extLst>
                <a:ext uri="{FF2B5EF4-FFF2-40B4-BE49-F238E27FC236}">
                  <a16:creationId xmlns:a16="http://schemas.microsoft.com/office/drawing/2014/main" id="{7681775B-D11F-204C-B161-6FEDD638731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23" y="2047"/>
              <a:ext cx="0" cy="52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44" name="Line 66">
              <a:extLst>
                <a:ext uri="{FF2B5EF4-FFF2-40B4-BE49-F238E27FC236}">
                  <a16:creationId xmlns:a16="http://schemas.microsoft.com/office/drawing/2014/main" id="{C9C1462B-D75D-9043-BD36-C8666A0E3E7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36" y="2047"/>
              <a:ext cx="0" cy="52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45" name="Rectangle 67">
              <a:extLst>
                <a:ext uri="{FF2B5EF4-FFF2-40B4-BE49-F238E27FC236}">
                  <a16:creationId xmlns:a16="http://schemas.microsoft.com/office/drawing/2014/main" id="{D2A31C20-F821-2245-A13A-E48BBF035C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3" y="2047"/>
              <a:ext cx="310" cy="51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46" name="Oval 68">
              <a:extLst>
                <a:ext uri="{FF2B5EF4-FFF2-40B4-BE49-F238E27FC236}">
                  <a16:creationId xmlns:a16="http://schemas.microsoft.com/office/drawing/2014/main" id="{E3B56467-2A6B-814A-A9D2-32B39DA9E2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0" y="1988"/>
              <a:ext cx="313" cy="97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47" name="Rectangle 69">
              <a:extLst>
                <a:ext uri="{FF2B5EF4-FFF2-40B4-BE49-F238E27FC236}">
                  <a16:creationId xmlns:a16="http://schemas.microsoft.com/office/drawing/2014/main" id="{4CCA8E7D-2AA0-DB42-8739-0E698AF3EF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7" y="2001"/>
              <a:ext cx="141" cy="118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48" name="Text Box 70">
              <a:extLst>
                <a:ext uri="{FF2B5EF4-FFF2-40B4-BE49-F238E27FC236}">
                  <a16:creationId xmlns:a16="http://schemas.microsoft.com/office/drawing/2014/main" id="{B0E12A9A-8AC6-2C4B-B109-A569883BDF8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25" y="1936"/>
              <a:ext cx="310" cy="2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2c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190" name="Group 71">
            <a:extLst>
              <a:ext uri="{FF2B5EF4-FFF2-40B4-BE49-F238E27FC236}">
                <a16:creationId xmlns:a16="http://schemas.microsoft.com/office/drawing/2014/main" id="{21E7E3D0-5FA0-9646-84AD-FC33AA41FD3A}"/>
              </a:ext>
            </a:extLst>
          </p:cNvPr>
          <p:cNvGrpSpPr>
            <a:grpSpLocks/>
          </p:cNvGrpSpPr>
          <p:nvPr/>
        </p:nvGrpSpPr>
        <p:grpSpPr bwMode="auto">
          <a:xfrm>
            <a:off x="6797246" y="4920552"/>
            <a:ext cx="468647" cy="396679"/>
            <a:chOff x="4596" y="2158"/>
            <a:chExt cx="321" cy="269"/>
          </a:xfrm>
        </p:grpSpPr>
        <p:sp>
          <p:nvSpPr>
            <p:cNvPr id="235" name="Oval 72">
              <a:extLst>
                <a:ext uri="{FF2B5EF4-FFF2-40B4-BE49-F238E27FC236}">
                  <a16:creationId xmlns:a16="http://schemas.microsoft.com/office/drawing/2014/main" id="{5608D056-551C-0B44-A60B-A3E90AFB7D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99" y="2276"/>
              <a:ext cx="311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36" name="Line 73">
              <a:extLst>
                <a:ext uri="{FF2B5EF4-FFF2-40B4-BE49-F238E27FC236}">
                  <a16:creationId xmlns:a16="http://schemas.microsoft.com/office/drawing/2014/main" id="{FA977711-B8B6-4247-BDAB-A3001746C4D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99" y="2269"/>
              <a:ext cx="0" cy="52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37" name="Line 74">
              <a:extLst>
                <a:ext uri="{FF2B5EF4-FFF2-40B4-BE49-F238E27FC236}">
                  <a16:creationId xmlns:a16="http://schemas.microsoft.com/office/drawing/2014/main" id="{6CA75CE1-2E8D-0F48-8641-8C18C90BD88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10" y="2269"/>
              <a:ext cx="0" cy="52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38" name="Rectangle 75">
              <a:extLst>
                <a:ext uri="{FF2B5EF4-FFF2-40B4-BE49-F238E27FC236}">
                  <a16:creationId xmlns:a16="http://schemas.microsoft.com/office/drawing/2014/main" id="{4ED73E8C-48F2-3A4F-B322-2CCB3CBA08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99" y="2269"/>
              <a:ext cx="310" cy="51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39" name="Oval 76">
              <a:extLst>
                <a:ext uri="{FF2B5EF4-FFF2-40B4-BE49-F238E27FC236}">
                  <a16:creationId xmlns:a16="http://schemas.microsoft.com/office/drawing/2014/main" id="{6345CAD2-BEAC-0E49-9C80-9EB68603FE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96" y="2208"/>
              <a:ext cx="313" cy="97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40" name="Rectangle 77">
              <a:extLst>
                <a:ext uri="{FF2B5EF4-FFF2-40B4-BE49-F238E27FC236}">
                  <a16:creationId xmlns:a16="http://schemas.microsoft.com/office/drawing/2014/main" id="{E1F2376F-3613-4042-A35F-DEE5F89C6C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83" y="2221"/>
              <a:ext cx="141" cy="112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41" name="Text Box 78">
              <a:extLst>
                <a:ext uri="{FF2B5EF4-FFF2-40B4-BE49-F238E27FC236}">
                  <a16:creationId xmlns:a16="http://schemas.microsoft.com/office/drawing/2014/main" id="{7C2657A7-4F00-3C45-AD0D-9FB7A649BB4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98" y="2158"/>
              <a:ext cx="319" cy="2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2b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191" name="Group 79">
            <a:extLst>
              <a:ext uri="{FF2B5EF4-FFF2-40B4-BE49-F238E27FC236}">
                <a16:creationId xmlns:a16="http://schemas.microsoft.com/office/drawing/2014/main" id="{46AC6AA7-B51A-F140-B460-7AA4784A8771}"/>
              </a:ext>
            </a:extLst>
          </p:cNvPr>
          <p:cNvGrpSpPr>
            <a:grpSpLocks/>
          </p:cNvGrpSpPr>
          <p:nvPr/>
        </p:nvGrpSpPr>
        <p:grpSpPr bwMode="auto">
          <a:xfrm>
            <a:off x="4562047" y="5466169"/>
            <a:ext cx="468647" cy="396679"/>
            <a:chOff x="2015" y="1976"/>
            <a:chExt cx="321" cy="269"/>
          </a:xfrm>
        </p:grpSpPr>
        <p:sp>
          <p:nvSpPr>
            <p:cNvPr id="227" name="Oval 80">
              <a:extLst>
                <a:ext uri="{FF2B5EF4-FFF2-40B4-BE49-F238E27FC236}">
                  <a16:creationId xmlns:a16="http://schemas.microsoft.com/office/drawing/2014/main" id="{F0AF513D-168E-BC43-A87F-98530A7A73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9" y="2102"/>
              <a:ext cx="311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28" name="Line 81">
              <a:extLst>
                <a:ext uri="{FF2B5EF4-FFF2-40B4-BE49-F238E27FC236}">
                  <a16:creationId xmlns:a16="http://schemas.microsoft.com/office/drawing/2014/main" id="{98E003C3-39B5-AD4E-B694-FF067F96F0C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19" y="2097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29" name="Line 82">
              <a:extLst>
                <a:ext uri="{FF2B5EF4-FFF2-40B4-BE49-F238E27FC236}">
                  <a16:creationId xmlns:a16="http://schemas.microsoft.com/office/drawing/2014/main" id="{FD35A7A2-366B-1C41-BFC6-E12754C8019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30" y="2097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30" name="Rectangle 83">
              <a:extLst>
                <a:ext uri="{FF2B5EF4-FFF2-40B4-BE49-F238E27FC236}">
                  <a16:creationId xmlns:a16="http://schemas.microsoft.com/office/drawing/2014/main" id="{5442F6D1-04E0-A44F-8910-B76948571B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9" y="2097"/>
              <a:ext cx="310" cy="47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31" name="Oval 84">
              <a:extLst>
                <a:ext uri="{FF2B5EF4-FFF2-40B4-BE49-F238E27FC236}">
                  <a16:creationId xmlns:a16="http://schemas.microsoft.com/office/drawing/2014/main" id="{7CE682FE-3948-5143-B692-07DEF21A92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6" y="2036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232" name="Group 85">
              <a:extLst>
                <a:ext uri="{FF2B5EF4-FFF2-40B4-BE49-F238E27FC236}">
                  <a16:creationId xmlns:a16="http://schemas.microsoft.com/office/drawing/2014/main" id="{ACD8E934-A29C-E940-B27E-262F5DE7DCD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015" y="1976"/>
              <a:ext cx="321" cy="269"/>
              <a:chOff x="2894" y="2425"/>
              <a:chExt cx="328" cy="269"/>
            </a:xfrm>
          </p:grpSpPr>
          <p:sp>
            <p:nvSpPr>
              <p:cNvPr id="233" name="Rectangle 86">
                <a:extLst>
                  <a:ext uri="{FF2B5EF4-FFF2-40B4-BE49-F238E27FC236}">
                    <a16:creationId xmlns:a16="http://schemas.microsoft.com/office/drawing/2014/main" id="{6556355B-9BE3-D746-A820-E89A58911E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34" name="Text Box 87">
                <a:extLst>
                  <a:ext uri="{FF2B5EF4-FFF2-40B4-BE49-F238E27FC236}">
                    <a16:creationId xmlns:a16="http://schemas.microsoft.com/office/drawing/2014/main" id="{87A983D3-02A0-4A4B-A676-14BB88EA312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894" y="2425"/>
                <a:ext cx="328" cy="26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1b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</p:grpSp>
      <p:grpSp>
        <p:nvGrpSpPr>
          <p:cNvPr id="199" name="Group 99">
            <a:extLst>
              <a:ext uri="{FF2B5EF4-FFF2-40B4-BE49-F238E27FC236}">
                <a16:creationId xmlns:a16="http://schemas.microsoft.com/office/drawing/2014/main" id="{4C6CCD3C-47D1-7847-84AE-9A444B7FD9F9}"/>
              </a:ext>
            </a:extLst>
          </p:cNvPr>
          <p:cNvGrpSpPr>
            <a:grpSpLocks/>
          </p:cNvGrpSpPr>
          <p:nvPr/>
        </p:nvGrpSpPr>
        <p:grpSpPr bwMode="auto">
          <a:xfrm>
            <a:off x="2231951" y="4354289"/>
            <a:ext cx="461347" cy="396679"/>
            <a:chOff x="2016" y="1976"/>
            <a:chExt cx="316" cy="269"/>
          </a:xfrm>
        </p:grpSpPr>
        <p:sp>
          <p:nvSpPr>
            <p:cNvPr id="215" name="Oval 100">
              <a:extLst>
                <a:ext uri="{FF2B5EF4-FFF2-40B4-BE49-F238E27FC236}">
                  <a16:creationId xmlns:a16="http://schemas.microsoft.com/office/drawing/2014/main" id="{9CFFD192-2352-574C-A1F6-73C7644672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9" y="2102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16" name="Line 101">
              <a:extLst>
                <a:ext uri="{FF2B5EF4-FFF2-40B4-BE49-F238E27FC236}">
                  <a16:creationId xmlns:a16="http://schemas.microsoft.com/office/drawing/2014/main" id="{AA179453-C4E3-E244-B9A9-11831D82618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19" y="2095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17" name="Line 102">
              <a:extLst>
                <a:ext uri="{FF2B5EF4-FFF2-40B4-BE49-F238E27FC236}">
                  <a16:creationId xmlns:a16="http://schemas.microsoft.com/office/drawing/2014/main" id="{1CE386C9-63A7-F044-A083-5284BFD1547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32" y="2095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18" name="Rectangle 103">
              <a:extLst>
                <a:ext uri="{FF2B5EF4-FFF2-40B4-BE49-F238E27FC236}">
                  <a16:creationId xmlns:a16="http://schemas.microsoft.com/office/drawing/2014/main" id="{50227DAD-D708-784A-BD13-83429F1C25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9" y="2095"/>
              <a:ext cx="310" cy="50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19" name="Oval 104">
              <a:extLst>
                <a:ext uri="{FF2B5EF4-FFF2-40B4-BE49-F238E27FC236}">
                  <a16:creationId xmlns:a16="http://schemas.microsoft.com/office/drawing/2014/main" id="{6DA156B1-5FE9-414A-BB48-46A4A52B90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6" y="2037"/>
              <a:ext cx="313" cy="94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220" name="Group 105">
              <a:extLst>
                <a:ext uri="{FF2B5EF4-FFF2-40B4-BE49-F238E27FC236}">
                  <a16:creationId xmlns:a16="http://schemas.microsoft.com/office/drawing/2014/main" id="{80512439-7B6B-C54B-82D0-66D0AB25D2A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020" y="1976"/>
              <a:ext cx="308" cy="269"/>
              <a:chOff x="2899" y="2425"/>
              <a:chExt cx="315" cy="269"/>
            </a:xfrm>
          </p:grpSpPr>
          <p:sp>
            <p:nvSpPr>
              <p:cNvPr id="221" name="Rectangle 106">
                <a:extLst>
                  <a:ext uri="{FF2B5EF4-FFF2-40B4-BE49-F238E27FC236}">
                    <a16:creationId xmlns:a16="http://schemas.microsoft.com/office/drawing/2014/main" id="{91098A50-7FC0-CB4E-9B97-2D7AE96D06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0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22" name="Text Box 107">
                <a:extLst>
                  <a:ext uri="{FF2B5EF4-FFF2-40B4-BE49-F238E27FC236}">
                    <a16:creationId xmlns:a16="http://schemas.microsoft.com/office/drawing/2014/main" id="{FBCF2ABD-1064-2947-85B9-C0D4E2616D8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899" y="2425"/>
                <a:ext cx="315" cy="26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3c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</p:grpSp>
      <p:sp>
        <p:nvSpPr>
          <p:cNvPr id="200" name="Line 108">
            <a:extLst>
              <a:ext uri="{FF2B5EF4-FFF2-40B4-BE49-F238E27FC236}">
                <a16:creationId xmlns:a16="http://schemas.microsoft.com/office/drawing/2014/main" id="{47A25237-349D-A842-8706-F347B2434568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266990" y="4669862"/>
            <a:ext cx="90518" cy="159261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01" name="Line 109">
            <a:extLst>
              <a:ext uri="{FF2B5EF4-FFF2-40B4-BE49-F238E27FC236}">
                <a16:creationId xmlns:a16="http://schemas.microsoft.com/office/drawing/2014/main" id="{6A3F47BD-80C7-0747-85CB-F22F1B792701}"/>
              </a:ext>
            </a:extLst>
          </p:cNvPr>
          <p:cNvSpPr>
            <a:spLocks noChangeShapeType="1"/>
          </p:cNvSpPr>
          <p:nvPr/>
        </p:nvSpPr>
        <p:spPr bwMode="auto">
          <a:xfrm>
            <a:off x="1818783" y="4737696"/>
            <a:ext cx="211694" cy="162211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02" name="Line 110">
            <a:extLst>
              <a:ext uri="{FF2B5EF4-FFF2-40B4-BE49-F238E27FC236}">
                <a16:creationId xmlns:a16="http://schemas.microsoft.com/office/drawing/2014/main" id="{6CB9126B-13F6-7D4E-B1DD-C7EB25541B0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547302" y="4214198"/>
            <a:ext cx="198555" cy="224146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03" name="Line 111">
            <a:extLst>
              <a:ext uri="{FF2B5EF4-FFF2-40B4-BE49-F238E27FC236}">
                <a16:creationId xmlns:a16="http://schemas.microsoft.com/office/drawing/2014/main" id="{22C33C4C-9469-EC40-8CEF-2C586DEC66C3}"/>
              </a:ext>
            </a:extLst>
          </p:cNvPr>
          <p:cNvSpPr>
            <a:spLocks noChangeShapeType="1"/>
          </p:cNvSpPr>
          <p:nvPr/>
        </p:nvSpPr>
        <p:spPr bwMode="auto">
          <a:xfrm>
            <a:off x="2139974" y="4200926"/>
            <a:ext cx="175195" cy="262486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04" name="Line 112">
            <a:extLst>
              <a:ext uri="{FF2B5EF4-FFF2-40B4-BE49-F238E27FC236}">
                <a16:creationId xmlns:a16="http://schemas.microsoft.com/office/drawing/2014/main" id="{4C48EF93-B210-4F4B-9854-165045A32FD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103547" y="4338068"/>
            <a:ext cx="102197" cy="303776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07" name="Line 115">
            <a:extLst>
              <a:ext uri="{FF2B5EF4-FFF2-40B4-BE49-F238E27FC236}">
                <a16:creationId xmlns:a16="http://schemas.microsoft.com/office/drawing/2014/main" id="{257DE23D-92D6-6B48-8933-BB087A4B7F3B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6356338" y="4388206"/>
            <a:ext cx="185415" cy="29787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08" name="Line 116">
            <a:extLst>
              <a:ext uri="{FF2B5EF4-FFF2-40B4-BE49-F238E27FC236}">
                <a16:creationId xmlns:a16="http://schemas.microsoft.com/office/drawing/2014/main" id="{3008FEDF-B989-AD47-B8DC-811C63A78E62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5900830" y="4538619"/>
            <a:ext cx="198555" cy="272809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09" name="Line 117">
            <a:extLst>
              <a:ext uri="{FF2B5EF4-FFF2-40B4-BE49-F238E27FC236}">
                <a16:creationId xmlns:a16="http://schemas.microsoft.com/office/drawing/2014/main" id="{7072AB1C-E687-5F42-AD97-F842F241CC4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141506" y="5637228"/>
            <a:ext cx="197095" cy="172533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10" name="Line 118">
            <a:extLst>
              <a:ext uri="{FF2B5EF4-FFF2-40B4-BE49-F238E27FC236}">
                <a16:creationId xmlns:a16="http://schemas.microsoft.com/office/drawing/2014/main" id="{368439BD-38EC-0F4F-AB79-71712E1AE097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3091868" y="5488289"/>
            <a:ext cx="185415" cy="1179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11" name="Line 119">
            <a:extLst>
              <a:ext uri="{FF2B5EF4-FFF2-40B4-BE49-F238E27FC236}">
                <a16:creationId xmlns:a16="http://schemas.microsoft.com/office/drawing/2014/main" id="{05F4047A-FA71-B345-8F4D-7557CE9C3159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487517" y="5887917"/>
            <a:ext cx="309511" cy="2212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12" name="Line 120">
            <a:extLst>
              <a:ext uri="{FF2B5EF4-FFF2-40B4-BE49-F238E27FC236}">
                <a16:creationId xmlns:a16="http://schemas.microsoft.com/office/drawing/2014/main" id="{00691E04-3135-5045-8A22-A3445401A5C1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192677" y="5212531"/>
            <a:ext cx="334331" cy="14746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13" name="Line 121">
            <a:extLst>
              <a:ext uri="{FF2B5EF4-FFF2-40B4-BE49-F238E27FC236}">
                <a16:creationId xmlns:a16="http://schemas.microsoft.com/office/drawing/2014/main" id="{C2D8B9BD-B900-B448-8B0A-9B6A048DBB86}"/>
              </a:ext>
            </a:extLst>
          </p:cNvPr>
          <p:cNvSpPr>
            <a:spLocks noChangeShapeType="1"/>
          </p:cNvSpPr>
          <p:nvPr/>
        </p:nvSpPr>
        <p:spPr bwMode="auto">
          <a:xfrm>
            <a:off x="4859879" y="5762572"/>
            <a:ext cx="173735" cy="162211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14" name="Line 122">
            <a:extLst>
              <a:ext uri="{FF2B5EF4-FFF2-40B4-BE49-F238E27FC236}">
                <a16:creationId xmlns:a16="http://schemas.microsoft.com/office/drawing/2014/main" id="{EA45D5A9-0BF3-874E-B10C-996FD8308B65}"/>
              </a:ext>
            </a:extLst>
          </p:cNvPr>
          <p:cNvSpPr>
            <a:spLocks noChangeShapeType="1"/>
          </p:cNvSpPr>
          <p:nvPr/>
        </p:nvSpPr>
        <p:spPr bwMode="auto">
          <a:xfrm>
            <a:off x="4156178" y="5324603"/>
            <a:ext cx="211694" cy="11059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92" name="Freeform 113">
            <a:extLst>
              <a:ext uri="{FF2B5EF4-FFF2-40B4-BE49-F238E27FC236}">
                <a16:creationId xmlns:a16="http://schemas.microsoft.com/office/drawing/2014/main" id="{DE260962-6C23-A34F-81F9-3BDEB6DE3340}"/>
              </a:ext>
            </a:extLst>
          </p:cNvPr>
          <p:cNvSpPr>
            <a:spLocks/>
          </p:cNvSpPr>
          <p:nvPr/>
        </p:nvSpPr>
        <p:spPr bwMode="auto">
          <a:xfrm flipH="1">
            <a:off x="642829" y="4609186"/>
            <a:ext cx="1171575" cy="1758950"/>
          </a:xfrm>
          <a:custGeom>
            <a:avLst/>
            <a:gdLst>
              <a:gd name="T0" fmla="*/ 2147483647 w 738"/>
              <a:gd name="T1" fmla="*/ 2147483647 h 1108"/>
              <a:gd name="T2" fmla="*/ 2147483647 w 738"/>
              <a:gd name="T3" fmla="*/ 2147483647 h 1108"/>
              <a:gd name="T4" fmla="*/ 2147483647 w 738"/>
              <a:gd name="T5" fmla="*/ 2147483647 h 1108"/>
              <a:gd name="T6" fmla="*/ 2147483647 w 738"/>
              <a:gd name="T7" fmla="*/ 2147483647 h 1108"/>
              <a:gd name="T8" fmla="*/ 2147483647 w 738"/>
              <a:gd name="T9" fmla="*/ 2147483647 h 1108"/>
              <a:gd name="T10" fmla="*/ 2147483647 w 738"/>
              <a:gd name="T11" fmla="*/ 2147483647 h 1108"/>
              <a:gd name="T12" fmla="*/ 2147483647 w 738"/>
              <a:gd name="T13" fmla="*/ 2147483647 h 1108"/>
              <a:gd name="T14" fmla="*/ 2147483647 w 738"/>
              <a:gd name="T15" fmla="*/ 2147483647 h 1108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738"/>
              <a:gd name="T25" fmla="*/ 0 h 1108"/>
              <a:gd name="T26" fmla="*/ 738 w 738"/>
              <a:gd name="T27" fmla="*/ 1108 h 1108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738" h="1108">
                <a:moveTo>
                  <a:pt x="32" y="394"/>
                </a:moveTo>
                <a:cubicBezTo>
                  <a:pt x="66" y="301"/>
                  <a:pt x="108" y="228"/>
                  <a:pt x="213" y="172"/>
                </a:cubicBezTo>
                <a:cubicBezTo>
                  <a:pt x="318" y="116"/>
                  <a:pt x="588" y="0"/>
                  <a:pt x="663" y="56"/>
                </a:cubicBezTo>
                <a:cubicBezTo>
                  <a:pt x="738" y="112"/>
                  <a:pt x="659" y="346"/>
                  <a:pt x="661" y="509"/>
                </a:cubicBezTo>
                <a:cubicBezTo>
                  <a:pt x="663" y="672"/>
                  <a:pt x="731" y="956"/>
                  <a:pt x="677" y="1032"/>
                </a:cubicBezTo>
                <a:cubicBezTo>
                  <a:pt x="623" y="1108"/>
                  <a:pt x="442" y="999"/>
                  <a:pt x="338" y="962"/>
                </a:cubicBezTo>
                <a:cubicBezTo>
                  <a:pt x="234" y="925"/>
                  <a:pt x="102" y="904"/>
                  <a:pt x="51" y="809"/>
                </a:cubicBezTo>
                <a:cubicBezTo>
                  <a:pt x="0" y="715"/>
                  <a:pt x="36" y="481"/>
                  <a:pt x="32" y="394"/>
                </a:cubicBezTo>
                <a:close/>
              </a:path>
            </a:pathLst>
          </a:custGeom>
          <a:gradFill rotWithShape="1">
            <a:gsLst>
              <a:gs pos="0">
                <a:srgbClr val="9CE0FA"/>
              </a:gs>
              <a:gs pos="100000">
                <a:srgbClr val="FFFFFF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 dirty="0"/>
          </a:p>
        </p:txBody>
      </p:sp>
      <p:sp>
        <p:nvSpPr>
          <p:cNvPr id="193" name="Text Box 114">
            <a:extLst>
              <a:ext uri="{FF2B5EF4-FFF2-40B4-BE49-F238E27FC236}">
                <a16:creationId xmlns:a16="http://schemas.microsoft.com/office/drawing/2014/main" id="{A4A13EDE-492A-BE49-A65F-4D86BD672C4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99979" y="5393411"/>
            <a:ext cx="893763" cy="517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r>
              <a:rPr lang="en-US" sz="1400" dirty="0"/>
              <a:t>other</a:t>
            </a:r>
          </a:p>
          <a:p>
            <a:r>
              <a:rPr lang="en-US" sz="1400" dirty="0"/>
              <a:t>networks</a:t>
            </a:r>
          </a:p>
        </p:txBody>
      </p:sp>
      <p:sp>
        <p:nvSpPr>
          <p:cNvPr id="194" name="Line 115">
            <a:extLst>
              <a:ext uri="{FF2B5EF4-FFF2-40B4-BE49-F238E27FC236}">
                <a16:creationId xmlns:a16="http://schemas.microsoft.com/office/drawing/2014/main" id="{C8C2397B-C8B2-224A-BCB5-A3C329D27E9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500079" y="4955261"/>
            <a:ext cx="468313" cy="268288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/>
          <a:lstStyle/>
          <a:p>
            <a:endParaRPr lang="en-US" dirty="0"/>
          </a:p>
        </p:txBody>
      </p:sp>
      <p:sp>
        <p:nvSpPr>
          <p:cNvPr id="195" name="Freeform 5">
            <a:extLst>
              <a:ext uri="{FF2B5EF4-FFF2-40B4-BE49-F238E27FC236}">
                <a16:creationId xmlns:a16="http://schemas.microsoft.com/office/drawing/2014/main" id="{8885E14F-4041-E249-995C-43DC3D2D8B1C}"/>
              </a:ext>
            </a:extLst>
          </p:cNvPr>
          <p:cNvSpPr>
            <a:spLocks/>
          </p:cNvSpPr>
          <p:nvPr/>
        </p:nvSpPr>
        <p:spPr bwMode="auto">
          <a:xfrm>
            <a:off x="8053714" y="3961226"/>
            <a:ext cx="1171575" cy="1758950"/>
          </a:xfrm>
          <a:custGeom>
            <a:avLst/>
            <a:gdLst>
              <a:gd name="T0" fmla="*/ 2147483647 w 738"/>
              <a:gd name="T1" fmla="*/ 2147483647 h 1108"/>
              <a:gd name="T2" fmla="*/ 2147483647 w 738"/>
              <a:gd name="T3" fmla="*/ 2147483647 h 1108"/>
              <a:gd name="T4" fmla="*/ 2147483647 w 738"/>
              <a:gd name="T5" fmla="*/ 2147483647 h 1108"/>
              <a:gd name="T6" fmla="*/ 2147483647 w 738"/>
              <a:gd name="T7" fmla="*/ 2147483647 h 1108"/>
              <a:gd name="T8" fmla="*/ 2147483647 w 738"/>
              <a:gd name="T9" fmla="*/ 2147483647 h 1108"/>
              <a:gd name="T10" fmla="*/ 2147483647 w 738"/>
              <a:gd name="T11" fmla="*/ 2147483647 h 1108"/>
              <a:gd name="T12" fmla="*/ 2147483647 w 738"/>
              <a:gd name="T13" fmla="*/ 2147483647 h 1108"/>
              <a:gd name="T14" fmla="*/ 2147483647 w 738"/>
              <a:gd name="T15" fmla="*/ 2147483647 h 1108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738"/>
              <a:gd name="T25" fmla="*/ 0 h 1108"/>
              <a:gd name="T26" fmla="*/ 738 w 738"/>
              <a:gd name="T27" fmla="*/ 1108 h 1108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738" h="1108">
                <a:moveTo>
                  <a:pt x="32" y="394"/>
                </a:moveTo>
                <a:cubicBezTo>
                  <a:pt x="66" y="301"/>
                  <a:pt x="108" y="228"/>
                  <a:pt x="213" y="172"/>
                </a:cubicBezTo>
                <a:cubicBezTo>
                  <a:pt x="318" y="116"/>
                  <a:pt x="588" y="0"/>
                  <a:pt x="663" y="56"/>
                </a:cubicBezTo>
                <a:cubicBezTo>
                  <a:pt x="738" y="112"/>
                  <a:pt x="659" y="346"/>
                  <a:pt x="661" y="509"/>
                </a:cubicBezTo>
                <a:cubicBezTo>
                  <a:pt x="663" y="672"/>
                  <a:pt x="731" y="956"/>
                  <a:pt x="677" y="1032"/>
                </a:cubicBezTo>
                <a:cubicBezTo>
                  <a:pt x="623" y="1108"/>
                  <a:pt x="442" y="999"/>
                  <a:pt x="338" y="962"/>
                </a:cubicBezTo>
                <a:cubicBezTo>
                  <a:pt x="234" y="925"/>
                  <a:pt x="102" y="904"/>
                  <a:pt x="51" y="809"/>
                </a:cubicBezTo>
                <a:cubicBezTo>
                  <a:pt x="0" y="715"/>
                  <a:pt x="36" y="481"/>
                  <a:pt x="32" y="394"/>
                </a:cubicBezTo>
                <a:close/>
              </a:path>
            </a:pathLst>
          </a:custGeom>
          <a:gradFill rotWithShape="1">
            <a:gsLst>
              <a:gs pos="0">
                <a:srgbClr val="9CE0FA"/>
              </a:gs>
              <a:gs pos="100000">
                <a:srgbClr val="FFFFFF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 dirty="0"/>
          </a:p>
        </p:txBody>
      </p:sp>
      <p:sp>
        <p:nvSpPr>
          <p:cNvPr id="196" name="Line 92">
            <a:extLst>
              <a:ext uri="{FF2B5EF4-FFF2-40B4-BE49-F238E27FC236}">
                <a16:creationId xmlns:a16="http://schemas.microsoft.com/office/drawing/2014/main" id="{F329414D-E5C4-DA4F-A3DD-7175FB210C97}"/>
              </a:ext>
            </a:extLst>
          </p:cNvPr>
          <p:cNvSpPr>
            <a:spLocks noChangeShapeType="1"/>
          </p:cNvSpPr>
          <p:nvPr/>
        </p:nvSpPr>
        <p:spPr bwMode="auto">
          <a:xfrm>
            <a:off x="6848694" y="4790989"/>
            <a:ext cx="1318276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/>
          <a:lstStyle/>
          <a:p>
            <a:r>
              <a:rPr lang="en-US" dirty="0"/>
              <a:t>        </a:t>
            </a:r>
          </a:p>
        </p:txBody>
      </p:sp>
      <p:sp>
        <p:nvSpPr>
          <p:cNvPr id="197" name="Line 93">
            <a:extLst>
              <a:ext uri="{FF2B5EF4-FFF2-40B4-BE49-F238E27FC236}">
                <a16:creationId xmlns:a16="http://schemas.microsoft.com/office/drawing/2014/main" id="{BFA90A4C-DC4C-B649-B9F1-BBC4626B9420}"/>
              </a:ext>
            </a:extLst>
          </p:cNvPr>
          <p:cNvSpPr>
            <a:spLocks noChangeShapeType="1"/>
          </p:cNvSpPr>
          <p:nvPr/>
        </p:nvSpPr>
        <p:spPr bwMode="auto">
          <a:xfrm>
            <a:off x="7290584" y="5105814"/>
            <a:ext cx="1339849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/>
          <a:lstStyle/>
          <a:p>
            <a:r>
              <a:rPr lang="en-US" dirty="0"/>
              <a:t>                </a:t>
            </a:r>
          </a:p>
        </p:txBody>
      </p:sp>
      <p:sp>
        <p:nvSpPr>
          <p:cNvPr id="198" name="Text Box 112">
            <a:extLst>
              <a:ext uri="{FF2B5EF4-FFF2-40B4-BE49-F238E27FC236}">
                <a16:creationId xmlns:a16="http://schemas.microsoft.com/office/drawing/2014/main" id="{840A7965-8696-C241-A087-39B4E408414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433127" y="4558126"/>
            <a:ext cx="893762" cy="517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r>
              <a:rPr lang="en-US" sz="1400" dirty="0"/>
              <a:t>other</a:t>
            </a:r>
          </a:p>
          <a:p>
            <a:r>
              <a:rPr lang="en-US" sz="1400" dirty="0"/>
              <a:t>networks</a:t>
            </a:r>
          </a:p>
        </p:txBody>
      </p:sp>
      <p:sp>
        <p:nvSpPr>
          <p:cNvPr id="223" name="Rectangle 3">
            <a:extLst>
              <a:ext uri="{FF2B5EF4-FFF2-40B4-BE49-F238E27FC236}">
                <a16:creationId xmlns:a16="http://schemas.microsoft.com/office/drawing/2014/main" id="{C4812894-1377-0F41-8D66-2DB2C98C7B52}"/>
              </a:ext>
            </a:extLst>
          </p:cNvPr>
          <p:cNvSpPr txBox="1">
            <a:spLocks noChangeArrowheads="1"/>
          </p:cNvSpPr>
          <p:nvPr/>
        </p:nvSpPr>
        <p:spPr>
          <a:xfrm>
            <a:off x="657073" y="1558642"/>
            <a:ext cx="5004692" cy="721262"/>
          </a:xfrm>
          <a:prstGeom prst="rect">
            <a:avLst/>
          </a:prstGeom>
        </p:spPr>
        <p:txBody>
          <a:bodyPr vert="horz" lIns="91440" tIns="45720" rIns="91440" bIns="45720" rtlCol="0">
            <a:normAutofit lnSpcReduction="100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defRPr/>
            </a:pPr>
            <a:r>
              <a:rPr lang="en-US" sz="2400" dirty="0"/>
              <a:t>suppose router in AS</a:t>
            </a:r>
            <a:r>
              <a:rPr lang="en-US" sz="2400" dirty="0">
                <a:latin typeface="Arial"/>
                <a:cs typeface="Arial"/>
              </a:rPr>
              <a:t>1</a:t>
            </a:r>
            <a:r>
              <a:rPr lang="en-US" sz="2400" dirty="0"/>
              <a:t> receives datagram destined outside of AS</a:t>
            </a:r>
            <a:r>
              <a:rPr lang="en-US" sz="2400" dirty="0">
                <a:latin typeface="Arial"/>
                <a:cs typeface="Arial"/>
              </a:rPr>
              <a:t>1</a:t>
            </a:r>
            <a:r>
              <a:rPr lang="en-US" sz="2400" dirty="0"/>
              <a:t>:</a:t>
            </a:r>
          </a:p>
          <a:p>
            <a:pPr lvl="1">
              <a:defRPr/>
            </a:pPr>
            <a:endParaRPr lang="en-US" dirty="0"/>
          </a:p>
        </p:txBody>
      </p:sp>
      <p:sp>
        <p:nvSpPr>
          <p:cNvPr id="2" name="Rectangle 1">
            <a:extLst>
              <a:ext uri="{FF2B5EF4-FFF2-40B4-BE49-F238E27FC236}">
                <a16:creationId xmlns:a16="http://schemas.microsoft.com/office/drawing/2014/main" id="{A7C7CFEE-647F-FD4B-8F1F-D357C9361183}"/>
              </a:ext>
            </a:extLst>
          </p:cNvPr>
          <p:cNvSpPr/>
          <p:nvPr/>
        </p:nvSpPr>
        <p:spPr>
          <a:xfrm>
            <a:off x="6108525" y="1488552"/>
            <a:ext cx="5490576" cy="200054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457200" indent="-457200">
              <a:buFont typeface="Wingdings" charset="0"/>
              <a:buNone/>
              <a:defRPr/>
            </a:pPr>
            <a:r>
              <a:rPr lang="en-US" sz="2800" dirty="0">
                <a:solidFill>
                  <a:srgbClr val="CC0000"/>
                </a:solidFill>
              </a:rPr>
              <a:t>AS</a:t>
            </a:r>
            <a:r>
              <a:rPr lang="en-US" sz="2800" dirty="0">
                <a:solidFill>
                  <a:srgbClr val="CC0000"/>
                </a:solidFill>
                <a:cs typeface="Arial"/>
              </a:rPr>
              <a:t>1</a:t>
            </a:r>
            <a:r>
              <a:rPr lang="en-US" sz="2800" dirty="0">
                <a:solidFill>
                  <a:srgbClr val="CC0000"/>
                </a:solidFill>
              </a:rPr>
              <a:t> inter-domain routing must:</a:t>
            </a:r>
          </a:p>
          <a:p>
            <a:pPr marL="457200" indent="-333375">
              <a:buFont typeface="ZapfDingbats" charset="0"/>
              <a:buAutoNum type="arabicPeriod"/>
              <a:defRPr/>
            </a:pPr>
            <a:r>
              <a:rPr lang="en-US" sz="2400" dirty="0"/>
              <a:t>learn which destinations reachable through AS2, which through AS3</a:t>
            </a:r>
          </a:p>
          <a:p>
            <a:pPr marL="457200" indent="-333375">
              <a:buFont typeface="ZapfDingbats" charset="0"/>
              <a:buAutoNum type="arabicPeriod"/>
              <a:defRPr/>
            </a:pPr>
            <a:r>
              <a:rPr lang="en-US" sz="2400" dirty="0"/>
              <a:t>propagate this reachability info to all routers in AS</a:t>
            </a:r>
            <a:r>
              <a:rPr lang="en-US" sz="2400" dirty="0">
                <a:cs typeface="Arial"/>
              </a:rPr>
              <a:t>1</a:t>
            </a: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7AF74606-0A42-EC43-8837-07801EF753FD}"/>
              </a:ext>
            </a:extLst>
          </p:cNvPr>
          <p:cNvGrpSpPr/>
          <p:nvPr/>
        </p:nvGrpSpPr>
        <p:grpSpPr>
          <a:xfrm>
            <a:off x="2670048" y="5701792"/>
            <a:ext cx="763742" cy="443198"/>
            <a:chOff x="2670048" y="5701792"/>
            <a:chExt cx="763742" cy="443198"/>
          </a:xfrm>
        </p:grpSpPr>
        <p:sp>
          <p:nvSpPr>
            <p:cNvPr id="124" name="Right Arrow 123">
              <a:extLst>
                <a:ext uri="{FF2B5EF4-FFF2-40B4-BE49-F238E27FC236}">
                  <a16:creationId xmlns:a16="http://schemas.microsoft.com/office/drawing/2014/main" id="{28ACB7EC-F781-384A-AD08-E17B83DAE67A}"/>
                </a:ext>
              </a:extLst>
            </p:cNvPr>
            <p:cNvSpPr/>
            <p:nvPr/>
          </p:nvSpPr>
          <p:spPr>
            <a:xfrm rot="19174881">
              <a:off x="2896614" y="5786744"/>
              <a:ext cx="537176" cy="202520"/>
            </a:xfrm>
            <a:prstGeom prst="rightArrow">
              <a:avLst/>
            </a:prstGeom>
            <a:gradFill>
              <a:gsLst>
                <a:gs pos="0">
                  <a:schemeClr val="accent1">
                    <a:lumMod val="5000"/>
                    <a:lumOff val="95000"/>
                  </a:schemeClr>
                </a:gs>
                <a:gs pos="35000">
                  <a:schemeClr val="accent1">
                    <a:lumMod val="20000"/>
                    <a:lumOff val="80000"/>
                  </a:schemeClr>
                </a:gs>
                <a:gs pos="68000">
                  <a:schemeClr val="accent1">
                    <a:lumMod val="45000"/>
                    <a:lumOff val="55000"/>
                  </a:schemeClr>
                </a:gs>
                <a:gs pos="100000">
                  <a:srgbClr val="0000A8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120" name="Group 201">
              <a:extLst>
                <a:ext uri="{FF2B5EF4-FFF2-40B4-BE49-F238E27FC236}">
                  <a16:creationId xmlns:a16="http://schemas.microsoft.com/office/drawing/2014/main" id="{E20C8ADF-2589-C646-B6EA-D4B0EBC7A0E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670048" y="5701792"/>
              <a:ext cx="245122" cy="443198"/>
              <a:chOff x="375561" y="297711"/>
              <a:chExt cx="1252683" cy="2138362"/>
            </a:xfrm>
          </p:grpSpPr>
          <p:sp>
            <p:nvSpPr>
              <p:cNvPr id="121" name="Freeform 120">
                <a:extLst>
                  <a:ext uri="{FF2B5EF4-FFF2-40B4-BE49-F238E27FC236}">
                    <a16:creationId xmlns:a16="http://schemas.microsoft.com/office/drawing/2014/main" id="{7DDF526C-1102-2F48-8FE7-A7023586C9F7}"/>
                  </a:ext>
                </a:extLst>
              </p:cNvPr>
              <p:cNvSpPr/>
              <p:nvPr/>
            </p:nvSpPr>
            <p:spPr>
              <a:xfrm>
                <a:off x="375561" y="297711"/>
                <a:ext cx="971072" cy="2138362"/>
              </a:xfrm>
              <a:custGeom>
                <a:avLst/>
                <a:gdLst>
                  <a:gd name="connsiteX0" fmla="*/ 0 w 966787"/>
                  <a:gd name="connsiteY0" fmla="*/ 0 h 2138362"/>
                  <a:gd name="connsiteX1" fmla="*/ 0 w 966787"/>
                  <a:gd name="connsiteY1" fmla="*/ 1190625 h 2138362"/>
                  <a:gd name="connsiteX2" fmla="*/ 966787 w 966787"/>
                  <a:gd name="connsiteY2" fmla="*/ 2138362 h 2138362"/>
                  <a:gd name="connsiteX3" fmla="*/ 962025 w 966787"/>
                  <a:gd name="connsiteY3" fmla="*/ 742950 h 2138362"/>
                  <a:gd name="connsiteX4" fmla="*/ 0 w 966787"/>
                  <a:gd name="connsiteY4" fmla="*/ 0 h 21383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66787" h="2138362">
                    <a:moveTo>
                      <a:pt x="0" y="0"/>
                    </a:moveTo>
                    <a:lnTo>
                      <a:pt x="0" y="1190625"/>
                    </a:lnTo>
                    <a:lnTo>
                      <a:pt x="966787" y="2138362"/>
                    </a:lnTo>
                    <a:cubicBezTo>
                      <a:pt x="965200" y="1673225"/>
                      <a:pt x="963612" y="1208087"/>
                      <a:pt x="962025" y="74295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22" name="Freeform 121">
                <a:extLst>
                  <a:ext uri="{FF2B5EF4-FFF2-40B4-BE49-F238E27FC236}">
                    <a16:creationId xmlns:a16="http://schemas.microsoft.com/office/drawing/2014/main" id="{D87569FE-AD98-464C-82C6-8AF331C6E022}"/>
                  </a:ext>
                </a:extLst>
              </p:cNvPr>
              <p:cNvSpPr/>
              <p:nvPr/>
            </p:nvSpPr>
            <p:spPr>
              <a:xfrm>
                <a:off x="375561" y="309724"/>
                <a:ext cx="1247826" cy="768849"/>
              </a:xfrm>
              <a:custGeom>
                <a:avLst/>
                <a:gdLst>
                  <a:gd name="connsiteX0" fmla="*/ 0 w 966787"/>
                  <a:gd name="connsiteY0" fmla="*/ 0 h 2138362"/>
                  <a:gd name="connsiteX1" fmla="*/ 0 w 966787"/>
                  <a:gd name="connsiteY1" fmla="*/ 1190625 h 2138362"/>
                  <a:gd name="connsiteX2" fmla="*/ 966787 w 966787"/>
                  <a:gd name="connsiteY2" fmla="*/ 2138362 h 2138362"/>
                  <a:gd name="connsiteX3" fmla="*/ 962025 w 966787"/>
                  <a:gd name="connsiteY3" fmla="*/ 742950 h 2138362"/>
                  <a:gd name="connsiteX4" fmla="*/ 0 w 966787"/>
                  <a:gd name="connsiteY4" fmla="*/ 0 h 2138362"/>
                  <a:gd name="connsiteX0" fmla="*/ 928688 w 1895475"/>
                  <a:gd name="connsiteY0" fmla="*/ 0 h 2138362"/>
                  <a:gd name="connsiteX1" fmla="*/ 0 w 1895475"/>
                  <a:gd name="connsiteY1" fmla="*/ 461963 h 2138362"/>
                  <a:gd name="connsiteX2" fmla="*/ 1895475 w 1895475"/>
                  <a:gd name="connsiteY2" fmla="*/ 2138362 h 2138362"/>
                  <a:gd name="connsiteX3" fmla="*/ 1890713 w 1895475"/>
                  <a:gd name="connsiteY3" fmla="*/ 742950 h 2138362"/>
                  <a:gd name="connsiteX4" fmla="*/ 928688 w 1895475"/>
                  <a:gd name="connsiteY4" fmla="*/ 0 h 213836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890713 w 1895475"/>
                  <a:gd name="connsiteY3" fmla="*/ 342900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143000 w 1895475"/>
                  <a:gd name="connsiteY3" fmla="*/ 7762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143000 w 1895475"/>
                  <a:gd name="connsiteY3" fmla="*/ 7762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238250 w 1895475"/>
                  <a:gd name="connsiteY3" fmla="*/ 8143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238250 w 1895475"/>
                  <a:gd name="connsiteY3" fmla="*/ 814388 h 1738312"/>
                  <a:gd name="connsiteX4" fmla="*/ 247650 w 1895475"/>
                  <a:gd name="connsiteY4" fmla="*/ 0 h 1738312"/>
                  <a:gd name="connsiteX0" fmla="*/ 247650 w 1238250"/>
                  <a:gd name="connsiteY0" fmla="*/ 0 h 862012"/>
                  <a:gd name="connsiteX1" fmla="*/ 0 w 1238250"/>
                  <a:gd name="connsiteY1" fmla="*/ 61913 h 862012"/>
                  <a:gd name="connsiteX2" fmla="*/ 947738 w 1238250"/>
                  <a:gd name="connsiteY2" fmla="*/ 862012 h 862012"/>
                  <a:gd name="connsiteX3" fmla="*/ 1238250 w 1238250"/>
                  <a:gd name="connsiteY3" fmla="*/ 814388 h 862012"/>
                  <a:gd name="connsiteX4" fmla="*/ 247650 w 1238250"/>
                  <a:gd name="connsiteY4" fmla="*/ 0 h 862012"/>
                  <a:gd name="connsiteX0" fmla="*/ 247650 w 1238250"/>
                  <a:gd name="connsiteY0" fmla="*/ 0 h 823912"/>
                  <a:gd name="connsiteX1" fmla="*/ 0 w 1238250"/>
                  <a:gd name="connsiteY1" fmla="*/ 61913 h 823912"/>
                  <a:gd name="connsiteX2" fmla="*/ 952500 w 1238250"/>
                  <a:gd name="connsiteY2" fmla="*/ 823912 h 823912"/>
                  <a:gd name="connsiteX3" fmla="*/ 1238250 w 1238250"/>
                  <a:gd name="connsiteY3" fmla="*/ 814388 h 823912"/>
                  <a:gd name="connsiteX4" fmla="*/ 247650 w 1238250"/>
                  <a:gd name="connsiteY4" fmla="*/ 0 h 823912"/>
                  <a:gd name="connsiteX0" fmla="*/ 247650 w 1238250"/>
                  <a:gd name="connsiteY0" fmla="*/ 0 h 823912"/>
                  <a:gd name="connsiteX1" fmla="*/ 0 w 1238250"/>
                  <a:gd name="connsiteY1" fmla="*/ 61913 h 823912"/>
                  <a:gd name="connsiteX2" fmla="*/ 952500 w 1238250"/>
                  <a:gd name="connsiteY2" fmla="*/ 823912 h 823912"/>
                  <a:gd name="connsiteX3" fmla="*/ 1238250 w 1238250"/>
                  <a:gd name="connsiteY3" fmla="*/ 814388 h 823912"/>
                  <a:gd name="connsiteX4" fmla="*/ 247650 w 1238250"/>
                  <a:gd name="connsiteY4" fmla="*/ 0 h 823912"/>
                  <a:gd name="connsiteX0" fmla="*/ 233363 w 1238250"/>
                  <a:gd name="connsiteY0" fmla="*/ 0 h 766762"/>
                  <a:gd name="connsiteX1" fmla="*/ 0 w 1238250"/>
                  <a:gd name="connsiteY1" fmla="*/ 4763 h 766762"/>
                  <a:gd name="connsiteX2" fmla="*/ 952500 w 1238250"/>
                  <a:gd name="connsiteY2" fmla="*/ 766762 h 766762"/>
                  <a:gd name="connsiteX3" fmla="*/ 1238250 w 1238250"/>
                  <a:gd name="connsiteY3" fmla="*/ 757238 h 766762"/>
                  <a:gd name="connsiteX4" fmla="*/ 233363 w 1238250"/>
                  <a:gd name="connsiteY4" fmla="*/ 0 h 766762"/>
                  <a:gd name="connsiteX0" fmla="*/ 233363 w 1238250"/>
                  <a:gd name="connsiteY0" fmla="*/ 0 h 773376"/>
                  <a:gd name="connsiteX1" fmla="*/ 0 w 1238250"/>
                  <a:gd name="connsiteY1" fmla="*/ 4763 h 773376"/>
                  <a:gd name="connsiteX2" fmla="*/ 952500 w 1238250"/>
                  <a:gd name="connsiteY2" fmla="*/ 766762 h 773376"/>
                  <a:gd name="connsiteX3" fmla="*/ 1238250 w 1238250"/>
                  <a:gd name="connsiteY3" fmla="*/ 771525 h 773376"/>
                  <a:gd name="connsiteX4" fmla="*/ 233363 w 1238250"/>
                  <a:gd name="connsiteY4" fmla="*/ 0 h 773376"/>
                  <a:gd name="connsiteX0" fmla="*/ 233363 w 1238250"/>
                  <a:gd name="connsiteY0" fmla="*/ 0 h 766762"/>
                  <a:gd name="connsiteX1" fmla="*/ 0 w 1238250"/>
                  <a:gd name="connsiteY1" fmla="*/ 4763 h 766762"/>
                  <a:gd name="connsiteX2" fmla="*/ 952500 w 1238250"/>
                  <a:gd name="connsiteY2" fmla="*/ 766762 h 766762"/>
                  <a:gd name="connsiteX3" fmla="*/ 1238250 w 1238250"/>
                  <a:gd name="connsiteY3" fmla="*/ 757236 h 766762"/>
                  <a:gd name="connsiteX4" fmla="*/ 233363 w 1238250"/>
                  <a:gd name="connsiteY4" fmla="*/ 0 h 766762"/>
                  <a:gd name="connsiteX0" fmla="*/ 233363 w 1238250"/>
                  <a:gd name="connsiteY0" fmla="*/ 0 h 773375"/>
                  <a:gd name="connsiteX1" fmla="*/ 0 w 1238250"/>
                  <a:gd name="connsiteY1" fmla="*/ 4763 h 773375"/>
                  <a:gd name="connsiteX2" fmla="*/ 952500 w 1238250"/>
                  <a:gd name="connsiteY2" fmla="*/ 766762 h 773375"/>
                  <a:gd name="connsiteX3" fmla="*/ 1238250 w 1238250"/>
                  <a:gd name="connsiteY3" fmla="*/ 771523 h 773375"/>
                  <a:gd name="connsiteX4" fmla="*/ 233363 w 1238250"/>
                  <a:gd name="connsiteY4" fmla="*/ 0 h 773375"/>
                  <a:gd name="connsiteX0" fmla="*/ 233363 w 1238250"/>
                  <a:gd name="connsiteY0" fmla="*/ 0 h 771523"/>
                  <a:gd name="connsiteX1" fmla="*/ 0 w 1238250"/>
                  <a:gd name="connsiteY1" fmla="*/ 4763 h 771523"/>
                  <a:gd name="connsiteX2" fmla="*/ 952500 w 1238250"/>
                  <a:gd name="connsiteY2" fmla="*/ 766762 h 771523"/>
                  <a:gd name="connsiteX3" fmla="*/ 1238250 w 1238250"/>
                  <a:gd name="connsiteY3" fmla="*/ 771523 h 771523"/>
                  <a:gd name="connsiteX4" fmla="*/ 233363 w 1238250"/>
                  <a:gd name="connsiteY4" fmla="*/ 0 h 771523"/>
                  <a:gd name="connsiteX0" fmla="*/ 233363 w 1238250"/>
                  <a:gd name="connsiteY0" fmla="*/ 0 h 771523"/>
                  <a:gd name="connsiteX1" fmla="*/ 0 w 1238250"/>
                  <a:gd name="connsiteY1" fmla="*/ 23466 h 771523"/>
                  <a:gd name="connsiteX2" fmla="*/ 952500 w 1238250"/>
                  <a:gd name="connsiteY2" fmla="*/ 766762 h 771523"/>
                  <a:gd name="connsiteX3" fmla="*/ 1238250 w 1238250"/>
                  <a:gd name="connsiteY3" fmla="*/ 771523 h 771523"/>
                  <a:gd name="connsiteX4" fmla="*/ 233363 w 1238250"/>
                  <a:gd name="connsiteY4" fmla="*/ 0 h 771523"/>
                  <a:gd name="connsiteX0" fmla="*/ 233363 w 1238250"/>
                  <a:gd name="connsiteY0" fmla="*/ 0 h 757496"/>
                  <a:gd name="connsiteX1" fmla="*/ 0 w 1238250"/>
                  <a:gd name="connsiteY1" fmla="*/ 9439 h 757496"/>
                  <a:gd name="connsiteX2" fmla="*/ 952500 w 1238250"/>
                  <a:gd name="connsiteY2" fmla="*/ 752735 h 757496"/>
                  <a:gd name="connsiteX3" fmla="*/ 1238250 w 1238250"/>
                  <a:gd name="connsiteY3" fmla="*/ 757496 h 757496"/>
                  <a:gd name="connsiteX4" fmla="*/ 233363 w 1238250"/>
                  <a:gd name="connsiteY4" fmla="*/ 0 h 757496"/>
                  <a:gd name="connsiteX0" fmla="*/ 233363 w 1238250"/>
                  <a:gd name="connsiteY0" fmla="*/ 0 h 757496"/>
                  <a:gd name="connsiteX1" fmla="*/ 0 w 1238250"/>
                  <a:gd name="connsiteY1" fmla="*/ 9439 h 757496"/>
                  <a:gd name="connsiteX2" fmla="*/ 952500 w 1238250"/>
                  <a:gd name="connsiteY2" fmla="*/ 752735 h 757496"/>
                  <a:gd name="connsiteX3" fmla="*/ 1238250 w 1238250"/>
                  <a:gd name="connsiteY3" fmla="*/ 757496 h 757496"/>
                  <a:gd name="connsiteX4" fmla="*/ 233363 w 1238250"/>
                  <a:gd name="connsiteY4" fmla="*/ 0 h 757496"/>
                  <a:gd name="connsiteX0" fmla="*/ 243561 w 1248448"/>
                  <a:gd name="connsiteY0" fmla="*/ 573 h 758069"/>
                  <a:gd name="connsiteX1" fmla="*/ 0 w 1248448"/>
                  <a:gd name="connsiteY1" fmla="*/ 0 h 758069"/>
                  <a:gd name="connsiteX2" fmla="*/ 962698 w 1248448"/>
                  <a:gd name="connsiteY2" fmla="*/ 753308 h 758069"/>
                  <a:gd name="connsiteX3" fmla="*/ 1248448 w 1248448"/>
                  <a:gd name="connsiteY3" fmla="*/ 758069 h 758069"/>
                  <a:gd name="connsiteX4" fmla="*/ 243561 w 1248448"/>
                  <a:gd name="connsiteY4" fmla="*/ 573 h 758069"/>
                  <a:gd name="connsiteX0" fmla="*/ 243561 w 1248448"/>
                  <a:gd name="connsiteY0" fmla="*/ 573 h 758069"/>
                  <a:gd name="connsiteX1" fmla="*/ 0 w 1248448"/>
                  <a:gd name="connsiteY1" fmla="*/ 0 h 758069"/>
                  <a:gd name="connsiteX2" fmla="*/ 962698 w 1248448"/>
                  <a:gd name="connsiteY2" fmla="*/ 753308 h 758069"/>
                  <a:gd name="connsiteX3" fmla="*/ 1248448 w 1248448"/>
                  <a:gd name="connsiteY3" fmla="*/ 758069 h 758069"/>
                  <a:gd name="connsiteX4" fmla="*/ 243561 w 1248448"/>
                  <a:gd name="connsiteY4" fmla="*/ 573 h 7580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48448" h="758069">
                    <a:moveTo>
                      <a:pt x="243561" y="573"/>
                    </a:moveTo>
                    <a:cubicBezTo>
                      <a:pt x="162374" y="382"/>
                      <a:pt x="235530" y="6639"/>
                      <a:pt x="0" y="0"/>
                    </a:cubicBezTo>
                    <a:lnTo>
                      <a:pt x="962698" y="753308"/>
                    </a:lnTo>
                    <a:cubicBezTo>
                      <a:pt x="1114838" y="758721"/>
                      <a:pt x="1045247" y="751718"/>
                      <a:pt x="1248448" y="758069"/>
                    </a:cubicBezTo>
                    <a:lnTo>
                      <a:pt x="243561" y="573"/>
                    </a:lnTo>
                    <a:close/>
                  </a:path>
                </a:pathLst>
              </a:custGeom>
              <a:solidFill>
                <a:srgbClr val="0099C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23" name="Rectangle 122">
                <a:extLst>
                  <a:ext uri="{FF2B5EF4-FFF2-40B4-BE49-F238E27FC236}">
                    <a16:creationId xmlns:a16="http://schemas.microsoft.com/office/drawing/2014/main" id="{1DD79E3A-D063-E04C-BF26-4BCE30BD1540}"/>
                  </a:ext>
                </a:extLst>
              </p:cNvPr>
              <p:cNvSpPr/>
              <p:nvPr/>
            </p:nvSpPr>
            <p:spPr>
              <a:xfrm>
                <a:off x="1332065" y="1066560"/>
                <a:ext cx="296179" cy="1363508"/>
              </a:xfrm>
              <a:prstGeom prst="rect">
                <a:avLst/>
              </a:prstGeom>
              <a:solidFill>
                <a:schemeClr val="accent1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solidFill>
                    <a:srgbClr val="FFFFFF"/>
                  </a:solidFill>
                  <a:ea typeface="ＭＳ Ｐゴシック" charset="0"/>
                  <a:cs typeface="ＭＳ Ｐゴシック" charset="0"/>
                </a:endParaRPr>
              </a:p>
            </p:txBody>
          </p:sp>
        </p:grpSp>
      </p:grpSp>
      <p:sp>
        <p:nvSpPr>
          <p:cNvPr id="126" name="Rectangle 3">
            <a:extLst>
              <a:ext uri="{FF2B5EF4-FFF2-40B4-BE49-F238E27FC236}">
                <a16:creationId xmlns:a16="http://schemas.microsoft.com/office/drawing/2014/main" id="{2805B67C-421E-F747-ADEA-BA4F2FA77522}"/>
              </a:ext>
            </a:extLst>
          </p:cNvPr>
          <p:cNvSpPr txBox="1">
            <a:spLocks noChangeArrowheads="1"/>
          </p:cNvSpPr>
          <p:nvPr/>
        </p:nvSpPr>
        <p:spPr>
          <a:xfrm>
            <a:off x="602209" y="2259682"/>
            <a:ext cx="5004692" cy="199875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1">
              <a:defRPr/>
            </a:pPr>
            <a:r>
              <a:rPr lang="en-US" dirty="0"/>
              <a:t>router should forward packet to gateway router in AS1, but which one?</a:t>
            </a:r>
          </a:p>
          <a:p>
            <a:pPr lvl="1">
              <a:defRPr/>
            </a:pPr>
            <a:endParaRPr lang="en-US" dirty="0"/>
          </a:p>
        </p:txBody>
      </p:sp>
      <p:grpSp>
        <p:nvGrpSpPr>
          <p:cNvPr id="8" name="Group 7">
            <a:extLst>
              <a:ext uri="{FF2B5EF4-FFF2-40B4-BE49-F238E27FC236}">
                <a16:creationId xmlns:a16="http://schemas.microsoft.com/office/drawing/2014/main" id="{11C63B2F-6BBA-B44E-97F7-4159A78FD0F4}"/>
              </a:ext>
            </a:extLst>
          </p:cNvPr>
          <p:cNvGrpSpPr/>
          <p:nvPr/>
        </p:nvGrpSpPr>
        <p:grpSpPr>
          <a:xfrm>
            <a:off x="528828" y="2261616"/>
            <a:ext cx="3400044" cy="3791712"/>
            <a:chOff x="528828" y="2261616"/>
            <a:chExt cx="3400044" cy="3791712"/>
          </a:xfrm>
        </p:grpSpPr>
        <p:pic>
          <p:nvPicPr>
            <p:cNvPr id="7" name="Picture 6" descr="A close up of a sign&#10;&#10;Description automatically generated">
              <a:extLst>
                <a:ext uri="{FF2B5EF4-FFF2-40B4-BE49-F238E27FC236}">
                  <a16:creationId xmlns:a16="http://schemas.microsoft.com/office/drawing/2014/main" id="{0AD2C625-9B0A-A742-966B-89B7C34CA760}"/>
                </a:ext>
              </a:extLst>
            </p:cNvPr>
            <p:cNvPicPr>
              <a:picLocks noChangeAspect="1"/>
            </p:cNvPicPr>
            <p:nvPr/>
          </p:nvPicPr>
          <p:blipFill>
            <a:blip r:embed="rId2"/>
            <a:stretch>
              <a:fillRect/>
            </a:stretch>
          </p:blipFill>
          <p:spPr>
            <a:xfrm>
              <a:off x="3081528" y="5205984"/>
              <a:ext cx="847344" cy="847344"/>
            </a:xfrm>
            <a:prstGeom prst="rect">
              <a:avLst/>
            </a:prstGeom>
          </p:spPr>
        </p:pic>
        <p:pic>
          <p:nvPicPr>
            <p:cNvPr id="129" name="Picture 128" descr="A close up of a sign&#10;&#10;Description automatically generated">
              <a:extLst>
                <a:ext uri="{FF2B5EF4-FFF2-40B4-BE49-F238E27FC236}">
                  <a16:creationId xmlns:a16="http://schemas.microsoft.com/office/drawing/2014/main" id="{9F88A575-F276-AF48-A7CD-00AEA286AE13}"/>
                </a:ext>
              </a:extLst>
            </p:cNvPr>
            <p:cNvPicPr>
              <a:picLocks noChangeAspect="1"/>
            </p:cNvPicPr>
            <p:nvPr/>
          </p:nvPicPr>
          <p:blipFill>
            <a:blip r:embed="rId2"/>
            <a:stretch>
              <a:fillRect/>
            </a:stretch>
          </p:blipFill>
          <p:spPr>
            <a:xfrm>
              <a:off x="528828" y="2261616"/>
              <a:ext cx="847344" cy="847344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275773858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22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/>
      <p:bldP spid="126" grpId="0"/>
    </p:bldLst>
  </p:timing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5DA1129F-3DCF-3A44-9CC7-AFE5C958C64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451821"/>
            <a:ext cx="10873636" cy="894622"/>
          </a:xfrm>
        </p:spPr>
        <p:txBody>
          <a:bodyPr>
            <a:noAutofit/>
          </a:bodyPr>
          <a:lstStyle/>
          <a:p>
            <a:r>
              <a:rPr lang="en-US" sz="4000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Intra-AS routing:  routing within an AS</a:t>
            </a:r>
            <a:endParaRPr lang="en-US" sz="4000" dirty="0">
              <a:latin typeface="+mn-lt"/>
            </a:endParaRP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253403F4-351A-E44F-97D7-AD7199580E78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57</a:t>
            </a:fld>
            <a:endParaRPr lang="en-US" dirty="0"/>
          </a:p>
        </p:txBody>
      </p:sp>
      <p:sp>
        <p:nvSpPr>
          <p:cNvPr id="223" name="Rectangle 3">
            <a:extLst>
              <a:ext uri="{FF2B5EF4-FFF2-40B4-BE49-F238E27FC236}">
                <a16:creationId xmlns:a16="http://schemas.microsoft.com/office/drawing/2014/main" id="{C4812894-1377-0F41-8D66-2DB2C98C7B52}"/>
              </a:ext>
            </a:extLst>
          </p:cNvPr>
          <p:cNvSpPr txBox="1">
            <a:spLocks noChangeArrowheads="1"/>
          </p:cNvSpPr>
          <p:nvPr/>
        </p:nvSpPr>
        <p:spPr>
          <a:xfrm>
            <a:off x="857488" y="1558642"/>
            <a:ext cx="10942029" cy="4767002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1113" indent="0">
              <a:buNone/>
              <a:defRPr/>
            </a:pPr>
            <a:r>
              <a:rPr lang="en-US" sz="3200" dirty="0"/>
              <a:t>most common intra-AS routing protocols:</a:t>
            </a:r>
          </a:p>
          <a:p>
            <a:pPr>
              <a:defRPr/>
            </a:pPr>
            <a:r>
              <a:rPr lang="en-US" dirty="0">
                <a:solidFill>
                  <a:srgbClr val="C00000"/>
                </a:solidFill>
              </a:rPr>
              <a:t>RIP: Routing Information Protocol</a:t>
            </a:r>
            <a:r>
              <a:rPr lang="en-US" dirty="0"/>
              <a:t> </a:t>
            </a:r>
            <a:r>
              <a:rPr lang="en-US" sz="2400" dirty="0"/>
              <a:t>[RFC 1723]</a:t>
            </a:r>
          </a:p>
          <a:p>
            <a:pPr lvl="1">
              <a:defRPr/>
            </a:pPr>
            <a:r>
              <a:rPr lang="en-US" dirty="0"/>
              <a:t>classic DV: DVs exchanged every 30 secs</a:t>
            </a:r>
          </a:p>
          <a:p>
            <a:pPr lvl="1">
              <a:defRPr/>
            </a:pPr>
            <a:r>
              <a:rPr lang="en-US" dirty="0"/>
              <a:t>no longer widely used</a:t>
            </a:r>
          </a:p>
          <a:p>
            <a:pPr>
              <a:defRPr/>
            </a:pPr>
            <a:r>
              <a:rPr lang="en-US" dirty="0">
                <a:solidFill>
                  <a:srgbClr val="C00000"/>
                </a:solidFill>
              </a:rPr>
              <a:t>EIGRP: Enhanced Interior Gateway Routing Protocol</a:t>
            </a:r>
          </a:p>
          <a:p>
            <a:pPr lvl="1">
              <a:defRPr/>
            </a:pPr>
            <a:r>
              <a:rPr lang="en-US" dirty="0"/>
              <a:t>DV based</a:t>
            </a:r>
          </a:p>
          <a:p>
            <a:pPr lvl="1">
              <a:defRPr/>
            </a:pPr>
            <a:r>
              <a:rPr lang="en-US" dirty="0"/>
              <a:t>formerly Cisco-proprietary for decades (became open in 2013 [RFC 7868])</a:t>
            </a:r>
          </a:p>
          <a:p>
            <a:pPr>
              <a:defRPr/>
            </a:pPr>
            <a:r>
              <a:rPr lang="en-US" dirty="0"/>
              <a:t> </a:t>
            </a:r>
            <a:r>
              <a:rPr lang="en-US" dirty="0">
                <a:solidFill>
                  <a:srgbClr val="C00000"/>
                </a:solidFill>
              </a:rPr>
              <a:t>OSPF: Open Shortest Path First  </a:t>
            </a:r>
            <a:r>
              <a:rPr lang="en-US" sz="2000" dirty="0">
                <a:solidFill>
                  <a:srgbClr val="C00000"/>
                </a:solidFill>
              </a:rPr>
              <a:t>[RFC 2328]</a:t>
            </a:r>
          </a:p>
          <a:p>
            <a:pPr lvl="1">
              <a:defRPr/>
            </a:pPr>
            <a:r>
              <a:rPr lang="en-US" dirty="0"/>
              <a:t>link-state routing</a:t>
            </a:r>
          </a:p>
          <a:p>
            <a:pPr lvl="1">
              <a:defRPr/>
            </a:pPr>
            <a:r>
              <a:rPr lang="en-US" dirty="0"/>
              <a:t>IS-IS protocol (ISO standard, not RFC standard) essentially same as OSPF</a:t>
            </a:r>
          </a:p>
          <a:p>
            <a:pPr lvl="1">
              <a:defRPr/>
            </a:pP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55610763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2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22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22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22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223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4" dur="500"/>
                                        <p:tgtEl>
                                          <p:spTgt spid="223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9" dur="500"/>
                                        <p:tgtEl>
                                          <p:spTgt spid="223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500"/>
                                        <p:tgtEl>
                                          <p:spTgt spid="223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5" dur="500"/>
                                        <p:tgtEl>
                                          <p:spTgt spid="223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23" grpId="0" uiExpand="1" build="p"/>
    </p:bldLst>
  </p:timing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5DA1129F-3DCF-3A44-9CC7-AFE5C958C64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451821"/>
            <a:ext cx="10873636" cy="894622"/>
          </a:xfrm>
        </p:spPr>
        <p:txBody>
          <a:bodyPr>
            <a:noAutofit/>
          </a:bodyPr>
          <a:lstStyle/>
          <a:p>
            <a:r>
              <a:rPr lang="en-US" sz="4000" dirty="0"/>
              <a:t>OSPF (Open Shortest Path First) routing</a:t>
            </a:r>
            <a:endParaRPr lang="en-US" sz="4000" dirty="0">
              <a:latin typeface="+mn-lt"/>
            </a:endParaRP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253403F4-351A-E44F-97D7-AD7199580E78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58</a:t>
            </a:fld>
            <a:endParaRPr lang="en-US" dirty="0"/>
          </a:p>
        </p:txBody>
      </p:sp>
      <p:sp>
        <p:nvSpPr>
          <p:cNvPr id="223" name="Rectangle 3">
            <a:extLst>
              <a:ext uri="{FF2B5EF4-FFF2-40B4-BE49-F238E27FC236}">
                <a16:creationId xmlns:a16="http://schemas.microsoft.com/office/drawing/2014/main" id="{C4812894-1377-0F41-8D66-2DB2C98C7B52}"/>
              </a:ext>
            </a:extLst>
          </p:cNvPr>
          <p:cNvSpPr txBox="1">
            <a:spLocks noChangeArrowheads="1"/>
          </p:cNvSpPr>
          <p:nvPr/>
        </p:nvSpPr>
        <p:spPr>
          <a:xfrm>
            <a:off x="857488" y="1558642"/>
            <a:ext cx="10942029" cy="4767002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5750" indent="-285750"/>
            <a:r>
              <a:rPr lang="en-US" altLang="ja-JP" sz="3200" dirty="0"/>
              <a:t>“open”: publicly available</a:t>
            </a:r>
          </a:p>
          <a:p>
            <a:pPr marL="285750" indent="-274638"/>
            <a:r>
              <a:rPr lang="en-US" altLang="ja-JP" sz="3200" dirty="0"/>
              <a:t>classic link-state </a:t>
            </a:r>
          </a:p>
          <a:p>
            <a:pPr lvl="1"/>
            <a:r>
              <a:rPr lang="en-US" altLang="ja-JP" sz="2800" dirty="0"/>
              <a:t>each router floods OSPF link-state advertisements (directly over IP rather than using TCP/UDP) to all other routers in entire AS</a:t>
            </a:r>
          </a:p>
          <a:p>
            <a:pPr lvl="1"/>
            <a:r>
              <a:rPr lang="en-US" altLang="ja-JP" sz="2800" dirty="0"/>
              <a:t>multiple link costs metrics possible: bandwidth, delay</a:t>
            </a:r>
          </a:p>
          <a:p>
            <a:pPr lvl="1"/>
            <a:r>
              <a:rPr lang="en-US" altLang="ja-JP" sz="2800" dirty="0"/>
              <a:t>each router has full topology, uses Dijkstra’s algorithm to compute forwarding table</a:t>
            </a:r>
          </a:p>
          <a:p>
            <a:r>
              <a:rPr lang="en-US" altLang="ja-JP" i="1" dirty="0">
                <a:solidFill>
                  <a:srgbClr val="0000A8"/>
                </a:solidFill>
              </a:rPr>
              <a:t>security: </a:t>
            </a:r>
            <a:r>
              <a:rPr lang="en-US" altLang="ja-JP" dirty="0"/>
              <a:t>all OSPF messages authenticated (to prevent malicious intrusion) </a:t>
            </a:r>
          </a:p>
          <a:p>
            <a:endParaRPr lang="en-US" altLang="ja-JP" sz="3200" dirty="0"/>
          </a:p>
        </p:txBody>
      </p:sp>
    </p:spTree>
    <p:extLst>
      <p:ext uri="{BB962C8B-B14F-4D97-AF65-F5344CB8AC3E}">
        <p14:creationId xmlns:p14="http://schemas.microsoft.com/office/powerpoint/2010/main" val="162056202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2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22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22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22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22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500"/>
                                        <p:tgtEl>
                                          <p:spTgt spid="223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23" grpId="0" build="p"/>
    </p:bldLst>
  </p:timing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5DA1129F-3DCF-3A44-9CC7-AFE5C958C64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451821"/>
            <a:ext cx="10873636" cy="894622"/>
          </a:xfrm>
        </p:spPr>
        <p:txBody>
          <a:bodyPr>
            <a:noAutofit/>
          </a:bodyPr>
          <a:lstStyle/>
          <a:p>
            <a:r>
              <a:rPr lang="en-US" dirty="0"/>
              <a:t>Hierarchical OSPF</a:t>
            </a:r>
            <a:endParaRPr lang="en-US" dirty="0">
              <a:latin typeface="+mn-lt"/>
            </a:endParaRP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253403F4-351A-E44F-97D7-AD7199580E78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59</a:t>
            </a:fld>
            <a:endParaRPr lang="en-US" dirty="0"/>
          </a:p>
        </p:txBody>
      </p:sp>
      <p:sp>
        <p:nvSpPr>
          <p:cNvPr id="9" name="Rectangle 3">
            <a:extLst>
              <a:ext uri="{FF2B5EF4-FFF2-40B4-BE49-F238E27FC236}">
                <a16:creationId xmlns:a16="http://schemas.microsoft.com/office/drawing/2014/main" id="{E5CD349E-2B0A-864D-A751-48FCEC8B37C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58903" y="1430860"/>
            <a:ext cx="11470883" cy="173822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236538" marR="0" lvl="0" indent="-236538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kumimoji="0" lang="en-US" sz="2800" b="0" u="none" strike="noStrike" kern="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ea typeface="ＭＳ Ｐゴシック" charset="0"/>
              </a:rPr>
              <a:t>two-level hierarchy: </a:t>
            </a:r>
            <a:r>
              <a: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rPr>
              <a:t>local area, backbone.</a:t>
            </a:r>
          </a:p>
          <a:p>
            <a:pPr marL="635000" marR="0" lvl="1" indent="-225425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Tx/>
              <a:buFont typeface="Arial"/>
              <a:buChar char="•"/>
              <a:defRPr/>
            </a:pPr>
            <a:r>
              <a: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rPr>
              <a:t>link-state advertisements flooded only in area</a:t>
            </a:r>
            <a:r>
              <a:rPr lang="en-US" sz="2800" kern="0" dirty="0">
                <a:solidFill>
                  <a:srgbClr val="000000"/>
                </a:solidFill>
              </a:rPr>
              <a:t>, or backbone</a:t>
            </a:r>
            <a:endParaRPr kumimoji="0" lang="en-US" sz="2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ＭＳ Ｐゴシック" charset="0"/>
            </a:endParaRPr>
          </a:p>
          <a:p>
            <a:pPr marL="635000" marR="0" lvl="1" indent="-225425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Tx/>
              <a:buFont typeface="Arial"/>
              <a:buChar char="•"/>
              <a:defRPr/>
            </a:pPr>
            <a:r>
              <a: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rPr>
              <a:t>each node has detailed area topology; only knows direction to reach other destinations</a:t>
            </a: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ＭＳ Ｐゴシック" charset="0"/>
            </a:endParaRPr>
          </a:p>
          <a:p>
            <a:pPr marL="342900" marR="0" lvl="0" indent="-342900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Gill Sans MT" charset="0"/>
              <a:ea typeface="ＭＳ Ｐゴシック" charset="0"/>
            </a:endParaRPr>
          </a:p>
        </p:txBody>
      </p:sp>
      <p:grpSp>
        <p:nvGrpSpPr>
          <p:cNvPr id="311" name="Group 310">
            <a:extLst>
              <a:ext uri="{FF2B5EF4-FFF2-40B4-BE49-F238E27FC236}">
                <a16:creationId xmlns:a16="http://schemas.microsoft.com/office/drawing/2014/main" id="{71841E75-3775-444F-8A3E-C66FDD41EC40}"/>
              </a:ext>
            </a:extLst>
          </p:cNvPr>
          <p:cNvGrpSpPr/>
          <p:nvPr/>
        </p:nvGrpSpPr>
        <p:grpSpPr>
          <a:xfrm>
            <a:off x="413359" y="3406459"/>
            <a:ext cx="4096011" cy="1200329"/>
            <a:chOff x="450937" y="3406459"/>
            <a:chExt cx="4096011" cy="1200329"/>
          </a:xfrm>
        </p:grpSpPr>
        <p:sp>
          <p:nvSpPr>
            <p:cNvPr id="2" name="Rectangle 1">
              <a:extLst>
                <a:ext uri="{FF2B5EF4-FFF2-40B4-BE49-F238E27FC236}">
                  <a16:creationId xmlns:a16="http://schemas.microsoft.com/office/drawing/2014/main" id="{E6998B30-C206-444D-A22D-D03C0369E70A}"/>
                </a:ext>
              </a:extLst>
            </p:cNvPr>
            <p:cNvSpPr/>
            <p:nvPr/>
          </p:nvSpPr>
          <p:spPr>
            <a:xfrm>
              <a:off x="450937" y="3406459"/>
              <a:ext cx="2968668" cy="120032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90000"/>
                </a:lnSpc>
              </a:pPr>
              <a:r>
                <a:rPr lang="en-US" altLang="ja-JP" sz="2000" dirty="0">
                  <a:solidFill>
                    <a:srgbClr val="C00000"/>
                  </a:solidFill>
                </a:rPr>
                <a:t>area border routers: </a:t>
              </a:r>
              <a:r>
                <a:rPr lang="en-US" altLang="ja-JP" sz="2000" dirty="0"/>
                <a:t>“summarize” distances  to destinations in own area, advertise in backbone</a:t>
              </a:r>
              <a:endParaRPr lang="en-US" sz="2000" dirty="0"/>
            </a:p>
          </p:txBody>
        </p:sp>
        <p:cxnSp>
          <p:nvCxnSpPr>
            <p:cNvPr id="4" name="Straight Arrow Connector 3">
              <a:extLst>
                <a:ext uri="{FF2B5EF4-FFF2-40B4-BE49-F238E27FC236}">
                  <a16:creationId xmlns:a16="http://schemas.microsoft.com/office/drawing/2014/main" id="{9A22255D-97FC-BE41-8E14-612E6C5FE7F9}"/>
                </a:ext>
              </a:extLst>
            </p:cNvPr>
            <p:cNvCxnSpPr>
              <a:cxnSpLocks/>
            </p:cNvCxnSpPr>
            <p:nvPr/>
          </p:nvCxnSpPr>
          <p:spPr>
            <a:xfrm>
              <a:off x="3294345" y="4158641"/>
              <a:ext cx="1252603" cy="237994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2" name="Freeform 2">
            <a:extLst>
              <a:ext uri="{FF2B5EF4-FFF2-40B4-BE49-F238E27FC236}">
                <a16:creationId xmlns:a16="http://schemas.microsoft.com/office/drawing/2014/main" id="{00D26CA2-1C4B-4948-9BEB-9AD445774458}"/>
              </a:ext>
            </a:extLst>
          </p:cNvPr>
          <p:cNvSpPr>
            <a:spLocks/>
          </p:cNvSpPr>
          <p:nvPr/>
        </p:nvSpPr>
        <p:spPr bwMode="auto">
          <a:xfrm>
            <a:off x="4334572" y="3279558"/>
            <a:ext cx="5195932" cy="1635654"/>
          </a:xfrm>
          <a:custGeom>
            <a:avLst/>
            <a:gdLst>
              <a:gd name="T0" fmla="*/ 2147483647 w 3786"/>
              <a:gd name="T1" fmla="*/ 2147483647 h 1390"/>
              <a:gd name="T2" fmla="*/ 2147483647 w 3786"/>
              <a:gd name="T3" fmla="*/ 2147483647 h 1390"/>
              <a:gd name="T4" fmla="*/ 2147483647 w 3786"/>
              <a:gd name="T5" fmla="*/ 2147483647 h 1390"/>
              <a:gd name="T6" fmla="*/ 2147483647 w 3786"/>
              <a:gd name="T7" fmla="*/ 2147483647 h 1390"/>
              <a:gd name="T8" fmla="*/ 2147483647 w 3786"/>
              <a:gd name="T9" fmla="*/ 2147483647 h 1390"/>
              <a:gd name="T10" fmla="*/ 2147483647 w 3786"/>
              <a:gd name="T11" fmla="*/ 2147483647 h 1390"/>
              <a:gd name="T12" fmla="*/ 2147483647 w 3786"/>
              <a:gd name="T13" fmla="*/ 2147483647 h 1390"/>
              <a:gd name="T14" fmla="*/ 2147483647 w 3786"/>
              <a:gd name="T15" fmla="*/ 2147483647 h 1390"/>
              <a:gd name="T16" fmla="*/ 2147483647 w 3786"/>
              <a:gd name="T17" fmla="*/ 2147483647 h 1390"/>
              <a:gd name="T18" fmla="*/ 2147483647 w 3786"/>
              <a:gd name="T19" fmla="*/ 2147483647 h 1390"/>
              <a:gd name="T20" fmla="*/ 2147483647 w 3786"/>
              <a:gd name="T21" fmla="*/ 2147483647 h 1390"/>
              <a:gd name="T22" fmla="*/ 2147483647 w 3786"/>
              <a:gd name="T23" fmla="*/ 2147483647 h 1390"/>
              <a:gd name="T24" fmla="*/ 2147483647 w 3786"/>
              <a:gd name="T25" fmla="*/ 2147483647 h 1390"/>
              <a:gd name="T26" fmla="*/ 2147483647 w 3786"/>
              <a:gd name="T27" fmla="*/ 2147483647 h 1390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w 3786"/>
              <a:gd name="T43" fmla="*/ 0 h 1390"/>
              <a:gd name="T44" fmla="*/ 3786 w 3786"/>
              <a:gd name="T45" fmla="*/ 1390 h 1390"/>
            </a:gdLst>
            <a:ahLst/>
            <a:cxnLst>
              <a:cxn ang="T28">
                <a:pos x="T0" y="T1"/>
              </a:cxn>
              <a:cxn ang="T29">
                <a:pos x="T2" y="T3"/>
              </a:cxn>
              <a:cxn ang="T30">
                <a:pos x="T4" y="T5"/>
              </a:cxn>
              <a:cxn ang="T31">
                <a:pos x="T6" y="T7"/>
              </a:cxn>
              <a:cxn ang="T32">
                <a:pos x="T8" y="T9"/>
              </a:cxn>
              <a:cxn ang="T33">
                <a:pos x="T10" y="T11"/>
              </a:cxn>
              <a:cxn ang="T34">
                <a:pos x="T12" y="T13"/>
              </a:cxn>
              <a:cxn ang="T35">
                <a:pos x="T14" y="T15"/>
              </a:cxn>
              <a:cxn ang="T36">
                <a:pos x="T16" y="T17"/>
              </a:cxn>
              <a:cxn ang="T37">
                <a:pos x="T18" y="T19"/>
              </a:cxn>
              <a:cxn ang="T38">
                <a:pos x="T20" y="T21"/>
              </a:cxn>
              <a:cxn ang="T39">
                <a:pos x="T22" y="T23"/>
              </a:cxn>
              <a:cxn ang="T40">
                <a:pos x="T24" y="T25"/>
              </a:cxn>
              <a:cxn ang="T41">
                <a:pos x="T26" y="T27"/>
              </a:cxn>
            </a:cxnLst>
            <a:rect l="T42" t="T43" r="T44" b="T45"/>
            <a:pathLst>
              <a:path w="3786" h="1390">
                <a:moveTo>
                  <a:pt x="408" y="575"/>
                </a:moveTo>
                <a:cubicBezTo>
                  <a:pt x="689" y="273"/>
                  <a:pt x="1286" y="110"/>
                  <a:pt x="1693" y="55"/>
                </a:cubicBezTo>
                <a:cubicBezTo>
                  <a:pt x="2100" y="0"/>
                  <a:pt x="2585" y="164"/>
                  <a:pt x="2852" y="245"/>
                </a:cubicBezTo>
                <a:cubicBezTo>
                  <a:pt x="3119" y="326"/>
                  <a:pt x="3163" y="420"/>
                  <a:pt x="3295" y="540"/>
                </a:cubicBezTo>
                <a:cubicBezTo>
                  <a:pt x="3427" y="660"/>
                  <a:pt x="3786" y="870"/>
                  <a:pt x="3702" y="1130"/>
                </a:cubicBezTo>
                <a:cubicBezTo>
                  <a:pt x="3618" y="1390"/>
                  <a:pt x="3209" y="1190"/>
                  <a:pt x="3035" y="1214"/>
                </a:cubicBezTo>
                <a:cubicBezTo>
                  <a:pt x="2870" y="1266"/>
                  <a:pt x="2655" y="1277"/>
                  <a:pt x="2655" y="1277"/>
                </a:cubicBezTo>
                <a:cubicBezTo>
                  <a:pt x="2655" y="1277"/>
                  <a:pt x="2160" y="1316"/>
                  <a:pt x="1918" y="1326"/>
                </a:cubicBezTo>
                <a:cubicBezTo>
                  <a:pt x="1676" y="1336"/>
                  <a:pt x="1387" y="1353"/>
                  <a:pt x="1201" y="1340"/>
                </a:cubicBezTo>
                <a:cubicBezTo>
                  <a:pt x="1015" y="1327"/>
                  <a:pt x="913" y="1278"/>
                  <a:pt x="801" y="1249"/>
                </a:cubicBezTo>
                <a:lnTo>
                  <a:pt x="527" y="1165"/>
                </a:lnTo>
                <a:cubicBezTo>
                  <a:pt x="404" y="1140"/>
                  <a:pt x="126" y="1159"/>
                  <a:pt x="63" y="1102"/>
                </a:cubicBezTo>
                <a:cubicBezTo>
                  <a:pt x="0" y="1045"/>
                  <a:pt x="85" y="919"/>
                  <a:pt x="148" y="821"/>
                </a:cubicBezTo>
                <a:cubicBezTo>
                  <a:pt x="205" y="733"/>
                  <a:pt x="127" y="877"/>
                  <a:pt x="408" y="575"/>
                </a:cubicBezTo>
                <a:close/>
              </a:path>
            </a:pathLst>
          </a:custGeom>
          <a:solidFill>
            <a:srgbClr val="9CE0FA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 cap="flat" cmpd="sng">
                <a:solidFill>
                  <a:srgbClr val="000000"/>
                </a:solidFill>
                <a:prstDash val="solid"/>
                <a:round/>
                <a:headEnd/>
                <a:tailEnd/>
              </a14:hiddenLine>
            </a:ext>
          </a:extLst>
        </p:spPr>
        <p:txBody>
          <a:bodyPr wrap="none"/>
          <a:lstStyle/>
          <a:p>
            <a:endParaRPr lang="en-US" dirty="0"/>
          </a:p>
        </p:txBody>
      </p:sp>
      <p:sp>
        <p:nvSpPr>
          <p:cNvPr id="13" name="Line 4">
            <a:extLst>
              <a:ext uri="{FF2B5EF4-FFF2-40B4-BE49-F238E27FC236}">
                <a16:creationId xmlns:a16="http://schemas.microsoft.com/office/drawing/2014/main" id="{B3A30265-0502-2E44-91C8-7F6A692DF2ED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763247" y="3566679"/>
            <a:ext cx="915396" cy="25652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/>
          <a:lstStyle/>
          <a:p>
            <a:endParaRPr lang="en-US" dirty="0"/>
          </a:p>
        </p:txBody>
      </p:sp>
      <p:sp>
        <p:nvSpPr>
          <p:cNvPr id="14" name="Line 5">
            <a:extLst>
              <a:ext uri="{FF2B5EF4-FFF2-40B4-BE49-F238E27FC236}">
                <a16:creationId xmlns:a16="http://schemas.microsoft.com/office/drawing/2014/main" id="{F3EA57E3-BCC7-B44D-AA5F-1865DEAB13AF}"/>
              </a:ext>
            </a:extLst>
          </p:cNvPr>
          <p:cNvSpPr>
            <a:spLocks noChangeShapeType="1"/>
          </p:cNvSpPr>
          <p:nvPr/>
        </p:nvSpPr>
        <p:spPr bwMode="auto">
          <a:xfrm>
            <a:off x="6868035" y="3564326"/>
            <a:ext cx="1011463" cy="25535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/>
          <a:lstStyle/>
          <a:p>
            <a:endParaRPr lang="en-US" dirty="0"/>
          </a:p>
        </p:txBody>
      </p:sp>
      <p:sp>
        <p:nvSpPr>
          <p:cNvPr id="15" name="Line 6">
            <a:extLst>
              <a:ext uri="{FF2B5EF4-FFF2-40B4-BE49-F238E27FC236}">
                <a16:creationId xmlns:a16="http://schemas.microsoft.com/office/drawing/2014/main" id="{AC5895DE-2534-F446-AA70-E5357956E5A8}"/>
              </a:ext>
            </a:extLst>
          </p:cNvPr>
          <p:cNvSpPr>
            <a:spLocks noChangeShapeType="1"/>
          </p:cNvSpPr>
          <p:nvPr/>
        </p:nvSpPr>
        <p:spPr bwMode="auto">
          <a:xfrm>
            <a:off x="8088104" y="3859685"/>
            <a:ext cx="694438" cy="594249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/>
          <a:lstStyle/>
          <a:p>
            <a:endParaRPr lang="en-US" dirty="0"/>
          </a:p>
        </p:txBody>
      </p:sp>
      <p:sp>
        <p:nvSpPr>
          <p:cNvPr id="16" name="Line 7">
            <a:extLst>
              <a:ext uri="{FF2B5EF4-FFF2-40B4-BE49-F238E27FC236}">
                <a16:creationId xmlns:a16="http://schemas.microsoft.com/office/drawing/2014/main" id="{9D0CC190-E93A-3E4C-82E6-65DF0C40FDED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859800" y="3782021"/>
            <a:ext cx="1099297" cy="876664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/>
          <a:lstStyle/>
          <a:p>
            <a:endParaRPr lang="en-US" dirty="0"/>
          </a:p>
        </p:txBody>
      </p:sp>
      <p:sp>
        <p:nvSpPr>
          <p:cNvPr id="17" name="Line 8">
            <a:extLst>
              <a:ext uri="{FF2B5EF4-FFF2-40B4-BE49-F238E27FC236}">
                <a16:creationId xmlns:a16="http://schemas.microsoft.com/office/drawing/2014/main" id="{956923AE-8A09-FC41-A2B0-5C3F2806F9A4}"/>
              </a:ext>
            </a:extLst>
          </p:cNvPr>
          <p:cNvSpPr>
            <a:spLocks noChangeShapeType="1"/>
          </p:cNvSpPr>
          <p:nvPr/>
        </p:nvSpPr>
        <p:spPr bwMode="auto">
          <a:xfrm>
            <a:off x="5765992" y="3886750"/>
            <a:ext cx="984016" cy="735455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/>
          <a:lstStyle/>
          <a:p>
            <a:endParaRPr lang="en-US" dirty="0"/>
          </a:p>
        </p:txBody>
      </p:sp>
      <p:sp>
        <p:nvSpPr>
          <p:cNvPr id="18" name="Line 9">
            <a:extLst>
              <a:ext uri="{FF2B5EF4-FFF2-40B4-BE49-F238E27FC236}">
                <a16:creationId xmlns:a16="http://schemas.microsoft.com/office/drawing/2014/main" id="{415D6171-E88E-B04C-B618-395ED7221574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443558" y="4453933"/>
            <a:ext cx="345846" cy="653084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/>
          <a:lstStyle/>
          <a:p>
            <a:endParaRPr lang="en-US" dirty="0"/>
          </a:p>
        </p:txBody>
      </p:sp>
      <p:sp>
        <p:nvSpPr>
          <p:cNvPr id="19" name="Line 10">
            <a:extLst>
              <a:ext uri="{FF2B5EF4-FFF2-40B4-BE49-F238E27FC236}">
                <a16:creationId xmlns:a16="http://schemas.microsoft.com/office/drawing/2014/main" id="{360702C7-4B0C-7F42-A018-81D12296F51F}"/>
              </a:ext>
            </a:extLst>
          </p:cNvPr>
          <p:cNvSpPr>
            <a:spLocks noChangeShapeType="1"/>
          </p:cNvSpPr>
          <p:nvPr/>
        </p:nvSpPr>
        <p:spPr bwMode="auto">
          <a:xfrm>
            <a:off x="8468261" y="5087014"/>
            <a:ext cx="772665" cy="620136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/>
          <a:lstStyle/>
          <a:p>
            <a:endParaRPr lang="en-US" dirty="0"/>
          </a:p>
        </p:txBody>
      </p:sp>
      <p:sp>
        <p:nvSpPr>
          <p:cNvPr id="20" name="Line 11">
            <a:extLst>
              <a:ext uri="{FF2B5EF4-FFF2-40B4-BE49-F238E27FC236}">
                <a16:creationId xmlns:a16="http://schemas.microsoft.com/office/drawing/2014/main" id="{14EAE1F7-FA2A-8F48-A064-C682B967D652}"/>
              </a:ext>
            </a:extLst>
          </p:cNvPr>
          <p:cNvSpPr>
            <a:spLocks noChangeShapeType="1"/>
          </p:cNvSpPr>
          <p:nvPr/>
        </p:nvSpPr>
        <p:spPr bwMode="auto">
          <a:xfrm>
            <a:off x="6767849" y="4578667"/>
            <a:ext cx="473481" cy="991982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/>
          <a:lstStyle/>
          <a:p>
            <a:endParaRPr lang="en-US" dirty="0"/>
          </a:p>
        </p:txBody>
      </p:sp>
      <p:sp>
        <p:nvSpPr>
          <p:cNvPr id="21" name="Line 12">
            <a:extLst>
              <a:ext uri="{FF2B5EF4-FFF2-40B4-BE49-F238E27FC236}">
                <a16:creationId xmlns:a16="http://schemas.microsoft.com/office/drawing/2014/main" id="{D065808A-F6BA-FE4B-8FA5-43BECBDD1177}"/>
              </a:ext>
            </a:extLst>
          </p:cNvPr>
          <p:cNvSpPr>
            <a:spLocks noChangeShapeType="1"/>
          </p:cNvSpPr>
          <p:nvPr/>
        </p:nvSpPr>
        <p:spPr bwMode="auto">
          <a:xfrm>
            <a:off x="6389064" y="5218807"/>
            <a:ext cx="212723" cy="72015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/>
          <a:lstStyle/>
          <a:p>
            <a:endParaRPr lang="en-US" dirty="0"/>
          </a:p>
        </p:txBody>
      </p:sp>
      <p:sp>
        <p:nvSpPr>
          <p:cNvPr id="22" name="Line 13">
            <a:extLst>
              <a:ext uri="{FF2B5EF4-FFF2-40B4-BE49-F238E27FC236}">
                <a16:creationId xmlns:a16="http://schemas.microsoft.com/office/drawing/2014/main" id="{6DC2B1AB-97CE-174A-8025-8160622AFEDE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599043" y="5594184"/>
            <a:ext cx="625817" cy="33889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/>
          <a:lstStyle/>
          <a:p>
            <a:endParaRPr lang="en-US" dirty="0"/>
          </a:p>
        </p:txBody>
      </p:sp>
      <p:sp>
        <p:nvSpPr>
          <p:cNvPr id="23" name="Line 14">
            <a:extLst>
              <a:ext uri="{FF2B5EF4-FFF2-40B4-BE49-F238E27FC236}">
                <a16:creationId xmlns:a16="http://schemas.microsoft.com/office/drawing/2014/main" id="{2D8E2595-5DE3-9542-AE9C-FBA3A10B9173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432981" y="4663391"/>
            <a:ext cx="336240" cy="577774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/>
          <a:lstStyle/>
          <a:p>
            <a:endParaRPr lang="en-US" dirty="0"/>
          </a:p>
        </p:txBody>
      </p:sp>
      <p:sp>
        <p:nvSpPr>
          <p:cNvPr id="24" name="Line 15">
            <a:extLst>
              <a:ext uri="{FF2B5EF4-FFF2-40B4-BE49-F238E27FC236}">
                <a16:creationId xmlns:a16="http://schemas.microsoft.com/office/drawing/2014/main" id="{3BB7B98B-8514-6D42-BA93-FF70E11E6B5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906865" y="3773784"/>
            <a:ext cx="741100" cy="627196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/>
          <a:lstStyle/>
          <a:p>
            <a:endParaRPr lang="en-US" dirty="0"/>
          </a:p>
        </p:txBody>
      </p:sp>
      <p:sp>
        <p:nvSpPr>
          <p:cNvPr id="25" name="Line 16">
            <a:extLst>
              <a:ext uri="{FF2B5EF4-FFF2-40B4-BE49-F238E27FC236}">
                <a16:creationId xmlns:a16="http://schemas.microsoft.com/office/drawing/2014/main" id="{17EAFCC5-5652-FF4C-989D-613EAB9B4DC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383979" y="4405687"/>
            <a:ext cx="499556" cy="586011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/>
          <a:lstStyle/>
          <a:p>
            <a:endParaRPr lang="en-US" dirty="0"/>
          </a:p>
        </p:txBody>
      </p:sp>
      <p:sp>
        <p:nvSpPr>
          <p:cNvPr id="26" name="Line 17">
            <a:extLst>
              <a:ext uri="{FF2B5EF4-FFF2-40B4-BE49-F238E27FC236}">
                <a16:creationId xmlns:a16="http://schemas.microsoft.com/office/drawing/2014/main" id="{82451BC4-66F4-DA44-B07F-0960389B7FB8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822664" y="5037591"/>
            <a:ext cx="537983" cy="444804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/>
          <a:lstStyle/>
          <a:p>
            <a:endParaRPr lang="en-US" dirty="0"/>
          </a:p>
        </p:txBody>
      </p:sp>
      <p:sp>
        <p:nvSpPr>
          <p:cNvPr id="27" name="Line 18">
            <a:extLst>
              <a:ext uri="{FF2B5EF4-FFF2-40B4-BE49-F238E27FC236}">
                <a16:creationId xmlns:a16="http://schemas.microsoft.com/office/drawing/2014/main" id="{A92ABA2D-CF9C-0B4C-B635-70C75BE8354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562391" y="5429442"/>
            <a:ext cx="374667" cy="502464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/>
          <a:lstStyle/>
          <a:p>
            <a:endParaRPr lang="en-US" dirty="0"/>
          </a:p>
        </p:txBody>
      </p:sp>
      <p:sp>
        <p:nvSpPr>
          <p:cNvPr id="28" name="Line 19">
            <a:extLst>
              <a:ext uri="{FF2B5EF4-FFF2-40B4-BE49-F238E27FC236}">
                <a16:creationId xmlns:a16="http://schemas.microsoft.com/office/drawing/2014/main" id="{FD4E8FBC-6653-AE45-9273-7EB6B0F658DE}"/>
              </a:ext>
            </a:extLst>
          </p:cNvPr>
          <p:cNvSpPr>
            <a:spLocks noChangeShapeType="1"/>
          </p:cNvSpPr>
          <p:nvPr/>
        </p:nvSpPr>
        <p:spPr bwMode="auto">
          <a:xfrm>
            <a:off x="4452599" y="5005819"/>
            <a:ext cx="550335" cy="38596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/>
          <a:lstStyle/>
          <a:p>
            <a:endParaRPr lang="en-US" dirty="0"/>
          </a:p>
        </p:txBody>
      </p:sp>
      <p:sp>
        <p:nvSpPr>
          <p:cNvPr id="29" name="Freeform 20">
            <a:extLst>
              <a:ext uri="{FF2B5EF4-FFF2-40B4-BE49-F238E27FC236}">
                <a16:creationId xmlns:a16="http://schemas.microsoft.com/office/drawing/2014/main" id="{4A8AE031-D686-954E-BDE5-43F6AFD489F8}"/>
              </a:ext>
            </a:extLst>
          </p:cNvPr>
          <p:cNvSpPr>
            <a:spLocks/>
          </p:cNvSpPr>
          <p:nvPr/>
        </p:nvSpPr>
        <p:spPr bwMode="auto">
          <a:xfrm>
            <a:off x="3522107" y="4155044"/>
            <a:ext cx="1889804" cy="2091048"/>
          </a:xfrm>
          <a:custGeom>
            <a:avLst/>
            <a:gdLst>
              <a:gd name="T0" fmla="*/ 2147483647 w 1377"/>
              <a:gd name="T1" fmla="*/ 2147483647 h 1777"/>
              <a:gd name="T2" fmla="*/ 2147483647 w 1377"/>
              <a:gd name="T3" fmla="*/ 2147483647 h 1777"/>
              <a:gd name="T4" fmla="*/ 2147483647 w 1377"/>
              <a:gd name="T5" fmla="*/ 2147483647 h 1777"/>
              <a:gd name="T6" fmla="*/ 2147483647 w 1377"/>
              <a:gd name="T7" fmla="*/ 2147483647 h 1777"/>
              <a:gd name="T8" fmla="*/ 2147483647 w 1377"/>
              <a:gd name="T9" fmla="*/ 2147483647 h 1777"/>
              <a:gd name="T10" fmla="*/ 2147483647 w 1377"/>
              <a:gd name="T11" fmla="*/ 2147483647 h 1777"/>
              <a:gd name="T12" fmla="*/ 2147483647 w 1377"/>
              <a:gd name="T13" fmla="*/ 2147483647 h 1777"/>
              <a:gd name="T14" fmla="*/ 2147483647 w 1377"/>
              <a:gd name="T15" fmla="*/ 2147483647 h 1777"/>
              <a:gd name="T16" fmla="*/ 2147483647 w 1377"/>
              <a:gd name="T17" fmla="*/ 2147483647 h 1777"/>
              <a:gd name="T18" fmla="*/ 2147483647 w 1377"/>
              <a:gd name="T19" fmla="*/ 2147483647 h 1777"/>
              <a:gd name="T20" fmla="*/ 2147483647 w 1377"/>
              <a:gd name="T21" fmla="*/ 2147483647 h 1777"/>
              <a:gd name="T22" fmla="*/ 2147483647 w 1377"/>
              <a:gd name="T23" fmla="*/ 2147483647 h 1777"/>
              <a:gd name="T24" fmla="*/ 2147483647 w 1377"/>
              <a:gd name="T25" fmla="*/ 2147483647 h 1777"/>
              <a:gd name="T26" fmla="*/ 2147483647 w 1377"/>
              <a:gd name="T27" fmla="*/ 2147483647 h 1777"/>
              <a:gd name="T28" fmla="*/ 2147483647 w 1377"/>
              <a:gd name="T29" fmla="*/ 2147483647 h 1777"/>
              <a:gd name="T30" fmla="*/ 2147483647 w 1377"/>
              <a:gd name="T31" fmla="*/ 2147483647 h 1777"/>
              <a:gd name="T32" fmla="*/ 2147483647 w 1377"/>
              <a:gd name="T33" fmla="*/ 2147483647 h 1777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w 1377"/>
              <a:gd name="T52" fmla="*/ 0 h 1777"/>
              <a:gd name="T53" fmla="*/ 1377 w 1377"/>
              <a:gd name="T54" fmla="*/ 1777 h 1777"/>
            </a:gdLst>
            <a:ahLst/>
            <a:cxnLst>
              <a:cxn ang="T34">
                <a:pos x="T0" y="T1"/>
              </a:cxn>
              <a:cxn ang="T35">
                <a:pos x="T2" y="T3"/>
              </a:cxn>
              <a:cxn ang="T36">
                <a:pos x="T4" y="T5"/>
              </a:cxn>
              <a:cxn ang="T37">
                <a:pos x="T6" y="T7"/>
              </a:cxn>
              <a:cxn ang="T38">
                <a:pos x="T8" y="T9"/>
              </a:cxn>
              <a:cxn ang="T39">
                <a:pos x="T10" y="T11"/>
              </a:cxn>
              <a:cxn ang="T40">
                <a:pos x="T12" y="T13"/>
              </a:cxn>
              <a:cxn ang="T41">
                <a:pos x="T14" y="T15"/>
              </a:cxn>
              <a:cxn ang="T42">
                <a:pos x="T16" y="T17"/>
              </a:cxn>
              <a:cxn ang="T43">
                <a:pos x="T18" y="T19"/>
              </a:cxn>
              <a:cxn ang="T44">
                <a:pos x="T20" y="T21"/>
              </a:cxn>
              <a:cxn ang="T45">
                <a:pos x="T22" y="T23"/>
              </a:cxn>
              <a:cxn ang="T46">
                <a:pos x="T24" y="T25"/>
              </a:cxn>
              <a:cxn ang="T47">
                <a:pos x="T26" y="T27"/>
              </a:cxn>
              <a:cxn ang="T48">
                <a:pos x="T28" y="T29"/>
              </a:cxn>
              <a:cxn ang="T49">
                <a:pos x="T30" y="T31"/>
              </a:cxn>
              <a:cxn ang="T50">
                <a:pos x="T32" y="T33"/>
              </a:cxn>
            </a:cxnLst>
            <a:rect l="T51" t="T52" r="T53" b="T54"/>
            <a:pathLst>
              <a:path w="1377" h="1777">
                <a:moveTo>
                  <a:pt x="671" y="245"/>
                </a:moveTo>
                <a:cubicBezTo>
                  <a:pt x="604" y="317"/>
                  <a:pt x="533" y="382"/>
                  <a:pt x="474" y="463"/>
                </a:cubicBezTo>
                <a:cubicBezTo>
                  <a:pt x="415" y="544"/>
                  <a:pt x="366" y="663"/>
                  <a:pt x="319" y="730"/>
                </a:cubicBezTo>
                <a:cubicBezTo>
                  <a:pt x="272" y="797"/>
                  <a:pt x="242" y="800"/>
                  <a:pt x="193" y="863"/>
                </a:cubicBezTo>
                <a:cubicBezTo>
                  <a:pt x="144" y="926"/>
                  <a:pt x="48" y="1027"/>
                  <a:pt x="24" y="1109"/>
                </a:cubicBezTo>
                <a:cubicBezTo>
                  <a:pt x="0" y="1191"/>
                  <a:pt x="10" y="1295"/>
                  <a:pt x="46" y="1355"/>
                </a:cubicBezTo>
                <a:cubicBezTo>
                  <a:pt x="82" y="1415"/>
                  <a:pt x="172" y="1437"/>
                  <a:pt x="242" y="1467"/>
                </a:cubicBezTo>
                <a:cubicBezTo>
                  <a:pt x="312" y="1497"/>
                  <a:pt x="404" y="1499"/>
                  <a:pt x="467" y="1538"/>
                </a:cubicBezTo>
                <a:cubicBezTo>
                  <a:pt x="530" y="1577"/>
                  <a:pt x="518" y="1669"/>
                  <a:pt x="622" y="1699"/>
                </a:cubicBezTo>
                <a:cubicBezTo>
                  <a:pt x="726" y="1729"/>
                  <a:pt x="986" y="1777"/>
                  <a:pt x="1092" y="1720"/>
                </a:cubicBezTo>
                <a:cubicBezTo>
                  <a:pt x="1198" y="1663"/>
                  <a:pt x="1219" y="1471"/>
                  <a:pt x="1261" y="1355"/>
                </a:cubicBezTo>
                <a:cubicBezTo>
                  <a:pt x="1303" y="1239"/>
                  <a:pt x="1377" y="1150"/>
                  <a:pt x="1345" y="1025"/>
                </a:cubicBezTo>
                <a:cubicBezTo>
                  <a:pt x="1313" y="900"/>
                  <a:pt x="1084" y="727"/>
                  <a:pt x="1071" y="603"/>
                </a:cubicBezTo>
                <a:cubicBezTo>
                  <a:pt x="1058" y="479"/>
                  <a:pt x="1237" y="374"/>
                  <a:pt x="1268" y="280"/>
                </a:cubicBezTo>
                <a:cubicBezTo>
                  <a:pt x="1299" y="186"/>
                  <a:pt x="1320" y="82"/>
                  <a:pt x="1254" y="41"/>
                </a:cubicBezTo>
                <a:cubicBezTo>
                  <a:pt x="1188" y="0"/>
                  <a:pt x="970" y="2"/>
                  <a:pt x="874" y="34"/>
                </a:cubicBezTo>
                <a:cubicBezTo>
                  <a:pt x="778" y="66"/>
                  <a:pt x="738" y="173"/>
                  <a:pt x="671" y="245"/>
                </a:cubicBezTo>
                <a:close/>
              </a:path>
            </a:pathLst>
          </a:custGeom>
          <a:noFill/>
          <a:ln w="19050" cap="flat" cmpd="sng">
            <a:solidFill>
              <a:schemeClr val="tx1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/>
          <a:lstStyle/>
          <a:p>
            <a:endParaRPr lang="en-US" dirty="0"/>
          </a:p>
        </p:txBody>
      </p:sp>
      <p:sp>
        <p:nvSpPr>
          <p:cNvPr id="30" name="Freeform 21">
            <a:extLst>
              <a:ext uri="{FF2B5EF4-FFF2-40B4-BE49-F238E27FC236}">
                <a16:creationId xmlns:a16="http://schemas.microsoft.com/office/drawing/2014/main" id="{76E990D0-FD96-7940-BB7A-A942A0E222DB}"/>
              </a:ext>
            </a:extLst>
          </p:cNvPr>
          <p:cNvSpPr>
            <a:spLocks/>
          </p:cNvSpPr>
          <p:nvPr/>
        </p:nvSpPr>
        <p:spPr bwMode="auto">
          <a:xfrm>
            <a:off x="5997929" y="4329200"/>
            <a:ext cx="1645515" cy="2023974"/>
          </a:xfrm>
          <a:custGeom>
            <a:avLst/>
            <a:gdLst>
              <a:gd name="T0" fmla="*/ 2147483647 w 1199"/>
              <a:gd name="T1" fmla="*/ 2147483647 h 1720"/>
              <a:gd name="T2" fmla="*/ 2147483647 w 1199"/>
              <a:gd name="T3" fmla="*/ 2147483647 h 1720"/>
              <a:gd name="T4" fmla="*/ 2147483647 w 1199"/>
              <a:gd name="T5" fmla="*/ 2147483647 h 1720"/>
              <a:gd name="T6" fmla="*/ 2147483647 w 1199"/>
              <a:gd name="T7" fmla="*/ 2147483647 h 1720"/>
              <a:gd name="T8" fmla="*/ 2147483647 w 1199"/>
              <a:gd name="T9" fmla="*/ 2147483647 h 1720"/>
              <a:gd name="T10" fmla="*/ 2147483647 w 1199"/>
              <a:gd name="T11" fmla="*/ 2147483647 h 1720"/>
              <a:gd name="T12" fmla="*/ 2147483647 w 1199"/>
              <a:gd name="T13" fmla="*/ 2147483647 h 1720"/>
              <a:gd name="T14" fmla="*/ 2147483647 w 1199"/>
              <a:gd name="T15" fmla="*/ 2147483647 h 1720"/>
              <a:gd name="T16" fmla="*/ 2147483647 w 1199"/>
              <a:gd name="T17" fmla="*/ 2147483647 h 1720"/>
              <a:gd name="T18" fmla="*/ 2147483647 w 1199"/>
              <a:gd name="T19" fmla="*/ 2147483647 h 1720"/>
              <a:gd name="T20" fmla="*/ 2147483647 w 1199"/>
              <a:gd name="T21" fmla="*/ 2147483647 h 1720"/>
              <a:gd name="T22" fmla="*/ 2147483647 w 1199"/>
              <a:gd name="T23" fmla="*/ 2147483647 h 1720"/>
              <a:gd name="T24" fmla="*/ 2147483647 w 1199"/>
              <a:gd name="T25" fmla="*/ 2147483647 h 1720"/>
              <a:gd name="T26" fmla="*/ 2147483647 w 1199"/>
              <a:gd name="T27" fmla="*/ 2147483647 h 1720"/>
              <a:gd name="T28" fmla="*/ 2147483647 w 1199"/>
              <a:gd name="T29" fmla="*/ 2147483647 h 1720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w 1199"/>
              <a:gd name="T46" fmla="*/ 0 h 1720"/>
              <a:gd name="T47" fmla="*/ 1199 w 1199"/>
              <a:gd name="T48" fmla="*/ 1720 h 1720"/>
            </a:gdLst>
            <a:ahLst/>
            <a:cxnLst>
              <a:cxn ang="T30">
                <a:pos x="T0" y="T1"/>
              </a:cxn>
              <a:cxn ang="T31">
                <a:pos x="T2" y="T3"/>
              </a:cxn>
              <a:cxn ang="T32">
                <a:pos x="T4" y="T5"/>
              </a:cxn>
              <a:cxn ang="T33">
                <a:pos x="T6" y="T7"/>
              </a:cxn>
              <a:cxn ang="T34">
                <a:pos x="T8" y="T9"/>
              </a:cxn>
              <a:cxn ang="T35">
                <a:pos x="T10" y="T11"/>
              </a:cxn>
              <a:cxn ang="T36">
                <a:pos x="T12" y="T13"/>
              </a:cxn>
              <a:cxn ang="T37">
                <a:pos x="T14" y="T15"/>
              </a:cxn>
              <a:cxn ang="T38">
                <a:pos x="T16" y="T17"/>
              </a:cxn>
              <a:cxn ang="T39">
                <a:pos x="T18" y="T19"/>
              </a:cxn>
              <a:cxn ang="T40">
                <a:pos x="T20" y="T21"/>
              </a:cxn>
              <a:cxn ang="T41">
                <a:pos x="T22" y="T23"/>
              </a:cxn>
              <a:cxn ang="T42">
                <a:pos x="T24" y="T25"/>
              </a:cxn>
              <a:cxn ang="T43">
                <a:pos x="T26" y="T27"/>
              </a:cxn>
              <a:cxn ang="T44">
                <a:pos x="T28" y="T29"/>
              </a:cxn>
            </a:cxnLst>
            <a:rect l="T45" t="T46" r="T47" b="T48"/>
            <a:pathLst>
              <a:path w="1199" h="1720">
                <a:moveTo>
                  <a:pt x="651" y="20"/>
                </a:moveTo>
                <a:cubicBezTo>
                  <a:pt x="595" y="0"/>
                  <a:pt x="643" y="10"/>
                  <a:pt x="609" y="20"/>
                </a:cubicBezTo>
                <a:cubicBezTo>
                  <a:pt x="575" y="30"/>
                  <a:pt x="499" y="45"/>
                  <a:pt x="447" y="83"/>
                </a:cubicBezTo>
                <a:cubicBezTo>
                  <a:pt x="395" y="121"/>
                  <a:pt x="354" y="178"/>
                  <a:pt x="300" y="245"/>
                </a:cubicBezTo>
                <a:cubicBezTo>
                  <a:pt x="246" y="312"/>
                  <a:pt x="173" y="379"/>
                  <a:pt x="124" y="483"/>
                </a:cubicBezTo>
                <a:cubicBezTo>
                  <a:pt x="75" y="587"/>
                  <a:pt x="10" y="742"/>
                  <a:pt x="5" y="870"/>
                </a:cubicBezTo>
                <a:cubicBezTo>
                  <a:pt x="0" y="998"/>
                  <a:pt x="50" y="1122"/>
                  <a:pt x="96" y="1249"/>
                </a:cubicBezTo>
                <a:cubicBezTo>
                  <a:pt x="142" y="1376"/>
                  <a:pt x="153" y="1564"/>
                  <a:pt x="279" y="1635"/>
                </a:cubicBezTo>
                <a:cubicBezTo>
                  <a:pt x="405" y="1706"/>
                  <a:pt x="711" y="1720"/>
                  <a:pt x="855" y="1678"/>
                </a:cubicBezTo>
                <a:cubicBezTo>
                  <a:pt x="999" y="1636"/>
                  <a:pt x="1089" y="1492"/>
                  <a:pt x="1143" y="1383"/>
                </a:cubicBezTo>
                <a:cubicBezTo>
                  <a:pt x="1197" y="1274"/>
                  <a:pt x="1199" y="1129"/>
                  <a:pt x="1178" y="1024"/>
                </a:cubicBezTo>
                <a:cubicBezTo>
                  <a:pt x="1157" y="919"/>
                  <a:pt x="1057" y="854"/>
                  <a:pt x="1016" y="750"/>
                </a:cubicBezTo>
                <a:cubicBezTo>
                  <a:pt x="975" y="646"/>
                  <a:pt x="944" y="501"/>
                  <a:pt x="932" y="399"/>
                </a:cubicBezTo>
                <a:cubicBezTo>
                  <a:pt x="920" y="297"/>
                  <a:pt x="994" y="203"/>
                  <a:pt x="946" y="139"/>
                </a:cubicBezTo>
                <a:cubicBezTo>
                  <a:pt x="898" y="75"/>
                  <a:pt x="707" y="40"/>
                  <a:pt x="651" y="20"/>
                </a:cubicBezTo>
                <a:close/>
              </a:path>
            </a:pathLst>
          </a:custGeom>
          <a:noFill/>
          <a:ln w="19050" cap="flat" cmpd="sng">
            <a:solidFill>
              <a:schemeClr val="tx1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/>
          <a:lstStyle/>
          <a:p>
            <a:endParaRPr lang="en-US" dirty="0"/>
          </a:p>
        </p:txBody>
      </p:sp>
      <p:sp>
        <p:nvSpPr>
          <p:cNvPr id="31" name="Freeform 22">
            <a:extLst>
              <a:ext uri="{FF2B5EF4-FFF2-40B4-BE49-F238E27FC236}">
                <a16:creationId xmlns:a16="http://schemas.microsoft.com/office/drawing/2014/main" id="{A175B432-6DB9-FB42-A05C-89AA360AAAE7}"/>
              </a:ext>
            </a:extLst>
          </p:cNvPr>
          <p:cNvSpPr>
            <a:spLocks/>
          </p:cNvSpPr>
          <p:nvPr/>
        </p:nvSpPr>
        <p:spPr bwMode="auto">
          <a:xfrm>
            <a:off x="8097711" y="4111505"/>
            <a:ext cx="1797853" cy="2016914"/>
          </a:xfrm>
          <a:custGeom>
            <a:avLst/>
            <a:gdLst>
              <a:gd name="T0" fmla="*/ 2147483647 w 1310"/>
              <a:gd name="T1" fmla="*/ 2147483647 h 1714"/>
              <a:gd name="T2" fmla="*/ 2147483647 w 1310"/>
              <a:gd name="T3" fmla="*/ 2147483647 h 1714"/>
              <a:gd name="T4" fmla="*/ 2147483647 w 1310"/>
              <a:gd name="T5" fmla="*/ 2147483647 h 1714"/>
              <a:gd name="T6" fmla="*/ 2147483647 w 1310"/>
              <a:gd name="T7" fmla="*/ 2147483647 h 1714"/>
              <a:gd name="T8" fmla="*/ 2147483647 w 1310"/>
              <a:gd name="T9" fmla="*/ 2147483647 h 1714"/>
              <a:gd name="T10" fmla="*/ 2147483647 w 1310"/>
              <a:gd name="T11" fmla="*/ 2147483647 h 1714"/>
              <a:gd name="T12" fmla="*/ 2147483647 w 1310"/>
              <a:gd name="T13" fmla="*/ 2147483647 h 1714"/>
              <a:gd name="T14" fmla="*/ 2147483647 w 1310"/>
              <a:gd name="T15" fmla="*/ 2147483647 h 1714"/>
              <a:gd name="T16" fmla="*/ 2147483647 w 1310"/>
              <a:gd name="T17" fmla="*/ 2147483647 h 1714"/>
              <a:gd name="T18" fmla="*/ 2147483647 w 1310"/>
              <a:gd name="T19" fmla="*/ 2147483647 h 1714"/>
              <a:gd name="T20" fmla="*/ 2147483647 w 1310"/>
              <a:gd name="T21" fmla="*/ 2147483647 h 1714"/>
              <a:gd name="T22" fmla="*/ 2147483647 w 1310"/>
              <a:gd name="T23" fmla="*/ 2147483647 h 1714"/>
              <a:gd name="T24" fmla="*/ 2147483647 w 1310"/>
              <a:gd name="T25" fmla="*/ 2147483647 h 1714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w 1310"/>
              <a:gd name="T40" fmla="*/ 0 h 1714"/>
              <a:gd name="T41" fmla="*/ 1310 w 1310"/>
              <a:gd name="T42" fmla="*/ 1714 h 1714"/>
            </a:gdLst>
            <a:ahLst/>
            <a:cxnLst>
              <a:cxn ang="T26">
                <a:pos x="T0" y="T1"/>
              </a:cxn>
              <a:cxn ang="T27">
                <a:pos x="T2" y="T3"/>
              </a:cxn>
              <a:cxn ang="T28">
                <a:pos x="T4" y="T5"/>
              </a:cxn>
              <a:cxn ang="T29">
                <a:pos x="T6" y="T7"/>
              </a:cxn>
              <a:cxn ang="T30">
                <a:pos x="T8" y="T9"/>
              </a:cxn>
              <a:cxn ang="T31">
                <a:pos x="T10" y="T11"/>
              </a:cxn>
              <a:cxn ang="T32">
                <a:pos x="T12" y="T13"/>
              </a:cxn>
              <a:cxn ang="T33">
                <a:pos x="T14" y="T15"/>
              </a:cxn>
              <a:cxn ang="T34">
                <a:pos x="T16" y="T17"/>
              </a:cxn>
              <a:cxn ang="T35">
                <a:pos x="T18" y="T19"/>
              </a:cxn>
              <a:cxn ang="T36">
                <a:pos x="T20" y="T21"/>
              </a:cxn>
              <a:cxn ang="T37">
                <a:pos x="T22" y="T23"/>
              </a:cxn>
              <a:cxn ang="T38">
                <a:pos x="T24" y="T25"/>
              </a:cxn>
            </a:cxnLst>
            <a:rect l="T39" t="T40" r="T41" b="T42"/>
            <a:pathLst>
              <a:path w="1310" h="1714">
                <a:moveTo>
                  <a:pt x="470" y="29"/>
                </a:moveTo>
                <a:cubicBezTo>
                  <a:pt x="373" y="0"/>
                  <a:pt x="308" y="123"/>
                  <a:pt x="245" y="198"/>
                </a:cubicBezTo>
                <a:cubicBezTo>
                  <a:pt x="182" y="273"/>
                  <a:pt x="130" y="385"/>
                  <a:pt x="90" y="479"/>
                </a:cubicBezTo>
                <a:cubicBezTo>
                  <a:pt x="50" y="573"/>
                  <a:pt x="12" y="651"/>
                  <a:pt x="6" y="760"/>
                </a:cubicBezTo>
                <a:cubicBezTo>
                  <a:pt x="0" y="869"/>
                  <a:pt x="7" y="1042"/>
                  <a:pt x="55" y="1132"/>
                </a:cubicBezTo>
                <a:cubicBezTo>
                  <a:pt x="103" y="1222"/>
                  <a:pt x="191" y="1232"/>
                  <a:pt x="294" y="1301"/>
                </a:cubicBezTo>
                <a:cubicBezTo>
                  <a:pt x="397" y="1370"/>
                  <a:pt x="536" y="1479"/>
                  <a:pt x="673" y="1546"/>
                </a:cubicBezTo>
                <a:cubicBezTo>
                  <a:pt x="810" y="1613"/>
                  <a:pt x="1018" y="1714"/>
                  <a:pt x="1116" y="1701"/>
                </a:cubicBezTo>
                <a:cubicBezTo>
                  <a:pt x="1214" y="1688"/>
                  <a:pt x="1310" y="1559"/>
                  <a:pt x="1263" y="1469"/>
                </a:cubicBezTo>
                <a:cubicBezTo>
                  <a:pt x="1216" y="1379"/>
                  <a:pt x="925" y="1270"/>
                  <a:pt x="835" y="1160"/>
                </a:cubicBezTo>
                <a:cubicBezTo>
                  <a:pt x="745" y="1050"/>
                  <a:pt x="723" y="940"/>
                  <a:pt x="722" y="809"/>
                </a:cubicBezTo>
                <a:cubicBezTo>
                  <a:pt x="721" y="678"/>
                  <a:pt x="871" y="504"/>
                  <a:pt x="828" y="373"/>
                </a:cubicBezTo>
                <a:cubicBezTo>
                  <a:pt x="785" y="242"/>
                  <a:pt x="567" y="58"/>
                  <a:pt x="470" y="29"/>
                </a:cubicBezTo>
                <a:close/>
              </a:path>
            </a:pathLst>
          </a:custGeom>
          <a:noFill/>
          <a:ln w="19050" cap="flat" cmpd="sng">
            <a:solidFill>
              <a:schemeClr val="tx1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/>
          <a:lstStyle/>
          <a:p>
            <a:endParaRPr lang="en-US" dirty="0"/>
          </a:p>
        </p:txBody>
      </p:sp>
      <p:sp>
        <p:nvSpPr>
          <p:cNvPr id="34" name="Text Box 25">
            <a:extLst>
              <a:ext uri="{FF2B5EF4-FFF2-40B4-BE49-F238E27FC236}">
                <a16:creationId xmlns:a16="http://schemas.microsoft.com/office/drawing/2014/main" id="{526A3D82-0DBB-D144-85E2-DF01CA84E5D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391728" y="6026044"/>
            <a:ext cx="719141" cy="27182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r>
              <a:rPr lang="en-US" sz="1800" dirty="0"/>
              <a:t>area 1</a:t>
            </a:r>
          </a:p>
        </p:txBody>
      </p:sp>
      <p:sp>
        <p:nvSpPr>
          <p:cNvPr id="35" name="Text Box 26">
            <a:extLst>
              <a:ext uri="{FF2B5EF4-FFF2-40B4-BE49-F238E27FC236}">
                <a16:creationId xmlns:a16="http://schemas.microsoft.com/office/drawing/2014/main" id="{3CF37756-7ADA-B944-861F-B21214613BB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74154" y="6304928"/>
            <a:ext cx="719141" cy="2718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r>
              <a:rPr lang="en-US" sz="1800" dirty="0"/>
              <a:t>area 2</a:t>
            </a:r>
          </a:p>
        </p:txBody>
      </p:sp>
      <p:sp>
        <p:nvSpPr>
          <p:cNvPr id="36" name="Text Box 27">
            <a:extLst>
              <a:ext uri="{FF2B5EF4-FFF2-40B4-BE49-F238E27FC236}">
                <a16:creationId xmlns:a16="http://schemas.microsoft.com/office/drawing/2014/main" id="{7C3A4E73-AA92-8249-AB3B-6CC740F4F2B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40740" y="5103488"/>
            <a:ext cx="719141" cy="27182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r>
              <a:rPr lang="en-US" sz="1800" dirty="0"/>
              <a:t>area 3</a:t>
            </a:r>
          </a:p>
        </p:txBody>
      </p:sp>
      <p:sp>
        <p:nvSpPr>
          <p:cNvPr id="37" name="Text Box 28">
            <a:extLst>
              <a:ext uri="{FF2B5EF4-FFF2-40B4-BE49-F238E27FC236}">
                <a16:creationId xmlns:a16="http://schemas.microsoft.com/office/drawing/2014/main" id="{18685611-08AA-4149-8349-26BBE7FDB57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209380" y="3772638"/>
            <a:ext cx="1200970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r>
              <a:rPr lang="en-US" sz="2000" dirty="0">
                <a:latin typeface="+mn-lt"/>
              </a:rPr>
              <a:t>backbone</a:t>
            </a:r>
          </a:p>
        </p:txBody>
      </p:sp>
      <p:sp>
        <p:nvSpPr>
          <p:cNvPr id="39" name="Text Box 30">
            <a:extLst>
              <a:ext uri="{FF2B5EF4-FFF2-40B4-BE49-F238E27FC236}">
                <a16:creationId xmlns:a16="http://schemas.microsoft.com/office/drawing/2014/main" id="{09113073-4CDB-9F4F-B46A-2F706311BD4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42257" y="5796581"/>
            <a:ext cx="806975" cy="41420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lnSpc>
                <a:spcPct val="85000"/>
              </a:lnSpc>
            </a:pPr>
            <a:r>
              <a:rPr lang="en-US" sz="1800" dirty="0">
                <a:solidFill>
                  <a:srgbClr val="CC0000"/>
                </a:solidFill>
              </a:rPr>
              <a:t>internal</a:t>
            </a:r>
          </a:p>
          <a:p>
            <a:pPr>
              <a:lnSpc>
                <a:spcPct val="85000"/>
              </a:lnSpc>
            </a:pPr>
            <a:r>
              <a:rPr lang="en-US" sz="1800" dirty="0">
                <a:solidFill>
                  <a:srgbClr val="CC0000"/>
                </a:solidFill>
              </a:rPr>
              <a:t>routers</a:t>
            </a:r>
          </a:p>
        </p:txBody>
      </p:sp>
      <p:sp>
        <p:nvSpPr>
          <p:cNvPr id="40" name="Line 242">
            <a:extLst>
              <a:ext uri="{FF2B5EF4-FFF2-40B4-BE49-F238E27FC236}">
                <a16:creationId xmlns:a16="http://schemas.microsoft.com/office/drawing/2014/main" id="{E9DC385B-82C7-7542-81CE-F0D596EEB75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587660" y="5774224"/>
            <a:ext cx="424074" cy="148268"/>
          </a:xfrm>
          <a:prstGeom prst="line">
            <a:avLst/>
          </a:prstGeom>
          <a:noFill/>
          <a:ln w="9525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/>
          <a:lstStyle/>
          <a:p>
            <a:endParaRPr lang="en-US" dirty="0"/>
          </a:p>
        </p:txBody>
      </p:sp>
      <p:sp>
        <p:nvSpPr>
          <p:cNvPr id="41" name="Line 243">
            <a:extLst>
              <a:ext uri="{FF2B5EF4-FFF2-40B4-BE49-F238E27FC236}">
                <a16:creationId xmlns:a16="http://schemas.microsoft.com/office/drawing/2014/main" id="{39812F8B-3200-3E4D-B3DD-82CDCC1756FD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7388176" y="5681262"/>
            <a:ext cx="415840" cy="222402"/>
          </a:xfrm>
          <a:prstGeom prst="line">
            <a:avLst/>
          </a:prstGeom>
          <a:noFill/>
          <a:ln w="9525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/>
          <a:lstStyle/>
          <a:p>
            <a:endParaRPr lang="en-US" dirty="0"/>
          </a:p>
        </p:txBody>
      </p:sp>
      <p:sp>
        <p:nvSpPr>
          <p:cNvPr id="42" name="Line 244">
            <a:extLst>
              <a:ext uri="{FF2B5EF4-FFF2-40B4-BE49-F238E27FC236}">
                <a16:creationId xmlns:a16="http://schemas.microsoft.com/office/drawing/2014/main" id="{6B25EAA5-6390-E643-AD0D-056F1A252A33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785690" y="3169085"/>
            <a:ext cx="0" cy="27403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/>
          <a:lstStyle/>
          <a:p>
            <a:endParaRPr lang="en-US" dirty="0"/>
          </a:p>
        </p:txBody>
      </p:sp>
      <p:grpSp>
        <p:nvGrpSpPr>
          <p:cNvPr id="182" name="Group 181">
            <a:extLst>
              <a:ext uri="{FF2B5EF4-FFF2-40B4-BE49-F238E27FC236}">
                <a16:creationId xmlns:a16="http://schemas.microsoft.com/office/drawing/2014/main" id="{847A93B5-CC69-A44B-AAAE-12AD6D23A7A9}"/>
              </a:ext>
            </a:extLst>
          </p:cNvPr>
          <p:cNvGrpSpPr/>
          <p:nvPr/>
        </p:nvGrpSpPr>
        <p:grpSpPr>
          <a:xfrm>
            <a:off x="6340202" y="5745395"/>
            <a:ext cx="597931" cy="300817"/>
            <a:chOff x="7493876" y="2774731"/>
            <a:chExt cx="1481958" cy="894622"/>
          </a:xfrm>
        </p:grpSpPr>
        <p:sp>
          <p:nvSpPr>
            <p:cNvPr id="183" name="Freeform 182">
              <a:extLst>
                <a:ext uri="{FF2B5EF4-FFF2-40B4-BE49-F238E27FC236}">
                  <a16:creationId xmlns:a16="http://schemas.microsoft.com/office/drawing/2014/main" id="{7FA838DF-A766-7A4B-940A-1681DF70B2A5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84" name="Oval 183">
              <a:extLst>
                <a:ext uri="{FF2B5EF4-FFF2-40B4-BE49-F238E27FC236}">
                  <a16:creationId xmlns:a16="http://schemas.microsoft.com/office/drawing/2014/main" id="{17118679-0E33-704D-880E-4ED3E57EA859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85" name="Group 184">
              <a:extLst>
                <a:ext uri="{FF2B5EF4-FFF2-40B4-BE49-F238E27FC236}">
                  <a16:creationId xmlns:a16="http://schemas.microsoft.com/office/drawing/2014/main" id="{645DB019-F2E3-E84C-B22B-C6882C5E892C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86" name="Freeform 185">
                <a:extLst>
                  <a:ext uri="{FF2B5EF4-FFF2-40B4-BE49-F238E27FC236}">
                    <a16:creationId xmlns:a16="http://schemas.microsoft.com/office/drawing/2014/main" id="{9F56C0EB-9618-5B47-8A4D-9F65F49BC7B8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87" name="Freeform 186">
                <a:extLst>
                  <a:ext uri="{FF2B5EF4-FFF2-40B4-BE49-F238E27FC236}">
                    <a16:creationId xmlns:a16="http://schemas.microsoft.com/office/drawing/2014/main" id="{31C1F5AB-80D4-0A49-958A-7FFD82B6DC5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88" name="Freeform 187">
                <a:extLst>
                  <a:ext uri="{FF2B5EF4-FFF2-40B4-BE49-F238E27FC236}">
                    <a16:creationId xmlns:a16="http://schemas.microsoft.com/office/drawing/2014/main" id="{35442207-78FF-FC47-A3B8-E449CBF502AB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89" name="Freeform 188">
                <a:extLst>
                  <a:ext uri="{FF2B5EF4-FFF2-40B4-BE49-F238E27FC236}">
                    <a16:creationId xmlns:a16="http://schemas.microsoft.com/office/drawing/2014/main" id="{6C1116D5-AC90-8649-9151-ECC3A4A0C553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90" name="Group 189">
            <a:extLst>
              <a:ext uri="{FF2B5EF4-FFF2-40B4-BE49-F238E27FC236}">
                <a16:creationId xmlns:a16="http://schemas.microsoft.com/office/drawing/2014/main" id="{6969455D-0A8F-DA45-B963-565AF8A60F19}"/>
              </a:ext>
            </a:extLst>
          </p:cNvPr>
          <p:cNvGrpSpPr/>
          <p:nvPr/>
        </p:nvGrpSpPr>
        <p:grpSpPr>
          <a:xfrm>
            <a:off x="6864077" y="5403856"/>
            <a:ext cx="597931" cy="300817"/>
            <a:chOff x="7493876" y="2774731"/>
            <a:chExt cx="1481958" cy="894622"/>
          </a:xfrm>
        </p:grpSpPr>
        <p:sp>
          <p:nvSpPr>
            <p:cNvPr id="191" name="Freeform 190">
              <a:extLst>
                <a:ext uri="{FF2B5EF4-FFF2-40B4-BE49-F238E27FC236}">
                  <a16:creationId xmlns:a16="http://schemas.microsoft.com/office/drawing/2014/main" id="{05B52AC7-D890-784D-B25C-7C5030C33B6F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92" name="Oval 191">
              <a:extLst>
                <a:ext uri="{FF2B5EF4-FFF2-40B4-BE49-F238E27FC236}">
                  <a16:creationId xmlns:a16="http://schemas.microsoft.com/office/drawing/2014/main" id="{3F378D3C-F57A-C34A-9257-D8FEF3C8BCF0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93" name="Group 192">
              <a:extLst>
                <a:ext uri="{FF2B5EF4-FFF2-40B4-BE49-F238E27FC236}">
                  <a16:creationId xmlns:a16="http://schemas.microsoft.com/office/drawing/2014/main" id="{6231F777-5C3E-A640-A74D-A9B71902E213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94" name="Freeform 193">
                <a:extLst>
                  <a:ext uri="{FF2B5EF4-FFF2-40B4-BE49-F238E27FC236}">
                    <a16:creationId xmlns:a16="http://schemas.microsoft.com/office/drawing/2014/main" id="{ED142EC2-939E-114C-876E-159EC9469B33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95" name="Freeform 194">
                <a:extLst>
                  <a:ext uri="{FF2B5EF4-FFF2-40B4-BE49-F238E27FC236}">
                    <a16:creationId xmlns:a16="http://schemas.microsoft.com/office/drawing/2014/main" id="{BC0F0EDE-B388-4A4B-AEBB-F6D810C1915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96" name="Freeform 195">
                <a:extLst>
                  <a:ext uri="{FF2B5EF4-FFF2-40B4-BE49-F238E27FC236}">
                    <a16:creationId xmlns:a16="http://schemas.microsoft.com/office/drawing/2014/main" id="{1DFBE4AB-FAE8-1843-89D7-243CBFAE4883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97" name="Freeform 196">
                <a:extLst>
                  <a:ext uri="{FF2B5EF4-FFF2-40B4-BE49-F238E27FC236}">
                    <a16:creationId xmlns:a16="http://schemas.microsoft.com/office/drawing/2014/main" id="{2557898F-E294-1740-A718-62C9E0F6C2BB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98" name="Group 197">
            <a:extLst>
              <a:ext uri="{FF2B5EF4-FFF2-40B4-BE49-F238E27FC236}">
                <a16:creationId xmlns:a16="http://schemas.microsoft.com/office/drawing/2014/main" id="{2D11E707-25E9-9745-8575-491A509FEEBB}"/>
              </a:ext>
            </a:extLst>
          </p:cNvPr>
          <p:cNvGrpSpPr/>
          <p:nvPr/>
        </p:nvGrpSpPr>
        <p:grpSpPr>
          <a:xfrm>
            <a:off x="6559277" y="4511228"/>
            <a:ext cx="597931" cy="300817"/>
            <a:chOff x="7493876" y="2774731"/>
            <a:chExt cx="1481958" cy="894622"/>
          </a:xfrm>
        </p:grpSpPr>
        <p:sp>
          <p:nvSpPr>
            <p:cNvPr id="199" name="Freeform 198">
              <a:extLst>
                <a:ext uri="{FF2B5EF4-FFF2-40B4-BE49-F238E27FC236}">
                  <a16:creationId xmlns:a16="http://schemas.microsoft.com/office/drawing/2014/main" id="{0F55084D-94DF-A44D-8E5C-85021146F625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00" name="Oval 199">
              <a:extLst>
                <a:ext uri="{FF2B5EF4-FFF2-40B4-BE49-F238E27FC236}">
                  <a16:creationId xmlns:a16="http://schemas.microsoft.com/office/drawing/2014/main" id="{D89BE0A8-68F1-404D-8200-B7F1DE0936D3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201" name="Group 200">
              <a:extLst>
                <a:ext uri="{FF2B5EF4-FFF2-40B4-BE49-F238E27FC236}">
                  <a16:creationId xmlns:a16="http://schemas.microsoft.com/office/drawing/2014/main" id="{F6342D1C-A14C-6343-9A8A-CA7674BBD5E0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202" name="Freeform 201">
                <a:extLst>
                  <a:ext uri="{FF2B5EF4-FFF2-40B4-BE49-F238E27FC236}">
                    <a16:creationId xmlns:a16="http://schemas.microsoft.com/office/drawing/2014/main" id="{017F8A00-C73A-B14B-8608-4D421F94049F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03" name="Freeform 202">
                <a:extLst>
                  <a:ext uri="{FF2B5EF4-FFF2-40B4-BE49-F238E27FC236}">
                    <a16:creationId xmlns:a16="http://schemas.microsoft.com/office/drawing/2014/main" id="{3F8DE43A-5C11-D448-A049-22A8453E9B5D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04" name="Freeform 203">
                <a:extLst>
                  <a:ext uri="{FF2B5EF4-FFF2-40B4-BE49-F238E27FC236}">
                    <a16:creationId xmlns:a16="http://schemas.microsoft.com/office/drawing/2014/main" id="{CFBE32ED-7363-B84F-AC1C-7E4EB05AADC6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05" name="Freeform 204">
                <a:extLst>
                  <a:ext uri="{FF2B5EF4-FFF2-40B4-BE49-F238E27FC236}">
                    <a16:creationId xmlns:a16="http://schemas.microsoft.com/office/drawing/2014/main" id="{426DAC70-67E6-FB49-A015-6D136FFF312A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206" name="Group 205">
            <a:extLst>
              <a:ext uri="{FF2B5EF4-FFF2-40B4-BE49-F238E27FC236}">
                <a16:creationId xmlns:a16="http://schemas.microsoft.com/office/drawing/2014/main" id="{F3A25F11-F47F-A942-9431-C20F0D21A1F3}"/>
              </a:ext>
            </a:extLst>
          </p:cNvPr>
          <p:cNvGrpSpPr/>
          <p:nvPr/>
        </p:nvGrpSpPr>
        <p:grpSpPr>
          <a:xfrm>
            <a:off x="6140177" y="5141239"/>
            <a:ext cx="597931" cy="300817"/>
            <a:chOff x="7493876" y="2774731"/>
            <a:chExt cx="1481958" cy="894622"/>
          </a:xfrm>
        </p:grpSpPr>
        <p:sp>
          <p:nvSpPr>
            <p:cNvPr id="207" name="Freeform 206">
              <a:extLst>
                <a:ext uri="{FF2B5EF4-FFF2-40B4-BE49-F238E27FC236}">
                  <a16:creationId xmlns:a16="http://schemas.microsoft.com/office/drawing/2014/main" id="{C09A0408-494C-8446-B393-30246764EEFC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08" name="Oval 207">
              <a:extLst>
                <a:ext uri="{FF2B5EF4-FFF2-40B4-BE49-F238E27FC236}">
                  <a16:creationId xmlns:a16="http://schemas.microsoft.com/office/drawing/2014/main" id="{92B7F850-9A71-3A44-A332-AF1D98AD9D7B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209" name="Group 208">
              <a:extLst>
                <a:ext uri="{FF2B5EF4-FFF2-40B4-BE49-F238E27FC236}">
                  <a16:creationId xmlns:a16="http://schemas.microsoft.com/office/drawing/2014/main" id="{422CD97B-C3CF-7847-A4D7-91E94BA9188C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210" name="Freeform 209">
                <a:extLst>
                  <a:ext uri="{FF2B5EF4-FFF2-40B4-BE49-F238E27FC236}">
                    <a16:creationId xmlns:a16="http://schemas.microsoft.com/office/drawing/2014/main" id="{8C981413-B37B-1041-9670-35E3074C57D2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11" name="Freeform 210">
                <a:extLst>
                  <a:ext uri="{FF2B5EF4-FFF2-40B4-BE49-F238E27FC236}">
                    <a16:creationId xmlns:a16="http://schemas.microsoft.com/office/drawing/2014/main" id="{F80DEEC3-FAD0-3A49-BC1F-7B3C2C8C36FE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12" name="Freeform 211">
                <a:extLst>
                  <a:ext uri="{FF2B5EF4-FFF2-40B4-BE49-F238E27FC236}">
                    <a16:creationId xmlns:a16="http://schemas.microsoft.com/office/drawing/2014/main" id="{9BB889A6-E209-294F-8881-996DE390A61B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13" name="Freeform 212">
                <a:extLst>
                  <a:ext uri="{FF2B5EF4-FFF2-40B4-BE49-F238E27FC236}">
                    <a16:creationId xmlns:a16="http://schemas.microsoft.com/office/drawing/2014/main" id="{97A20919-88C8-C142-8D9E-500AC30AF7D1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214" name="Group 213">
            <a:extLst>
              <a:ext uri="{FF2B5EF4-FFF2-40B4-BE49-F238E27FC236}">
                <a16:creationId xmlns:a16="http://schemas.microsoft.com/office/drawing/2014/main" id="{8DB787CA-EFE3-1E4A-8623-D87E7C0D8701}"/>
              </a:ext>
            </a:extLst>
          </p:cNvPr>
          <p:cNvGrpSpPr/>
          <p:nvPr/>
        </p:nvGrpSpPr>
        <p:grpSpPr>
          <a:xfrm>
            <a:off x="4569913" y="4277185"/>
            <a:ext cx="597931" cy="300817"/>
            <a:chOff x="7493876" y="2774731"/>
            <a:chExt cx="1481958" cy="894622"/>
          </a:xfrm>
        </p:grpSpPr>
        <p:sp>
          <p:nvSpPr>
            <p:cNvPr id="215" name="Freeform 214">
              <a:extLst>
                <a:ext uri="{FF2B5EF4-FFF2-40B4-BE49-F238E27FC236}">
                  <a16:creationId xmlns:a16="http://schemas.microsoft.com/office/drawing/2014/main" id="{C98FDB2D-7F3C-694D-8659-CF844F941C9A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16" name="Oval 215">
              <a:extLst>
                <a:ext uri="{FF2B5EF4-FFF2-40B4-BE49-F238E27FC236}">
                  <a16:creationId xmlns:a16="http://schemas.microsoft.com/office/drawing/2014/main" id="{5F75FAA9-D7C5-5143-AF8E-664E7ABAE5B1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217" name="Group 216">
              <a:extLst>
                <a:ext uri="{FF2B5EF4-FFF2-40B4-BE49-F238E27FC236}">
                  <a16:creationId xmlns:a16="http://schemas.microsoft.com/office/drawing/2014/main" id="{A8BE2EB5-8A55-854C-BF55-FFD7D8E6AEF7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218" name="Freeform 217">
                <a:extLst>
                  <a:ext uri="{FF2B5EF4-FFF2-40B4-BE49-F238E27FC236}">
                    <a16:creationId xmlns:a16="http://schemas.microsoft.com/office/drawing/2014/main" id="{E4529D89-2565-3D40-8B61-F6096AADB818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19" name="Freeform 218">
                <a:extLst>
                  <a:ext uri="{FF2B5EF4-FFF2-40B4-BE49-F238E27FC236}">
                    <a16:creationId xmlns:a16="http://schemas.microsoft.com/office/drawing/2014/main" id="{5002E65D-AE62-D94B-BCA3-C9C62E38A4BB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20" name="Freeform 219">
                <a:extLst>
                  <a:ext uri="{FF2B5EF4-FFF2-40B4-BE49-F238E27FC236}">
                    <a16:creationId xmlns:a16="http://schemas.microsoft.com/office/drawing/2014/main" id="{1F5F063B-6FE3-5A4A-9A44-5F9341786171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21" name="Freeform 220">
                <a:extLst>
                  <a:ext uri="{FF2B5EF4-FFF2-40B4-BE49-F238E27FC236}">
                    <a16:creationId xmlns:a16="http://schemas.microsoft.com/office/drawing/2014/main" id="{6DFCD493-03BD-D848-8CB9-82A0471A85F8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222" name="Group 221">
            <a:extLst>
              <a:ext uri="{FF2B5EF4-FFF2-40B4-BE49-F238E27FC236}">
                <a16:creationId xmlns:a16="http://schemas.microsoft.com/office/drawing/2014/main" id="{3669541C-95D1-F948-90C1-71A83E6C546F}"/>
              </a:ext>
            </a:extLst>
          </p:cNvPr>
          <p:cNvGrpSpPr/>
          <p:nvPr/>
        </p:nvGrpSpPr>
        <p:grpSpPr>
          <a:xfrm>
            <a:off x="4158978" y="4866374"/>
            <a:ext cx="597931" cy="300817"/>
            <a:chOff x="7493876" y="2774731"/>
            <a:chExt cx="1481958" cy="894622"/>
          </a:xfrm>
        </p:grpSpPr>
        <p:sp>
          <p:nvSpPr>
            <p:cNvPr id="224" name="Freeform 223">
              <a:extLst>
                <a:ext uri="{FF2B5EF4-FFF2-40B4-BE49-F238E27FC236}">
                  <a16:creationId xmlns:a16="http://schemas.microsoft.com/office/drawing/2014/main" id="{EB31C428-1605-024C-8656-2F756256A3F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25" name="Oval 224">
              <a:extLst>
                <a:ext uri="{FF2B5EF4-FFF2-40B4-BE49-F238E27FC236}">
                  <a16:creationId xmlns:a16="http://schemas.microsoft.com/office/drawing/2014/main" id="{0D267331-9C85-A148-B3ED-27F2FD2B5515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226" name="Group 225">
              <a:extLst>
                <a:ext uri="{FF2B5EF4-FFF2-40B4-BE49-F238E27FC236}">
                  <a16:creationId xmlns:a16="http://schemas.microsoft.com/office/drawing/2014/main" id="{DB154C3D-8071-E04F-AA63-F3EAB7190C57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227" name="Freeform 226">
                <a:extLst>
                  <a:ext uri="{FF2B5EF4-FFF2-40B4-BE49-F238E27FC236}">
                    <a16:creationId xmlns:a16="http://schemas.microsoft.com/office/drawing/2014/main" id="{363C14AD-21B3-1B43-B488-0F07BD6E372C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28" name="Freeform 227">
                <a:extLst>
                  <a:ext uri="{FF2B5EF4-FFF2-40B4-BE49-F238E27FC236}">
                    <a16:creationId xmlns:a16="http://schemas.microsoft.com/office/drawing/2014/main" id="{F691FFC6-43A3-E149-A5DA-A17631DE990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29" name="Freeform 228">
                <a:extLst>
                  <a:ext uri="{FF2B5EF4-FFF2-40B4-BE49-F238E27FC236}">
                    <a16:creationId xmlns:a16="http://schemas.microsoft.com/office/drawing/2014/main" id="{B8245EBE-5E0B-3B4D-8F7D-4D4596F37F0F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30" name="Freeform 229">
                <a:extLst>
                  <a:ext uri="{FF2B5EF4-FFF2-40B4-BE49-F238E27FC236}">
                    <a16:creationId xmlns:a16="http://schemas.microsoft.com/office/drawing/2014/main" id="{68FDE5D8-DC27-2D4B-A814-7493B223CEA3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231" name="Group 230">
            <a:extLst>
              <a:ext uri="{FF2B5EF4-FFF2-40B4-BE49-F238E27FC236}">
                <a16:creationId xmlns:a16="http://schemas.microsoft.com/office/drawing/2014/main" id="{68C943B5-0D7A-0449-AC11-A889B8B7C9C6}"/>
              </a:ext>
            </a:extLst>
          </p:cNvPr>
          <p:cNvGrpSpPr/>
          <p:nvPr/>
        </p:nvGrpSpPr>
        <p:grpSpPr>
          <a:xfrm>
            <a:off x="3617415" y="5394331"/>
            <a:ext cx="597931" cy="300817"/>
            <a:chOff x="7493876" y="2774731"/>
            <a:chExt cx="1481958" cy="894622"/>
          </a:xfrm>
        </p:grpSpPr>
        <p:sp>
          <p:nvSpPr>
            <p:cNvPr id="232" name="Freeform 231">
              <a:extLst>
                <a:ext uri="{FF2B5EF4-FFF2-40B4-BE49-F238E27FC236}">
                  <a16:creationId xmlns:a16="http://schemas.microsoft.com/office/drawing/2014/main" id="{F5030295-77A5-9C4B-925C-3C07EF07CD31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33" name="Oval 232">
              <a:extLst>
                <a:ext uri="{FF2B5EF4-FFF2-40B4-BE49-F238E27FC236}">
                  <a16:creationId xmlns:a16="http://schemas.microsoft.com/office/drawing/2014/main" id="{5DDCBAE4-124C-6A45-990E-CEC4FA267FFF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234" name="Group 233">
              <a:extLst>
                <a:ext uri="{FF2B5EF4-FFF2-40B4-BE49-F238E27FC236}">
                  <a16:creationId xmlns:a16="http://schemas.microsoft.com/office/drawing/2014/main" id="{754ABC6B-9687-0447-9E4C-CAD63A9F70BE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235" name="Freeform 234">
                <a:extLst>
                  <a:ext uri="{FF2B5EF4-FFF2-40B4-BE49-F238E27FC236}">
                    <a16:creationId xmlns:a16="http://schemas.microsoft.com/office/drawing/2014/main" id="{BEDDFA38-69F2-EF41-A4A6-9739BF4E2256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36" name="Freeform 235">
                <a:extLst>
                  <a:ext uri="{FF2B5EF4-FFF2-40B4-BE49-F238E27FC236}">
                    <a16:creationId xmlns:a16="http://schemas.microsoft.com/office/drawing/2014/main" id="{0EB7BC91-C6BF-A148-993B-85E25B80F254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37" name="Freeform 236">
                <a:extLst>
                  <a:ext uri="{FF2B5EF4-FFF2-40B4-BE49-F238E27FC236}">
                    <a16:creationId xmlns:a16="http://schemas.microsoft.com/office/drawing/2014/main" id="{AB4CDD83-5A3F-A242-81AD-04EE0FBEB74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38" name="Freeform 237">
                <a:extLst>
                  <a:ext uri="{FF2B5EF4-FFF2-40B4-BE49-F238E27FC236}">
                    <a16:creationId xmlns:a16="http://schemas.microsoft.com/office/drawing/2014/main" id="{BE5EA901-1943-8143-8F04-2CE868EC6BF4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239" name="Group 238">
            <a:extLst>
              <a:ext uri="{FF2B5EF4-FFF2-40B4-BE49-F238E27FC236}">
                <a16:creationId xmlns:a16="http://schemas.microsoft.com/office/drawing/2014/main" id="{ADA221F9-D2AA-9C44-BC9C-EFD2DA589F74}"/>
              </a:ext>
            </a:extLst>
          </p:cNvPr>
          <p:cNvGrpSpPr/>
          <p:nvPr/>
        </p:nvGrpSpPr>
        <p:grpSpPr>
          <a:xfrm>
            <a:off x="4312742" y="5705934"/>
            <a:ext cx="597931" cy="300817"/>
            <a:chOff x="7493876" y="2774731"/>
            <a:chExt cx="1481958" cy="894622"/>
          </a:xfrm>
        </p:grpSpPr>
        <p:sp>
          <p:nvSpPr>
            <p:cNvPr id="240" name="Freeform 239">
              <a:extLst>
                <a:ext uri="{FF2B5EF4-FFF2-40B4-BE49-F238E27FC236}">
                  <a16:creationId xmlns:a16="http://schemas.microsoft.com/office/drawing/2014/main" id="{BF65ACEF-5114-2B4C-8601-4EDE37D6955B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41" name="Oval 240">
              <a:extLst>
                <a:ext uri="{FF2B5EF4-FFF2-40B4-BE49-F238E27FC236}">
                  <a16:creationId xmlns:a16="http://schemas.microsoft.com/office/drawing/2014/main" id="{9BCC819C-4AB5-E340-A1FB-C4AF8FF6FD18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242" name="Group 241">
              <a:extLst>
                <a:ext uri="{FF2B5EF4-FFF2-40B4-BE49-F238E27FC236}">
                  <a16:creationId xmlns:a16="http://schemas.microsoft.com/office/drawing/2014/main" id="{FD4B6E71-D10D-584F-BC89-FD26A7DDE6A1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243" name="Freeform 242">
                <a:extLst>
                  <a:ext uri="{FF2B5EF4-FFF2-40B4-BE49-F238E27FC236}">
                    <a16:creationId xmlns:a16="http://schemas.microsoft.com/office/drawing/2014/main" id="{904BE1FE-1665-0E4D-B691-F81DEC4F338C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44" name="Freeform 243">
                <a:extLst>
                  <a:ext uri="{FF2B5EF4-FFF2-40B4-BE49-F238E27FC236}">
                    <a16:creationId xmlns:a16="http://schemas.microsoft.com/office/drawing/2014/main" id="{846F406D-F156-C847-829D-B663A5A6AC17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45" name="Freeform 244">
                <a:extLst>
                  <a:ext uri="{FF2B5EF4-FFF2-40B4-BE49-F238E27FC236}">
                    <a16:creationId xmlns:a16="http://schemas.microsoft.com/office/drawing/2014/main" id="{D297E371-6C54-6640-A5B8-F182E0904FEF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46" name="Freeform 245">
                <a:extLst>
                  <a:ext uri="{FF2B5EF4-FFF2-40B4-BE49-F238E27FC236}">
                    <a16:creationId xmlns:a16="http://schemas.microsoft.com/office/drawing/2014/main" id="{78031347-90B6-4648-8A83-03945F426C77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247" name="Group 246">
            <a:extLst>
              <a:ext uri="{FF2B5EF4-FFF2-40B4-BE49-F238E27FC236}">
                <a16:creationId xmlns:a16="http://schemas.microsoft.com/office/drawing/2014/main" id="{CA07CCF0-010E-304A-ABA4-C6095E52882F}"/>
              </a:ext>
            </a:extLst>
          </p:cNvPr>
          <p:cNvGrpSpPr/>
          <p:nvPr/>
        </p:nvGrpSpPr>
        <p:grpSpPr>
          <a:xfrm>
            <a:off x="4587608" y="5246012"/>
            <a:ext cx="597931" cy="300817"/>
            <a:chOff x="7493876" y="2774731"/>
            <a:chExt cx="1481958" cy="894622"/>
          </a:xfrm>
        </p:grpSpPr>
        <p:sp>
          <p:nvSpPr>
            <p:cNvPr id="248" name="Freeform 247">
              <a:extLst>
                <a:ext uri="{FF2B5EF4-FFF2-40B4-BE49-F238E27FC236}">
                  <a16:creationId xmlns:a16="http://schemas.microsoft.com/office/drawing/2014/main" id="{5611B7D6-8DBA-6D40-813F-1A4208B1897A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49" name="Oval 248">
              <a:extLst>
                <a:ext uri="{FF2B5EF4-FFF2-40B4-BE49-F238E27FC236}">
                  <a16:creationId xmlns:a16="http://schemas.microsoft.com/office/drawing/2014/main" id="{8ED12AAB-F708-DA46-B341-2CA7BA9E731D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250" name="Group 249">
              <a:extLst>
                <a:ext uri="{FF2B5EF4-FFF2-40B4-BE49-F238E27FC236}">
                  <a16:creationId xmlns:a16="http://schemas.microsoft.com/office/drawing/2014/main" id="{6C92A81B-FE1E-5B4B-A0DA-D848DB290481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251" name="Freeform 250">
                <a:extLst>
                  <a:ext uri="{FF2B5EF4-FFF2-40B4-BE49-F238E27FC236}">
                    <a16:creationId xmlns:a16="http://schemas.microsoft.com/office/drawing/2014/main" id="{E7301B43-9484-B64C-9B25-1BFE309C1618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2" name="Freeform 251">
                <a:extLst>
                  <a:ext uri="{FF2B5EF4-FFF2-40B4-BE49-F238E27FC236}">
                    <a16:creationId xmlns:a16="http://schemas.microsoft.com/office/drawing/2014/main" id="{623AE313-E35F-4042-B607-A4BCC83ABB0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3" name="Freeform 252">
                <a:extLst>
                  <a:ext uri="{FF2B5EF4-FFF2-40B4-BE49-F238E27FC236}">
                    <a16:creationId xmlns:a16="http://schemas.microsoft.com/office/drawing/2014/main" id="{4E26D6D3-6A91-564D-A39A-14087D67F318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4" name="Freeform 253">
                <a:extLst>
                  <a:ext uri="{FF2B5EF4-FFF2-40B4-BE49-F238E27FC236}">
                    <a16:creationId xmlns:a16="http://schemas.microsoft.com/office/drawing/2014/main" id="{3CC1AE36-A678-4F4A-8B94-9B7595B6B2C8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255" name="Group 254">
            <a:extLst>
              <a:ext uri="{FF2B5EF4-FFF2-40B4-BE49-F238E27FC236}">
                <a16:creationId xmlns:a16="http://schemas.microsoft.com/office/drawing/2014/main" id="{ECE9F268-36B4-7047-8169-A93E9C8A6FF0}"/>
              </a:ext>
            </a:extLst>
          </p:cNvPr>
          <p:cNvGrpSpPr/>
          <p:nvPr/>
        </p:nvGrpSpPr>
        <p:grpSpPr>
          <a:xfrm>
            <a:off x="8462916" y="4337057"/>
            <a:ext cx="597931" cy="300817"/>
            <a:chOff x="7493876" y="2774731"/>
            <a:chExt cx="1481958" cy="894622"/>
          </a:xfrm>
        </p:grpSpPr>
        <p:sp>
          <p:nvSpPr>
            <p:cNvPr id="256" name="Freeform 255">
              <a:extLst>
                <a:ext uri="{FF2B5EF4-FFF2-40B4-BE49-F238E27FC236}">
                  <a16:creationId xmlns:a16="http://schemas.microsoft.com/office/drawing/2014/main" id="{D84C726C-D6F0-604A-84BB-E787898433F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57" name="Oval 256">
              <a:extLst>
                <a:ext uri="{FF2B5EF4-FFF2-40B4-BE49-F238E27FC236}">
                  <a16:creationId xmlns:a16="http://schemas.microsoft.com/office/drawing/2014/main" id="{F6F2D45B-FE06-F24A-A253-C39BD7A09B3E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258" name="Group 257">
              <a:extLst>
                <a:ext uri="{FF2B5EF4-FFF2-40B4-BE49-F238E27FC236}">
                  <a16:creationId xmlns:a16="http://schemas.microsoft.com/office/drawing/2014/main" id="{758FD5FA-4BD5-0C46-A904-A39DE926C86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259" name="Freeform 258">
                <a:extLst>
                  <a:ext uri="{FF2B5EF4-FFF2-40B4-BE49-F238E27FC236}">
                    <a16:creationId xmlns:a16="http://schemas.microsoft.com/office/drawing/2014/main" id="{B154CFBC-3831-1B44-9F53-BA8EC9545C33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60" name="Freeform 259">
                <a:extLst>
                  <a:ext uri="{FF2B5EF4-FFF2-40B4-BE49-F238E27FC236}">
                    <a16:creationId xmlns:a16="http://schemas.microsoft.com/office/drawing/2014/main" id="{D65AD74F-EC3C-E045-8F27-646D7ADA8A7B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61" name="Freeform 260">
                <a:extLst>
                  <a:ext uri="{FF2B5EF4-FFF2-40B4-BE49-F238E27FC236}">
                    <a16:creationId xmlns:a16="http://schemas.microsoft.com/office/drawing/2014/main" id="{50FCA297-8584-A345-93B0-8B6D114FB469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62" name="Freeform 261">
                <a:extLst>
                  <a:ext uri="{FF2B5EF4-FFF2-40B4-BE49-F238E27FC236}">
                    <a16:creationId xmlns:a16="http://schemas.microsoft.com/office/drawing/2014/main" id="{7488670D-6013-FC4F-AA2F-CDB845731F99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263" name="Group 262">
            <a:extLst>
              <a:ext uri="{FF2B5EF4-FFF2-40B4-BE49-F238E27FC236}">
                <a16:creationId xmlns:a16="http://schemas.microsoft.com/office/drawing/2014/main" id="{D0BAFD66-6D2E-1943-B620-AA3AED1EE133}"/>
              </a:ext>
            </a:extLst>
          </p:cNvPr>
          <p:cNvGrpSpPr/>
          <p:nvPr/>
        </p:nvGrpSpPr>
        <p:grpSpPr>
          <a:xfrm>
            <a:off x="8243841" y="4926247"/>
            <a:ext cx="597931" cy="300817"/>
            <a:chOff x="7493876" y="2774731"/>
            <a:chExt cx="1481958" cy="894622"/>
          </a:xfrm>
        </p:grpSpPr>
        <p:sp>
          <p:nvSpPr>
            <p:cNvPr id="264" name="Freeform 263">
              <a:extLst>
                <a:ext uri="{FF2B5EF4-FFF2-40B4-BE49-F238E27FC236}">
                  <a16:creationId xmlns:a16="http://schemas.microsoft.com/office/drawing/2014/main" id="{A45DC72D-8D4B-8B4E-979E-EB6546568DA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65" name="Oval 264">
              <a:extLst>
                <a:ext uri="{FF2B5EF4-FFF2-40B4-BE49-F238E27FC236}">
                  <a16:creationId xmlns:a16="http://schemas.microsoft.com/office/drawing/2014/main" id="{3F07312C-E017-F04B-AD7E-B56D8E9CC8F5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266" name="Group 265">
              <a:extLst>
                <a:ext uri="{FF2B5EF4-FFF2-40B4-BE49-F238E27FC236}">
                  <a16:creationId xmlns:a16="http://schemas.microsoft.com/office/drawing/2014/main" id="{9E35C7AC-1B3D-C44B-83C9-56227B9A6CAC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267" name="Freeform 266">
                <a:extLst>
                  <a:ext uri="{FF2B5EF4-FFF2-40B4-BE49-F238E27FC236}">
                    <a16:creationId xmlns:a16="http://schemas.microsoft.com/office/drawing/2014/main" id="{E6FDAF7D-032B-3340-B413-22ACF3B3C21E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68" name="Freeform 267">
                <a:extLst>
                  <a:ext uri="{FF2B5EF4-FFF2-40B4-BE49-F238E27FC236}">
                    <a16:creationId xmlns:a16="http://schemas.microsoft.com/office/drawing/2014/main" id="{3252B92E-787A-674E-9366-850984542671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69" name="Freeform 268">
                <a:extLst>
                  <a:ext uri="{FF2B5EF4-FFF2-40B4-BE49-F238E27FC236}">
                    <a16:creationId xmlns:a16="http://schemas.microsoft.com/office/drawing/2014/main" id="{C3AFF261-D957-8640-8EF4-0A45D4445644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70" name="Freeform 269">
                <a:extLst>
                  <a:ext uri="{FF2B5EF4-FFF2-40B4-BE49-F238E27FC236}">
                    <a16:creationId xmlns:a16="http://schemas.microsoft.com/office/drawing/2014/main" id="{98FBB8D1-FD2F-4247-AD93-5AAC4742745E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271" name="Group 270">
            <a:extLst>
              <a:ext uri="{FF2B5EF4-FFF2-40B4-BE49-F238E27FC236}">
                <a16:creationId xmlns:a16="http://schemas.microsoft.com/office/drawing/2014/main" id="{8E9BD5CC-6189-7143-A8EF-C16A7E9940E1}"/>
              </a:ext>
            </a:extLst>
          </p:cNvPr>
          <p:cNvGrpSpPr/>
          <p:nvPr/>
        </p:nvGrpSpPr>
        <p:grpSpPr>
          <a:xfrm>
            <a:off x="8963659" y="5613409"/>
            <a:ext cx="597931" cy="300817"/>
            <a:chOff x="7493876" y="2774731"/>
            <a:chExt cx="1481958" cy="894622"/>
          </a:xfrm>
        </p:grpSpPr>
        <p:sp>
          <p:nvSpPr>
            <p:cNvPr id="272" name="Freeform 271">
              <a:extLst>
                <a:ext uri="{FF2B5EF4-FFF2-40B4-BE49-F238E27FC236}">
                  <a16:creationId xmlns:a16="http://schemas.microsoft.com/office/drawing/2014/main" id="{652CE396-F99F-EC41-801A-87C834B7464F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73" name="Oval 272">
              <a:extLst>
                <a:ext uri="{FF2B5EF4-FFF2-40B4-BE49-F238E27FC236}">
                  <a16:creationId xmlns:a16="http://schemas.microsoft.com/office/drawing/2014/main" id="{64409E2A-1018-1B4A-8C06-9FC0E3BE651D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274" name="Group 273">
              <a:extLst>
                <a:ext uri="{FF2B5EF4-FFF2-40B4-BE49-F238E27FC236}">
                  <a16:creationId xmlns:a16="http://schemas.microsoft.com/office/drawing/2014/main" id="{C30F8BC7-C3D9-4D4B-A02F-6D89E95F2D90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275" name="Freeform 274">
                <a:extLst>
                  <a:ext uri="{FF2B5EF4-FFF2-40B4-BE49-F238E27FC236}">
                    <a16:creationId xmlns:a16="http://schemas.microsoft.com/office/drawing/2014/main" id="{DD22BF95-87E2-FE43-8798-4B9C2A8396BB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76" name="Freeform 275">
                <a:extLst>
                  <a:ext uri="{FF2B5EF4-FFF2-40B4-BE49-F238E27FC236}">
                    <a16:creationId xmlns:a16="http://schemas.microsoft.com/office/drawing/2014/main" id="{B6F1EBB5-BFB8-774A-9BE1-690DBECD004A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77" name="Freeform 276">
                <a:extLst>
                  <a:ext uri="{FF2B5EF4-FFF2-40B4-BE49-F238E27FC236}">
                    <a16:creationId xmlns:a16="http://schemas.microsoft.com/office/drawing/2014/main" id="{DA87B5AE-0D2C-D341-83E6-E772A2AB41D9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78" name="Freeform 277">
                <a:extLst>
                  <a:ext uri="{FF2B5EF4-FFF2-40B4-BE49-F238E27FC236}">
                    <a16:creationId xmlns:a16="http://schemas.microsoft.com/office/drawing/2014/main" id="{8D441400-2CFD-5A4F-9A7F-3AC66997B05A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279" name="Group 278">
            <a:extLst>
              <a:ext uri="{FF2B5EF4-FFF2-40B4-BE49-F238E27FC236}">
                <a16:creationId xmlns:a16="http://schemas.microsoft.com/office/drawing/2014/main" id="{C7EC85B7-5059-0D43-8247-B7FF0A05AEBA}"/>
              </a:ext>
            </a:extLst>
          </p:cNvPr>
          <p:cNvGrpSpPr/>
          <p:nvPr/>
        </p:nvGrpSpPr>
        <p:grpSpPr>
          <a:xfrm>
            <a:off x="6526620" y="3425378"/>
            <a:ext cx="597931" cy="300817"/>
            <a:chOff x="7493876" y="2774731"/>
            <a:chExt cx="1481958" cy="894622"/>
          </a:xfrm>
        </p:grpSpPr>
        <p:sp>
          <p:nvSpPr>
            <p:cNvPr id="280" name="Freeform 279">
              <a:extLst>
                <a:ext uri="{FF2B5EF4-FFF2-40B4-BE49-F238E27FC236}">
                  <a16:creationId xmlns:a16="http://schemas.microsoft.com/office/drawing/2014/main" id="{D984108B-367F-C149-9FEB-9DCE6A16D868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81" name="Oval 280">
              <a:extLst>
                <a:ext uri="{FF2B5EF4-FFF2-40B4-BE49-F238E27FC236}">
                  <a16:creationId xmlns:a16="http://schemas.microsoft.com/office/drawing/2014/main" id="{EA721BEF-A891-544D-90F2-6BBCD734726F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282" name="Group 281">
              <a:extLst>
                <a:ext uri="{FF2B5EF4-FFF2-40B4-BE49-F238E27FC236}">
                  <a16:creationId xmlns:a16="http://schemas.microsoft.com/office/drawing/2014/main" id="{C481FC4B-5A51-C74C-B9A5-F40A034C94FA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283" name="Freeform 282">
                <a:extLst>
                  <a:ext uri="{FF2B5EF4-FFF2-40B4-BE49-F238E27FC236}">
                    <a16:creationId xmlns:a16="http://schemas.microsoft.com/office/drawing/2014/main" id="{7376C801-776A-F044-983C-D5F6A9117C1D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84" name="Freeform 283">
                <a:extLst>
                  <a:ext uri="{FF2B5EF4-FFF2-40B4-BE49-F238E27FC236}">
                    <a16:creationId xmlns:a16="http://schemas.microsoft.com/office/drawing/2014/main" id="{7A743EDC-361E-0D43-8EB6-D4EF0B7CFCCA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85" name="Freeform 284">
                <a:extLst>
                  <a:ext uri="{FF2B5EF4-FFF2-40B4-BE49-F238E27FC236}">
                    <a16:creationId xmlns:a16="http://schemas.microsoft.com/office/drawing/2014/main" id="{7EAE5334-3DB4-3845-BA2D-3FA069FD422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86" name="Freeform 285">
                <a:extLst>
                  <a:ext uri="{FF2B5EF4-FFF2-40B4-BE49-F238E27FC236}">
                    <a16:creationId xmlns:a16="http://schemas.microsoft.com/office/drawing/2014/main" id="{FD16E7E3-E6CE-0049-9C77-2720AE51A887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287" name="Group 286">
            <a:extLst>
              <a:ext uri="{FF2B5EF4-FFF2-40B4-BE49-F238E27FC236}">
                <a16:creationId xmlns:a16="http://schemas.microsoft.com/office/drawing/2014/main" id="{0C212306-768E-7846-86F8-546B766A6548}"/>
              </a:ext>
            </a:extLst>
          </p:cNvPr>
          <p:cNvGrpSpPr/>
          <p:nvPr/>
        </p:nvGrpSpPr>
        <p:grpSpPr>
          <a:xfrm>
            <a:off x="7683227" y="3687996"/>
            <a:ext cx="597931" cy="300817"/>
            <a:chOff x="7493876" y="2774731"/>
            <a:chExt cx="1481958" cy="894622"/>
          </a:xfrm>
        </p:grpSpPr>
        <p:sp>
          <p:nvSpPr>
            <p:cNvPr id="288" name="Freeform 287">
              <a:extLst>
                <a:ext uri="{FF2B5EF4-FFF2-40B4-BE49-F238E27FC236}">
                  <a16:creationId xmlns:a16="http://schemas.microsoft.com/office/drawing/2014/main" id="{6629F451-68FE-0843-BFC2-6EFCA788438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89" name="Oval 288">
              <a:extLst>
                <a:ext uri="{FF2B5EF4-FFF2-40B4-BE49-F238E27FC236}">
                  <a16:creationId xmlns:a16="http://schemas.microsoft.com/office/drawing/2014/main" id="{4E1D9D9B-DEE5-0D46-8688-877F8893B855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290" name="Group 289">
              <a:extLst>
                <a:ext uri="{FF2B5EF4-FFF2-40B4-BE49-F238E27FC236}">
                  <a16:creationId xmlns:a16="http://schemas.microsoft.com/office/drawing/2014/main" id="{39A70D01-AA27-9648-91CE-2DD2112F559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291" name="Freeform 290">
                <a:extLst>
                  <a:ext uri="{FF2B5EF4-FFF2-40B4-BE49-F238E27FC236}">
                    <a16:creationId xmlns:a16="http://schemas.microsoft.com/office/drawing/2014/main" id="{6EB03E22-9CE1-E741-9236-B6C57E54128C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92" name="Freeform 291">
                <a:extLst>
                  <a:ext uri="{FF2B5EF4-FFF2-40B4-BE49-F238E27FC236}">
                    <a16:creationId xmlns:a16="http://schemas.microsoft.com/office/drawing/2014/main" id="{DD7911A1-D204-7041-9083-1D21D0DB03F2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93" name="Freeform 292">
                <a:extLst>
                  <a:ext uri="{FF2B5EF4-FFF2-40B4-BE49-F238E27FC236}">
                    <a16:creationId xmlns:a16="http://schemas.microsoft.com/office/drawing/2014/main" id="{85BEA5C1-A2DC-DD42-A5BB-FFF7EB7DB980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94" name="Freeform 293">
                <a:extLst>
                  <a:ext uri="{FF2B5EF4-FFF2-40B4-BE49-F238E27FC236}">
                    <a16:creationId xmlns:a16="http://schemas.microsoft.com/office/drawing/2014/main" id="{8DD6EBBD-441C-8E48-AB32-75B911DB2905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295" name="Group 294">
            <a:extLst>
              <a:ext uri="{FF2B5EF4-FFF2-40B4-BE49-F238E27FC236}">
                <a16:creationId xmlns:a16="http://schemas.microsoft.com/office/drawing/2014/main" id="{7054C548-6767-1843-A4B9-A89FADAA393A}"/>
              </a:ext>
            </a:extLst>
          </p:cNvPr>
          <p:cNvGrpSpPr/>
          <p:nvPr/>
        </p:nvGrpSpPr>
        <p:grpSpPr>
          <a:xfrm>
            <a:off x="5374095" y="3693439"/>
            <a:ext cx="597931" cy="300817"/>
            <a:chOff x="7493876" y="2774731"/>
            <a:chExt cx="1481958" cy="894622"/>
          </a:xfrm>
        </p:grpSpPr>
        <p:sp>
          <p:nvSpPr>
            <p:cNvPr id="296" name="Freeform 295">
              <a:extLst>
                <a:ext uri="{FF2B5EF4-FFF2-40B4-BE49-F238E27FC236}">
                  <a16:creationId xmlns:a16="http://schemas.microsoft.com/office/drawing/2014/main" id="{E914BD78-359E-7243-9412-C22ABA906E74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97" name="Oval 296">
              <a:extLst>
                <a:ext uri="{FF2B5EF4-FFF2-40B4-BE49-F238E27FC236}">
                  <a16:creationId xmlns:a16="http://schemas.microsoft.com/office/drawing/2014/main" id="{E7398522-2CC3-514A-8211-D8CAC44287D5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298" name="Group 297">
              <a:extLst>
                <a:ext uri="{FF2B5EF4-FFF2-40B4-BE49-F238E27FC236}">
                  <a16:creationId xmlns:a16="http://schemas.microsoft.com/office/drawing/2014/main" id="{991E0D1A-1264-8840-BD14-4D4790FBEF69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299" name="Freeform 298">
                <a:extLst>
                  <a:ext uri="{FF2B5EF4-FFF2-40B4-BE49-F238E27FC236}">
                    <a16:creationId xmlns:a16="http://schemas.microsoft.com/office/drawing/2014/main" id="{9E93AA13-7D54-5F4F-8789-2C65FEBB3848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00" name="Freeform 299">
                <a:extLst>
                  <a:ext uri="{FF2B5EF4-FFF2-40B4-BE49-F238E27FC236}">
                    <a16:creationId xmlns:a16="http://schemas.microsoft.com/office/drawing/2014/main" id="{2E1C673B-D86B-104E-8235-77081FDD2932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01" name="Freeform 300">
                <a:extLst>
                  <a:ext uri="{FF2B5EF4-FFF2-40B4-BE49-F238E27FC236}">
                    <a16:creationId xmlns:a16="http://schemas.microsoft.com/office/drawing/2014/main" id="{97A9752A-3447-8142-9A93-F0916BC60104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02" name="Freeform 301">
                <a:extLst>
                  <a:ext uri="{FF2B5EF4-FFF2-40B4-BE49-F238E27FC236}">
                    <a16:creationId xmlns:a16="http://schemas.microsoft.com/office/drawing/2014/main" id="{7B7B4A9F-8D48-6D4D-ACEE-2B3E8737FA0A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323" name="Group 322">
            <a:extLst>
              <a:ext uri="{FF2B5EF4-FFF2-40B4-BE49-F238E27FC236}">
                <a16:creationId xmlns:a16="http://schemas.microsoft.com/office/drawing/2014/main" id="{FE37CB74-FB6A-664F-8904-DF341544C3E6}"/>
              </a:ext>
            </a:extLst>
          </p:cNvPr>
          <p:cNvGrpSpPr/>
          <p:nvPr/>
        </p:nvGrpSpPr>
        <p:grpSpPr>
          <a:xfrm>
            <a:off x="8317285" y="3820439"/>
            <a:ext cx="3684736" cy="1112688"/>
            <a:chOff x="8317285" y="3820439"/>
            <a:chExt cx="3684736" cy="1112688"/>
          </a:xfrm>
        </p:grpSpPr>
        <p:sp>
          <p:nvSpPr>
            <p:cNvPr id="303" name="Rectangle 302">
              <a:extLst>
                <a:ext uri="{FF2B5EF4-FFF2-40B4-BE49-F238E27FC236}">
                  <a16:creationId xmlns:a16="http://schemas.microsoft.com/office/drawing/2014/main" id="{C0A3996C-02AF-9D47-9C2A-EB7049EB9EBA}"/>
                </a:ext>
              </a:extLst>
            </p:cNvPr>
            <p:cNvSpPr/>
            <p:nvPr/>
          </p:nvSpPr>
          <p:spPr>
            <a:xfrm>
              <a:off x="9857982" y="4009797"/>
              <a:ext cx="2144039" cy="92333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90000"/>
                </a:lnSpc>
              </a:pPr>
              <a:r>
                <a:rPr lang="en-US" altLang="ja-JP" sz="2000" dirty="0">
                  <a:solidFill>
                    <a:srgbClr val="C00000"/>
                  </a:solidFill>
                </a:rPr>
                <a:t>backbone router: </a:t>
              </a:r>
              <a:r>
                <a:rPr lang="en-US" altLang="ja-JP" sz="2000" dirty="0"/>
                <a:t>runs OSPF limited to backbone</a:t>
              </a:r>
              <a:endParaRPr lang="en-US" sz="2000" dirty="0"/>
            </a:p>
          </p:txBody>
        </p:sp>
        <p:cxnSp>
          <p:nvCxnSpPr>
            <p:cNvPr id="305" name="Straight Arrow Connector 304">
              <a:extLst>
                <a:ext uri="{FF2B5EF4-FFF2-40B4-BE49-F238E27FC236}">
                  <a16:creationId xmlns:a16="http://schemas.microsoft.com/office/drawing/2014/main" id="{C0195885-402F-B941-BD0E-30B5D16F07A9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8317285" y="3820439"/>
              <a:ext cx="1503120" cy="363254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22" name="Group 321">
            <a:extLst>
              <a:ext uri="{FF2B5EF4-FFF2-40B4-BE49-F238E27FC236}">
                <a16:creationId xmlns:a16="http://schemas.microsoft.com/office/drawing/2014/main" id="{6D78AEBD-5238-5D48-96C3-8C127A0787BC}"/>
              </a:ext>
            </a:extLst>
          </p:cNvPr>
          <p:cNvGrpSpPr/>
          <p:nvPr/>
        </p:nvGrpSpPr>
        <p:grpSpPr>
          <a:xfrm>
            <a:off x="7166977" y="3322953"/>
            <a:ext cx="4306864" cy="646331"/>
            <a:chOff x="7166977" y="3322953"/>
            <a:chExt cx="4306864" cy="646331"/>
          </a:xfrm>
        </p:grpSpPr>
        <p:sp>
          <p:nvSpPr>
            <p:cNvPr id="306" name="Rectangle 305">
              <a:extLst>
                <a:ext uri="{FF2B5EF4-FFF2-40B4-BE49-F238E27FC236}">
                  <a16:creationId xmlns:a16="http://schemas.microsoft.com/office/drawing/2014/main" id="{2E0DDBA0-B91D-934F-92B3-7A34B608B1D6}"/>
                </a:ext>
              </a:extLst>
            </p:cNvPr>
            <p:cNvSpPr/>
            <p:nvPr/>
          </p:nvSpPr>
          <p:spPr>
            <a:xfrm>
              <a:off x="8897655" y="3322953"/>
              <a:ext cx="2576186" cy="64633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90000"/>
                </a:lnSpc>
              </a:pPr>
              <a:r>
                <a:rPr lang="en-US" altLang="ja-JP" sz="2000" dirty="0">
                  <a:solidFill>
                    <a:srgbClr val="C00000"/>
                  </a:solidFill>
                </a:rPr>
                <a:t>boundary router: </a:t>
              </a:r>
              <a:r>
                <a:rPr lang="en-US" altLang="ja-JP" sz="2000" dirty="0"/>
                <a:t>connects to other ASes</a:t>
              </a:r>
              <a:endParaRPr lang="en-US" sz="2000" dirty="0"/>
            </a:p>
          </p:txBody>
        </p:sp>
        <p:cxnSp>
          <p:nvCxnSpPr>
            <p:cNvPr id="307" name="Straight Arrow Connector 306">
              <a:extLst>
                <a:ext uri="{FF2B5EF4-FFF2-40B4-BE49-F238E27FC236}">
                  <a16:creationId xmlns:a16="http://schemas.microsoft.com/office/drawing/2014/main" id="{ADA67296-2D48-8B49-94FB-01BE5E8F67A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7166977" y="3521901"/>
              <a:ext cx="1651346" cy="0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21" name="Group 320">
            <a:extLst>
              <a:ext uri="{FF2B5EF4-FFF2-40B4-BE49-F238E27FC236}">
                <a16:creationId xmlns:a16="http://schemas.microsoft.com/office/drawing/2014/main" id="{8ECE2DE7-0A26-E547-8015-75AA81906256}"/>
              </a:ext>
            </a:extLst>
          </p:cNvPr>
          <p:cNvGrpSpPr/>
          <p:nvPr/>
        </p:nvGrpSpPr>
        <p:grpSpPr>
          <a:xfrm>
            <a:off x="400831" y="4789096"/>
            <a:ext cx="3682654" cy="1754326"/>
            <a:chOff x="400831" y="4789096"/>
            <a:chExt cx="3682654" cy="1754326"/>
          </a:xfrm>
        </p:grpSpPr>
        <p:sp>
          <p:nvSpPr>
            <p:cNvPr id="312" name="Rectangle 311">
              <a:extLst>
                <a:ext uri="{FF2B5EF4-FFF2-40B4-BE49-F238E27FC236}">
                  <a16:creationId xmlns:a16="http://schemas.microsoft.com/office/drawing/2014/main" id="{9EFB7939-9B51-354A-81CE-6BF40821CBCB}"/>
                </a:ext>
              </a:extLst>
            </p:cNvPr>
            <p:cNvSpPr/>
            <p:nvPr/>
          </p:nvSpPr>
          <p:spPr>
            <a:xfrm>
              <a:off x="400831" y="4789096"/>
              <a:ext cx="3244241" cy="1754326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90000"/>
                </a:lnSpc>
              </a:pPr>
              <a:r>
                <a:rPr lang="en-US" altLang="ja-JP" sz="2000" dirty="0">
                  <a:solidFill>
                    <a:srgbClr val="C00000"/>
                  </a:solidFill>
                </a:rPr>
                <a:t>local routers: </a:t>
              </a:r>
            </a:p>
            <a:p>
              <a:pPr marL="173038" indent="-173038">
                <a:lnSpc>
                  <a:spcPct val="90000"/>
                </a:lnSpc>
                <a:buFont typeface="Arial" panose="020B0604020202020204" pitchFamily="34" charset="0"/>
                <a:buChar char="•"/>
              </a:pPr>
              <a:r>
                <a:rPr lang="en-US" altLang="ja-JP" sz="2000" dirty="0"/>
                <a:t>flood LS in area only</a:t>
              </a:r>
            </a:p>
            <a:p>
              <a:pPr marL="173038" indent="-173038">
                <a:lnSpc>
                  <a:spcPct val="90000"/>
                </a:lnSpc>
                <a:buFont typeface="Arial" panose="020B0604020202020204" pitchFamily="34" charset="0"/>
                <a:buChar char="•"/>
              </a:pPr>
              <a:r>
                <a:rPr lang="en-US" sz="2000" dirty="0"/>
                <a:t>compute routing within area</a:t>
              </a:r>
            </a:p>
            <a:p>
              <a:pPr marL="173038" indent="-173038">
                <a:lnSpc>
                  <a:spcPct val="90000"/>
                </a:lnSpc>
                <a:buFont typeface="Arial" panose="020B0604020202020204" pitchFamily="34" charset="0"/>
                <a:buChar char="•"/>
              </a:pPr>
              <a:r>
                <a:rPr lang="en-US" sz="2000" dirty="0"/>
                <a:t>forward packets to outside via area border router</a:t>
              </a:r>
            </a:p>
          </p:txBody>
        </p:sp>
        <p:cxnSp>
          <p:nvCxnSpPr>
            <p:cNvPr id="318" name="Straight Connector 317">
              <a:extLst>
                <a:ext uri="{FF2B5EF4-FFF2-40B4-BE49-F238E27FC236}">
                  <a16:creationId xmlns:a16="http://schemas.microsoft.com/office/drawing/2014/main" id="{C7B90184-9FCC-214A-A4E1-8CF6C5B32222}"/>
                </a:ext>
              </a:extLst>
            </p:cNvPr>
            <p:cNvCxnSpPr>
              <a:cxnSpLocks/>
            </p:cNvCxnSpPr>
            <p:nvPr/>
          </p:nvCxnSpPr>
          <p:spPr>
            <a:xfrm>
              <a:off x="2091847" y="5035463"/>
              <a:ext cx="1991638" cy="1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348213772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3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3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3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cs typeface="Calibri" panose="020F0502020204030204" pitchFamily="34" charset="0"/>
              </a:rPr>
              <a:t>Network layer: “control plane” roadmap</a:t>
            </a:r>
            <a:endParaRPr lang="en-US" sz="4400" dirty="0"/>
          </a:p>
        </p:txBody>
      </p:sp>
      <p:pic>
        <p:nvPicPr>
          <p:cNvPr id="6" name="Picture 5" descr="A train crossing a bridge over a body of water&#10;&#10;Description automatically generated">
            <a:extLst>
              <a:ext uri="{FF2B5EF4-FFF2-40B4-BE49-F238E27FC236}">
                <a16:creationId xmlns:a16="http://schemas.microsoft.com/office/drawing/2014/main" id="{8B05C88C-8150-3A41-8E34-0D407B652F32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015288" y="1379196"/>
            <a:ext cx="3102316" cy="2326737"/>
          </a:xfrm>
          <a:prstGeom prst="rect">
            <a:avLst/>
          </a:prstGeom>
        </p:spPr>
      </p:pic>
      <p:sp>
        <p:nvSpPr>
          <p:cNvPr id="10" name="Rectangle 4">
            <a:extLst>
              <a:ext uri="{FF2B5EF4-FFF2-40B4-BE49-F238E27FC236}">
                <a16:creationId xmlns:a16="http://schemas.microsoft.com/office/drawing/2014/main" id="{2935D8EE-730D-3846-8ED3-CF147CA4A373}"/>
              </a:ext>
            </a:extLst>
          </p:cNvPr>
          <p:cNvSpPr txBox="1">
            <a:spLocks noChangeArrowheads="1"/>
          </p:cNvSpPr>
          <p:nvPr/>
        </p:nvSpPr>
        <p:spPr>
          <a:xfrm>
            <a:off x="622456" y="1361615"/>
            <a:ext cx="5571867" cy="5039185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introduction</a:t>
            </a:r>
          </a:p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routing protocols</a:t>
            </a:r>
          </a:p>
          <a:p>
            <a:pPr marL="285750" indent="-285750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intra-ISP routing: OSPF</a:t>
            </a:r>
          </a:p>
          <a:p>
            <a:pPr marL="285750" indent="-285750">
              <a:spcBef>
                <a:spcPts val="600"/>
              </a:spcBef>
              <a:buClr>
                <a:srgbClr val="0000A8"/>
              </a:buClr>
            </a:pPr>
            <a:r>
              <a:rPr lang="en-US" altLang="en-US" sz="3600" dirty="0">
                <a:ea typeface="ＭＳ Ｐゴシック" panose="020B0600070205080204" pitchFamily="34" charset="-128"/>
                <a:cs typeface="Arial" panose="020B0604020202020204" pitchFamily="34" charset="0"/>
              </a:rPr>
              <a:t>routing among ISPs: BGP</a:t>
            </a:r>
          </a:p>
          <a:p>
            <a:pPr marL="285750" indent="-285750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SDN control plane</a:t>
            </a:r>
          </a:p>
          <a:p>
            <a:pPr marL="285750" indent="-285750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Internet Control Message Protocol </a:t>
            </a:r>
          </a:p>
          <a:p>
            <a:pPr marL="466725" indent="-409575">
              <a:spcBef>
                <a:spcPts val="600"/>
              </a:spcBef>
              <a:buNone/>
            </a:pPr>
            <a:endParaRPr lang="en-US" altLang="en-US" sz="3200" dirty="0">
              <a:ea typeface="ＭＳ Ｐゴシック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11" name="Slide Number Placeholder 4">
            <a:extLst>
              <a:ext uri="{FF2B5EF4-FFF2-40B4-BE49-F238E27FC236}">
                <a16:creationId xmlns:a16="http://schemas.microsoft.com/office/drawing/2014/main" id="{60E442AF-0FD6-9040-9BFF-CE4BE886AA4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60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65265486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5DA1129F-3DCF-3A44-9CC7-AFE5C958C64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Interconnected ASes</a:t>
            </a:r>
            <a:endParaRPr lang="en-US" sz="4800" dirty="0">
              <a:latin typeface="+mn-lt"/>
            </a:endParaRPr>
          </a:p>
        </p:txBody>
      </p:sp>
      <p:sp>
        <p:nvSpPr>
          <p:cNvPr id="133" name="Freeform 3">
            <a:extLst>
              <a:ext uri="{FF2B5EF4-FFF2-40B4-BE49-F238E27FC236}">
                <a16:creationId xmlns:a16="http://schemas.microsoft.com/office/drawing/2014/main" id="{E9C365D2-5973-C342-80CF-5D128AC2921C}"/>
              </a:ext>
            </a:extLst>
          </p:cNvPr>
          <p:cNvSpPr>
            <a:spLocks/>
          </p:cNvSpPr>
          <p:nvPr/>
        </p:nvSpPr>
        <p:spPr bwMode="auto">
          <a:xfrm>
            <a:off x="6841821" y="1845983"/>
            <a:ext cx="2351995" cy="1511508"/>
          </a:xfrm>
          <a:custGeom>
            <a:avLst/>
            <a:gdLst>
              <a:gd name="T0" fmla="*/ 1063 w 1162"/>
              <a:gd name="T1" fmla="*/ 49351 h 543"/>
              <a:gd name="T2" fmla="*/ 6960 w 1162"/>
              <a:gd name="T3" fmla="*/ 4162 h 543"/>
              <a:gd name="T4" fmla="*/ 17785 w 1162"/>
              <a:gd name="T5" fmla="*/ 23973 h 543"/>
              <a:gd name="T6" fmla="*/ 21649 w 1162"/>
              <a:gd name="T7" fmla="*/ 72662 h 543"/>
              <a:gd name="T8" fmla="*/ 19828 w 1162"/>
              <a:gd name="T9" fmla="*/ 137161 h 543"/>
              <a:gd name="T10" fmla="*/ 11083 w 1162"/>
              <a:gd name="T11" fmla="*/ 164591 h 543"/>
              <a:gd name="T12" fmla="*/ 1657 w 1162"/>
              <a:gd name="T13" fmla="*/ 133650 h 543"/>
              <a:gd name="T14" fmla="*/ 1063 w 1162"/>
              <a:gd name="T15" fmla="*/ 49351 h 543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1162"/>
              <a:gd name="T25" fmla="*/ 0 h 543"/>
              <a:gd name="T26" fmla="*/ 1162 w 1162"/>
              <a:gd name="T27" fmla="*/ 543 h 543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1162" h="543">
                <a:moveTo>
                  <a:pt x="56" y="162"/>
                </a:moveTo>
                <a:cubicBezTo>
                  <a:pt x="115" y="100"/>
                  <a:pt x="221" y="28"/>
                  <a:pt x="368" y="14"/>
                </a:cubicBezTo>
                <a:cubicBezTo>
                  <a:pt x="515" y="0"/>
                  <a:pt x="811" y="42"/>
                  <a:pt x="940" y="79"/>
                </a:cubicBezTo>
                <a:cubicBezTo>
                  <a:pt x="1069" y="116"/>
                  <a:pt x="1126" y="177"/>
                  <a:pt x="1144" y="239"/>
                </a:cubicBezTo>
                <a:cubicBezTo>
                  <a:pt x="1162" y="301"/>
                  <a:pt x="1141" y="401"/>
                  <a:pt x="1048" y="451"/>
                </a:cubicBezTo>
                <a:cubicBezTo>
                  <a:pt x="955" y="501"/>
                  <a:pt x="746" y="543"/>
                  <a:pt x="586" y="541"/>
                </a:cubicBezTo>
                <a:cubicBezTo>
                  <a:pt x="426" y="539"/>
                  <a:pt x="176" y="502"/>
                  <a:pt x="88" y="439"/>
                </a:cubicBezTo>
                <a:cubicBezTo>
                  <a:pt x="0" y="376"/>
                  <a:pt x="63" y="220"/>
                  <a:pt x="56" y="162"/>
                </a:cubicBezTo>
                <a:close/>
              </a:path>
            </a:pathLst>
          </a:custGeom>
          <a:solidFill>
            <a:srgbClr val="9CE0FA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134" name="Freeform 4">
            <a:extLst>
              <a:ext uri="{FF2B5EF4-FFF2-40B4-BE49-F238E27FC236}">
                <a16:creationId xmlns:a16="http://schemas.microsoft.com/office/drawing/2014/main" id="{4090092D-F797-484C-B1D2-AD83E59BF3EE}"/>
              </a:ext>
            </a:extLst>
          </p:cNvPr>
          <p:cNvSpPr>
            <a:spLocks/>
          </p:cNvSpPr>
          <p:nvPr/>
        </p:nvSpPr>
        <p:spPr bwMode="auto">
          <a:xfrm>
            <a:off x="3015266" y="1592345"/>
            <a:ext cx="1832250" cy="1498236"/>
          </a:xfrm>
          <a:custGeom>
            <a:avLst/>
            <a:gdLst>
              <a:gd name="T0" fmla="*/ 134 w 1198"/>
              <a:gd name="T1" fmla="*/ 270558 h 451"/>
              <a:gd name="T2" fmla="*/ 273 w 1198"/>
              <a:gd name="T3" fmla="*/ 132828 h 451"/>
              <a:gd name="T4" fmla="*/ 679 w 1198"/>
              <a:gd name="T5" fmla="*/ 73044 h 451"/>
              <a:gd name="T6" fmla="*/ 1501 w 1198"/>
              <a:gd name="T7" fmla="*/ 37135 h 451"/>
              <a:gd name="T8" fmla="*/ 1796 w 1198"/>
              <a:gd name="T9" fmla="*/ 294460 h 451"/>
              <a:gd name="T10" fmla="*/ 1350 w 1198"/>
              <a:gd name="T11" fmla="*/ 616944 h 451"/>
              <a:gd name="T12" fmla="*/ 466 w 1198"/>
              <a:gd name="T13" fmla="*/ 634874 h 451"/>
              <a:gd name="T14" fmla="*/ 54 w 1198"/>
              <a:gd name="T15" fmla="*/ 503524 h 451"/>
              <a:gd name="T16" fmla="*/ 134 w 1198"/>
              <a:gd name="T17" fmla="*/ 270558 h 451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w 1198"/>
              <a:gd name="T28" fmla="*/ 0 h 451"/>
              <a:gd name="T29" fmla="*/ 1198 w 1198"/>
              <a:gd name="T30" fmla="*/ 451 h 451"/>
            </a:gdLst>
            <a:ahLst/>
            <a:cxnLst>
              <a:cxn ang="T18">
                <a:pos x="T0" y="T1"/>
              </a:cxn>
              <a:cxn ang="T19">
                <a:pos x="T2" y="T3"/>
              </a:cxn>
              <a:cxn ang="T20">
                <a:pos x="T4" y="T5"/>
              </a:cxn>
              <a:cxn ang="T21">
                <a:pos x="T6" y="T7"/>
              </a:cxn>
              <a:cxn ang="T22">
                <a:pos x="T8" y="T9"/>
              </a:cxn>
              <a:cxn ang="T23">
                <a:pos x="T10" y="T11"/>
              </a:cxn>
              <a:cxn ang="T24">
                <a:pos x="T12" y="T13"/>
              </a:cxn>
              <a:cxn ang="T25">
                <a:pos x="T14" y="T15"/>
              </a:cxn>
              <a:cxn ang="T26">
                <a:pos x="T16" y="T17"/>
              </a:cxn>
            </a:cxnLst>
            <a:rect l="T27" t="T28" r="T29" b="T30"/>
            <a:pathLst>
              <a:path w="1198" h="451">
                <a:moveTo>
                  <a:pt x="88" y="181"/>
                </a:moveTo>
                <a:cubicBezTo>
                  <a:pt x="159" y="143"/>
                  <a:pt x="120" y="111"/>
                  <a:pt x="180" y="89"/>
                </a:cubicBezTo>
                <a:cubicBezTo>
                  <a:pt x="240" y="67"/>
                  <a:pt x="313" y="60"/>
                  <a:pt x="448" y="49"/>
                </a:cubicBezTo>
                <a:cubicBezTo>
                  <a:pt x="583" y="38"/>
                  <a:pt x="866" y="0"/>
                  <a:pt x="988" y="25"/>
                </a:cubicBezTo>
                <a:cubicBezTo>
                  <a:pt x="1110" y="50"/>
                  <a:pt x="1198" y="132"/>
                  <a:pt x="1181" y="197"/>
                </a:cubicBezTo>
                <a:cubicBezTo>
                  <a:pt x="1164" y="262"/>
                  <a:pt x="1034" y="375"/>
                  <a:pt x="889" y="413"/>
                </a:cubicBezTo>
                <a:cubicBezTo>
                  <a:pt x="744" y="451"/>
                  <a:pt x="449" y="438"/>
                  <a:pt x="307" y="425"/>
                </a:cubicBezTo>
                <a:cubicBezTo>
                  <a:pt x="165" y="412"/>
                  <a:pt x="72" y="378"/>
                  <a:pt x="36" y="337"/>
                </a:cubicBezTo>
                <a:cubicBezTo>
                  <a:pt x="0" y="296"/>
                  <a:pt x="77" y="213"/>
                  <a:pt x="88" y="181"/>
                </a:cubicBezTo>
                <a:close/>
              </a:path>
            </a:pathLst>
          </a:custGeom>
          <a:solidFill>
            <a:srgbClr val="9CE0FA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135" name="Freeform 5">
            <a:extLst>
              <a:ext uri="{FF2B5EF4-FFF2-40B4-BE49-F238E27FC236}">
                <a16:creationId xmlns:a16="http://schemas.microsoft.com/office/drawing/2014/main" id="{D3A2AF50-CEA9-924C-8C29-0549AF5748DF}"/>
              </a:ext>
            </a:extLst>
          </p:cNvPr>
          <p:cNvSpPr>
            <a:spLocks/>
          </p:cNvSpPr>
          <p:nvPr/>
        </p:nvSpPr>
        <p:spPr bwMode="auto">
          <a:xfrm>
            <a:off x="4197833" y="2673258"/>
            <a:ext cx="2930139" cy="1167917"/>
          </a:xfrm>
          <a:custGeom>
            <a:avLst/>
            <a:gdLst>
              <a:gd name="T0" fmla="*/ 1319 w 1583"/>
              <a:gd name="T1" fmla="*/ 862 h 682"/>
              <a:gd name="T2" fmla="*/ 3445 w 1583"/>
              <a:gd name="T3" fmla="*/ 285 h 682"/>
              <a:gd name="T4" fmla="*/ 6645 w 1583"/>
              <a:gd name="T5" fmla="*/ 77 h 682"/>
              <a:gd name="T6" fmla="*/ 9794 w 1583"/>
              <a:gd name="T7" fmla="*/ 744 h 682"/>
              <a:gd name="T8" fmla="*/ 13238 w 1583"/>
              <a:gd name="T9" fmla="*/ 1642 h 682"/>
              <a:gd name="T10" fmla="*/ 10773 w 1583"/>
              <a:gd name="T11" fmla="*/ 2476 h 682"/>
              <a:gd name="T12" fmla="*/ 5844 w 1583"/>
              <a:gd name="T13" fmla="*/ 2523 h 682"/>
              <a:gd name="T14" fmla="*/ 751 w 1583"/>
              <a:gd name="T15" fmla="*/ 2291 h 682"/>
              <a:gd name="T16" fmla="*/ 1319 w 1583"/>
              <a:gd name="T17" fmla="*/ 862 h 682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w 1583"/>
              <a:gd name="T28" fmla="*/ 0 h 682"/>
              <a:gd name="T29" fmla="*/ 1583 w 1583"/>
              <a:gd name="T30" fmla="*/ 682 h 682"/>
            </a:gdLst>
            <a:ahLst/>
            <a:cxnLst>
              <a:cxn ang="T18">
                <a:pos x="T0" y="T1"/>
              </a:cxn>
              <a:cxn ang="T19">
                <a:pos x="T2" y="T3"/>
              </a:cxn>
              <a:cxn ang="T20">
                <a:pos x="T4" y="T5"/>
              </a:cxn>
              <a:cxn ang="T21">
                <a:pos x="T6" y="T7"/>
              </a:cxn>
              <a:cxn ang="T22">
                <a:pos x="T8" y="T9"/>
              </a:cxn>
              <a:cxn ang="T23">
                <a:pos x="T10" y="T11"/>
              </a:cxn>
              <a:cxn ang="T24">
                <a:pos x="T12" y="T13"/>
              </a:cxn>
              <a:cxn ang="T25">
                <a:pos x="T14" y="T15"/>
              </a:cxn>
              <a:cxn ang="T26">
                <a:pos x="T16" y="T17"/>
              </a:cxn>
            </a:cxnLst>
            <a:rect l="T27" t="T28" r="T29" b="T30"/>
            <a:pathLst>
              <a:path w="1583" h="682">
                <a:moveTo>
                  <a:pt x="155" y="224"/>
                </a:moveTo>
                <a:cubicBezTo>
                  <a:pt x="208" y="137"/>
                  <a:pt x="302" y="108"/>
                  <a:pt x="407" y="74"/>
                </a:cubicBezTo>
                <a:cubicBezTo>
                  <a:pt x="512" y="40"/>
                  <a:pt x="660" y="0"/>
                  <a:pt x="785" y="20"/>
                </a:cubicBezTo>
                <a:cubicBezTo>
                  <a:pt x="910" y="40"/>
                  <a:pt x="1027" y="126"/>
                  <a:pt x="1157" y="194"/>
                </a:cubicBezTo>
                <a:cubicBezTo>
                  <a:pt x="1287" y="262"/>
                  <a:pt x="1545" y="353"/>
                  <a:pt x="1564" y="428"/>
                </a:cubicBezTo>
                <a:cubicBezTo>
                  <a:pt x="1583" y="503"/>
                  <a:pt x="1417" y="606"/>
                  <a:pt x="1272" y="644"/>
                </a:cubicBezTo>
                <a:cubicBezTo>
                  <a:pt x="1127" y="682"/>
                  <a:pt x="887" y="664"/>
                  <a:pt x="690" y="656"/>
                </a:cubicBezTo>
                <a:cubicBezTo>
                  <a:pt x="493" y="648"/>
                  <a:pt x="178" y="668"/>
                  <a:pt x="89" y="596"/>
                </a:cubicBezTo>
                <a:cubicBezTo>
                  <a:pt x="0" y="524"/>
                  <a:pt x="102" y="311"/>
                  <a:pt x="155" y="224"/>
                </a:cubicBezTo>
                <a:close/>
              </a:path>
            </a:pathLst>
          </a:custGeom>
          <a:solidFill>
            <a:srgbClr val="9CE0FA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136" name="Oval 6">
            <a:extLst>
              <a:ext uri="{FF2B5EF4-FFF2-40B4-BE49-F238E27FC236}">
                <a16:creationId xmlns:a16="http://schemas.microsoft.com/office/drawing/2014/main" id="{D886B232-293A-5347-8A9F-D005603A3D6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96316" y="2671783"/>
            <a:ext cx="456967" cy="119446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137" name="Line 7">
            <a:extLst>
              <a:ext uri="{FF2B5EF4-FFF2-40B4-BE49-F238E27FC236}">
                <a16:creationId xmlns:a16="http://schemas.microsoft.com/office/drawing/2014/main" id="{48D605CF-ABE3-1B4F-A232-D527090F964F}"/>
              </a:ext>
            </a:extLst>
          </p:cNvPr>
          <p:cNvSpPr>
            <a:spLocks noChangeShapeType="1"/>
          </p:cNvSpPr>
          <p:nvPr/>
        </p:nvSpPr>
        <p:spPr bwMode="auto">
          <a:xfrm>
            <a:off x="3396316" y="2661461"/>
            <a:ext cx="0" cy="76681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138" name="Line 8">
            <a:extLst>
              <a:ext uri="{FF2B5EF4-FFF2-40B4-BE49-F238E27FC236}">
                <a16:creationId xmlns:a16="http://schemas.microsoft.com/office/drawing/2014/main" id="{6E612E8D-CA6C-F94A-8F5F-7BEED5AE7E82}"/>
              </a:ext>
            </a:extLst>
          </p:cNvPr>
          <p:cNvSpPr>
            <a:spLocks noChangeShapeType="1"/>
          </p:cNvSpPr>
          <p:nvPr/>
        </p:nvSpPr>
        <p:spPr bwMode="auto">
          <a:xfrm>
            <a:off x="3853283" y="2661461"/>
            <a:ext cx="0" cy="76681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139" name="Rectangle 9">
            <a:extLst>
              <a:ext uri="{FF2B5EF4-FFF2-40B4-BE49-F238E27FC236}">
                <a16:creationId xmlns:a16="http://schemas.microsoft.com/office/drawing/2014/main" id="{0E2B504C-B9E0-FC47-9368-53C623397F6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96316" y="2661461"/>
            <a:ext cx="452588" cy="75207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140" name="Oval 10">
            <a:extLst>
              <a:ext uri="{FF2B5EF4-FFF2-40B4-BE49-F238E27FC236}">
                <a16:creationId xmlns:a16="http://schemas.microsoft.com/office/drawing/2014/main" id="{9EFBE396-B625-0344-8E23-5BBAD57A09A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91936" y="2574457"/>
            <a:ext cx="456967" cy="140091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141" name="Rectangle 11">
            <a:extLst>
              <a:ext uri="{FF2B5EF4-FFF2-40B4-BE49-F238E27FC236}">
                <a16:creationId xmlns:a16="http://schemas.microsoft.com/office/drawing/2014/main" id="{F0DBD69C-A5DB-DC4A-AE43-093463BEFD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18952" y="2593627"/>
            <a:ext cx="205854" cy="182856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142" name="Text Box 12">
            <a:extLst>
              <a:ext uri="{FF2B5EF4-FFF2-40B4-BE49-F238E27FC236}">
                <a16:creationId xmlns:a16="http://schemas.microsoft.com/office/drawing/2014/main" id="{9C707F26-D218-B941-ACA7-2537E8CEE74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393396" y="2497775"/>
            <a:ext cx="467187" cy="39667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3b</a:t>
            </a: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43" name="Oval 13">
            <a:extLst>
              <a:ext uri="{FF2B5EF4-FFF2-40B4-BE49-F238E27FC236}">
                <a16:creationId xmlns:a16="http://schemas.microsoft.com/office/drawing/2014/main" id="{F5CAF371-FE17-244E-B591-ECED8083E8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74547" y="3565416"/>
            <a:ext cx="456967" cy="119446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144" name="Line 14">
            <a:extLst>
              <a:ext uri="{FF2B5EF4-FFF2-40B4-BE49-F238E27FC236}">
                <a16:creationId xmlns:a16="http://schemas.microsoft.com/office/drawing/2014/main" id="{21854A4C-DB2D-E340-B5A9-97C52C8C104F}"/>
              </a:ext>
            </a:extLst>
          </p:cNvPr>
          <p:cNvSpPr>
            <a:spLocks noChangeShapeType="1"/>
          </p:cNvSpPr>
          <p:nvPr/>
        </p:nvSpPr>
        <p:spPr bwMode="auto">
          <a:xfrm>
            <a:off x="5174547" y="3555094"/>
            <a:ext cx="0" cy="76681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145" name="Line 15">
            <a:extLst>
              <a:ext uri="{FF2B5EF4-FFF2-40B4-BE49-F238E27FC236}">
                <a16:creationId xmlns:a16="http://schemas.microsoft.com/office/drawing/2014/main" id="{E1CB0695-60DD-C243-A589-4B84D9A97D8C}"/>
              </a:ext>
            </a:extLst>
          </p:cNvPr>
          <p:cNvSpPr>
            <a:spLocks noChangeShapeType="1"/>
          </p:cNvSpPr>
          <p:nvPr/>
        </p:nvSpPr>
        <p:spPr bwMode="auto">
          <a:xfrm>
            <a:off x="5631514" y="3555094"/>
            <a:ext cx="0" cy="76681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146" name="Rectangle 16">
            <a:extLst>
              <a:ext uri="{FF2B5EF4-FFF2-40B4-BE49-F238E27FC236}">
                <a16:creationId xmlns:a16="http://schemas.microsoft.com/office/drawing/2014/main" id="{5BD440AE-D73F-7F45-9AA6-838A5A16111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74547" y="3555094"/>
            <a:ext cx="452588" cy="75207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147" name="Oval 17">
            <a:extLst>
              <a:ext uri="{FF2B5EF4-FFF2-40B4-BE49-F238E27FC236}">
                <a16:creationId xmlns:a16="http://schemas.microsoft.com/office/drawing/2014/main" id="{E5795699-8636-AB42-9278-8D9E1A42842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70167" y="3468090"/>
            <a:ext cx="456967" cy="140091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grpSp>
        <p:nvGrpSpPr>
          <p:cNvPr id="148" name="Group 18">
            <a:extLst>
              <a:ext uri="{FF2B5EF4-FFF2-40B4-BE49-F238E27FC236}">
                <a16:creationId xmlns:a16="http://schemas.microsoft.com/office/drawing/2014/main" id="{6B8409BD-7477-6747-91EB-78CFC8F8BA47}"/>
              </a:ext>
            </a:extLst>
          </p:cNvPr>
          <p:cNvGrpSpPr>
            <a:grpSpLocks/>
          </p:cNvGrpSpPr>
          <p:nvPr/>
        </p:nvGrpSpPr>
        <p:grpSpPr bwMode="auto">
          <a:xfrm>
            <a:off x="5173087" y="3382561"/>
            <a:ext cx="468647" cy="396679"/>
            <a:chOff x="2897" y="2425"/>
            <a:chExt cx="323" cy="269"/>
          </a:xfrm>
        </p:grpSpPr>
        <p:sp>
          <p:nvSpPr>
            <p:cNvPr id="251" name="Rectangle 19">
              <a:extLst>
                <a:ext uri="{FF2B5EF4-FFF2-40B4-BE49-F238E27FC236}">
                  <a16:creationId xmlns:a16="http://schemas.microsoft.com/office/drawing/2014/main" id="{7D7609E8-756E-1B41-AE93-5463D8AF72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2" y="2490"/>
              <a:ext cx="142" cy="132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252" name="Text Box 20">
              <a:extLst>
                <a:ext uri="{FF2B5EF4-FFF2-40B4-BE49-F238E27FC236}">
                  <a16:creationId xmlns:a16="http://schemas.microsoft.com/office/drawing/2014/main" id="{7B4233D3-81BD-B448-80FE-0C01096615A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97" y="2425"/>
              <a:ext cx="323" cy="2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1d</a:t>
              </a:r>
            </a:p>
          </p:txBody>
        </p:sp>
      </p:grpSp>
      <p:sp>
        <p:nvSpPr>
          <p:cNvPr id="149" name="Oval 21">
            <a:extLst>
              <a:ext uri="{FF2B5EF4-FFF2-40B4-BE49-F238E27FC236}">
                <a16:creationId xmlns:a16="http://schemas.microsoft.com/office/drawing/2014/main" id="{7AA5B5C8-99AF-D744-91DD-4758CEDCAEA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15353" y="2477130"/>
            <a:ext cx="456967" cy="122395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150" name="Line 22">
            <a:extLst>
              <a:ext uri="{FF2B5EF4-FFF2-40B4-BE49-F238E27FC236}">
                <a16:creationId xmlns:a16="http://schemas.microsoft.com/office/drawing/2014/main" id="{3F1A6000-25C3-6A47-897A-6B2052E82150}"/>
              </a:ext>
            </a:extLst>
          </p:cNvPr>
          <p:cNvSpPr>
            <a:spLocks noChangeShapeType="1"/>
          </p:cNvSpPr>
          <p:nvPr/>
        </p:nvSpPr>
        <p:spPr bwMode="auto">
          <a:xfrm>
            <a:off x="4215353" y="2466808"/>
            <a:ext cx="0" cy="73732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151" name="Line 23">
            <a:extLst>
              <a:ext uri="{FF2B5EF4-FFF2-40B4-BE49-F238E27FC236}">
                <a16:creationId xmlns:a16="http://schemas.microsoft.com/office/drawing/2014/main" id="{2C6C2593-75EB-9041-B98E-049BD334D460}"/>
              </a:ext>
            </a:extLst>
          </p:cNvPr>
          <p:cNvSpPr>
            <a:spLocks noChangeShapeType="1"/>
          </p:cNvSpPr>
          <p:nvPr/>
        </p:nvSpPr>
        <p:spPr bwMode="auto">
          <a:xfrm>
            <a:off x="4672320" y="2466808"/>
            <a:ext cx="0" cy="73732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152" name="Rectangle 24">
            <a:extLst>
              <a:ext uri="{FF2B5EF4-FFF2-40B4-BE49-F238E27FC236}">
                <a16:creationId xmlns:a16="http://schemas.microsoft.com/office/drawing/2014/main" id="{503F2144-C006-BA4A-A54C-154D6C9ABA2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15353" y="2466808"/>
            <a:ext cx="452588" cy="69308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153" name="Oval 25">
            <a:extLst>
              <a:ext uri="{FF2B5EF4-FFF2-40B4-BE49-F238E27FC236}">
                <a16:creationId xmlns:a16="http://schemas.microsoft.com/office/drawing/2014/main" id="{D492E009-7760-4343-874C-AD3B4183587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10973" y="2379804"/>
            <a:ext cx="456967" cy="140091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154" name="Rectangle 26">
            <a:extLst>
              <a:ext uri="{FF2B5EF4-FFF2-40B4-BE49-F238E27FC236}">
                <a16:creationId xmlns:a16="http://schemas.microsoft.com/office/drawing/2014/main" id="{F8BDB031-7C07-264D-B086-6DC72DC78BD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37990" y="2398974"/>
            <a:ext cx="207314" cy="162211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155" name="Text Box 27">
            <a:extLst>
              <a:ext uri="{FF2B5EF4-FFF2-40B4-BE49-F238E27FC236}">
                <a16:creationId xmlns:a16="http://schemas.microsoft.com/office/drawing/2014/main" id="{B087AFAB-7C65-874C-8F8F-3012C906099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13893" y="2301648"/>
            <a:ext cx="467187" cy="39667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3a</a:t>
            </a: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56" name="Oval 28">
            <a:extLst>
              <a:ext uri="{FF2B5EF4-FFF2-40B4-BE49-F238E27FC236}">
                <a16:creationId xmlns:a16="http://schemas.microsoft.com/office/drawing/2014/main" id="{87CEC350-ADF1-E24F-A235-1A9B645EFA0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21988" y="2981458"/>
            <a:ext cx="456967" cy="119446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157" name="Line 29">
            <a:extLst>
              <a:ext uri="{FF2B5EF4-FFF2-40B4-BE49-F238E27FC236}">
                <a16:creationId xmlns:a16="http://schemas.microsoft.com/office/drawing/2014/main" id="{5782FBF4-093E-9947-AAA6-533CA371CD3F}"/>
              </a:ext>
            </a:extLst>
          </p:cNvPr>
          <p:cNvSpPr>
            <a:spLocks noChangeShapeType="1"/>
          </p:cNvSpPr>
          <p:nvPr/>
        </p:nvSpPr>
        <p:spPr bwMode="auto">
          <a:xfrm>
            <a:off x="5121988" y="2972610"/>
            <a:ext cx="0" cy="75207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158" name="Line 30">
            <a:extLst>
              <a:ext uri="{FF2B5EF4-FFF2-40B4-BE49-F238E27FC236}">
                <a16:creationId xmlns:a16="http://schemas.microsoft.com/office/drawing/2014/main" id="{FA0971A2-9137-1943-A6F3-BD3716BCCBB6}"/>
              </a:ext>
            </a:extLst>
          </p:cNvPr>
          <p:cNvSpPr>
            <a:spLocks noChangeShapeType="1"/>
          </p:cNvSpPr>
          <p:nvPr/>
        </p:nvSpPr>
        <p:spPr bwMode="auto">
          <a:xfrm>
            <a:off x="5578955" y="2972610"/>
            <a:ext cx="0" cy="75207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159" name="Rectangle 31">
            <a:extLst>
              <a:ext uri="{FF2B5EF4-FFF2-40B4-BE49-F238E27FC236}">
                <a16:creationId xmlns:a16="http://schemas.microsoft.com/office/drawing/2014/main" id="{FBE8FDDA-4B2E-BE4C-95BF-585222778EC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21988" y="2972610"/>
            <a:ext cx="452588" cy="70783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160" name="Oval 32">
            <a:extLst>
              <a:ext uri="{FF2B5EF4-FFF2-40B4-BE49-F238E27FC236}">
                <a16:creationId xmlns:a16="http://schemas.microsoft.com/office/drawing/2014/main" id="{6DE39B5B-BD23-3044-9274-CFE1A3DFE64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17608" y="2884132"/>
            <a:ext cx="456967" cy="140091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grpSp>
        <p:nvGrpSpPr>
          <p:cNvPr id="161" name="Group 33">
            <a:extLst>
              <a:ext uri="{FF2B5EF4-FFF2-40B4-BE49-F238E27FC236}">
                <a16:creationId xmlns:a16="http://schemas.microsoft.com/office/drawing/2014/main" id="{D6CD68FD-658B-EA4A-AFA2-F4EE9AE43DCA}"/>
              </a:ext>
            </a:extLst>
          </p:cNvPr>
          <p:cNvGrpSpPr>
            <a:grpSpLocks/>
          </p:cNvGrpSpPr>
          <p:nvPr/>
        </p:nvGrpSpPr>
        <p:grpSpPr bwMode="auto">
          <a:xfrm>
            <a:off x="5124908" y="2798602"/>
            <a:ext cx="452588" cy="398153"/>
            <a:chOff x="2899" y="2425"/>
            <a:chExt cx="319" cy="270"/>
          </a:xfrm>
        </p:grpSpPr>
        <p:sp>
          <p:nvSpPr>
            <p:cNvPr id="249" name="Rectangle 34">
              <a:extLst>
                <a:ext uri="{FF2B5EF4-FFF2-40B4-BE49-F238E27FC236}">
                  <a16:creationId xmlns:a16="http://schemas.microsoft.com/office/drawing/2014/main" id="{C85F8938-221C-6441-94A5-77506E21CE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2" y="2490"/>
              <a:ext cx="144" cy="132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250" name="Text Box 35">
              <a:extLst>
                <a:ext uri="{FF2B5EF4-FFF2-40B4-BE49-F238E27FC236}">
                  <a16:creationId xmlns:a16="http://schemas.microsoft.com/office/drawing/2014/main" id="{430475AC-A5D0-EF4C-9180-A3E96828AD8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99" y="2425"/>
              <a:ext cx="319" cy="27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1c</a:t>
              </a:r>
            </a:p>
          </p:txBody>
        </p:sp>
      </p:grpSp>
      <p:sp>
        <p:nvSpPr>
          <p:cNvPr id="162" name="Line 36">
            <a:extLst>
              <a:ext uri="{FF2B5EF4-FFF2-40B4-BE49-F238E27FC236}">
                <a16:creationId xmlns:a16="http://schemas.microsoft.com/office/drawing/2014/main" id="{AF16B8FF-7450-3B46-865A-EC0F92A90E8F}"/>
              </a:ext>
            </a:extLst>
          </p:cNvPr>
          <p:cNvSpPr>
            <a:spLocks noChangeShapeType="1"/>
          </p:cNvSpPr>
          <p:nvPr/>
        </p:nvSpPr>
        <p:spPr bwMode="auto">
          <a:xfrm>
            <a:off x="7742616" y="2716751"/>
            <a:ext cx="449668" cy="144515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163" name="Line 37">
            <a:extLst>
              <a:ext uri="{FF2B5EF4-FFF2-40B4-BE49-F238E27FC236}">
                <a16:creationId xmlns:a16="http://schemas.microsoft.com/office/drawing/2014/main" id="{B705DAC1-A436-FC47-B3A5-64086AE0207E}"/>
              </a:ext>
            </a:extLst>
          </p:cNvPr>
          <p:cNvSpPr>
            <a:spLocks noChangeShapeType="1"/>
          </p:cNvSpPr>
          <p:nvPr/>
        </p:nvSpPr>
        <p:spPr bwMode="auto">
          <a:xfrm>
            <a:off x="8215643" y="2592152"/>
            <a:ext cx="132856" cy="171058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164" name="Line 38">
            <a:extLst>
              <a:ext uri="{FF2B5EF4-FFF2-40B4-BE49-F238E27FC236}">
                <a16:creationId xmlns:a16="http://schemas.microsoft.com/office/drawing/2014/main" id="{B646BCF5-2213-9142-8477-66C7DFEE38E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643339" y="2527268"/>
            <a:ext cx="166435" cy="112073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165" name="Freeform 39">
            <a:extLst>
              <a:ext uri="{FF2B5EF4-FFF2-40B4-BE49-F238E27FC236}">
                <a16:creationId xmlns:a16="http://schemas.microsoft.com/office/drawing/2014/main" id="{1A359E4A-1EBE-234F-9DE9-E4FB43E18A2D}"/>
              </a:ext>
            </a:extLst>
          </p:cNvPr>
          <p:cNvSpPr>
            <a:spLocks/>
          </p:cNvSpPr>
          <p:nvPr/>
        </p:nvSpPr>
        <p:spPr bwMode="auto">
          <a:xfrm>
            <a:off x="5628594" y="3462191"/>
            <a:ext cx="385429" cy="120921"/>
          </a:xfrm>
          <a:custGeom>
            <a:avLst/>
            <a:gdLst>
              <a:gd name="T0" fmla="*/ 0 w 264"/>
              <a:gd name="T1" fmla="*/ 82 h 82"/>
              <a:gd name="T2" fmla="*/ 264 w 264"/>
              <a:gd name="T3" fmla="*/ 0 h 82"/>
              <a:gd name="T4" fmla="*/ 0 60000 65536"/>
              <a:gd name="T5" fmla="*/ 0 60000 65536"/>
              <a:gd name="T6" fmla="*/ 0 w 264"/>
              <a:gd name="T7" fmla="*/ 0 h 82"/>
              <a:gd name="T8" fmla="*/ 264 w 264"/>
              <a:gd name="T9" fmla="*/ 82 h 82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264" h="82">
                <a:moveTo>
                  <a:pt x="0" y="82"/>
                </a:moveTo>
                <a:lnTo>
                  <a:pt x="264" y="0"/>
                </a:lnTo>
              </a:path>
            </a:pathLst>
          </a:custGeom>
          <a:noFill/>
          <a:ln w="28575" cap="flat" cmpd="sng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166" name="Freeform 40">
            <a:extLst>
              <a:ext uri="{FF2B5EF4-FFF2-40B4-BE49-F238E27FC236}">
                <a16:creationId xmlns:a16="http://schemas.microsoft.com/office/drawing/2014/main" id="{097126F1-D995-444D-8642-03F5F5E0DBAA}"/>
              </a:ext>
            </a:extLst>
          </p:cNvPr>
          <p:cNvSpPr>
            <a:spLocks/>
          </p:cNvSpPr>
          <p:nvPr/>
        </p:nvSpPr>
        <p:spPr bwMode="auto">
          <a:xfrm>
            <a:off x="4957013" y="3409104"/>
            <a:ext cx="221914" cy="174008"/>
          </a:xfrm>
          <a:custGeom>
            <a:avLst/>
            <a:gdLst>
              <a:gd name="T0" fmla="*/ 0 w 152"/>
              <a:gd name="T1" fmla="*/ 0 h 118"/>
              <a:gd name="T2" fmla="*/ 152 w 152"/>
              <a:gd name="T3" fmla="*/ 118 h 118"/>
              <a:gd name="T4" fmla="*/ 0 60000 65536"/>
              <a:gd name="T5" fmla="*/ 0 60000 65536"/>
              <a:gd name="T6" fmla="*/ 0 w 152"/>
              <a:gd name="T7" fmla="*/ 0 h 118"/>
              <a:gd name="T8" fmla="*/ 152 w 152"/>
              <a:gd name="T9" fmla="*/ 118 h 118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152" h="118">
                <a:moveTo>
                  <a:pt x="0" y="0"/>
                </a:moveTo>
                <a:lnTo>
                  <a:pt x="152" y="118"/>
                </a:lnTo>
              </a:path>
            </a:pathLst>
          </a:custGeom>
          <a:noFill/>
          <a:ln w="28575" cap="flat" cmpd="sng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167" name="Freeform 41">
            <a:extLst>
              <a:ext uri="{FF2B5EF4-FFF2-40B4-BE49-F238E27FC236}">
                <a16:creationId xmlns:a16="http://schemas.microsoft.com/office/drawing/2014/main" id="{8FA74CA7-BEE7-3E46-BAFF-EC2177B4B95C}"/>
              </a:ext>
            </a:extLst>
          </p:cNvPr>
          <p:cNvSpPr>
            <a:spLocks/>
          </p:cNvSpPr>
          <p:nvPr/>
        </p:nvSpPr>
        <p:spPr bwMode="auto">
          <a:xfrm>
            <a:off x="5138048" y="3305879"/>
            <a:ext cx="823417" cy="120921"/>
          </a:xfrm>
          <a:custGeom>
            <a:avLst/>
            <a:gdLst>
              <a:gd name="T0" fmla="*/ 0 w 564"/>
              <a:gd name="T1" fmla="*/ 0 h 82"/>
              <a:gd name="T2" fmla="*/ 564 w 564"/>
              <a:gd name="T3" fmla="*/ 82 h 82"/>
              <a:gd name="T4" fmla="*/ 0 60000 65536"/>
              <a:gd name="T5" fmla="*/ 0 60000 65536"/>
              <a:gd name="T6" fmla="*/ 0 w 564"/>
              <a:gd name="T7" fmla="*/ 0 h 82"/>
              <a:gd name="T8" fmla="*/ 564 w 564"/>
              <a:gd name="T9" fmla="*/ 82 h 82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564" h="82">
                <a:moveTo>
                  <a:pt x="0" y="0"/>
                </a:moveTo>
                <a:lnTo>
                  <a:pt x="564" y="82"/>
                </a:lnTo>
              </a:path>
            </a:pathLst>
          </a:custGeom>
          <a:noFill/>
          <a:ln w="28575" cap="flat" cmpd="sng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168" name="Freeform 42">
            <a:extLst>
              <a:ext uri="{FF2B5EF4-FFF2-40B4-BE49-F238E27FC236}">
                <a16:creationId xmlns:a16="http://schemas.microsoft.com/office/drawing/2014/main" id="{A5B0DFEC-B8A9-C34F-94A0-A4E2936DD8A8}"/>
              </a:ext>
            </a:extLst>
          </p:cNvPr>
          <p:cNvSpPr>
            <a:spLocks/>
          </p:cNvSpPr>
          <p:nvPr/>
        </p:nvSpPr>
        <p:spPr bwMode="auto">
          <a:xfrm>
            <a:off x="5047530" y="3066987"/>
            <a:ext cx="110957" cy="138616"/>
          </a:xfrm>
          <a:custGeom>
            <a:avLst/>
            <a:gdLst>
              <a:gd name="T0" fmla="*/ 0 w 76"/>
              <a:gd name="T1" fmla="*/ 94 h 94"/>
              <a:gd name="T2" fmla="*/ 76 w 76"/>
              <a:gd name="T3" fmla="*/ 0 h 94"/>
              <a:gd name="T4" fmla="*/ 0 60000 65536"/>
              <a:gd name="T5" fmla="*/ 0 60000 65536"/>
              <a:gd name="T6" fmla="*/ 0 w 76"/>
              <a:gd name="T7" fmla="*/ 0 h 94"/>
              <a:gd name="T8" fmla="*/ 76 w 76"/>
              <a:gd name="T9" fmla="*/ 94 h 94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76" h="94">
                <a:moveTo>
                  <a:pt x="0" y="94"/>
                </a:moveTo>
                <a:lnTo>
                  <a:pt x="76" y="0"/>
                </a:lnTo>
              </a:path>
            </a:pathLst>
          </a:custGeom>
          <a:noFill/>
          <a:ln w="28575" cap="flat" cmpd="sng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169" name="Freeform 43">
            <a:extLst>
              <a:ext uri="{FF2B5EF4-FFF2-40B4-BE49-F238E27FC236}">
                <a16:creationId xmlns:a16="http://schemas.microsoft.com/office/drawing/2014/main" id="{698BCEC3-16FB-314C-831F-6D55ED13B108}"/>
              </a:ext>
            </a:extLst>
          </p:cNvPr>
          <p:cNvSpPr>
            <a:spLocks/>
          </p:cNvSpPr>
          <p:nvPr/>
        </p:nvSpPr>
        <p:spPr bwMode="auto">
          <a:xfrm>
            <a:off x="3841603" y="2512522"/>
            <a:ext cx="367910" cy="168109"/>
          </a:xfrm>
          <a:custGeom>
            <a:avLst/>
            <a:gdLst>
              <a:gd name="T0" fmla="*/ 0 w 252"/>
              <a:gd name="T1" fmla="*/ 114 h 114"/>
              <a:gd name="T2" fmla="*/ 252 w 252"/>
              <a:gd name="T3" fmla="*/ 0 h 114"/>
              <a:gd name="T4" fmla="*/ 0 60000 65536"/>
              <a:gd name="T5" fmla="*/ 0 60000 65536"/>
              <a:gd name="T6" fmla="*/ 0 w 252"/>
              <a:gd name="T7" fmla="*/ 0 h 114"/>
              <a:gd name="T8" fmla="*/ 252 w 252"/>
              <a:gd name="T9" fmla="*/ 114 h 114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252" h="114">
                <a:moveTo>
                  <a:pt x="0" y="114"/>
                </a:moveTo>
                <a:lnTo>
                  <a:pt x="252" y="0"/>
                </a:lnTo>
              </a:path>
            </a:pathLst>
          </a:custGeom>
          <a:noFill/>
          <a:ln w="28575" cap="flat" cmpd="sng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170" name="Freeform 44">
            <a:extLst>
              <a:ext uri="{FF2B5EF4-FFF2-40B4-BE49-F238E27FC236}">
                <a16:creationId xmlns:a16="http://schemas.microsoft.com/office/drawing/2014/main" id="{8CB7EA9B-46A2-DA43-BD84-E5E548E767A3}"/>
              </a:ext>
            </a:extLst>
          </p:cNvPr>
          <p:cNvSpPr>
            <a:spLocks/>
          </p:cNvSpPr>
          <p:nvPr/>
        </p:nvSpPr>
        <p:spPr bwMode="auto">
          <a:xfrm>
            <a:off x="4478146" y="2601000"/>
            <a:ext cx="648222" cy="380458"/>
          </a:xfrm>
          <a:custGeom>
            <a:avLst/>
            <a:gdLst>
              <a:gd name="T0" fmla="*/ 0 w 444"/>
              <a:gd name="T1" fmla="*/ 0 h 258"/>
              <a:gd name="T2" fmla="*/ 444 w 444"/>
              <a:gd name="T3" fmla="*/ 258 h 258"/>
              <a:gd name="T4" fmla="*/ 0 60000 65536"/>
              <a:gd name="T5" fmla="*/ 0 60000 65536"/>
              <a:gd name="T6" fmla="*/ 0 w 444"/>
              <a:gd name="T7" fmla="*/ 0 h 258"/>
              <a:gd name="T8" fmla="*/ 444 w 444"/>
              <a:gd name="T9" fmla="*/ 258 h 258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444" h="258">
                <a:moveTo>
                  <a:pt x="0" y="0"/>
                </a:moveTo>
                <a:lnTo>
                  <a:pt x="444" y="258"/>
                </a:lnTo>
              </a:path>
            </a:pathLst>
          </a:custGeom>
          <a:noFill/>
          <a:ln w="28575" cap="flat" cmpd="sng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171" name="Freeform 45">
            <a:extLst>
              <a:ext uri="{FF2B5EF4-FFF2-40B4-BE49-F238E27FC236}">
                <a16:creationId xmlns:a16="http://schemas.microsoft.com/office/drawing/2014/main" id="{7D4FB268-A169-0F4B-9C84-1ACD0524121A}"/>
              </a:ext>
            </a:extLst>
          </p:cNvPr>
          <p:cNvSpPr>
            <a:spLocks/>
          </p:cNvSpPr>
          <p:nvPr/>
        </p:nvSpPr>
        <p:spPr bwMode="auto">
          <a:xfrm>
            <a:off x="6411133" y="2775008"/>
            <a:ext cx="954814" cy="619350"/>
          </a:xfrm>
          <a:custGeom>
            <a:avLst/>
            <a:gdLst>
              <a:gd name="T0" fmla="*/ 0 w 654"/>
              <a:gd name="T1" fmla="*/ 420 h 420"/>
              <a:gd name="T2" fmla="*/ 654 w 654"/>
              <a:gd name="T3" fmla="*/ 0 h 420"/>
              <a:gd name="T4" fmla="*/ 0 60000 65536"/>
              <a:gd name="T5" fmla="*/ 0 60000 65536"/>
              <a:gd name="T6" fmla="*/ 0 w 654"/>
              <a:gd name="T7" fmla="*/ 0 h 420"/>
              <a:gd name="T8" fmla="*/ 654 w 654"/>
              <a:gd name="T9" fmla="*/ 420 h 420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654" h="420">
                <a:moveTo>
                  <a:pt x="0" y="420"/>
                </a:moveTo>
                <a:lnTo>
                  <a:pt x="654" y="0"/>
                </a:lnTo>
              </a:path>
            </a:pathLst>
          </a:custGeom>
          <a:noFill/>
          <a:ln w="28575" cap="flat" cmpd="sng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172" name="Oval 46">
            <a:extLst>
              <a:ext uri="{FF2B5EF4-FFF2-40B4-BE49-F238E27FC236}">
                <a16:creationId xmlns:a16="http://schemas.microsoft.com/office/drawing/2014/main" id="{77EAE8E4-EF1C-944D-B5DF-947BBACAF6B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85649" y="2682106"/>
            <a:ext cx="456967" cy="120921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173" name="Line 47">
            <a:extLst>
              <a:ext uri="{FF2B5EF4-FFF2-40B4-BE49-F238E27FC236}">
                <a16:creationId xmlns:a16="http://schemas.microsoft.com/office/drawing/2014/main" id="{7605033D-73A1-924E-99FE-EDD6125246F5}"/>
              </a:ext>
            </a:extLst>
          </p:cNvPr>
          <p:cNvSpPr>
            <a:spLocks noChangeShapeType="1"/>
          </p:cNvSpPr>
          <p:nvPr/>
        </p:nvSpPr>
        <p:spPr bwMode="auto">
          <a:xfrm>
            <a:off x="7285649" y="2670308"/>
            <a:ext cx="0" cy="73732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174" name="Line 48">
            <a:extLst>
              <a:ext uri="{FF2B5EF4-FFF2-40B4-BE49-F238E27FC236}">
                <a16:creationId xmlns:a16="http://schemas.microsoft.com/office/drawing/2014/main" id="{DBC0B4AB-D0E3-C74F-9785-E25E20C244C4}"/>
              </a:ext>
            </a:extLst>
          </p:cNvPr>
          <p:cNvSpPr>
            <a:spLocks noChangeShapeType="1"/>
          </p:cNvSpPr>
          <p:nvPr/>
        </p:nvSpPr>
        <p:spPr bwMode="auto">
          <a:xfrm>
            <a:off x="7742616" y="2670308"/>
            <a:ext cx="0" cy="73732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175" name="Rectangle 49">
            <a:extLst>
              <a:ext uri="{FF2B5EF4-FFF2-40B4-BE49-F238E27FC236}">
                <a16:creationId xmlns:a16="http://schemas.microsoft.com/office/drawing/2014/main" id="{592A5C53-BD83-384A-9C2D-08CEEB785BC8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85649" y="2670308"/>
            <a:ext cx="452588" cy="73732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176" name="Oval 50">
            <a:extLst>
              <a:ext uri="{FF2B5EF4-FFF2-40B4-BE49-F238E27FC236}">
                <a16:creationId xmlns:a16="http://schemas.microsoft.com/office/drawing/2014/main" id="{5D02A58E-4F5A-EC40-B29A-0D5700D169BA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81269" y="2583305"/>
            <a:ext cx="456967" cy="140091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177" name="Rectangle 51">
            <a:extLst>
              <a:ext uri="{FF2B5EF4-FFF2-40B4-BE49-F238E27FC236}">
                <a16:creationId xmlns:a16="http://schemas.microsoft.com/office/drawing/2014/main" id="{A8B4ED51-5EBD-7A42-A070-7C85A13AFB2E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08285" y="2602475"/>
            <a:ext cx="205854" cy="179906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178" name="Text Box 52">
            <a:extLst>
              <a:ext uri="{FF2B5EF4-FFF2-40B4-BE49-F238E27FC236}">
                <a16:creationId xmlns:a16="http://schemas.microsoft.com/office/drawing/2014/main" id="{6864AE40-C653-554F-B5F5-7FCE890517D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282729" y="2506623"/>
            <a:ext cx="467187" cy="39667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2a</a:t>
            </a: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79" name="Text Box 53">
            <a:extLst>
              <a:ext uri="{FF2B5EF4-FFF2-40B4-BE49-F238E27FC236}">
                <a16:creationId xmlns:a16="http://schemas.microsoft.com/office/drawing/2014/main" id="{9674ED05-1E44-A445-B61A-D179B03704B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35508" y="2960594"/>
            <a:ext cx="665742" cy="39667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AS3</a:t>
            </a: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80" name="Text Box 54">
            <a:extLst>
              <a:ext uri="{FF2B5EF4-FFF2-40B4-BE49-F238E27FC236}">
                <a16:creationId xmlns:a16="http://schemas.microsoft.com/office/drawing/2014/main" id="{005A3212-FAC4-D446-8E0A-533A16ECE77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740490" y="3584401"/>
            <a:ext cx="665742" cy="39667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AS1</a:t>
            </a: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81" name="Text Box 55">
            <a:extLst>
              <a:ext uri="{FF2B5EF4-FFF2-40B4-BE49-F238E27FC236}">
                <a16:creationId xmlns:a16="http://schemas.microsoft.com/office/drawing/2014/main" id="{7DE50C34-9B18-1849-8D31-CE3E7E2F071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511549" y="3208368"/>
            <a:ext cx="616103" cy="36866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AS2</a:t>
            </a:r>
          </a:p>
        </p:txBody>
      </p:sp>
      <p:sp>
        <p:nvSpPr>
          <p:cNvPr id="182" name="Oval 56">
            <a:extLst>
              <a:ext uri="{FF2B5EF4-FFF2-40B4-BE49-F238E27FC236}">
                <a16:creationId xmlns:a16="http://schemas.microsoft.com/office/drawing/2014/main" id="{4CAC6F24-F619-7E4B-9E0A-AF6FB0ECB08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75240" y="3291133"/>
            <a:ext cx="456967" cy="119446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183" name="Line 57">
            <a:extLst>
              <a:ext uri="{FF2B5EF4-FFF2-40B4-BE49-F238E27FC236}">
                <a16:creationId xmlns:a16="http://schemas.microsoft.com/office/drawing/2014/main" id="{37706C00-5AFA-4E4F-AEE2-E86CBA64F507}"/>
              </a:ext>
            </a:extLst>
          </p:cNvPr>
          <p:cNvSpPr>
            <a:spLocks noChangeShapeType="1"/>
          </p:cNvSpPr>
          <p:nvPr/>
        </p:nvSpPr>
        <p:spPr bwMode="auto">
          <a:xfrm>
            <a:off x="4675240" y="3280810"/>
            <a:ext cx="0" cy="73732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184" name="Line 58">
            <a:extLst>
              <a:ext uri="{FF2B5EF4-FFF2-40B4-BE49-F238E27FC236}">
                <a16:creationId xmlns:a16="http://schemas.microsoft.com/office/drawing/2014/main" id="{F53BFE68-5413-9042-B5B8-E870B9DF06EF}"/>
              </a:ext>
            </a:extLst>
          </p:cNvPr>
          <p:cNvSpPr>
            <a:spLocks noChangeShapeType="1"/>
          </p:cNvSpPr>
          <p:nvPr/>
        </p:nvSpPr>
        <p:spPr bwMode="auto">
          <a:xfrm>
            <a:off x="5133668" y="3280810"/>
            <a:ext cx="0" cy="73732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185" name="Rectangle 59">
            <a:extLst>
              <a:ext uri="{FF2B5EF4-FFF2-40B4-BE49-F238E27FC236}">
                <a16:creationId xmlns:a16="http://schemas.microsoft.com/office/drawing/2014/main" id="{E66B86FC-0EE6-A646-BA10-BADF35B023E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75240" y="3280810"/>
            <a:ext cx="452588" cy="69308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186" name="Oval 60">
            <a:extLst>
              <a:ext uri="{FF2B5EF4-FFF2-40B4-BE49-F238E27FC236}">
                <a16:creationId xmlns:a16="http://schemas.microsoft.com/office/drawing/2014/main" id="{E2C4F48E-C2B7-F040-A479-AD3AA9552BB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70860" y="3201180"/>
            <a:ext cx="456967" cy="141566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187" name="Rectangle 61">
            <a:extLst>
              <a:ext uri="{FF2B5EF4-FFF2-40B4-BE49-F238E27FC236}">
                <a16:creationId xmlns:a16="http://schemas.microsoft.com/office/drawing/2014/main" id="{782B4D58-3187-1646-B67F-4472AD6DF18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94957" y="3239520"/>
            <a:ext cx="207314" cy="141566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188" name="Text Box 62">
            <a:extLst>
              <a:ext uri="{FF2B5EF4-FFF2-40B4-BE49-F238E27FC236}">
                <a16:creationId xmlns:a16="http://schemas.microsoft.com/office/drawing/2014/main" id="{CEC455E8-C4B8-6444-936D-9F9CEE32382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75240" y="3112701"/>
            <a:ext cx="467187" cy="39667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1a</a:t>
            </a: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189" name="Group 63">
            <a:extLst>
              <a:ext uri="{FF2B5EF4-FFF2-40B4-BE49-F238E27FC236}">
                <a16:creationId xmlns:a16="http://schemas.microsoft.com/office/drawing/2014/main" id="{8B168416-DE6F-9546-A33D-5DC186D755BF}"/>
              </a:ext>
            </a:extLst>
          </p:cNvPr>
          <p:cNvGrpSpPr>
            <a:grpSpLocks/>
          </p:cNvGrpSpPr>
          <p:nvPr/>
        </p:nvGrpSpPr>
        <p:grpSpPr bwMode="auto">
          <a:xfrm>
            <a:off x="7789335" y="2338514"/>
            <a:ext cx="461347" cy="396679"/>
            <a:chOff x="4320" y="1936"/>
            <a:chExt cx="316" cy="269"/>
          </a:xfrm>
        </p:grpSpPr>
        <p:sp>
          <p:nvSpPr>
            <p:cNvPr id="242" name="Oval 64">
              <a:extLst>
                <a:ext uri="{FF2B5EF4-FFF2-40B4-BE49-F238E27FC236}">
                  <a16:creationId xmlns:a16="http://schemas.microsoft.com/office/drawing/2014/main" id="{17477FF4-6D5F-744F-A7C6-65D539FF25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3" y="2054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243" name="Line 65">
              <a:extLst>
                <a:ext uri="{FF2B5EF4-FFF2-40B4-BE49-F238E27FC236}">
                  <a16:creationId xmlns:a16="http://schemas.microsoft.com/office/drawing/2014/main" id="{7681775B-D11F-204C-B161-6FEDD638731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23" y="2047"/>
              <a:ext cx="0" cy="52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244" name="Line 66">
              <a:extLst>
                <a:ext uri="{FF2B5EF4-FFF2-40B4-BE49-F238E27FC236}">
                  <a16:creationId xmlns:a16="http://schemas.microsoft.com/office/drawing/2014/main" id="{C9C1462B-D75D-9043-BD36-C8666A0E3E7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36" y="2047"/>
              <a:ext cx="0" cy="52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245" name="Rectangle 67">
              <a:extLst>
                <a:ext uri="{FF2B5EF4-FFF2-40B4-BE49-F238E27FC236}">
                  <a16:creationId xmlns:a16="http://schemas.microsoft.com/office/drawing/2014/main" id="{D2A31C20-F821-2245-A13A-E48BBF035C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3" y="2047"/>
              <a:ext cx="310" cy="51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246" name="Oval 68">
              <a:extLst>
                <a:ext uri="{FF2B5EF4-FFF2-40B4-BE49-F238E27FC236}">
                  <a16:creationId xmlns:a16="http://schemas.microsoft.com/office/drawing/2014/main" id="{E3B56467-2A6B-814A-A9D2-32B39DA9E2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0" y="1988"/>
              <a:ext cx="313" cy="97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247" name="Rectangle 69">
              <a:extLst>
                <a:ext uri="{FF2B5EF4-FFF2-40B4-BE49-F238E27FC236}">
                  <a16:creationId xmlns:a16="http://schemas.microsoft.com/office/drawing/2014/main" id="{4CCA8E7D-2AA0-DB42-8739-0E698AF3EF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7" y="2001"/>
              <a:ext cx="141" cy="118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248" name="Text Box 70">
              <a:extLst>
                <a:ext uri="{FF2B5EF4-FFF2-40B4-BE49-F238E27FC236}">
                  <a16:creationId xmlns:a16="http://schemas.microsoft.com/office/drawing/2014/main" id="{B0E12A9A-8AC6-2C4B-B109-A569883BDF8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25" y="1936"/>
              <a:ext cx="310" cy="2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2c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190" name="Group 71">
            <a:extLst>
              <a:ext uri="{FF2B5EF4-FFF2-40B4-BE49-F238E27FC236}">
                <a16:creationId xmlns:a16="http://schemas.microsoft.com/office/drawing/2014/main" id="{21E7E3D0-5FA0-9646-84AD-FC33AA41FD3A}"/>
              </a:ext>
            </a:extLst>
          </p:cNvPr>
          <p:cNvGrpSpPr>
            <a:grpSpLocks/>
          </p:cNvGrpSpPr>
          <p:nvPr/>
        </p:nvGrpSpPr>
        <p:grpSpPr bwMode="auto">
          <a:xfrm>
            <a:off x="8192284" y="2665885"/>
            <a:ext cx="468647" cy="396679"/>
            <a:chOff x="4596" y="2158"/>
            <a:chExt cx="321" cy="269"/>
          </a:xfrm>
        </p:grpSpPr>
        <p:sp>
          <p:nvSpPr>
            <p:cNvPr id="235" name="Oval 72">
              <a:extLst>
                <a:ext uri="{FF2B5EF4-FFF2-40B4-BE49-F238E27FC236}">
                  <a16:creationId xmlns:a16="http://schemas.microsoft.com/office/drawing/2014/main" id="{5608D056-551C-0B44-A60B-A3E90AFB7D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99" y="2276"/>
              <a:ext cx="311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236" name="Line 73">
              <a:extLst>
                <a:ext uri="{FF2B5EF4-FFF2-40B4-BE49-F238E27FC236}">
                  <a16:creationId xmlns:a16="http://schemas.microsoft.com/office/drawing/2014/main" id="{FA977711-B8B6-4247-BDAB-A3001746C4D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99" y="2269"/>
              <a:ext cx="0" cy="52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237" name="Line 74">
              <a:extLst>
                <a:ext uri="{FF2B5EF4-FFF2-40B4-BE49-F238E27FC236}">
                  <a16:creationId xmlns:a16="http://schemas.microsoft.com/office/drawing/2014/main" id="{6CA75CE1-2E8D-0F48-8641-8C18C90BD88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10" y="2269"/>
              <a:ext cx="0" cy="52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238" name="Rectangle 75">
              <a:extLst>
                <a:ext uri="{FF2B5EF4-FFF2-40B4-BE49-F238E27FC236}">
                  <a16:creationId xmlns:a16="http://schemas.microsoft.com/office/drawing/2014/main" id="{4ED73E8C-48F2-3A4F-B322-2CCB3CBA08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99" y="2269"/>
              <a:ext cx="310" cy="51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239" name="Oval 76">
              <a:extLst>
                <a:ext uri="{FF2B5EF4-FFF2-40B4-BE49-F238E27FC236}">
                  <a16:creationId xmlns:a16="http://schemas.microsoft.com/office/drawing/2014/main" id="{6345CAD2-BEAC-0E49-9C80-9EB68603FE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96" y="2208"/>
              <a:ext cx="313" cy="97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240" name="Rectangle 77">
              <a:extLst>
                <a:ext uri="{FF2B5EF4-FFF2-40B4-BE49-F238E27FC236}">
                  <a16:creationId xmlns:a16="http://schemas.microsoft.com/office/drawing/2014/main" id="{E1F2376F-3613-4042-A35F-DEE5F89C6C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83" y="2221"/>
              <a:ext cx="141" cy="112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241" name="Text Box 78">
              <a:extLst>
                <a:ext uri="{FF2B5EF4-FFF2-40B4-BE49-F238E27FC236}">
                  <a16:creationId xmlns:a16="http://schemas.microsoft.com/office/drawing/2014/main" id="{7C2657A7-4F00-3C45-AD0D-9FB7A649BB4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98" y="2158"/>
              <a:ext cx="319" cy="2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2b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191" name="Group 79">
            <a:extLst>
              <a:ext uri="{FF2B5EF4-FFF2-40B4-BE49-F238E27FC236}">
                <a16:creationId xmlns:a16="http://schemas.microsoft.com/office/drawing/2014/main" id="{46AC6AA7-B51A-F140-B460-7AA4784A8771}"/>
              </a:ext>
            </a:extLst>
          </p:cNvPr>
          <p:cNvGrpSpPr>
            <a:grpSpLocks/>
          </p:cNvGrpSpPr>
          <p:nvPr/>
        </p:nvGrpSpPr>
        <p:grpSpPr bwMode="auto">
          <a:xfrm>
            <a:off x="5957085" y="3211502"/>
            <a:ext cx="468647" cy="396679"/>
            <a:chOff x="2015" y="1976"/>
            <a:chExt cx="321" cy="269"/>
          </a:xfrm>
        </p:grpSpPr>
        <p:sp>
          <p:nvSpPr>
            <p:cNvPr id="227" name="Oval 80">
              <a:extLst>
                <a:ext uri="{FF2B5EF4-FFF2-40B4-BE49-F238E27FC236}">
                  <a16:creationId xmlns:a16="http://schemas.microsoft.com/office/drawing/2014/main" id="{F0AF513D-168E-BC43-A87F-98530A7A73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9" y="2102"/>
              <a:ext cx="311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228" name="Line 81">
              <a:extLst>
                <a:ext uri="{FF2B5EF4-FFF2-40B4-BE49-F238E27FC236}">
                  <a16:creationId xmlns:a16="http://schemas.microsoft.com/office/drawing/2014/main" id="{98E003C3-39B5-AD4E-B694-FF067F96F0C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19" y="2097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229" name="Line 82">
              <a:extLst>
                <a:ext uri="{FF2B5EF4-FFF2-40B4-BE49-F238E27FC236}">
                  <a16:creationId xmlns:a16="http://schemas.microsoft.com/office/drawing/2014/main" id="{FD35A7A2-366B-1C41-BFC6-E12754C8019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30" y="2097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230" name="Rectangle 83">
              <a:extLst>
                <a:ext uri="{FF2B5EF4-FFF2-40B4-BE49-F238E27FC236}">
                  <a16:creationId xmlns:a16="http://schemas.microsoft.com/office/drawing/2014/main" id="{5442F6D1-04E0-A44F-8910-B76948571B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9" y="2097"/>
              <a:ext cx="310" cy="47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231" name="Oval 84">
              <a:extLst>
                <a:ext uri="{FF2B5EF4-FFF2-40B4-BE49-F238E27FC236}">
                  <a16:creationId xmlns:a16="http://schemas.microsoft.com/office/drawing/2014/main" id="{7CE682FE-3948-5143-B692-07DEF21A92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6" y="2036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grpSp>
          <p:nvGrpSpPr>
            <p:cNvPr id="232" name="Group 85">
              <a:extLst>
                <a:ext uri="{FF2B5EF4-FFF2-40B4-BE49-F238E27FC236}">
                  <a16:creationId xmlns:a16="http://schemas.microsoft.com/office/drawing/2014/main" id="{ACD8E934-A29C-E940-B27E-262F5DE7DCD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015" y="1976"/>
              <a:ext cx="321" cy="269"/>
              <a:chOff x="2894" y="2425"/>
              <a:chExt cx="328" cy="269"/>
            </a:xfrm>
          </p:grpSpPr>
          <p:sp>
            <p:nvSpPr>
              <p:cNvPr id="233" name="Rectangle 86">
                <a:extLst>
                  <a:ext uri="{FF2B5EF4-FFF2-40B4-BE49-F238E27FC236}">
                    <a16:creationId xmlns:a16="http://schemas.microsoft.com/office/drawing/2014/main" id="{6556355B-9BE3-D746-A820-E89A58911E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234" name="Text Box 87">
                <a:extLst>
                  <a:ext uri="{FF2B5EF4-FFF2-40B4-BE49-F238E27FC236}">
                    <a16:creationId xmlns:a16="http://schemas.microsoft.com/office/drawing/2014/main" id="{87A983D3-02A0-4A4B-A676-14BB88EA312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894" y="2425"/>
                <a:ext cx="328" cy="26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1b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</p:grpSp>
      <p:grpSp>
        <p:nvGrpSpPr>
          <p:cNvPr id="199" name="Group 99">
            <a:extLst>
              <a:ext uri="{FF2B5EF4-FFF2-40B4-BE49-F238E27FC236}">
                <a16:creationId xmlns:a16="http://schemas.microsoft.com/office/drawing/2014/main" id="{4C6CCD3C-47D1-7847-84AE-9A444B7FD9F9}"/>
              </a:ext>
            </a:extLst>
          </p:cNvPr>
          <p:cNvGrpSpPr>
            <a:grpSpLocks/>
          </p:cNvGrpSpPr>
          <p:nvPr/>
        </p:nvGrpSpPr>
        <p:grpSpPr bwMode="auto">
          <a:xfrm>
            <a:off x="3626989" y="2099622"/>
            <a:ext cx="461347" cy="396679"/>
            <a:chOff x="2016" y="1976"/>
            <a:chExt cx="316" cy="269"/>
          </a:xfrm>
        </p:grpSpPr>
        <p:sp>
          <p:nvSpPr>
            <p:cNvPr id="215" name="Oval 100">
              <a:extLst>
                <a:ext uri="{FF2B5EF4-FFF2-40B4-BE49-F238E27FC236}">
                  <a16:creationId xmlns:a16="http://schemas.microsoft.com/office/drawing/2014/main" id="{9CFFD192-2352-574C-A1F6-73C7644672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9" y="2102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216" name="Line 101">
              <a:extLst>
                <a:ext uri="{FF2B5EF4-FFF2-40B4-BE49-F238E27FC236}">
                  <a16:creationId xmlns:a16="http://schemas.microsoft.com/office/drawing/2014/main" id="{AA179453-C4E3-E244-B9A9-11831D82618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19" y="2095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217" name="Line 102">
              <a:extLst>
                <a:ext uri="{FF2B5EF4-FFF2-40B4-BE49-F238E27FC236}">
                  <a16:creationId xmlns:a16="http://schemas.microsoft.com/office/drawing/2014/main" id="{1CE386C9-63A7-F044-A083-5284BFD1547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32" y="2095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218" name="Rectangle 103">
              <a:extLst>
                <a:ext uri="{FF2B5EF4-FFF2-40B4-BE49-F238E27FC236}">
                  <a16:creationId xmlns:a16="http://schemas.microsoft.com/office/drawing/2014/main" id="{50227DAD-D708-784A-BD13-83429F1C25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9" y="2095"/>
              <a:ext cx="310" cy="50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219" name="Oval 104">
              <a:extLst>
                <a:ext uri="{FF2B5EF4-FFF2-40B4-BE49-F238E27FC236}">
                  <a16:creationId xmlns:a16="http://schemas.microsoft.com/office/drawing/2014/main" id="{6DA156B1-5FE9-414A-BB48-46A4A52B90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6" y="2037"/>
              <a:ext cx="313" cy="94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grpSp>
          <p:nvGrpSpPr>
            <p:cNvPr id="220" name="Group 105">
              <a:extLst>
                <a:ext uri="{FF2B5EF4-FFF2-40B4-BE49-F238E27FC236}">
                  <a16:creationId xmlns:a16="http://schemas.microsoft.com/office/drawing/2014/main" id="{80512439-7B6B-C54B-82D0-66D0AB25D2A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020" y="1976"/>
              <a:ext cx="308" cy="269"/>
              <a:chOff x="2899" y="2425"/>
              <a:chExt cx="315" cy="269"/>
            </a:xfrm>
          </p:grpSpPr>
          <p:sp>
            <p:nvSpPr>
              <p:cNvPr id="221" name="Rectangle 106">
                <a:extLst>
                  <a:ext uri="{FF2B5EF4-FFF2-40B4-BE49-F238E27FC236}">
                    <a16:creationId xmlns:a16="http://schemas.microsoft.com/office/drawing/2014/main" id="{91098A50-7FC0-CB4E-9B97-2D7AE96D06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0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222" name="Text Box 107">
                <a:extLst>
                  <a:ext uri="{FF2B5EF4-FFF2-40B4-BE49-F238E27FC236}">
                    <a16:creationId xmlns:a16="http://schemas.microsoft.com/office/drawing/2014/main" id="{FBCF2ABD-1064-2947-85B9-C0D4E2616D8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899" y="2425"/>
                <a:ext cx="315" cy="26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3c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</p:grpSp>
      <p:sp>
        <p:nvSpPr>
          <p:cNvPr id="200" name="Line 108">
            <a:extLst>
              <a:ext uri="{FF2B5EF4-FFF2-40B4-BE49-F238E27FC236}">
                <a16:creationId xmlns:a16="http://schemas.microsoft.com/office/drawing/2014/main" id="{47A25237-349D-A842-8706-F347B2434568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662028" y="2415195"/>
            <a:ext cx="90518" cy="159261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201" name="Line 109">
            <a:extLst>
              <a:ext uri="{FF2B5EF4-FFF2-40B4-BE49-F238E27FC236}">
                <a16:creationId xmlns:a16="http://schemas.microsoft.com/office/drawing/2014/main" id="{6A3F47BD-80C7-0747-85CB-F22F1B792701}"/>
              </a:ext>
            </a:extLst>
          </p:cNvPr>
          <p:cNvSpPr>
            <a:spLocks noChangeShapeType="1"/>
          </p:cNvSpPr>
          <p:nvPr/>
        </p:nvSpPr>
        <p:spPr bwMode="auto">
          <a:xfrm>
            <a:off x="3213821" y="2483029"/>
            <a:ext cx="211694" cy="162211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202" name="Line 110">
            <a:extLst>
              <a:ext uri="{FF2B5EF4-FFF2-40B4-BE49-F238E27FC236}">
                <a16:creationId xmlns:a16="http://schemas.microsoft.com/office/drawing/2014/main" id="{6CB9126B-13F6-7D4E-B1DD-C7EB25541B0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942340" y="1959531"/>
            <a:ext cx="198555" cy="224146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203" name="Line 111">
            <a:extLst>
              <a:ext uri="{FF2B5EF4-FFF2-40B4-BE49-F238E27FC236}">
                <a16:creationId xmlns:a16="http://schemas.microsoft.com/office/drawing/2014/main" id="{22C33C4C-9469-EC40-8CEF-2C586DEC66C3}"/>
              </a:ext>
            </a:extLst>
          </p:cNvPr>
          <p:cNvSpPr>
            <a:spLocks noChangeShapeType="1"/>
          </p:cNvSpPr>
          <p:nvPr/>
        </p:nvSpPr>
        <p:spPr bwMode="auto">
          <a:xfrm>
            <a:off x="3535012" y="1946259"/>
            <a:ext cx="175195" cy="262486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204" name="Line 112">
            <a:extLst>
              <a:ext uri="{FF2B5EF4-FFF2-40B4-BE49-F238E27FC236}">
                <a16:creationId xmlns:a16="http://schemas.microsoft.com/office/drawing/2014/main" id="{4C48EF93-B210-4F4B-9854-165045A32FD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498585" y="2083401"/>
            <a:ext cx="102197" cy="303776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205" name="Line 113">
            <a:extLst>
              <a:ext uri="{FF2B5EF4-FFF2-40B4-BE49-F238E27FC236}">
                <a16:creationId xmlns:a16="http://schemas.microsoft.com/office/drawing/2014/main" id="{EBEA8126-4CF3-3A41-ABAC-D142E166341E}"/>
              </a:ext>
            </a:extLst>
          </p:cNvPr>
          <p:cNvSpPr>
            <a:spLocks noChangeShapeType="1"/>
          </p:cNvSpPr>
          <p:nvPr/>
        </p:nvSpPr>
        <p:spPr bwMode="auto">
          <a:xfrm>
            <a:off x="8641951" y="2845791"/>
            <a:ext cx="324111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206" name="Line 114">
            <a:extLst>
              <a:ext uri="{FF2B5EF4-FFF2-40B4-BE49-F238E27FC236}">
                <a16:creationId xmlns:a16="http://schemas.microsoft.com/office/drawing/2014/main" id="{9F42B725-C1EB-5648-AA83-55F576D99A64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555814" y="2384228"/>
            <a:ext cx="382509" cy="374559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207" name="Line 115">
            <a:extLst>
              <a:ext uri="{FF2B5EF4-FFF2-40B4-BE49-F238E27FC236}">
                <a16:creationId xmlns:a16="http://schemas.microsoft.com/office/drawing/2014/main" id="{257DE23D-92D6-6B48-8933-BB087A4B7F3B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7751376" y="2133539"/>
            <a:ext cx="185415" cy="29787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208" name="Line 116">
            <a:extLst>
              <a:ext uri="{FF2B5EF4-FFF2-40B4-BE49-F238E27FC236}">
                <a16:creationId xmlns:a16="http://schemas.microsoft.com/office/drawing/2014/main" id="{3008FEDF-B989-AD47-B8DC-811C63A78E62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7295868" y="2283952"/>
            <a:ext cx="198555" cy="272809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209" name="Line 117">
            <a:extLst>
              <a:ext uri="{FF2B5EF4-FFF2-40B4-BE49-F238E27FC236}">
                <a16:creationId xmlns:a16="http://schemas.microsoft.com/office/drawing/2014/main" id="{7072AB1C-E687-5F42-AD97-F842F241CC4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536544" y="3382561"/>
            <a:ext cx="197095" cy="172533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210" name="Line 118">
            <a:extLst>
              <a:ext uri="{FF2B5EF4-FFF2-40B4-BE49-F238E27FC236}">
                <a16:creationId xmlns:a16="http://schemas.microsoft.com/office/drawing/2014/main" id="{368439BD-38EC-0F4F-AB79-71712E1AE097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4486906" y="3233622"/>
            <a:ext cx="185415" cy="1179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211" name="Line 119">
            <a:extLst>
              <a:ext uri="{FF2B5EF4-FFF2-40B4-BE49-F238E27FC236}">
                <a16:creationId xmlns:a16="http://schemas.microsoft.com/office/drawing/2014/main" id="{05F4047A-FA71-B345-8F4D-7557CE9C3159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882555" y="3633250"/>
            <a:ext cx="309511" cy="2212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212" name="Line 120">
            <a:extLst>
              <a:ext uri="{FF2B5EF4-FFF2-40B4-BE49-F238E27FC236}">
                <a16:creationId xmlns:a16="http://schemas.microsoft.com/office/drawing/2014/main" id="{00691E04-3135-5045-8A22-A3445401A5C1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587715" y="2957864"/>
            <a:ext cx="334331" cy="14746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213" name="Line 121">
            <a:extLst>
              <a:ext uri="{FF2B5EF4-FFF2-40B4-BE49-F238E27FC236}">
                <a16:creationId xmlns:a16="http://schemas.microsoft.com/office/drawing/2014/main" id="{C2D8B9BD-B900-B448-8B0A-9B6A048DBB86}"/>
              </a:ext>
            </a:extLst>
          </p:cNvPr>
          <p:cNvSpPr>
            <a:spLocks noChangeShapeType="1"/>
          </p:cNvSpPr>
          <p:nvPr/>
        </p:nvSpPr>
        <p:spPr bwMode="auto">
          <a:xfrm>
            <a:off x="6254917" y="3507905"/>
            <a:ext cx="173735" cy="162211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214" name="Line 122">
            <a:extLst>
              <a:ext uri="{FF2B5EF4-FFF2-40B4-BE49-F238E27FC236}">
                <a16:creationId xmlns:a16="http://schemas.microsoft.com/office/drawing/2014/main" id="{EA45D5A9-0BF3-874E-B10C-996FD8308B65}"/>
              </a:ext>
            </a:extLst>
          </p:cNvPr>
          <p:cNvSpPr>
            <a:spLocks noChangeShapeType="1"/>
          </p:cNvSpPr>
          <p:nvPr/>
        </p:nvSpPr>
        <p:spPr bwMode="auto">
          <a:xfrm>
            <a:off x="5551216" y="3069936"/>
            <a:ext cx="211694" cy="11059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grpSp>
        <p:nvGrpSpPr>
          <p:cNvPr id="282" name="Group 281">
            <a:extLst>
              <a:ext uri="{FF2B5EF4-FFF2-40B4-BE49-F238E27FC236}">
                <a16:creationId xmlns:a16="http://schemas.microsoft.com/office/drawing/2014/main" id="{AA6A0761-EFD0-B448-950E-18DB9794940F}"/>
              </a:ext>
            </a:extLst>
          </p:cNvPr>
          <p:cNvGrpSpPr/>
          <p:nvPr/>
        </p:nvGrpSpPr>
        <p:grpSpPr>
          <a:xfrm>
            <a:off x="3173734" y="1669589"/>
            <a:ext cx="5968456" cy="2124592"/>
            <a:chOff x="3175544" y="3748892"/>
            <a:chExt cx="5968456" cy="2124592"/>
          </a:xfrm>
        </p:grpSpPr>
        <p:grpSp>
          <p:nvGrpSpPr>
            <p:cNvPr id="264" name="Group 263">
              <a:extLst>
                <a:ext uri="{FF2B5EF4-FFF2-40B4-BE49-F238E27FC236}">
                  <a16:creationId xmlns:a16="http://schemas.microsoft.com/office/drawing/2014/main" id="{759DD332-1646-744E-B0B3-D290BCF0ED64}"/>
                </a:ext>
              </a:extLst>
            </p:cNvPr>
            <p:cNvGrpSpPr/>
            <p:nvPr/>
          </p:nvGrpSpPr>
          <p:grpSpPr>
            <a:xfrm>
              <a:off x="3175544" y="3748892"/>
              <a:ext cx="1609399" cy="1316010"/>
              <a:chOff x="3188070" y="3748892"/>
              <a:chExt cx="1609399" cy="1316010"/>
            </a:xfrm>
          </p:grpSpPr>
          <p:sp>
            <p:nvSpPr>
              <p:cNvPr id="253" name="Freeform 4">
                <a:extLst>
                  <a:ext uri="{FF2B5EF4-FFF2-40B4-BE49-F238E27FC236}">
                    <a16:creationId xmlns:a16="http://schemas.microsoft.com/office/drawing/2014/main" id="{B1786030-A05C-3C4B-90A8-A5DA8E6735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8070" y="3748892"/>
                <a:ext cx="1609399" cy="1316010"/>
              </a:xfrm>
              <a:custGeom>
                <a:avLst/>
                <a:gdLst>
                  <a:gd name="T0" fmla="*/ 134 w 1198"/>
                  <a:gd name="T1" fmla="*/ 270558 h 451"/>
                  <a:gd name="T2" fmla="*/ 273 w 1198"/>
                  <a:gd name="T3" fmla="*/ 132828 h 451"/>
                  <a:gd name="T4" fmla="*/ 679 w 1198"/>
                  <a:gd name="T5" fmla="*/ 73044 h 451"/>
                  <a:gd name="T6" fmla="*/ 1501 w 1198"/>
                  <a:gd name="T7" fmla="*/ 37135 h 451"/>
                  <a:gd name="T8" fmla="*/ 1796 w 1198"/>
                  <a:gd name="T9" fmla="*/ 294460 h 451"/>
                  <a:gd name="T10" fmla="*/ 1350 w 1198"/>
                  <a:gd name="T11" fmla="*/ 616944 h 451"/>
                  <a:gd name="T12" fmla="*/ 466 w 1198"/>
                  <a:gd name="T13" fmla="*/ 634874 h 451"/>
                  <a:gd name="T14" fmla="*/ 54 w 1198"/>
                  <a:gd name="T15" fmla="*/ 503524 h 451"/>
                  <a:gd name="T16" fmla="*/ 134 w 1198"/>
                  <a:gd name="T17" fmla="*/ 270558 h 45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198"/>
                  <a:gd name="T28" fmla="*/ 0 h 451"/>
                  <a:gd name="T29" fmla="*/ 1198 w 1198"/>
                  <a:gd name="T30" fmla="*/ 451 h 451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198" h="451">
                    <a:moveTo>
                      <a:pt x="88" y="181"/>
                    </a:moveTo>
                    <a:cubicBezTo>
                      <a:pt x="159" y="143"/>
                      <a:pt x="120" y="111"/>
                      <a:pt x="180" y="89"/>
                    </a:cubicBezTo>
                    <a:cubicBezTo>
                      <a:pt x="240" y="67"/>
                      <a:pt x="313" y="60"/>
                      <a:pt x="448" y="49"/>
                    </a:cubicBezTo>
                    <a:cubicBezTo>
                      <a:pt x="583" y="38"/>
                      <a:pt x="866" y="0"/>
                      <a:pt x="988" y="25"/>
                    </a:cubicBezTo>
                    <a:cubicBezTo>
                      <a:pt x="1110" y="50"/>
                      <a:pt x="1198" y="132"/>
                      <a:pt x="1181" y="197"/>
                    </a:cubicBezTo>
                    <a:cubicBezTo>
                      <a:pt x="1164" y="262"/>
                      <a:pt x="1034" y="375"/>
                      <a:pt x="889" y="413"/>
                    </a:cubicBezTo>
                    <a:cubicBezTo>
                      <a:pt x="744" y="451"/>
                      <a:pt x="449" y="438"/>
                      <a:pt x="307" y="425"/>
                    </a:cubicBezTo>
                    <a:cubicBezTo>
                      <a:pt x="165" y="412"/>
                      <a:pt x="72" y="378"/>
                      <a:pt x="36" y="337"/>
                    </a:cubicBezTo>
                    <a:cubicBezTo>
                      <a:pt x="0" y="296"/>
                      <a:pt x="77" y="213"/>
                      <a:pt x="88" y="181"/>
                    </a:cubicBezTo>
                    <a:close/>
                  </a:path>
                </a:pathLst>
              </a:custGeom>
              <a:gradFill>
                <a:gsLst>
                  <a:gs pos="24000">
                    <a:schemeClr val="bg1"/>
                  </a:gs>
                  <a:gs pos="99000">
                    <a:schemeClr val="bg1">
                      <a:alpha val="67000"/>
                    </a:schemeClr>
                  </a:gs>
                </a:gsLst>
                <a:path path="circle">
                  <a:fillToRect l="50000" t="50000" r="50000" b="50000"/>
                </a:path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grpSp>
            <p:nvGrpSpPr>
              <p:cNvPr id="263" name="Group 262">
                <a:extLst>
                  <a:ext uri="{FF2B5EF4-FFF2-40B4-BE49-F238E27FC236}">
                    <a16:creationId xmlns:a16="http://schemas.microsoft.com/office/drawing/2014/main" id="{2A2171EC-FE7C-D541-B23A-F748C585D569}"/>
                  </a:ext>
                </a:extLst>
              </p:cNvPr>
              <p:cNvGrpSpPr/>
              <p:nvPr/>
            </p:nvGrpSpPr>
            <p:grpSpPr>
              <a:xfrm>
                <a:off x="3323010" y="3984960"/>
                <a:ext cx="1290181" cy="895439"/>
                <a:chOff x="2145563" y="2093530"/>
                <a:chExt cx="1290181" cy="895439"/>
              </a:xfrm>
            </p:grpSpPr>
            <p:sp>
              <p:nvSpPr>
                <p:cNvPr id="4" name="TextBox 3">
                  <a:extLst>
                    <a:ext uri="{FF2B5EF4-FFF2-40B4-BE49-F238E27FC236}">
                      <a16:creationId xmlns:a16="http://schemas.microsoft.com/office/drawing/2014/main" id="{6723594D-379C-E642-A5A9-5C895D3CFBCB}"/>
                    </a:ext>
                  </a:extLst>
                </p:cNvPr>
                <p:cNvSpPr txBox="1"/>
                <p:nvPr/>
              </p:nvSpPr>
              <p:spPr>
                <a:xfrm>
                  <a:off x="2307787" y="2257804"/>
                  <a:ext cx="1017010" cy="617861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85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A8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intra-AS</a:t>
                  </a:r>
                </a:p>
                <a:p>
                  <a:pPr marL="0" marR="0" lvl="0" indent="0" algn="ctr" defTabSz="914400" rtl="0" eaLnBrk="1" fontAlgn="auto" latinLnBrk="0" hangingPunct="1">
                    <a:lnSpc>
                      <a:spcPct val="85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A8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routing</a:t>
                  </a:r>
                </a:p>
              </p:txBody>
            </p:sp>
            <p:sp>
              <p:nvSpPr>
                <p:cNvPr id="8" name="Oval 7">
                  <a:extLst>
                    <a:ext uri="{FF2B5EF4-FFF2-40B4-BE49-F238E27FC236}">
                      <a16:creationId xmlns:a16="http://schemas.microsoft.com/office/drawing/2014/main" id="{2472BBF8-088B-A449-9470-EBB3D14828B2}"/>
                    </a:ext>
                  </a:extLst>
                </p:cNvPr>
                <p:cNvSpPr/>
                <p:nvPr/>
              </p:nvSpPr>
              <p:spPr>
                <a:xfrm>
                  <a:off x="2145563" y="2093530"/>
                  <a:ext cx="1290181" cy="864296"/>
                </a:xfrm>
                <a:prstGeom prst="ellipse">
                  <a:avLst/>
                </a:prstGeom>
                <a:noFill/>
                <a:ln w="38100">
                  <a:solidFill>
                    <a:srgbClr val="0000A8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6" name="Rectangle 255">
                  <a:extLst>
                    <a:ext uri="{FF2B5EF4-FFF2-40B4-BE49-F238E27FC236}">
                      <a16:creationId xmlns:a16="http://schemas.microsoft.com/office/drawing/2014/main" id="{0100B31F-13F0-1E46-B425-81FB4EF4CED2}"/>
                    </a:ext>
                  </a:extLst>
                </p:cNvPr>
                <p:cNvSpPr/>
                <p:nvPr/>
              </p:nvSpPr>
              <p:spPr>
                <a:xfrm>
                  <a:off x="2417523" y="2844399"/>
                  <a:ext cx="776614" cy="14457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cxnSp>
              <p:nvCxnSpPr>
                <p:cNvPr id="258" name="Straight Arrow Connector 257">
                  <a:extLst>
                    <a:ext uri="{FF2B5EF4-FFF2-40B4-BE49-F238E27FC236}">
                      <a16:creationId xmlns:a16="http://schemas.microsoft.com/office/drawing/2014/main" id="{E47A0939-C51B-A042-A7CC-F4275B61338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3111009" y="2833557"/>
                  <a:ext cx="138182" cy="97585"/>
                </a:xfrm>
                <a:prstGeom prst="straightConnector1">
                  <a:avLst/>
                </a:prstGeom>
                <a:ln w="38100">
                  <a:solidFill>
                    <a:srgbClr val="0000A8"/>
                  </a:solidFill>
                  <a:tailEnd type="triangl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273" name="Group 272">
              <a:extLst>
                <a:ext uri="{FF2B5EF4-FFF2-40B4-BE49-F238E27FC236}">
                  <a16:creationId xmlns:a16="http://schemas.microsoft.com/office/drawing/2014/main" id="{F59F95CB-2AFB-954F-A034-BBA60D5D4EF0}"/>
                </a:ext>
              </a:extLst>
            </p:cNvPr>
            <p:cNvGrpSpPr/>
            <p:nvPr/>
          </p:nvGrpSpPr>
          <p:grpSpPr>
            <a:xfrm>
              <a:off x="4345585" y="4779701"/>
              <a:ext cx="2744147" cy="1093783"/>
              <a:chOff x="4345585" y="4779701"/>
              <a:chExt cx="2744147" cy="1093783"/>
            </a:xfrm>
          </p:grpSpPr>
          <p:sp>
            <p:nvSpPr>
              <p:cNvPr id="254" name="Freeform 5">
                <a:extLst>
                  <a:ext uri="{FF2B5EF4-FFF2-40B4-BE49-F238E27FC236}">
                    <a16:creationId xmlns:a16="http://schemas.microsoft.com/office/drawing/2014/main" id="{0F89B688-4E67-2344-8F6E-D25D73FDDC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5585" y="4779701"/>
                <a:ext cx="2744147" cy="1093783"/>
              </a:xfrm>
              <a:custGeom>
                <a:avLst/>
                <a:gdLst>
                  <a:gd name="T0" fmla="*/ 1319 w 1583"/>
                  <a:gd name="T1" fmla="*/ 862 h 682"/>
                  <a:gd name="T2" fmla="*/ 3445 w 1583"/>
                  <a:gd name="T3" fmla="*/ 285 h 682"/>
                  <a:gd name="T4" fmla="*/ 6645 w 1583"/>
                  <a:gd name="T5" fmla="*/ 77 h 682"/>
                  <a:gd name="T6" fmla="*/ 9794 w 1583"/>
                  <a:gd name="T7" fmla="*/ 744 h 682"/>
                  <a:gd name="T8" fmla="*/ 13238 w 1583"/>
                  <a:gd name="T9" fmla="*/ 1642 h 682"/>
                  <a:gd name="T10" fmla="*/ 10773 w 1583"/>
                  <a:gd name="T11" fmla="*/ 2476 h 682"/>
                  <a:gd name="T12" fmla="*/ 5844 w 1583"/>
                  <a:gd name="T13" fmla="*/ 2523 h 682"/>
                  <a:gd name="T14" fmla="*/ 751 w 1583"/>
                  <a:gd name="T15" fmla="*/ 2291 h 682"/>
                  <a:gd name="T16" fmla="*/ 1319 w 1583"/>
                  <a:gd name="T17" fmla="*/ 862 h 68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583"/>
                  <a:gd name="T28" fmla="*/ 0 h 682"/>
                  <a:gd name="T29" fmla="*/ 1583 w 1583"/>
                  <a:gd name="T30" fmla="*/ 682 h 682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583" h="682">
                    <a:moveTo>
                      <a:pt x="155" y="224"/>
                    </a:moveTo>
                    <a:cubicBezTo>
                      <a:pt x="208" y="137"/>
                      <a:pt x="302" y="108"/>
                      <a:pt x="407" y="74"/>
                    </a:cubicBezTo>
                    <a:cubicBezTo>
                      <a:pt x="512" y="40"/>
                      <a:pt x="660" y="0"/>
                      <a:pt x="785" y="20"/>
                    </a:cubicBezTo>
                    <a:cubicBezTo>
                      <a:pt x="910" y="40"/>
                      <a:pt x="1027" y="126"/>
                      <a:pt x="1157" y="194"/>
                    </a:cubicBezTo>
                    <a:cubicBezTo>
                      <a:pt x="1287" y="262"/>
                      <a:pt x="1545" y="353"/>
                      <a:pt x="1564" y="428"/>
                    </a:cubicBezTo>
                    <a:cubicBezTo>
                      <a:pt x="1583" y="503"/>
                      <a:pt x="1417" y="606"/>
                      <a:pt x="1272" y="644"/>
                    </a:cubicBezTo>
                    <a:cubicBezTo>
                      <a:pt x="1127" y="682"/>
                      <a:pt x="887" y="664"/>
                      <a:pt x="690" y="656"/>
                    </a:cubicBezTo>
                    <a:cubicBezTo>
                      <a:pt x="493" y="648"/>
                      <a:pt x="178" y="668"/>
                      <a:pt x="89" y="596"/>
                    </a:cubicBezTo>
                    <a:cubicBezTo>
                      <a:pt x="0" y="524"/>
                      <a:pt x="102" y="311"/>
                      <a:pt x="155" y="224"/>
                    </a:cubicBezTo>
                    <a:close/>
                  </a:path>
                </a:pathLst>
              </a:custGeom>
              <a:gradFill flip="none" rotWithShape="1">
                <a:gsLst>
                  <a:gs pos="20000">
                    <a:schemeClr val="bg1"/>
                  </a:gs>
                  <a:gs pos="99000">
                    <a:schemeClr val="bg1">
                      <a:alpha val="73000"/>
                    </a:schemeClr>
                  </a:gs>
                </a:gsLst>
                <a:path path="circle">
                  <a:fillToRect l="50000" t="50000" r="50000" b="50000"/>
                </a:path>
                <a:tileRect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grpSp>
            <p:nvGrpSpPr>
              <p:cNvPr id="267" name="Group 266">
                <a:extLst>
                  <a:ext uri="{FF2B5EF4-FFF2-40B4-BE49-F238E27FC236}">
                    <a16:creationId xmlns:a16="http://schemas.microsoft.com/office/drawing/2014/main" id="{48016CA7-C957-1C4D-A120-A23AF9524D91}"/>
                  </a:ext>
                </a:extLst>
              </p:cNvPr>
              <p:cNvGrpSpPr/>
              <p:nvPr/>
            </p:nvGrpSpPr>
            <p:grpSpPr>
              <a:xfrm>
                <a:off x="4915903" y="4888922"/>
                <a:ext cx="1290181" cy="895439"/>
                <a:chOff x="2158089" y="2093530"/>
                <a:chExt cx="1290181" cy="895439"/>
              </a:xfrm>
            </p:grpSpPr>
            <p:sp>
              <p:nvSpPr>
                <p:cNvPr id="268" name="TextBox 267">
                  <a:extLst>
                    <a:ext uri="{FF2B5EF4-FFF2-40B4-BE49-F238E27FC236}">
                      <a16:creationId xmlns:a16="http://schemas.microsoft.com/office/drawing/2014/main" id="{3AB46CFF-D2D9-204B-8D26-6EBD60AC189A}"/>
                    </a:ext>
                  </a:extLst>
                </p:cNvPr>
                <p:cNvSpPr txBox="1"/>
                <p:nvPr/>
              </p:nvSpPr>
              <p:spPr>
                <a:xfrm>
                  <a:off x="2307787" y="2257804"/>
                  <a:ext cx="1017010" cy="617861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85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A8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intra-AS</a:t>
                  </a:r>
                </a:p>
                <a:p>
                  <a:pPr marL="0" marR="0" lvl="0" indent="0" algn="ctr" defTabSz="914400" rtl="0" eaLnBrk="1" fontAlgn="auto" latinLnBrk="0" hangingPunct="1">
                    <a:lnSpc>
                      <a:spcPct val="85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A8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routing</a:t>
                  </a:r>
                </a:p>
              </p:txBody>
            </p:sp>
            <p:sp>
              <p:nvSpPr>
                <p:cNvPr id="269" name="Oval 268">
                  <a:extLst>
                    <a:ext uri="{FF2B5EF4-FFF2-40B4-BE49-F238E27FC236}">
                      <a16:creationId xmlns:a16="http://schemas.microsoft.com/office/drawing/2014/main" id="{62F828E9-D5D5-A845-92F1-06245C1556E7}"/>
                    </a:ext>
                  </a:extLst>
                </p:cNvPr>
                <p:cNvSpPr/>
                <p:nvPr/>
              </p:nvSpPr>
              <p:spPr>
                <a:xfrm>
                  <a:off x="2158089" y="2093530"/>
                  <a:ext cx="1290181" cy="864296"/>
                </a:xfrm>
                <a:prstGeom prst="ellipse">
                  <a:avLst/>
                </a:prstGeom>
                <a:noFill/>
                <a:ln w="38100">
                  <a:solidFill>
                    <a:srgbClr val="0000A8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70" name="Rectangle 269">
                  <a:extLst>
                    <a:ext uri="{FF2B5EF4-FFF2-40B4-BE49-F238E27FC236}">
                      <a16:creationId xmlns:a16="http://schemas.microsoft.com/office/drawing/2014/main" id="{DF703CA7-434F-3941-821C-59863FBA7287}"/>
                    </a:ext>
                  </a:extLst>
                </p:cNvPr>
                <p:cNvSpPr/>
                <p:nvPr/>
              </p:nvSpPr>
              <p:spPr>
                <a:xfrm>
                  <a:off x="2417523" y="2844399"/>
                  <a:ext cx="776614" cy="14457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cxnSp>
              <p:nvCxnSpPr>
                <p:cNvPr id="271" name="Straight Arrow Connector 270">
                  <a:extLst>
                    <a:ext uri="{FF2B5EF4-FFF2-40B4-BE49-F238E27FC236}">
                      <a16:creationId xmlns:a16="http://schemas.microsoft.com/office/drawing/2014/main" id="{4E454930-4E41-434B-860E-CAB25B708B4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3111009" y="2833557"/>
                  <a:ext cx="138182" cy="97585"/>
                </a:xfrm>
                <a:prstGeom prst="straightConnector1">
                  <a:avLst/>
                </a:prstGeom>
                <a:ln w="38100">
                  <a:solidFill>
                    <a:srgbClr val="0000A8"/>
                  </a:solidFill>
                  <a:tailEnd type="triangl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281" name="Group 280">
              <a:extLst>
                <a:ext uri="{FF2B5EF4-FFF2-40B4-BE49-F238E27FC236}">
                  <a16:creationId xmlns:a16="http://schemas.microsoft.com/office/drawing/2014/main" id="{E2F34647-CA92-A545-AFCE-B82A0FF135E5}"/>
                </a:ext>
              </a:extLst>
            </p:cNvPr>
            <p:cNvGrpSpPr/>
            <p:nvPr/>
          </p:nvGrpSpPr>
          <p:grpSpPr>
            <a:xfrm>
              <a:off x="6989573" y="3977477"/>
              <a:ext cx="2154427" cy="1384541"/>
              <a:chOff x="6989573" y="3977477"/>
              <a:chExt cx="2154427" cy="1384541"/>
            </a:xfrm>
          </p:grpSpPr>
          <p:sp>
            <p:nvSpPr>
              <p:cNvPr id="255" name="Freeform 3">
                <a:extLst>
                  <a:ext uri="{FF2B5EF4-FFF2-40B4-BE49-F238E27FC236}">
                    <a16:creationId xmlns:a16="http://schemas.microsoft.com/office/drawing/2014/main" id="{1536733F-1420-C242-99F9-B2C1A846C6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89573" y="3977477"/>
                <a:ext cx="2154427" cy="1384541"/>
              </a:xfrm>
              <a:custGeom>
                <a:avLst/>
                <a:gdLst>
                  <a:gd name="T0" fmla="*/ 1063 w 1162"/>
                  <a:gd name="T1" fmla="*/ 49351 h 543"/>
                  <a:gd name="T2" fmla="*/ 6960 w 1162"/>
                  <a:gd name="T3" fmla="*/ 4162 h 543"/>
                  <a:gd name="T4" fmla="*/ 17785 w 1162"/>
                  <a:gd name="T5" fmla="*/ 23973 h 543"/>
                  <a:gd name="T6" fmla="*/ 21649 w 1162"/>
                  <a:gd name="T7" fmla="*/ 72662 h 543"/>
                  <a:gd name="T8" fmla="*/ 19828 w 1162"/>
                  <a:gd name="T9" fmla="*/ 137161 h 543"/>
                  <a:gd name="T10" fmla="*/ 11083 w 1162"/>
                  <a:gd name="T11" fmla="*/ 164591 h 543"/>
                  <a:gd name="T12" fmla="*/ 1657 w 1162"/>
                  <a:gd name="T13" fmla="*/ 133650 h 543"/>
                  <a:gd name="T14" fmla="*/ 1063 w 1162"/>
                  <a:gd name="T15" fmla="*/ 49351 h 54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1162"/>
                  <a:gd name="T25" fmla="*/ 0 h 543"/>
                  <a:gd name="T26" fmla="*/ 1162 w 1162"/>
                  <a:gd name="T27" fmla="*/ 543 h 543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1162" h="543">
                    <a:moveTo>
                      <a:pt x="56" y="162"/>
                    </a:moveTo>
                    <a:cubicBezTo>
                      <a:pt x="115" y="100"/>
                      <a:pt x="221" y="28"/>
                      <a:pt x="368" y="14"/>
                    </a:cubicBezTo>
                    <a:cubicBezTo>
                      <a:pt x="515" y="0"/>
                      <a:pt x="811" y="42"/>
                      <a:pt x="940" y="79"/>
                    </a:cubicBezTo>
                    <a:cubicBezTo>
                      <a:pt x="1069" y="116"/>
                      <a:pt x="1126" y="177"/>
                      <a:pt x="1144" y="239"/>
                    </a:cubicBezTo>
                    <a:cubicBezTo>
                      <a:pt x="1162" y="301"/>
                      <a:pt x="1141" y="401"/>
                      <a:pt x="1048" y="451"/>
                    </a:cubicBezTo>
                    <a:cubicBezTo>
                      <a:pt x="955" y="501"/>
                      <a:pt x="746" y="543"/>
                      <a:pt x="586" y="541"/>
                    </a:cubicBezTo>
                    <a:cubicBezTo>
                      <a:pt x="426" y="539"/>
                      <a:pt x="176" y="502"/>
                      <a:pt x="88" y="439"/>
                    </a:cubicBezTo>
                    <a:cubicBezTo>
                      <a:pt x="0" y="376"/>
                      <a:pt x="63" y="220"/>
                      <a:pt x="56" y="162"/>
                    </a:cubicBezTo>
                    <a:close/>
                  </a:path>
                </a:pathLst>
              </a:custGeom>
              <a:gradFill>
                <a:gsLst>
                  <a:gs pos="24000">
                    <a:schemeClr val="bg1"/>
                  </a:gs>
                  <a:gs pos="99000">
                    <a:schemeClr val="bg1">
                      <a:alpha val="67000"/>
                    </a:schemeClr>
                  </a:gs>
                </a:gsLst>
                <a:path path="circle">
                  <a:fillToRect l="50000" t="50000" r="50000" b="50000"/>
                </a:path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grpSp>
            <p:nvGrpSpPr>
              <p:cNvPr id="276" name="Group 275">
                <a:extLst>
                  <a:ext uri="{FF2B5EF4-FFF2-40B4-BE49-F238E27FC236}">
                    <a16:creationId xmlns:a16="http://schemas.microsoft.com/office/drawing/2014/main" id="{92ED2415-587F-4B43-864E-2DFBFD8318B6}"/>
                  </a:ext>
                </a:extLst>
              </p:cNvPr>
              <p:cNvGrpSpPr/>
              <p:nvPr/>
            </p:nvGrpSpPr>
            <p:grpSpPr>
              <a:xfrm>
                <a:off x="7396057" y="4300199"/>
                <a:ext cx="1290181" cy="895439"/>
                <a:chOff x="2158089" y="2093530"/>
                <a:chExt cx="1290181" cy="895439"/>
              </a:xfrm>
            </p:grpSpPr>
            <p:sp>
              <p:nvSpPr>
                <p:cNvPr id="277" name="TextBox 276">
                  <a:extLst>
                    <a:ext uri="{FF2B5EF4-FFF2-40B4-BE49-F238E27FC236}">
                      <a16:creationId xmlns:a16="http://schemas.microsoft.com/office/drawing/2014/main" id="{5E266E0C-04F2-274C-A906-0CE2714D9E26}"/>
                    </a:ext>
                  </a:extLst>
                </p:cNvPr>
                <p:cNvSpPr txBox="1"/>
                <p:nvPr/>
              </p:nvSpPr>
              <p:spPr>
                <a:xfrm>
                  <a:off x="2307787" y="2257804"/>
                  <a:ext cx="1017010" cy="617861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85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A8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intra-AS</a:t>
                  </a:r>
                </a:p>
                <a:p>
                  <a:pPr marL="0" marR="0" lvl="0" indent="0" algn="ctr" defTabSz="914400" rtl="0" eaLnBrk="1" fontAlgn="auto" latinLnBrk="0" hangingPunct="1">
                    <a:lnSpc>
                      <a:spcPct val="85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A8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routing</a:t>
                  </a:r>
                </a:p>
              </p:txBody>
            </p:sp>
            <p:sp>
              <p:nvSpPr>
                <p:cNvPr id="278" name="Oval 277">
                  <a:extLst>
                    <a:ext uri="{FF2B5EF4-FFF2-40B4-BE49-F238E27FC236}">
                      <a16:creationId xmlns:a16="http://schemas.microsoft.com/office/drawing/2014/main" id="{AF109F00-AEAA-434C-BBF7-9540A765DEAD}"/>
                    </a:ext>
                  </a:extLst>
                </p:cNvPr>
                <p:cNvSpPr/>
                <p:nvPr/>
              </p:nvSpPr>
              <p:spPr>
                <a:xfrm>
                  <a:off x="2158089" y="2093530"/>
                  <a:ext cx="1290181" cy="864296"/>
                </a:xfrm>
                <a:prstGeom prst="ellipse">
                  <a:avLst/>
                </a:prstGeom>
                <a:noFill/>
                <a:ln w="38100">
                  <a:solidFill>
                    <a:srgbClr val="0000A8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79" name="Rectangle 278">
                  <a:extLst>
                    <a:ext uri="{FF2B5EF4-FFF2-40B4-BE49-F238E27FC236}">
                      <a16:creationId xmlns:a16="http://schemas.microsoft.com/office/drawing/2014/main" id="{BC93F16D-2C1A-E249-87B4-695F781B3787}"/>
                    </a:ext>
                  </a:extLst>
                </p:cNvPr>
                <p:cNvSpPr/>
                <p:nvPr/>
              </p:nvSpPr>
              <p:spPr>
                <a:xfrm>
                  <a:off x="2417523" y="2844399"/>
                  <a:ext cx="776614" cy="14457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cxnSp>
              <p:nvCxnSpPr>
                <p:cNvPr id="280" name="Straight Arrow Connector 279">
                  <a:extLst>
                    <a:ext uri="{FF2B5EF4-FFF2-40B4-BE49-F238E27FC236}">
                      <a16:creationId xmlns:a16="http://schemas.microsoft.com/office/drawing/2014/main" id="{BF12078B-FFCB-5B4D-96D9-6482BC5DACC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3111009" y="2833557"/>
                  <a:ext cx="138182" cy="97585"/>
                </a:xfrm>
                <a:prstGeom prst="straightConnector1">
                  <a:avLst/>
                </a:prstGeom>
                <a:ln w="38100">
                  <a:solidFill>
                    <a:srgbClr val="0000A8"/>
                  </a:solidFill>
                  <a:tailEnd type="triangl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</p:grpSp>
      <p:grpSp>
        <p:nvGrpSpPr>
          <p:cNvPr id="312" name="Group 311">
            <a:extLst>
              <a:ext uri="{FF2B5EF4-FFF2-40B4-BE49-F238E27FC236}">
                <a16:creationId xmlns:a16="http://schemas.microsoft.com/office/drawing/2014/main" id="{78E22769-1D43-5840-8394-0FE0463D5740}"/>
              </a:ext>
            </a:extLst>
          </p:cNvPr>
          <p:cNvGrpSpPr/>
          <p:nvPr/>
        </p:nvGrpSpPr>
        <p:grpSpPr>
          <a:xfrm>
            <a:off x="3207334" y="1684769"/>
            <a:ext cx="5968456" cy="2124592"/>
            <a:chOff x="3202684" y="3763506"/>
            <a:chExt cx="5968456" cy="2124592"/>
          </a:xfrm>
        </p:grpSpPr>
        <p:grpSp>
          <p:nvGrpSpPr>
            <p:cNvPr id="310" name="Group 309">
              <a:extLst>
                <a:ext uri="{FF2B5EF4-FFF2-40B4-BE49-F238E27FC236}">
                  <a16:creationId xmlns:a16="http://schemas.microsoft.com/office/drawing/2014/main" id="{744E07CE-3F29-2C44-A38C-A63250BD37CA}"/>
                </a:ext>
              </a:extLst>
            </p:cNvPr>
            <p:cNvGrpSpPr/>
            <p:nvPr/>
          </p:nvGrpSpPr>
          <p:grpSpPr>
            <a:xfrm>
              <a:off x="3202684" y="3763506"/>
              <a:ext cx="5968456" cy="2124592"/>
              <a:chOff x="2563856" y="-1509951"/>
              <a:chExt cx="5968456" cy="2124592"/>
            </a:xfrm>
          </p:grpSpPr>
          <p:sp>
            <p:nvSpPr>
              <p:cNvPr id="304" name="Freeform 4">
                <a:extLst>
                  <a:ext uri="{FF2B5EF4-FFF2-40B4-BE49-F238E27FC236}">
                    <a16:creationId xmlns:a16="http://schemas.microsoft.com/office/drawing/2014/main" id="{D30911A6-6911-094B-927D-A42ABA72DF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3856" y="-1509951"/>
                <a:ext cx="1609399" cy="1316010"/>
              </a:xfrm>
              <a:custGeom>
                <a:avLst/>
                <a:gdLst>
                  <a:gd name="T0" fmla="*/ 134 w 1198"/>
                  <a:gd name="T1" fmla="*/ 270558 h 451"/>
                  <a:gd name="T2" fmla="*/ 273 w 1198"/>
                  <a:gd name="T3" fmla="*/ 132828 h 451"/>
                  <a:gd name="T4" fmla="*/ 679 w 1198"/>
                  <a:gd name="T5" fmla="*/ 73044 h 451"/>
                  <a:gd name="T6" fmla="*/ 1501 w 1198"/>
                  <a:gd name="T7" fmla="*/ 37135 h 451"/>
                  <a:gd name="T8" fmla="*/ 1796 w 1198"/>
                  <a:gd name="T9" fmla="*/ 294460 h 451"/>
                  <a:gd name="T10" fmla="*/ 1350 w 1198"/>
                  <a:gd name="T11" fmla="*/ 616944 h 451"/>
                  <a:gd name="T12" fmla="*/ 466 w 1198"/>
                  <a:gd name="T13" fmla="*/ 634874 h 451"/>
                  <a:gd name="T14" fmla="*/ 54 w 1198"/>
                  <a:gd name="T15" fmla="*/ 503524 h 451"/>
                  <a:gd name="T16" fmla="*/ 134 w 1198"/>
                  <a:gd name="T17" fmla="*/ 270558 h 45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198"/>
                  <a:gd name="T28" fmla="*/ 0 h 451"/>
                  <a:gd name="T29" fmla="*/ 1198 w 1198"/>
                  <a:gd name="T30" fmla="*/ 451 h 451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198" h="451">
                    <a:moveTo>
                      <a:pt x="88" y="181"/>
                    </a:moveTo>
                    <a:cubicBezTo>
                      <a:pt x="159" y="143"/>
                      <a:pt x="120" y="111"/>
                      <a:pt x="180" y="89"/>
                    </a:cubicBezTo>
                    <a:cubicBezTo>
                      <a:pt x="240" y="67"/>
                      <a:pt x="313" y="60"/>
                      <a:pt x="448" y="49"/>
                    </a:cubicBezTo>
                    <a:cubicBezTo>
                      <a:pt x="583" y="38"/>
                      <a:pt x="866" y="0"/>
                      <a:pt x="988" y="25"/>
                    </a:cubicBezTo>
                    <a:cubicBezTo>
                      <a:pt x="1110" y="50"/>
                      <a:pt x="1198" y="132"/>
                      <a:pt x="1181" y="197"/>
                    </a:cubicBezTo>
                    <a:cubicBezTo>
                      <a:pt x="1164" y="262"/>
                      <a:pt x="1034" y="375"/>
                      <a:pt x="889" y="413"/>
                    </a:cubicBezTo>
                    <a:cubicBezTo>
                      <a:pt x="744" y="451"/>
                      <a:pt x="449" y="438"/>
                      <a:pt x="307" y="425"/>
                    </a:cubicBezTo>
                    <a:cubicBezTo>
                      <a:pt x="165" y="412"/>
                      <a:pt x="72" y="378"/>
                      <a:pt x="36" y="337"/>
                    </a:cubicBezTo>
                    <a:cubicBezTo>
                      <a:pt x="0" y="296"/>
                      <a:pt x="77" y="213"/>
                      <a:pt x="88" y="181"/>
                    </a:cubicBezTo>
                    <a:close/>
                  </a:path>
                </a:pathLst>
              </a:custGeom>
              <a:gradFill>
                <a:gsLst>
                  <a:gs pos="24000">
                    <a:schemeClr val="bg1"/>
                  </a:gs>
                  <a:gs pos="99000">
                    <a:schemeClr val="bg1">
                      <a:alpha val="67000"/>
                    </a:schemeClr>
                  </a:gs>
                </a:gsLst>
                <a:path path="circle">
                  <a:fillToRect l="50000" t="50000" r="50000" b="50000"/>
                </a:path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298" name="Freeform 5">
                <a:extLst>
                  <a:ext uri="{FF2B5EF4-FFF2-40B4-BE49-F238E27FC236}">
                    <a16:creationId xmlns:a16="http://schemas.microsoft.com/office/drawing/2014/main" id="{5CB4E5C1-2135-4947-936C-2E606AB35C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3897" y="-479142"/>
                <a:ext cx="2744147" cy="1093783"/>
              </a:xfrm>
              <a:custGeom>
                <a:avLst/>
                <a:gdLst>
                  <a:gd name="T0" fmla="*/ 1319 w 1583"/>
                  <a:gd name="T1" fmla="*/ 862 h 682"/>
                  <a:gd name="T2" fmla="*/ 3445 w 1583"/>
                  <a:gd name="T3" fmla="*/ 285 h 682"/>
                  <a:gd name="T4" fmla="*/ 6645 w 1583"/>
                  <a:gd name="T5" fmla="*/ 77 h 682"/>
                  <a:gd name="T6" fmla="*/ 9794 w 1583"/>
                  <a:gd name="T7" fmla="*/ 744 h 682"/>
                  <a:gd name="T8" fmla="*/ 13238 w 1583"/>
                  <a:gd name="T9" fmla="*/ 1642 h 682"/>
                  <a:gd name="T10" fmla="*/ 10773 w 1583"/>
                  <a:gd name="T11" fmla="*/ 2476 h 682"/>
                  <a:gd name="T12" fmla="*/ 5844 w 1583"/>
                  <a:gd name="T13" fmla="*/ 2523 h 682"/>
                  <a:gd name="T14" fmla="*/ 751 w 1583"/>
                  <a:gd name="T15" fmla="*/ 2291 h 682"/>
                  <a:gd name="T16" fmla="*/ 1319 w 1583"/>
                  <a:gd name="T17" fmla="*/ 862 h 68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583"/>
                  <a:gd name="T28" fmla="*/ 0 h 682"/>
                  <a:gd name="T29" fmla="*/ 1583 w 1583"/>
                  <a:gd name="T30" fmla="*/ 682 h 682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583" h="682">
                    <a:moveTo>
                      <a:pt x="155" y="224"/>
                    </a:moveTo>
                    <a:cubicBezTo>
                      <a:pt x="208" y="137"/>
                      <a:pt x="302" y="108"/>
                      <a:pt x="407" y="74"/>
                    </a:cubicBezTo>
                    <a:cubicBezTo>
                      <a:pt x="512" y="40"/>
                      <a:pt x="660" y="0"/>
                      <a:pt x="785" y="20"/>
                    </a:cubicBezTo>
                    <a:cubicBezTo>
                      <a:pt x="910" y="40"/>
                      <a:pt x="1027" y="126"/>
                      <a:pt x="1157" y="194"/>
                    </a:cubicBezTo>
                    <a:cubicBezTo>
                      <a:pt x="1287" y="262"/>
                      <a:pt x="1545" y="353"/>
                      <a:pt x="1564" y="428"/>
                    </a:cubicBezTo>
                    <a:cubicBezTo>
                      <a:pt x="1583" y="503"/>
                      <a:pt x="1417" y="606"/>
                      <a:pt x="1272" y="644"/>
                    </a:cubicBezTo>
                    <a:cubicBezTo>
                      <a:pt x="1127" y="682"/>
                      <a:pt x="887" y="664"/>
                      <a:pt x="690" y="656"/>
                    </a:cubicBezTo>
                    <a:cubicBezTo>
                      <a:pt x="493" y="648"/>
                      <a:pt x="178" y="668"/>
                      <a:pt x="89" y="596"/>
                    </a:cubicBezTo>
                    <a:cubicBezTo>
                      <a:pt x="0" y="524"/>
                      <a:pt x="102" y="311"/>
                      <a:pt x="155" y="224"/>
                    </a:cubicBezTo>
                    <a:close/>
                  </a:path>
                </a:pathLst>
              </a:custGeom>
              <a:gradFill flip="none" rotWithShape="1">
                <a:gsLst>
                  <a:gs pos="20000">
                    <a:schemeClr val="bg1"/>
                  </a:gs>
                  <a:gs pos="99000">
                    <a:schemeClr val="bg1">
                      <a:alpha val="73000"/>
                    </a:schemeClr>
                  </a:gs>
                </a:gsLst>
                <a:path path="circle">
                  <a:fillToRect l="50000" t="50000" r="50000" b="50000"/>
                </a:path>
                <a:tileRect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292" name="Freeform 3">
                <a:extLst>
                  <a:ext uri="{FF2B5EF4-FFF2-40B4-BE49-F238E27FC236}">
                    <a16:creationId xmlns:a16="http://schemas.microsoft.com/office/drawing/2014/main" id="{17419CA7-50EA-4644-BAD8-E64BA60CCA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77885" y="-1281366"/>
                <a:ext cx="2154427" cy="1384541"/>
              </a:xfrm>
              <a:custGeom>
                <a:avLst/>
                <a:gdLst>
                  <a:gd name="T0" fmla="*/ 1063 w 1162"/>
                  <a:gd name="T1" fmla="*/ 49351 h 543"/>
                  <a:gd name="T2" fmla="*/ 6960 w 1162"/>
                  <a:gd name="T3" fmla="*/ 4162 h 543"/>
                  <a:gd name="T4" fmla="*/ 17785 w 1162"/>
                  <a:gd name="T5" fmla="*/ 23973 h 543"/>
                  <a:gd name="T6" fmla="*/ 21649 w 1162"/>
                  <a:gd name="T7" fmla="*/ 72662 h 543"/>
                  <a:gd name="T8" fmla="*/ 19828 w 1162"/>
                  <a:gd name="T9" fmla="*/ 137161 h 543"/>
                  <a:gd name="T10" fmla="*/ 11083 w 1162"/>
                  <a:gd name="T11" fmla="*/ 164591 h 543"/>
                  <a:gd name="T12" fmla="*/ 1657 w 1162"/>
                  <a:gd name="T13" fmla="*/ 133650 h 543"/>
                  <a:gd name="T14" fmla="*/ 1063 w 1162"/>
                  <a:gd name="T15" fmla="*/ 49351 h 54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1162"/>
                  <a:gd name="T25" fmla="*/ 0 h 543"/>
                  <a:gd name="T26" fmla="*/ 1162 w 1162"/>
                  <a:gd name="T27" fmla="*/ 543 h 543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1162" h="543">
                    <a:moveTo>
                      <a:pt x="56" y="162"/>
                    </a:moveTo>
                    <a:cubicBezTo>
                      <a:pt x="115" y="100"/>
                      <a:pt x="221" y="28"/>
                      <a:pt x="368" y="14"/>
                    </a:cubicBezTo>
                    <a:cubicBezTo>
                      <a:pt x="515" y="0"/>
                      <a:pt x="811" y="42"/>
                      <a:pt x="940" y="79"/>
                    </a:cubicBezTo>
                    <a:cubicBezTo>
                      <a:pt x="1069" y="116"/>
                      <a:pt x="1126" y="177"/>
                      <a:pt x="1144" y="239"/>
                    </a:cubicBezTo>
                    <a:cubicBezTo>
                      <a:pt x="1162" y="301"/>
                      <a:pt x="1141" y="401"/>
                      <a:pt x="1048" y="451"/>
                    </a:cubicBezTo>
                    <a:cubicBezTo>
                      <a:pt x="955" y="501"/>
                      <a:pt x="746" y="543"/>
                      <a:pt x="586" y="541"/>
                    </a:cubicBezTo>
                    <a:cubicBezTo>
                      <a:pt x="426" y="539"/>
                      <a:pt x="176" y="502"/>
                      <a:pt x="88" y="439"/>
                    </a:cubicBezTo>
                    <a:cubicBezTo>
                      <a:pt x="0" y="376"/>
                      <a:pt x="63" y="220"/>
                      <a:pt x="56" y="162"/>
                    </a:cubicBezTo>
                    <a:close/>
                  </a:path>
                </a:pathLst>
              </a:custGeom>
              <a:gradFill>
                <a:gsLst>
                  <a:gs pos="24000">
                    <a:schemeClr val="bg1"/>
                  </a:gs>
                  <a:gs pos="99000">
                    <a:schemeClr val="bg1">
                      <a:alpha val="67000"/>
                    </a:schemeClr>
                  </a:gs>
                </a:gsLst>
                <a:path path="circle">
                  <a:fillToRect l="50000" t="50000" r="50000" b="50000"/>
                </a:path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cxnSp>
            <p:nvCxnSpPr>
              <p:cNvPr id="284" name="Straight Arrow Connector 283">
                <a:extLst>
                  <a:ext uri="{FF2B5EF4-FFF2-40B4-BE49-F238E27FC236}">
                    <a16:creationId xmlns:a16="http://schemas.microsoft.com/office/drawing/2014/main" id="{D9F899E2-41E6-F644-9D09-629032DFBB9F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824603" y="-501042"/>
                <a:ext cx="814192" cy="501042"/>
              </a:xfrm>
              <a:prstGeom prst="straightConnector1">
                <a:avLst/>
              </a:prstGeom>
              <a:ln w="38100">
                <a:solidFill>
                  <a:srgbClr val="C00000"/>
                </a:solidFill>
                <a:headEnd type="triangle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86" name="Straight Arrow Connector 285">
                <a:extLst>
                  <a:ext uri="{FF2B5EF4-FFF2-40B4-BE49-F238E27FC236}">
                    <a16:creationId xmlns:a16="http://schemas.microsoft.com/office/drawing/2014/main" id="{498B5083-E95A-D548-919E-B088084EACD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0416" y="-711896"/>
                <a:ext cx="724423" cy="436323"/>
              </a:xfrm>
              <a:prstGeom prst="straightConnector1">
                <a:avLst/>
              </a:prstGeom>
              <a:ln w="38100">
                <a:solidFill>
                  <a:srgbClr val="C00000"/>
                </a:solidFill>
                <a:headEnd type="triangle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311" name="TextBox 310">
              <a:extLst>
                <a:ext uri="{FF2B5EF4-FFF2-40B4-BE49-F238E27FC236}">
                  <a16:creationId xmlns:a16="http://schemas.microsoft.com/office/drawing/2014/main" id="{B03A980E-CDF4-394B-8ACB-E178989326AD}"/>
                </a:ext>
              </a:extLst>
            </p:cNvPr>
            <p:cNvSpPr txBox="1"/>
            <p:nvPr/>
          </p:nvSpPr>
          <p:spPr>
            <a:xfrm>
              <a:off x="4935255" y="4346532"/>
              <a:ext cx="2217106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inter-AS routing</a:t>
              </a:r>
            </a:p>
          </p:txBody>
        </p:sp>
      </p:grpSp>
      <p:grpSp>
        <p:nvGrpSpPr>
          <p:cNvPr id="12" name="Group 11">
            <a:extLst>
              <a:ext uri="{FF2B5EF4-FFF2-40B4-BE49-F238E27FC236}">
                <a16:creationId xmlns:a16="http://schemas.microsoft.com/office/drawing/2014/main" id="{E98F9C1D-3209-FF6E-0F46-6309DD0CDA25}"/>
              </a:ext>
            </a:extLst>
          </p:cNvPr>
          <p:cNvGrpSpPr/>
          <p:nvPr/>
        </p:nvGrpSpPr>
        <p:grpSpPr>
          <a:xfrm>
            <a:off x="539395" y="4367715"/>
            <a:ext cx="11186485" cy="1055505"/>
            <a:chOff x="539395" y="4367715"/>
            <a:chExt cx="11186485" cy="1055505"/>
          </a:xfrm>
        </p:grpSpPr>
        <p:sp>
          <p:nvSpPr>
            <p:cNvPr id="5" name="Rectangle 3">
              <a:extLst>
                <a:ext uri="{FF2B5EF4-FFF2-40B4-BE49-F238E27FC236}">
                  <a16:creationId xmlns:a16="http://schemas.microsoft.com/office/drawing/2014/main" id="{332B7797-762F-B3DA-EBC9-B4B53C9061E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210281" y="4434276"/>
              <a:ext cx="10515599" cy="9889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FAA26D3D-D897-4be2-8F04-BA451C77F1D7}">
                <ma14:placeholderFlag xmlns:ma14="http://schemas.microsoft.com/office/mac/drawingml/2011/main" xmlns="" val="1"/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lvl1pPr marL="342900" indent="-342900" algn="l" rtl="0" eaLnBrk="0" fontAlgn="base" hangingPunct="0">
                <a:lnSpc>
                  <a:spcPct val="85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SzPct val="100000"/>
                <a:buFont typeface="Wingdings" charset="2"/>
                <a:buChar char="§"/>
                <a:defRPr sz="2800">
                  <a:solidFill>
                    <a:schemeClr val="tx1"/>
                  </a:solidFill>
                  <a:latin typeface="+mn-lt"/>
                  <a:ea typeface="ＭＳ Ｐゴシック" charset="0"/>
                  <a:cs typeface="ＭＳ Ｐゴシック" charset="0"/>
                </a:defRPr>
              </a:lvl1pPr>
              <a:lvl2pPr marL="742950" indent="-285750" algn="l" rtl="0" eaLnBrk="0" fontAlgn="base" hangingPunct="0">
                <a:lnSpc>
                  <a:spcPct val="85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Font typeface="Arial"/>
                <a:buChar char="•"/>
                <a:defRPr sz="2400">
                  <a:solidFill>
                    <a:schemeClr val="tx1"/>
                  </a:solidFill>
                  <a:latin typeface="+mn-lt"/>
                  <a:ea typeface="ＭＳ Ｐゴシック" charset="0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000">
                  <a:solidFill>
                    <a:schemeClr val="tx1"/>
                  </a:solidFill>
                  <a:latin typeface="Comic Sans MS" pitchFamily="66" charset="0"/>
                  <a:ea typeface="ＭＳ Ｐゴシック" charset="0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1800">
                  <a:solidFill>
                    <a:schemeClr val="tx1"/>
                  </a:solidFill>
                  <a:latin typeface="Times New Roman" pitchFamily="-109" charset="0"/>
                  <a:ea typeface="ＭＳ Ｐゴシック" charset="0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1800">
                  <a:solidFill>
                    <a:schemeClr val="tx1"/>
                  </a:solidFill>
                  <a:latin typeface="Times New Roman" pitchFamily="-109" charset="0"/>
                  <a:ea typeface="ＭＳ Ｐゴシック" charset="0"/>
                </a:defRPr>
              </a:lvl5pPr>
              <a:lvl6pPr marL="25146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1800">
                  <a:solidFill>
                    <a:schemeClr val="tx1"/>
                  </a:solidFill>
                  <a:latin typeface="Times New Roman" pitchFamily="-109" charset="0"/>
                </a:defRPr>
              </a:lvl6pPr>
              <a:lvl7pPr marL="29718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1800">
                  <a:solidFill>
                    <a:schemeClr val="tx1"/>
                  </a:solidFill>
                  <a:latin typeface="Times New Roman" pitchFamily="-109" charset="0"/>
                </a:defRPr>
              </a:lvl7pPr>
              <a:lvl8pPr marL="3429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1800">
                  <a:solidFill>
                    <a:schemeClr val="tx1"/>
                  </a:solidFill>
                  <a:latin typeface="Times New Roman" pitchFamily="-109" charset="0"/>
                </a:defRPr>
              </a:lvl8pPr>
              <a:lvl9pPr marL="3886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1800">
                  <a:solidFill>
                    <a:schemeClr val="tx1"/>
                  </a:solidFill>
                  <a:latin typeface="Times New Roman" pitchFamily="-109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85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SzPct val="100000"/>
                <a:buFont typeface="Wingdings" charset="2"/>
                <a:buNone/>
                <a:tabLst/>
                <a:defRPr/>
              </a:pPr>
              <a:r>
                <a:rPr kumimoji="0" lang="en-US" sz="3200" b="0" i="0" u="none" strike="noStrike" kern="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</a:rPr>
                <a:t>intra-AS (aka “intra-domain”): </a:t>
              </a:r>
              <a:r>
                <a: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</a:rPr>
                <a:t>routing among routers </a:t>
              </a:r>
              <a:r>
                <a:rPr kumimoji="0" lang="en-US" sz="2800" b="0" i="1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</a:rPr>
                <a:t>within same AS (“network”)</a:t>
              </a: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Gill Sans MT" charset="0"/>
                <a:ea typeface="ＭＳ Ｐゴシック" charset="0"/>
              </a:endParaRPr>
            </a:p>
            <a:p>
              <a:pPr marL="342900" marR="0" lvl="0" indent="-342900" algn="l" defTabSz="914400" rtl="0" eaLnBrk="0" fontAlgn="base" latinLnBrk="0" hangingPunct="0">
                <a:lnSpc>
                  <a:spcPct val="85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SzPct val="100000"/>
                <a:buFont typeface="Wingdings" charset="2"/>
                <a:buChar char="§"/>
                <a:tabLst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Gill Sans MT" charset="0"/>
                <a:ea typeface="ＭＳ Ｐゴシック" charset="0"/>
              </a:endParaRPr>
            </a:p>
          </p:txBody>
        </p:sp>
        <p:pic>
          <p:nvPicPr>
            <p:cNvPr id="10" name="Picture 9" descr="Icon&#10;&#10;Description automatically generated">
              <a:extLst>
                <a:ext uri="{FF2B5EF4-FFF2-40B4-BE49-F238E27FC236}">
                  <a16:creationId xmlns:a16="http://schemas.microsoft.com/office/drawing/2014/main" id="{D31979FC-0715-2CDC-190F-12CF49B43FDB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539395" y="4367715"/>
              <a:ext cx="597609" cy="597609"/>
            </a:xfrm>
            <a:prstGeom prst="rect">
              <a:avLst/>
            </a:prstGeom>
          </p:spPr>
        </p:pic>
      </p:grpSp>
      <p:grpSp>
        <p:nvGrpSpPr>
          <p:cNvPr id="13" name="Group 12">
            <a:extLst>
              <a:ext uri="{FF2B5EF4-FFF2-40B4-BE49-F238E27FC236}">
                <a16:creationId xmlns:a16="http://schemas.microsoft.com/office/drawing/2014/main" id="{0AB4DF94-14AB-9F0E-5ABF-414C24BFE68B}"/>
              </a:ext>
            </a:extLst>
          </p:cNvPr>
          <p:cNvGrpSpPr/>
          <p:nvPr/>
        </p:nvGrpSpPr>
        <p:grpSpPr>
          <a:xfrm>
            <a:off x="598010" y="5500649"/>
            <a:ext cx="10955083" cy="611407"/>
            <a:chOff x="598010" y="5500649"/>
            <a:chExt cx="10955083" cy="611407"/>
          </a:xfrm>
        </p:grpSpPr>
        <p:sp>
          <p:nvSpPr>
            <p:cNvPr id="7" name="Rectangle 4">
              <a:extLst>
                <a:ext uri="{FF2B5EF4-FFF2-40B4-BE49-F238E27FC236}">
                  <a16:creationId xmlns:a16="http://schemas.microsoft.com/office/drawing/2014/main" id="{883C9E31-78C2-4AF6-270E-5106E47BC03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227866" y="5500649"/>
              <a:ext cx="10325227" cy="611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FAA26D3D-D897-4be2-8F04-BA451C77F1D7}">
                <ma14:placeholderFlag xmlns:ma14="http://schemas.microsoft.com/office/mac/drawingml/2011/main" xmlns="" val="1"/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lvl1pPr marL="342900" indent="-342900" algn="l" rtl="0" eaLnBrk="0" fontAlgn="base" hangingPunct="0">
                <a:lnSpc>
                  <a:spcPct val="85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SzPct val="100000"/>
                <a:buFont typeface="Wingdings" charset="2"/>
                <a:buChar char="§"/>
                <a:defRPr sz="2800">
                  <a:solidFill>
                    <a:schemeClr val="tx1"/>
                  </a:solidFill>
                  <a:latin typeface="+mn-lt"/>
                  <a:ea typeface="ＭＳ Ｐゴシック" charset="0"/>
                  <a:cs typeface="ＭＳ Ｐゴシック" charset="0"/>
                </a:defRPr>
              </a:lvl1pPr>
              <a:lvl2pPr marL="742950" indent="-285750" algn="l" rtl="0" eaLnBrk="0" fontAlgn="base" hangingPunct="0">
                <a:lnSpc>
                  <a:spcPct val="85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Font typeface="Arial"/>
                <a:buChar char="•"/>
                <a:defRPr sz="2400">
                  <a:solidFill>
                    <a:schemeClr val="tx1"/>
                  </a:solidFill>
                  <a:latin typeface="+mn-lt"/>
                  <a:ea typeface="ＭＳ Ｐゴシック" charset="0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000">
                  <a:solidFill>
                    <a:schemeClr val="tx1"/>
                  </a:solidFill>
                  <a:latin typeface="Comic Sans MS" pitchFamily="66" charset="0"/>
                  <a:ea typeface="ＭＳ Ｐゴシック" charset="0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1800">
                  <a:solidFill>
                    <a:schemeClr val="tx1"/>
                  </a:solidFill>
                  <a:latin typeface="Times New Roman" pitchFamily="-109" charset="0"/>
                  <a:ea typeface="ＭＳ Ｐゴシック" charset="0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1800">
                  <a:solidFill>
                    <a:schemeClr val="tx1"/>
                  </a:solidFill>
                  <a:latin typeface="Times New Roman" pitchFamily="-109" charset="0"/>
                  <a:ea typeface="ＭＳ Ｐゴシック" charset="0"/>
                </a:defRPr>
              </a:lvl5pPr>
              <a:lvl6pPr marL="25146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1800">
                  <a:solidFill>
                    <a:schemeClr val="tx1"/>
                  </a:solidFill>
                  <a:latin typeface="Times New Roman" pitchFamily="-109" charset="0"/>
                </a:defRPr>
              </a:lvl6pPr>
              <a:lvl7pPr marL="29718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1800">
                  <a:solidFill>
                    <a:schemeClr val="tx1"/>
                  </a:solidFill>
                  <a:latin typeface="Times New Roman" pitchFamily="-109" charset="0"/>
                </a:defRPr>
              </a:lvl7pPr>
              <a:lvl8pPr marL="3429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1800">
                  <a:solidFill>
                    <a:schemeClr val="tx1"/>
                  </a:solidFill>
                  <a:latin typeface="Times New Roman" pitchFamily="-109" charset="0"/>
                </a:defRPr>
              </a:lvl8pPr>
              <a:lvl9pPr marL="3886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1800">
                  <a:solidFill>
                    <a:schemeClr val="tx1"/>
                  </a:solidFill>
                  <a:latin typeface="Times New Roman" pitchFamily="-109" charset="0"/>
                </a:defRPr>
              </a:lvl9pPr>
            </a:lstStyle>
            <a:p>
              <a:pPr marL="342900" marR="0" lvl="0" indent="-342900" algn="l" defTabSz="914400" rtl="0" eaLnBrk="0" fontAlgn="base" latinLnBrk="0" hangingPunct="0">
                <a:lnSpc>
                  <a:spcPct val="85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SzPct val="100000"/>
                <a:buFont typeface="Wingdings" charset="2"/>
                <a:buNone/>
                <a:tabLst/>
                <a:defRPr/>
              </a:pPr>
              <a:r>
                <a:rPr kumimoji="0" lang="en-US" sz="3200" b="0" i="0" u="none" strike="noStrike" kern="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+mn-cs"/>
                </a:rPr>
                <a:t>inter-AS (aka “inter-domain”): </a:t>
              </a:r>
              <a:r>
                <a: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+mn-cs"/>
                </a:rPr>
                <a:t>routing </a:t>
              </a:r>
              <a:r>
                <a:rPr kumimoji="0" lang="en-US" sz="2800" b="0" i="1" u="none" strike="noStrike" kern="0" cap="none" spc="0" normalizeH="0" baseline="0" noProof="0" dirty="0">
                  <a:ln>
                    <a:noFill/>
                  </a:ln>
                  <a:solidFill>
                    <a:srgbClr val="0000A8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+mn-cs"/>
                </a:rPr>
                <a:t>among</a:t>
              </a:r>
              <a:r>
                <a: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+mn-cs"/>
                </a:rPr>
                <a:t> AS’es</a:t>
              </a:r>
            </a:p>
          </p:txBody>
        </p:sp>
        <p:sp>
          <p:nvSpPr>
            <p:cNvPr id="11" name="Right Arrow 10">
              <a:extLst>
                <a:ext uri="{FF2B5EF4-FFF2-40B4-BE49-F238E27FC236}">
                  <a16:creationId xmlns:a16="http://schemas.microsoft.com/office/drawing/2014/main" id="{83CF5ED7-E734-B9F3-B19F-CB0BC6844C35}"/>
                </a:ext>
              </a:extLst>
            </p:cNvPr>
            <p:cNvSpPr/>
            <p:nvPr/>
          </p:nvSpPr>
          <p:spPr>
            <a:xfrm>
              <a:off x="598010" y="5521663"/>
              <a:ext cx="539261" cy="442951"/>
            </a:xfrm>
            <a:prstGeom prst="rightArrow">
              <a:avLst/>
            </a:prstGeom>
            <a:solidFill>
              <a:srgbClr val="C0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sp>
        <p:nvSpPr>
          <p:cNvPr id="2" name="Slide Number Placeholder 3">
            <a:extLst>
              <a:ext uri="{FF2B5EF4-FFF2-40B4-BE49-F238E27FC236}">
                <a16:creationId xmlns:a16="http://schemas.microsoft.com/office/drawing/2014/main" id="{BD6F36D4-D329-E58E-411B-A5CA641100E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Network Layer Control Plane: 5-</a:t>
            </a:r>
            <a:fld id="{C4204591-24BD-A542-B9D5-F8D8A88D2FEE}" type="slidenum">
              <a:rPr lang="en-US" smtClean="0"/>
              <a:pPr/>
              <a:t>61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07664342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4" dur="500"/>
                                        <p:tgtEl>
                                          <p:spTgt spid="28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3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Content Placeholder 6">
            <a:extLst>
              <a:ext uri="{FF2B5EF4-FFF2-40B4-BE49-F238E27FC236}">
                <a16:creationId xmlns:a16="http://schemas.microsoft.com/office/drawing/2014/main" id="{5507B360-8633-344E-8C84-B4DA39DA217E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38199" y="1478604"/>
            <a:ext cx="10785953" cy="5000017"/>
          </a:xfrm>
        </p:spPr>
        <p:txBody>
          <a:bodyPr>
            <a:normAutofit/>
          </a:bodyPr>
          <a:lstStyle/>
          <a:p>
            <a:pPr marL="285750" lvl="0" indent="-28575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</a:pPr>
            <a:r>
              <a:rPr lang="en-US" kern="0" dirty="0">
                <a:solidFill>
                  <a:srgbClr val="CC0000"/>
                </a:solidFill>
                <a:ea typeface="ＭＳ Ｐゴシック" charset="0"/>
              </a:rPr>
              <a:t>BGP (Border Gateway Protocol):</a:t>
            </a:r>
            <a:r>
              <a:rPr lang="en-US" kern="0" dirty="0">
                <a:solidFill>
                  <a:srgbClr val="000000"/>
                </a:solidFill>
                <a:ea typeface="ＭＳ Ｐゴシック" charset="0"/>
              </a:rPr>
              <a:t> </a:t>
            </a:r>
            <a:r>
              <a:rPr lang="en-US" i="1" kern="0" dirty="0">
                <a:solidFill>
                  <a:srgbClr val="000000"/>
                </a:solidFill>
                <a:ea typeface="ＭＳ Ｐゴシック" charset="0"/>
              </a:rPr>
              <a:t>the</a:t>
            </a:r>
            <a:r>
              <a:rPr lang="en-US" kern="0" dirty="0">
                <a:solidFill>
                  <a:srgbClr val="000000"/>
                </a:solidFill>
                <a:ea typeface="ＭＳ Ｐゴシック" charset="0"/>
              </a:rPr>
              <a:t> de facto inter-domain routing protocol</a:t>
            </a:r>
          </a:p>
          <a:p>
            <a:pPr marL="800100" lvl="1" indent="-277813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</a:pPr>
            <a:r>
              <a:rPr lang="en-US" altLang="ja-JP" kern="0" dirty="0">
                <a:solidFill>
                  <a:srgbClr val="000000"/>
                </a:solidFill>
                <a:ea typeface="ＭＳ Ｐゴシック" charset="0"/>
              </a:rPr>
              <a:t>“glue that holds the Internet together”</a:t>
            </a:r>
          </a:p>
          <a:p>
            <a:pPr marL="285750" indent="-285750" eaLnBrk="0" fontAlgn="base" hangingPunct="0">
              <a:lnSpc>
                <a:spcPct val="85000"/>
              </a:lnSpc>
              <a:spcBef>
                <a:spcPts val="12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</a:pPr>
            <a:r>
              <a:rPr lang="en-US" kern="0" dirty="0">
                <a:solidFill>
                  <a:srgbClr val="000000"/>
                </a:solidFill>
                <a:ea typeface="ＭＳ Ｐゴシック" charset="0"/>
              </a:rPr>
              <a:t>allows subnet to advertise its existence, and the destinations it can reach, to rest of Internet: </a:t>
            </a:r>
            <a:r>
              <a:rPr lang="en-US" i="1" kern="0" dirty="0">
                <a:solidFill>
                  <a:srgbClr val="000099"/>
                </a:solidFill>
                <a:ea typeface="ＭＳ Ｐゴシック" charset="0"/>
              </a:rPr>
              <a:t>“</a:t>
            </a:r>
            <a:r>
              <a:rPr lang="en-US" altLang="ja-JP" i="1" kern="0" dirty="0">
                <a:solidFill>
                  <a:srgbClr val="000099"/>
                </a:solidFill>
                <a:ea typeface="ＭＳ Ｐゴシック" charset="0"/>
              </a:rPr>
              <a:t>I am here, here is who I can reach, and how”</a:t>
            </a:r>
            <a:endParaRPr lang="en-US" i="1" kern="0" dirty="0">
              <a:solidFill>
                <a:srgbClr val="000099"/>
              </a:solidFill>
              <a:ea typeface="ＭＳ Ｐゴシック" charset="0"/>
            </a:endParaRPr>
          </a:p>
          <a:p>
            <a:pPr marL="285750" lvl="0" indent="-285750" eaLnBrk="0" fontAlgn="base" hangingPunct="0">
              <a:lnSpc>
                <a:spcPct val="85000"/>
              </a:lnSpc>
              <a:spcBef>
                <a:spcPts val="12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</a:pPr>
            <a:r>
              <a:rPr lang="en-US" kern="0" dirty="0">
                <a:solidFill>
                  <a:srgbClr val="000000"/>
                </a:solidFill>
                <a:ea typeface="ＭＳ Ｐゴシック" charset="0"/>
              </a:rPr>
              <a:t>BGP provides each AS a means to:</a:t>
            </a:r>
          </a:p>
          <a:p>
            <a:pPr marL="800100" lvl="1" indent="-34290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</a:pPr>
            <a:r>
              <a:rPr lang="en-US" sz="2600" kern="0" dirty="0">
                <a:solidFill>
                  <a:srgbClr val="000000"/>
                </a:solidFill>
                <a:ea typeface="ＭＳ Ｐゴシック" charset="0"/>
              </a:rPr>
              <a:t>obtain destination network reachability info from neighboring ASes (</a:t>
            </a:r>
            <a:r>
              <a:rPr lang="en-US" sz="2600" kern="0" dirty="0">
                <a:solidFill>
                  <a:srgbClr val="CC0000"/>
                </a:solidFill>
                <a:ea typeface="ＭＳ Ｐゴシック" charset="0"/>
              </a:rPr>
              <a:t>eBGP)</a:t>
            </a:r>
          </a:p>
          <a:p>
            <a:pPr marL="800100" lvl="1" indent="-34290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</a:pPr>
            <a:r>
              <a:rPr lang="en-US" sz="2600" kern="0" dirty="0">
                <a:solidFill>
                  <a:srgbClr val="000000"/>
                </a:solidFill>
                <a:ea typeface="ＭＳ Ｐゴシック" charset="0"/>
              </a:rPr>
              <a:t>determine </a:t>
            </a:r>
            <a:r>
              <a:rPr lang="en-US" altLang="ja-JP" sz="2600" kern="0" dirty="0">
                <a:solidFill>
                  <a:srgbClr val="000000"/>
                </a:solidFill>
                <a:ea typeface="ＭＳ Ｐゴシック" charset="0"/>
              </a:rPr>
              <a:t>routes to other networks based on reachability information and </a:t>
            </a:r>
            <a:r>
              <a:rPr lang="en-US" altLang="ja-JP" sz="2600" i="1" kern="0" dirty="0">
                <a:solidFill>
                  <a:srgbClr val="000090"/>
                </a:solidFill>
                <a:ea typeface="ＭＳ Ｐゴシック" charset="0"/>
              </a:rPr>
              <a:t>policy</a:t>
            </a:r>
            <a:endParaRPr lang="en-US" altLang="ja-JP" sz="2600" kern="0" dirty="0">
              <a:solidFill>
                <a:srgbClr val="000090"/>
              </a:solidFill>
              <a:ea typeface="ＭＳ Ｐゴシック" charset="0"/>
            </a:endParaRPr>
          </a:p>
          <a:p>
            <a:pPr marL="800100" lvl="1" indent="-34290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</a:pPr>
            <a:r>
              <a:rPr lang="en-US" sz="2600" kern="0" dirty="0">
                <a:solidFill>
                  <a:srgbClr val="000000"/>
                </a:solidFill>
                <a:ea typeface="ＭＳ Ｐゴシック" charset="0"/>
              </a:rPr>
              <a:t>propagate reachability information to all AS-internal routers </a:t>
            </a:r>
            <a:r>
              <a:rPr lang="en-US" sz="2600" kern="0" dirty="0">
                <a:solidFill>
                  <a:srgbClr val="C00000"/>
                </a:solidFill>
                <a:ea typeface="ＭＳ Ｐゴシック" charset="0"/>
              </a:rPr>
              <a:t>(iBGP)</a:t>
            </a:r>
          </a:p>
          <a:p>
            <a:pPr marL="800100" lvl="1" indent="-34290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</a:pPr>
            <a:r>
              <a:rPr lang="en-US" sz="2600" kern="0" dirty="0">
                <a:solidFill>
                  <a:srgbClr val="C00000"/>
                </a:solidFill>
                <a:ea typeface="ＭＳ Ｐゴシック" charset="0"/>
              </a:rPr>
              <a:t>advertise</a:t>
            </a:r>
            <a:r>
              <a:rPr lang="en-US" sz="2600" kern="0" dirty="0">
                <a:ea typeface="ＭＳ Ｐゴシック" charset="0"/>
              </a:rPr>
              <a:t> (to neighboring networks) destination reachability info</a:t>
            </a:r>
          </a:p>
          <a:p>
            <a:endParaRPr lang="en-US" dirty="0"/>
          </a:p>
        </p:txBody>
      </p:sp>
      <p:sp>
        <p:nvSpPr>
          <p:cNvPr id="6" name="Title 5">
            <a:extLst>
              <a:ext uri="{FF2B5EF4-FFF2-40B4-BE49-F238E27FC236}">
                <a16:creationId xmlns:a16="http://schemas.microsoft.com/office/drawing/2014/main" id="{5EE58ED7-62E2-2642-BB6A-E4AB185BFC3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89191"/>
            <a:ext cx="10515600" cy="894622"/>
          </a:xfrm>
        </p:spPr>
        <p:txBody>
          <a:bodyPr/>
          <a:lstStyle/>
          <a:p>
            <a:r>
              <a:rPr lang="en-US" dirty="0"/>
              <a:t>Internet inter-AS routing: BGP</a:t>
            </a:r>
          </a:p>
        </p:txBody>
      </p:sp>
      <p:sp>
        <p:nvSpPr>
          <p:cNvPr id="2" name="Slide Number Placeholder 3">
            <a:extLst>
              <a:ext uri="{FF2B5EF4-FFF2-40B4-BE49-F238E27FC236}">
                <a16:creationId xmlns:a16="http://schemas.microsoft.com/office/drawing/2014/main" id="{56DAABD1-7A74-8E6C-29F1-4256A3B450BD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Network Layer Control Plane: 5-</a:t>
            </a:r>
            <a:fld id="{C4204591-24BD-A542-B9D5-F8D8A88D2FEE}" type="slidenum">
              <a:rPr lang="en-US" smtClean="0"/>
              <a:pPr/>
              <a:t>62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20762030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7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7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500"/>
                                        <p:tgtEl>
                                          <p:spTgt spid="7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uiExpand="1" build="p"/>
    </p:bldLst>
  </p:timing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5EE58ED7-62E2-2642-BB6A-E4AB185BFC3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89191"/>
            <a:ext cx="10515600" cy="894622"/>
          </a:xfrm>
        </p:spPr>
        <p:txBody>
          <a:bodyPr/>
          <a:lstStyle/>
          <a:p>
            <a:r>
              <a:rPr lang="en-US" dirty="0"/>
              <a:t>BGP protocol messages</a:t>
            </a:r>
          </a:p>
        </p:txBody>
      </p:sp>
      <p:sp>
        <p:nvSpPr>
          <p:cNvPr id="225" name="Rectangle 3">
            <a:extLst>
              <a:ext uri="{FF2B5EF4-FFF2-40B4-BE49-F238E27FC236}">
                <a16:creationId xmlns:a16="http://schemas.microsoft.com/office/drawing/2014/main" id="{39420582-8708-6949-93FD-0D390E28072C}"/>
              </a:ext>
            </a:extLst>
          </p:cNvPr>
          <p:cNvSpPr txBox="1">
            <a:spLocks noChangeArrowheads="1"/>
          </p:cNvSpPr>
          <p:nvPr/>
        </p:nvSpPr>
        <p:spPr>
          <a:xfrm>
            <a:off x="829980" y="1409874"/>
            <a:ext cx="10957012" cy="504103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90513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BGP messages exchanged between peers over TCP connection</a:t>
            </a:r>
          </a:p>
          <a:p>
            <a:pPr marL="352425" marR="0" lvl="0" indent="-290513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BGP messages </a:t>
            </a: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[RFC 4371]:</a:t>
            </a:r>
            <a:endParaRPr kumimoji="0" lang="en-US" sz="3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 marL="695325" marR="0" lvl="1" indent="-290513" algn="l" defTabSz="914400" rtl="0" eaLnBrk="1" fontAlgn="auto" latinLnBrk="0" hangingPunct="1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OPEN: 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opens TCP connection to remote BGP peer and authenticates sending BGP peer</a:t>
            </a:r>
          </a:p>
          <a:p>
            <a:pPr marL="695325" marR="0" lvl="1" indent="-290513" algn="l" defTabSz="914400" rtl="0" eaLnBrk="1" fontAlgn="auto" latinLnBrk="0" hangingPunct="1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UPDATE: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advertises new path (or withdraws old)</a:t>
            </a:r>
          </a:p>
          <a:p>
            <a:pPr marL="695325" marR="0" lvl="1" indent="-290513" algn="l" defTabSz="914400" rtl="0" eaLnBrk="1" fontAlgn="auto" latinLnBrk="0" hangingPunct="1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KEEPALIVE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: keeps connection alive in absence of UPDATES; also ACKs OPEN request</a:t>
            </a:r>
          </a:p>
          <a:p>
            <a:pPr marL="695325" marR="0" lvl="1" indent="-290513" algn="l" defTabSz="914400" rtl="0" eaLnBrk="1" fontAlgn="auto" latinLnBrk="0" hangingPunct="1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NOTIFICATION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: reports errors in previous msg; also used to close connection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Gill Sans MT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09140501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2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22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22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225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9" dur="500"/>
                                        <p:tgtEl>
                                          <p:spTgt spid="225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25" grpId="0" uiExpand="1" build="p"/>
    </p:bldLst>
  </p:timing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5EE58ED7-62E2-2642-BB6A-E4AB185BFC3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89191"/>
            <a:ext cx="11249416" cy="894622"/>
          </a:xfrm>
        </p:spPr>
        <p:txBody>
          <a:bodyPr>
            <a:normAutofit fontScale="90000"/>
          </a:bodyPr>
          <a:lstStyle/>
          <a:p>
            <a:r>
              <a:rPr lang="en-US" dirty="0"/>
              <a:t>Why different Intra-, Inter-AS routing ?</a:t>
            </a:r>
            <a:r>
              <a:rPr lang="en-US" sz="6000" dirty="0"/>
              <a:t> </a:t>
            </a:r>
            <a:endParaRPr lang="en-US" dirty="0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BF56433D-1EBF-D447-9924-50E7F0E2E02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169512" y="6449034"/>
            <a:ext cx="2743200" cy="365125"/>
          </a:xfr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Network Layer: 5-</a:t>
            </a:r>
            <a:fld id="{C4204591-24BD-A542-B9D5-F8D8A88D2FEE}" type="slidenum">
              <a:rPr kumimoji="0" lang="en-US" sz="1100" b="0" i="0" u="none" strike="noStrike" kern="1200" cap="none" spc="0" normalizeH="0" baseline="0" noProof="0" smtClean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64</a:t>
            </a:fld>
            <a:endParaRPr kumimoji="0" lang="en-US" sz="11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50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8" name="Rectangle 3">
            <a:extLst>
              <a:ext uri="{FF2B5EF4-FFF2-40B4-BE49-F238E27FC236}">
                <a16:creationId xmlns:a16="http://schemas.microsoft.com/office/drawing/2014/main" id="{4AB976E8-5353-7C49-BF7F-4718E1D40008}"/>
              </a:ext>
            </a:extLst>
          </p:cNvPr>
          <p:cNvSpPr txBox="1">
            <a:spLocks noChangeArrowheads="1"/>
          </p:cNvSpPr>
          <p:nvPr/>
        </p:nvSpPr>
        <p:spPr>
          <a:xfrm>
            <a:off x="952500" y="1421534"/>
            <a:ext cx="10318605" cy="457200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charset="0"/>
              <a:buNone/>
            </a:pPr>
            <a:r>
              <a:rPr lang="en-US" sz="3200" dirty="0">
                <a:solidFill>
                  <a:srgbClr val="C00000"/>
                </a:solidFill>
              </a:rPr>
              <a:t>policy:</a:t>
            </a:r>
            <a:r>
              <a:rPr lang="en-US" dirty="0">
                <a:solidFill>
                  <a:srgbClr val="C00000"/>
                </a:solidFill>
              </a:rPr>
              <a:t> </a:t>
            </a:r>
          </a:p>
          <a:p>
            <a:pPr marL="460375" indent="-223838"/>
            <a:r>
              <a:rPr lang="en-US" dirty="0"/>
              <a:t>inter-AS: admin wants control over how its traffic routed, who routes through its network </a:t>
            </a:r>
          </a:p>
          <a:p>
            <a:pPr marL="460375" indent="-223838"/>
            <a:r>
              <a:rPr lang="en-US" dirty="0"/>
              <a:t>intra-AS: single admin, so policy less of an issue</a:t>
            </a:r>
          </a:p>
          <a:p>
            <a:pPr>
              <a:buFont typeface="Wingdings" charset="0"/>
              <a:buNone/>
            </a:pPr>
            <a:r>
              <a:rPr lang="en-US" sz="3200" dirty="0">
                <a:solidFill>
                  <a:srgbClr val="C00000"/>
                </a:solidFill>
              </a:rPr>
              <a:t>scale:</a:t>
            </a:r>
            <a:endParaRPr lang="en-US" dirty="0">
              <a:solidFill>
                <a:srgbClr val="C00000"/>
              </a:solidFill>
            </a:endParaRPr>
          </a:p>
          <a:p>
            <a:pPr marL="460375" indent="-223838"/>
            <a:r>
              <a:rPr lang="en-US" dirty="0"/>
              <a:t>hierarchical routing saves table size, reduced update traffic</a:t>
            </a:r>
          </a:p>
          <a:p>
            <a:pPr>
              <a:buFont typeface="Wingdings" charset="0"/>
              <a:buNone/>
            </a:pPr>
            <a:r>
              <a:rPr lang="en-US" dirty="0">
                <a:solidFill>
                  <a:srgbClr val="C00000"/>
                </a:solidFill>
              </a:rPr>
              <a:t>performance: </a:t>
            </a:r>
          </a:p>
          <a:p>
            <a:pPr marL="460375" indent="-223838"/>
            <a:r>
              <a:rPr lang="en-US" dirty="0"/>
              <a:t>intra-AS: can focus on performance</a:t>
            </a:r>
          </a:p>
          <a:p>
            <a:pPr marL="460375" indent="-223838"/>
            <a:r>
              <a:rPr lang="en-US" dirty="0"/>
              <a:t>inter-AS: policy dominates over performance</a:t>
            </a:r>
          </a:p>
        </p:txBody>
      </p:sp>
    </p:spTree>
    <p:extLst>
      <p:ext uri="{BB962C8B-B14F-4D97-AF65-F5344CB8AC3E}">
        <p14:creationId xmlns:p14="http://schemas.microsoft.com/office/powerpoint/2010/main" val="332330416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4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4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4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48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48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500"/>
                                        <p:tgtEl>
                                          <p:spTgt spid="48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9" dur="500"/>
                                        <p:tgtEl>
                                          <p:spTgt spid="48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500"/>
                                        <p:tgtEl>
                                          <p:spTgt spid="48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8" grpId="0" uiExpand="1" build="p"/>
    </p:bldLst>
  </p:timing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标题 2">
            <a:extLst>
              <a:ext uri="{FF2B5EF4-FFF2-40B4-BE49-F238E27FC236}">
                <a16:creationId xmlns:a16="http://schemas.microsoft.com/office/drawing/2014/main" id="{DC530830-AB49-41F1-9103-BF3B1C48D9B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CN" dirty="0"/>
              <a:t>Comparison Between Routing Algorithms </a:t>
            </a:r>
            <a:endParaRPr lang="zh-CN" altLang="en-US" dirty="0"/>
          </a:p>
        </p:txBody>
      </p:sp>
      <p:sp>
        <p:nvSpPr>
          <p:cNvPr id="4" name="灯片编号占位符 3">
            <a:extLst>
              <a:ext uri="{FF2B5EF4-FFF2-40B4-BE49-F238E27FC236}">
                <a16:creationId xmlns:a16="http://schemas.microsoft.com/office/drawing/2014/main" id="{F19BF2FC-E54A-4B98-80C6-7AAC5509006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Network Layer: 5-</a:t>
            </a:r>
            <a:fld id="{C4204591-24BD-A542-B9D5-F8D8A88D2FEE}" type="slidenum">
              <a:rPr lang="en-US" smtClean="0"/>
              <a:pPr/>
              <a:t>65</a:t>
            </a:fld>
            <a:endParaRPr lang="en-US" dirty="0"/>
          </a:p>
        </p:txBody>
      </p:sp>
      <p:graphicFrame>
        <p:nvGraphicFramePr>
          <p:cNvPr id="15" name="表格 14">
            <a:extLst>
              <a:ext uri="{FF2B5EF4-FFF2-40B4-BE49-F238E27FC236}">
                <a16:creationId xmlns:a16="http://schemas.microsoft.com/office/drawing/2014/main" id="{30FE9829-7A30-415D-9884-C00D2F05114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15558102"/>
              </p:ext>
            </p:extLst>
          </p:nvPr>
        </p:nvGraphicFramePr>
        <p:xfrm>
          <a:off x="970209" y="1657082"/>
          <a:ext cx="10333149" cy="4245737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751380">
                  <a:extLst>
                    <a:ext uri="{9D8B030D-6E8A-4147-A177-3AD203B41FA5}">
                      <a16:colId xmlns:a16="http://schemas.microsoft.com/office/drawing/2014/main" val="2624794605"/>
                    </a:ext>
                  </a:extLst>
                </a:gridCol>
                <a:gridCol w="1347706">
                  <a:extLst>
                    <a:ext uri="{9D8B030D-6E8A-4147-A177-3AD203B41FA5}">
                      <a16:colId xmlns:a16="http://schemas.microsoft.com/office/drawing/2014/main" val="1658107100"/>
                    </a:ext>
                  </a:extLst>
                </a:gridCol>
                <a:gridCol w="1284906">
                  <a:extLst>
                    <a:ext uri="{9D8B030D-6E8A-4147-A177-3AD203B41FA5}">
                      <a16:colId xmlns:a16="http://schemas.microsoft.com/office/drawing/2014/main" val="4076773632"/>
                    </a:ext>
                  </a:extLst>
                </a:gridCol>
                <a:gridCol w="1662818">
                  <a:extLst>
                    <a:ext uri="{9D8B030D-6E8A-4147-A177-3AD203B41FA5}">
                      <a16:colId xmlns:a16="http://schemas.microsoft.com/office/drawing/2014/main" val="3878527595"/>
                    </a:ext>
                  </a:extLst>
                </a:gridCol>
                <a:gridCol w="1284906">
                  <a:extLst>
                    <a:ext uri="{9D8B030D-6E8A-4147-A177-3AD203B41FA5}">
                      <a16:colId xmlns:a16="http://schemas.microsoft.com/office/drawing/2014/main" val="4089163044"/>
                    </a:ext>
                  </a:extLst>
                </a:gridCol>
                <a:gridCol w="1333811">
                  <a:extLst>
                    <a:ext uri="{9D8B030D-6E8A-4147-A177-3AD203B41FA5}">
                      <a16:colId xmlns:a16="http://schemas.microsoft.com/office/drawing/2014/main" val="2173608732"/>
                    </a:ext>
                  </a:extLst>
                </a:gridCol>
                <a:gridCol w="1333811">
                  <a:extLst>
                    <a:ext uri="{9D8B030D-6E8A-4147-A177-3AD203B41FA5}">
                      <a16:colId xmlns:a16="http://schemas.microsoft.com/office/drawing/2014/main" val="3220887898"/>
                    </a:ext>
                  </a:extLst>
                </a:gridCol>
                <a:gridCol w="1333811">
                  <a:extLst>
                    <a:ext uri="{9D8B030D-6E8A-4147-A177-3AD203B41FA5}">
                      <a16:colId xmlns:a16="http://schemas.microsoft.com/office/drawing/2014/main" val="4157143050"/>
                    </a:ext>
                  </a:extLst>
                </a:gridCol>
              </a:tblGrid>
              <a:tr h="502922">
                <a:tc>
                  <a:txBody>
                    <a:bodyPr/>
                    <a:lstStyle/>
                    <a:p>
                      <a:pPr algn="ctr" fontAlgn="b"/>
                      <a:r>
                        <a:rPr lang="zh-CN" altLang="en-US" sz="1800" b="1" u="none" strike="noStrike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协议</a:t>
                      </a:r>
                      <a:endParaRPr lang="zh-CN" altLang="en-US" sz="1800" b="1" i="0" u="none" strike="noStrike" dirty="0">
                        <a:solidFill>
                          <a:srgbClr val="000000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4505" marR="4505" marT="450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zh-CN" altLang="en-US" sz="1800" b="1" u="none" strike="noStrike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类型</a:t>
                      </a:r>
                      <a:endParaRPr lang="zh-CN" altLang="en-US" sz="1800" b="1" i="0" u="none" strike="noStrike" dirty="0">
                        <a:solidFill>
                          <a:srgbClr val="000000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4505" marR="4505" marT="450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zh-CN" altLang="en-US" sz="1800" b="1" u="none" strike="noStrike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算法</a:t>
                      </a:r>
                      <a:endParaRPr lang="zh-CN" altLang="en-US" sz="1800" b="1" i="0" u="none" strike="noStrike">
                        <a:solidFill>
                          <a:srgbClr val="000000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4505" marR="4505" marT="450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zh-CN" altLang="en-US" sz="1800" b="1" u="none" strike="noStrike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内容简介</a:t>
                      </a:r>
                      <a:endParaRPr lang="zh-CN" altLang="en-US" sz="1800" b="1" i="0" u="none" strike="noStrike" dirty="0">
                        <a:solidFill>
                          <a:srgbClr val="000000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4505" marR="4505" marT="450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zh-CN" altLang="en-US" sz="1800" b="1" u="none" strike="noStrike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特点</a:t>
                      </a:r>
                      <a:endParaRPr lang="zh-CN" altLang="en-US" sz="1800" b="1" i="0" u="none" strike="noStrike" dirty="0">
                        <a:solidFill>
                          <a:srgbClr val="000000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4505" marR="4505" marT="450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zh-CN" altLang="en-US" sz="1800" b="1" u="none" strike="noStrike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优点</a:t>
                      </a:r>
                      <a:endParaRPr lang="zh-CN" altLang="en-US" sz="1800" b="1" i="0" u="none" strike="noStrike" dirty="0">
                        <a:solidFill>
                          <a:srgbClr val="000000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4505" marR="4505" marT="450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zh-CN" altLang="en-US" sz="1800" b="1" u="none" strike="noStrike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缺点</a:t>
                      </a:r>
                      <a:endParaRPr lang="zh-CN" altLang="en-US" sz="1800" b="1" i="0" u="none" strike="noStrike" dirty="0">
                        <a:solidFill>
                          <a:srgbClr val="000000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4505" marR="4505" marT="450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zh-CN" altLang="en-US" sz="1800" b="1" u="none" strike="noStrike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适用场景</a:t>
                      </a:r>
                      <a:endParaRPr lang="zh-CN" altLang="en-US" sz="1800" b="1" i="0" u="none" strike="noStrike" dirty="0">
                        <a:solidFill>
                          <a:srgbClr val="000000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4505" marR="4505" marT="4505" marB="0" anchor="ctr"/>
                </a:tc>
                <a:extLst>
                  <a:ext uri="{0D108BD9-81ED-4DB2-BD59-A6C34878D82A}">
                    <a16:rowId xmlns:a16="http://schemas.microsoft.com/office/drawing/2014/main" val="1062950610"/>
                  </a:ext>
                </a:extLst>
              </a:tr>
              <a:tr h="1495833">
                <a:tc>
                  <a:txBody>
                    <a:bodyPr/>
                    <a:lstStyle/>
                    <a:p>
                      <a:pPr algn="ctr" fontAlgn="b"/>
                      <a:r>
                        <a:rPr lang="en-US" sz="1800" u="none" strike="noStrike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RIP</a:t>
                      </a:r>
                      <a:endParaRPr lang="en-US" sz="1800" b="0" i="0" u="none" strike="noStrike" dirty="0">
                        <a:solidFill>
                          <a:srgbClr val="000000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4505" marR="4505" marT="450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zh-CN" altLang="en-US" sz="1400" u="none" strike="noStrike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域内</a:t>
                      </a:r>
                      <a:endParaRPr lang="en-US" altLang="zh-CN" sz="1400" u="none" strike="noStrike" dirty="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algn="ctr" fontAlgn="b"/>
                      <a:r>
                        <a:rPr lang="zh-CN" altLang="en-US" sz="1400" u="none" strike="noStrike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（距离向量）</a:t>
                      </a:r>
                      <a:endParaRPr lang="zh-CN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4505" marR="4505" marT="450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400" u="none" strike="noStrike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Bellman-Ford</a:t>
                      </a:r>
                      <a:endParaRPr 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4505" marR="4505" marT="450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zh-CN" altLang="en-US" sz="1400" u="none" strike="noStrike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基于跳数选择路径（最大</a:t>
                      </a:r>
                      <a:r>
                        <a:rPr lang="en-US" altLang="zh-CN" sz="1400" u="none" strike="noStrike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15</a:t>
                      </a:r>
                      <a:r>
                        <a:rPr lang="zh-CN" altLang="en-US" sz="1400" u="none" strike="noStrike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跳），定期广播路由表</a:t>
                      </a:r>
                      <a:endParaRPr lang="zh-CN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4505" marR="4505" marT="450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zh-CN" altLang="en-US" sz="1400" u="none" strike="noStrike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简单易配置，适合小型网络</a:t>
                      </a:r>
                      <a:endParaRPr lang="zh-CN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4505" marR="4505" marT="450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zh-CN" altLang="en-US" sz="1400" u="none" strike="noStrike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实现简单，资源消耗低</a:t>
                      </a:r>
                      <a:endParaRPr lang="zh-CN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4505" marR="4505" marT="450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zh-CN" altLang="en-US" sz="1400" u="none" strike="noStrike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收敛慢，跳数限制</a:t>
                      </a:r>
                      <a:endParaRPr lang="zh-CN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4505" marR="4505" marT="450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zh-CN" altLang="en-US" sz="1400" u="none" strike="noStrike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小型局域网</a:t>
                      </a:r>
                      <a:r>
                        <a:rPr lang="en-US" altLang="zh-CN" sz="1400" u="none" strike="noStrike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1400" u="none" strike="noStrike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企业网络</a:t>
                      </a:r>
                      <a:endParaRPr lang="zh-CN" altLang="en-US" sz="1400" b="0" i="0" u="none" strike="noStrike">
                        <a:solidFill>
                          <a:srgbClr val="000000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4505" marR="4505" marT="4505" marB="0" anchor="ctr"/>
                </a:tc>
                <a:extLst>
                  <a:ext uri="{0D108BD9-81ED-4DB2-BD59-A6C34878D82A}">
                    <a16:rowId xmlns:a16="http://schemas.microsoft.com/office/drawing/2014/main" val="3579616786"/>
                  </a:ext>
                </a:extLst>
              </a:tr>
              <a:tr h="1247606">
                <a:tc>
                  <a:txBody>
                    <a:bodyPr/>
                    <a:lstStyle/>
                    <a:p>
                      <a:pPr algn="ctr" fontAlgn="b"/>
                      <a:r>
                        <a:rPr lang="en-US" sz="1800" u="none" strike="noStrike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OSPF</a:t>
                      </a:r>
                      <a:endParaRPr lang="en-US" sz="1800" b="0" i="0" u="none" strike="noStrike" dirty="0">
                        <a:solidFill>
                          <a:srgbClr val="000000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4505" marR="4505" marT="450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zh-CN" altLang="en-US" sz="1400" u="none" strike="noStrike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域内</a:t>
                      </a:r>
                      <a:endParaRPr lang="en-US" altLang="zh-CN" sz="1400" u="none" strike="noStrike" dirty="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algn="ctr" fontAlgn="b"/>
                      <a:r>
                        <a:rPr lang="zh-CN" altLang="en-US" sz="1400" u="none" strike="noStrike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（链路状态）</a:t>
                      </a:r>
                      <a:endParaRPr lang="zh-CN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4505" marR="4505" marT="450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400" u="none" strike="noStrike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Dijkstra</a:t>
                      </a:r>
                      <a:endParaRPr lang="en-US" sz="1400" b="0" i="0" u="none" strike="noStrike">
                        <a:solidFill>
                          <a:srgbClr val="000000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4505" marR="4505" marT="450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zh-CN" altLang="en-US" sz="1400" u="none" strike="noStrike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基于带宽计算最短路径，分层设计，触发更新</a:t>
                      </a:r>
                      <a:endParaRPr lang="zh-CN" altLang="en-US" sz="1400" b="0" i="0" u="none" strike="noStrike">
                        <a:solidFill>
                          <a:srgbClr val="000000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4505" marR="4505" marT="450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zh-CN" altLang="en-US" sz="1400" u="none" strike="noStrike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快速收敛，支持大规模网络</a:t>
                      </a:r>
                      <a:endParaRPr lang="zh-CN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4505" marR="4505" marT="450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zh-CN" altLang="en-US" sz="1400" u="none" strike="noStrike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高效灵活，支持复杂拓扑</a:t>
                      </a:r>
                      <a:endParaRPr lang="zh-CN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4505" marR="4505" marT="450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zh-CN" altLang="en-US" sz="1400" u="none" strike="noStrike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配置复杂，资源消耗高</a:t>
                      </a:r>
                      <a:endParaRPr lang="zh-CN" altLang="en-US" sz="1400" b="0" i="0" u="none" strike="noStrike">
                        <a:solidFill>
                          <a:srgbClr val="000000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4505" marR="4505" marT="450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zh-CN" altLang="en-US" sz="1400" u="none" strike="noStrike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中大型企业网</a:t>
                      </a:r>
                      <a:r>
                        <a:rPr lang="en-US" altLang="zh-CN" sz="1400" u="none" strike="noStrike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zh-CN" altLang="en-US" sz="1400" u="none" strike="noStrike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运营商网络</a:t>
                      </a:r>
                      <a:endParaRPr lang="zh-CN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4505" marR="4505" marT="4505" marB="0" anchor="ctr"/>
                </a:tc>
                <a:extLst>
                  <a:ext uri="{0D108BD9-81ED-4DB2-BD59-A6C34878D82A}">
                    <a16:rowId xmlns:a16="http://schemas.microsoft.com/office/drawing/2014/main" val="3048296109"/>
                  </a:ext>
                </a:extLst>
              </a:tr>
              <a:tr h="999376">
                <a:tc>
                  <a:txBody>
                    <a:bodyPr/>
                    <a:lstStyle/>
                    <a:p>
                      <a:pPr algn="ctr" fontAlgn="b"/>
                      <a:r>
                        <a:rPr lang="en-US" sz="1800" u="none" strike="noStrike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BGP</a:t>
                      </a:r>
                      <a:endParaRPr lang="en-US" sz="1800" b="0" i="0" u="none" strike="noStrike" dirty="0">
                        <a:solidFill>
                          <a:srgbClr val="000000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4505" marR="4505" marT="450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zh-CN" altLang="en-US" sz="1400" u="none" strike="noStrike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域间</a:t>
                      </a:r>
                      <a:endParaRPr lang="en-US" altLang="zh-CN" sz="1400" u="none" strike="noStrike" dirty="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algn="ctr" fontAlgn="b"/>
                      <a:r>
                        <a:rPr lang="zh-CN" altLang="en-US" sz="1400" u="none" strike="noStrike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（路径向量）</a:t>
                      </a:r>
                      <a:endParaRPr lang="zh-CN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4505" marR="4505" marT="450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zh-CN" altLang="en-US" sz="1400" u="none" strike="noStrike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路径向量</a:t>
                      </a:r>
                      <a:endParaRPr lang="zh-CN" altLang="en-US" sz="1400" b="0" i="0" u="none" strike="noStrike">
                        <a:solidFill>
                          <a:srgbClr val="000000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4505" marR="4505" marT="450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zh-CN" altLang="en-US" sz="1400" u="none" strike="noStrike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基于</a:t>
                      </a:r>
                      <a:r>
                        <a:rPr lang="en-US" sz="1400" u="none" strike="noStrike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AS_PATH</a:t>
                      </a:r>
                      <a:r>
                        <a:rPr lang="zh-CN" altLang="en-US" sz="1400" u="none" strike="noStrike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和策略的路由选择</a:t>
                      </a:r>
                      <a:endParaRPr lang="zh-CN" altLang="en-US" sz="1400" b="0" i="0" u="none" strike="noStrike">
                        <a:solidFill>
                          <a:srgbClr val="000000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4505" marR="4505" marT="450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zh-CN" altLang="en-US" sz="1400" u="none" strike="noStrike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策略控制灵活</a:t>
                      </a:r>
                      <a:endParaRPr lang="zh-CN" altLang="en-US" sz="1400" b="0" i="0" u="none" strike="noStrike">
                        <a:solidFill>
                          <a:srgbClr val="000000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4505" marR="4505" marT="450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zh-CN" altLang="en-US" sz="1400" u="none" strike="noStrike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支持超大规模网络</a:t>
                      </a:r>
                      <a:endParaRPr lang="zh-CN" altLang="en-US" sz="1400" b="0" i="0" u="none" strike="noStrike">
                        <a:solidFill>
                          <a:srgbClr val="000000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4505" marR="4505" marT="450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zh-CN" altLang="en-US" sz="1400" u="none" strike="noStrike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配置复杂，收敛慢</a:t>
                      </a:r>
                      <a:endParaRPr lang="zh-CN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4505" marR="4505" marT="450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zh-CN" altLang="en-US" sz="1400" u="none" strike="noStrike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跨</a:t>
                      </a:r>
                      <a:r>
                        <a:rPr lang="en-US" sz="1400" u="none" strike="noStrike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AS</a:t>
                      </a:r>
                      <a:r>
                        <a:rPr lang="zh-CN" altLang="en-US" sz="1400" u="none" strike="noStrike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互联</a:t>
                      </a:r>
                      <a:endParaRPr lang="zh-CN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4505" marR="4505" marT="4505" marB="0" anchor="ctr"/>
                </a:tc>
                <a:extLst>
                  <a:ext uri="{0D108BD9-81ED-4DB2-BD59-A6C34878D82A}">
                    <a16:rowId xmlns:a16="http://schemas.microsoft.com/office/drawing/2014/main" val="1690518139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64961789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cs typeface="Calibri" panose="020F0502020204030204" pitchFamily="34" charset="0"/>
              </a:rPr>
              <a:t>Network layer: “control plane” roadmap</a:t>
            </a:r>
            <a:endParaRPr lang="en-US" sz="4400" dirty="0"/>
          </a:p>
        </p:txBody>
      </p:sp>
      <p:pic>
        <p:nvPicPr>
          <p:cNvPr id="6" name="Picture 5" descr="A train crossing a bridge over a body of water&#10;&#10;Description automatically generated">
            <a:extLst>
              <a:ext uri="{FF2B5EF4-FFF2-40B4-BE49-F238E27FC236}">
                <a16:creationId xmlns:a16="http://schemas.microsoft.com/office/drawing/2014/main" id="{8B05C88C-8150-3A41-8E34-0D407B652F32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015288" y="1379196"/>
            <a:ext cx="3102316" cy="2326737"/>
          </a:xfrm>
          <a:prstGeom prst="rect">
            <a:avLst/>
          </a:prstGeom>
        </p:spPr>
      </p:pic>
      <p:sp>
        <p:nvSpPr>
          <p:cNvPr id="7" name="Rectangle 4">
            <a:extLst>
              <a:ext uri="{FF2B5EF4-FFF2-40B4-BE49-F238E27FC236}">
                <a16:creationId xmlns:a16="http://schemas.microsoft.com/office/drawing/2014/main" id="{F3A4FBDA-F3DE-F640-AAEE-CE557E67DD69}"/>
              </a:ext>
            </a:extLst>
          </p:cNvPr>
          <p:cNvSpPr txBox="1">
            <a:spLocks noChangeArrowheads="1"/>
          </p:cNvSpPr>
          <p:nvPr/>
        </p:nvSpPr>
        <p:spPr>
          <a:xfrm>
            <a:off x="6761675" y="4144564"/>
            <a:ext cx="5066531" cy="1937764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09575" indent="-293688"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network management, configuration </a:t>
            </a:r>
          </a:p>
          <a:p>
            <a:pPr marL="685800" lvl="1" indent="-219075">
              <a:buClr>
                <a:schemeClr val="bg1">
                  <a:lumMod val="75000"/>
                </a:schemeClr>
              </a:buClr>
            </a:pPr>
            <a:r>
              <a:rPr lang="en-US" altLang="en-US" sz="28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SNMP</a:t>
            </a:r>
          </a:p>
          <a:p>
            <a:pPr marL="685800" lvl="1" indent="-219075">
              <a:buClr>
                <a:schemeClr val="bg1">
                  <a:lumMod val="75000"/>
                </a:schemeClr>
              </a:buClr>
            </a:pPr>
            <a:r>
              <a:rPr lang="en-US" altLang="en-US" sz="28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NETCONF/YANG</a:t>
            </a:r>
          </a:p>
          <a:p>
            <a:pPr lvl="1"/>
            <a:endParaRPr lang="en-US" altLang="en-US" dirty="0"/>
          </a:p>
        </p:txBody>
      </p:sp>
      <p:sp>
        <p:nvSpPr>
          <p:cNvPr id="10" name="Rectangle 4">
            <a:extLst>
              <a:ext uri="{FF2B5EF4-FFF2-40B4-BE49-F238E27FC236}">
                <a16:creationId xmlns:a16="http://schemas.microsoft.com/office/drawing/2014/main" id="{2935D8EE-730D-3846-8ED3-CF147CA4A373}"/>
              </a:ext>
            </a:extLst>
          </p:cNvPr>
          <p:cNvSpPr txBox="1">
            <a:spLocks noChangeArrowheads="1"/>
          </p:cNvSpPr>
          <p:nvPr/>
        </p:nvSpPr>
        <p:spPr>
          <a:xfrm>
            <a:off x="622456" y="1361615"/>
            <a:ext cx="5571867" cy="5039185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introduction</a:t>
            </a:r>
          </a:p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routing protocols</a:t>
            </a:r>
          </a:p>
          <a:p>
            <a:pPr marL="285750" indent="-285750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intra-ISP routing: OSPF</a:t>
            </a:r>
          </a:p>
          <a:p>
            <a:pPr marL="285750" indent="-285750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routing among ISPs: BGP</a:t>
            </a:r>
          </a:p>
          <a:p>
            <a:pPr marL="285750" indent="-285750">
              <a:spcBef>
                <a:spcPts val="600"/>
              </a:spcBef>
              <a:buClr>
                <a:srgbClr val="0000A8"/>
              </a:buClr>
            </a:pPr>
            <a:r>
              <a:rPr lang="en-US" altLang="en-US" sz="3600" dirty="0">
                <a:ea typeface="ＭＳ Ｐゴシック" panose="020B0600070205080204" pitchFamily="34" charset="-128"/>
                <a:cs typeface="Arial" panose="020B0604020202020204" pitchFamily="34" charset="0"/>
              </a:rPr>
              <a:t>SDN control plane</a:t>
            </a:r>
          </a:p>
          <a:p>
            <a:pPr marL="285750" indent="-285750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Internet Control Message Protocol </a:t>
            </a:r>
          </a:p>
          <a:p>
            <a:pPr marL="466725" indent="-409575">
              <a:spcBef>
                <a:spcPts val="600"/>
              </a:spcBef>
              <a:buNone/>
            </a:pPr>
            <a:endParaRPr lang="en-US" altLang="en-US" sz="3200" dirty="0">
              <a:ea typeface="ＭＳ Ｐゴシック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11" name="Slide Number Placeholder 4">
            <a:extLst>
              <a:ext uri="{FF2B5EF4-FFF2-40B4-BE49-F238E27FC236}">
                <a16:creationId xmlns:a16="http://schemas.microsoft.com/office/drawing/2014/main" id="{60E442AF-0FD6-9040-9BFF-CE4BE886AA4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66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89732337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Content Placeholder 1">
            <a:extLst>
              <a:ext uri="{FF2B5EF4-FFF2-40B4-BE49-F238E27FC236}">
                <a16:creationId xmlns:a16="http://schemas.microsoft.com/office/drawing/2014/main" id="{EC702AB5-AB8E-3545-A5A9-FCEA06E6EC76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indent="-290513"/>
            <a:r>
              <a:rPr lang="en-US" sz="3200" dirty="0"/>
              <a:t>Internet network layer: historically implemented via distributed, per-router control approach</a:t>
            </a:r>
            <a:r>
              <a:rPr lang="en-US" dirty="0"/>
              <a:t>:</a:t>
            </a:r>
          </a:p>
          <a:p>
            <a:pPr lvl="1"/>
            <a:r>
              <a:rPr lang="en-US" sz="2800" i="1" dirty="0">
                <a:solidFill>
                  <a:srgbClr val="000090"/>
                </a:solidFill>
              </a:rPr>
              <a:t>monolithic</a:t>
            </a:r>
            <a:r>
              <a:rPr lang="en-US" sz="2800" dirty="0"/>
              <a:t> router contains switching hardware, runs proprietary implementation of Internet standard protocols (IP, RIP, IS-IS, OSPF, BGP) in proprietary router OS (e.g., Cisco IOS)</a:t>
            </a:r>
          </a:p>
          <a:p>
            <a:pPr lvl="1"/>
            <a:r>
              <a:rPr lang="en-US" sz="2800" dirty="0"/>
              <a:t>different “middleboxes” for different network layer functions: firewalls, load balancers, NAT boxes, ..</a:t>
            </a:r>
          </a:p>
          <a:p>
            <a:pPr indent="-290513"/>
            <a:r>
              <a:rPr lang="en-US" sz="3200" dirty="0"/>
              <a:t>~2005: renewed interest in rethinking network control plane</a:t>
            </a:r>
          </a:p>
          <a:p>
            <a:endParaRPr lang="en-US" dirty="0"/>
          </a:p>
        </p:txBody>
      </p:sp>
      <p:sp>
        <p:nvSpPr>
          <p:cNvPr id="3" name="Title 2">
            <a:extLst>
              <a:ext uri="{FF2B5EF4-FFF2-40B4-BE49-F238E27FC236}">
                <a16:creationId xmlns:a16="http://schemas.microsoft.com/office/drawing/2014/main" id="{FECD85E7-B9DB-9043-B7EC-8C0919E801A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dirty="0"/>
              <a:t>Software defined networking (SDN)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8F71119-17C6-6045-B8FE-FECA68C801C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67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82129500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A53B46D7-DEDF-364B-99E9-3FB1F889B8A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279543"/>
            <a:ext cx="10515600" cy="894622"/>
          </a:xfrm>
        </p:spPr>
        <p:txBody>
          <a:bodyPr>
            <a:normAutofit/>
          </a:bodyPr>
          <a:lstStyle/>
          <a:p>
            <a:r>
              <a:rPr lang="en-US" sz="4800" dirty="0"/>
              <a:t>Per-router control plane</a:t>
            </a:r>
          </a:p>
        </p:txBody>
      </p:sp>
      <p:sp>
        <p:nvSpPr>
          <p:cNvPr id="4" name="TextBox 257">
            <a:extLst>
              <a:ext uri="{FF2B5EF4-FFF2-40B4-BE49-F238E27FC236}">
                <a16:creationId xmlns:a16="http://schemas.microsoft.com/office/drawing/2014/main" id="{8EB40520-A927-A94E-975A-4093319F1CF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0773" y="1101105"/>
            <a:ext cx="11106427" cy="107721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Individual routing algorithm components </a:t>
            </a: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00009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in each and every router 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interact in the control plane to computer forwarding tables</a:t>
            </a:r>
          </a:p>
        </p:txBody>
      </p:sp>
      <p:sp>
        <p:nvSpPr>
          <p:cNvPr id="238" name="Freeform 2">
            <a:extLst>
              <a:ext uri="{FF2B5EF4-FFF2-40B4-BE49-F238E27FC236}">
                <a16:creationId xmlns:a16="http://schemas.microsoft.com/office/drawing/2014/main" id="{66A80B54-F93B-A94A-938E-DFA6C3C90E64}"/>
              </a:ext>
            </a:extLst>
          </p:cNvPr>
          <p:cNvSpPr>
            <a:spLocks/>
          </p:cNvSpPr>
          <p:nvPr/>
        </p:nvSpPr>
        <p:spPr bwMode="auto">
          <a:xfrm>
            <a:off x="4182648" y="5476945"/>
            <a:ext cx="4027487" cy="939800"/>
          </a:xfrm>
          <a:custGeom>
            <a:avLst/>
            <a:gdLst>
              <a:gd name="T0" fmla="*/ 2147483647 w 10001"/>
              <a:gd name="T1" fmla="*/ 2147483647 h 10125"/>
              <a:gd name="T2" fmla="*/ 2147483647 w 10001"/>
              <a:gd name="T3" fmla="*/ 2147483647 h 10125"/>
              <a:gd name="T4" fmla="*/ 2147483647 w 10001"/>
              <a:gd name="T5" fmla="*/ 2147483647 h 10125"/>
              <a:gd name="T6" fmla="*/ 2147483647 w 10001"/>
              <a:gd name="T7" fmla="*/ 0 h 10125"/>
              <a:gd name="T8" fmla="*/ 2147483647 w 10001"/>
              <a:gd name="T9" fmla="*/ 2147483647 h 10125"/>
              <a:gd name="T10" fmla="*/ 2147483647 w 10001"/>
              <a:gd name="T11" fmla="*/ 2147483647 h 10125"/>
              <a:gd name="T12" fmla="*/ 2147483647 w 10001"/>
              <a:gd name="T13" fmla="*/ 2147483647 h 10125"/>
              <a:gd name="T14" fmla="*/ 2147483647 w 10001"/>
              <a:gd name="T15" fmla="*/ 2147483647 h 10125"/>
              <a:gd name="T16" fmla="*/ 2147483647 w 10001"/>
              <a:gd name="T17" fmla="*/ 2147483647 h 10125"/>
              <a:gd name="T18" fmla="*/ 2147483647 w 10001"/>
              <a:gd name="T19" fmla="*/ 2147483647 h 10125"/>
              <a:gd name="T20" fmla="*/ 2147483647 w 10001"/>
              <a:gd name="T21" fmla="*/ 2147483647 h 10125"/>
              <a:gd name="T22" fmla="*/ 2147483647 w 10001"/>
              <a:gd name="T23" fmla="*/ 2147483647 h 10125"/>
              <a:gd name="T24" fmla="*/ 2147483647 w 10001"/>
              <a:gd name="T25" fmla="*/ 2147483647 h 10125"/>
              <a:gd name="T26" fmla="*/ 2147483647 w 10001"/>
              <a:gd name="T27" fmla="*/ 2147483647 h 10125"/>
              <a:gd name="T28" fmla="*/ 2147483647 w 10001"/>
              <a:gd name="T29" fmla="*/ 2147483647 h 10125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</a:gdLst>
            <a:ahLst/>
            <a:cxnLst>
              <a:cxn ang="T30">
                <a:pos x="T0" y="T1"/>
              </a:cxn>
              <a:cxn ang="T31">
                <a:pos x="T2" y="T3"/>
              </a:cxn>
              <a:cxn ang="T32">
                <a:pos x="T4" y="T5"/>
              </a:cxn>
              <a:cxn ang="T33">
                <a:pos x="T6" y="T7"/>
              </a:cxn>
              <a:cxn ang="T34">
                <a:pos x="T8" y="T9"/>
              </a:cxn>
              <a:cxn ang="T35">
                <a:pos x="T10" y="T11"/>
              </a:cxn>
              <a:cxn ang="T36">
                <a:pos x="T12" y="T13"/>
              </a:cxn>
              <a:cxn ang="T37">
                <a:pos x="T14" y="T15"/>
              </a:cxn>
              <a:cxn ang="T38">
                <a:pos x="T16" y="T17"/>
              </a:cxn>
              <a:cxn ang="T39">
                <a:pos x="T18" y="T19"/>
              </a:cxn>
              <a:cxn ang="T40">
                <a:pos x="T20" y="T21"/>
              </a:cxn>
              <a:cxn ang="T41">
                <a:pos x="T22" y="T23"/>
              </a:cxn>
              <a:cxn ang="T42">
                <a:pos x="T24" y="T25"/>
              </a:cxn>
              <a:cxn ang="T43">
                <a:pos x="T26" y="T27"/>
              </a:cxn>
              <a:cxn ang="T44">
                <a:pos x="T28" y="T29"/>
              </a:cxn>
            </a:cxnLst>
            <a:rect l="0" t="0" r="r" b="b"/>
            <a:pathLst>
              <a:path w="10001" h="10125">
                <a:moveTo>
                  <a:pt x="4" y="4039"/>
                </a:moveTo>
                <a:cubicBezTo>
                  <a:pt x="-29" y="2271"/>
                  <a:pt x="194" y="2100"/>
                  <a:pt x="715" y="1595"/>
                </a:cubicBezTo>
                <a:cubicBezTo>
                  <a:pt x="1236" y="1089"/>
                  <a:pt x="2417" y="1272"/>
                  <a:pt x="3130" y="1006"/>
                </a:cubicBezTo>
                <a:cubicBezTo>
                  <a:pt x="3843" y="740"/>
                  <a:pt x="4397" y="0"/>
                  <a:pt x="4995" y="0"/>
                </a:cubicBezTo>
                <a:cubicBezTo>
                  <a:pt x="5593" y="1"/>
                  <a:pt x="6206" y="926"/>
                  <a:pt x="6720" y="1009"/>
                </a:cubicBezTo>
                <a:cubicBezTo>
                  <a:pt x="7234" y="1092"/>
                  <a:pt x="7536" y="241"/>
                  <a:pt x="8082" y="497"/>
                </a:cubicBezTo>
                <a:cubicBezTo>
                  <a:pt x="8628" y="756"/>
                  <a:pt x="9854" y="442"/>
                  <a:pt x="9989" y="2989"/>
                </a:cubicBezTo>
                <a:cubicBezTo>
                  <a:pt x="10124" y="5536"/>
                  <a:pt x="9098" y="5742"/>
                  <a:pt x="8599" y="6797"/>
                </a:cubicBezTo>
                <a:cubicBezTo>
                  <a:pt x="8100" y="7852"/>
                  <a:pt x="7544" y="8981"/>
                  <a:pt x="6995" y="9322"/>
                </a:cubicBezTo>
                <a:cubicBezTo>
                  <a:pt x="6446" y="9663"/>
                  <a:pt x="5793" y="8957"/>
                  <a:pt x="5307" y="8843"/>
                </a:cubicBezTo>
                <a:cubicBezTo>
                  <a:pt x="4819" y="8726"/>
                  <a:pt x="4628" y="10048"/>
                  <a:pt x="4371" y="9912"/>
                </a:cubicBezTo>
                <a:cubicBezTo>
                  <a:pt x="4114" y="9775"/>
                  <a:pt x="3505" y="10355"/>
                  <a:pt x="3140" y="10019"/>
                </a:cubicBezTo>
                <a:cubicBezTo>
                  <a:pt x="2774" y="9683"/>
                  <a:pt x="2820" y="8138"/>
                  <a:pt x="2179" y="7895"/>
                </a:cubicBezTo>
                <a:cubicBezTo>
                  <a:pt x="1586" y="6800"/>
                  <a:pt x="1549" y="8137"/>
                  <a:pt x="1187" y="7495"/>
                </a:cubicBezTo>
                <a:cubicBezTo>
                  <a:pt x="825" y="6852"/>
                  <a:pt x="-7" y="6157"/>
                  <a:pt x="4" y="4039"/>
                </a:cubicBezTo>
                <a:close/>
              </a:path>
            </a:pathLst>
          </a:custGeom>
          <a:solidFill>
            <a:srgbClr val="66CC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cxnSp>
        <p:nvCxnSpPr>
          <p:cNvPr id="239" name="Straight Connector 238">
            <a:extLst>
              <a:ext uri="{FF2B5EF4-FFF2-40B4-BE49-F238E27FC236}">
                <a16:creationId xmlns:a16="http://schemas.microsoft.com/office/drawing/2014/main" id="{6B89A56E-4B45-1449-B1CC-C8EF7ABE50B3}"/>
              </a:ext>
            </a:extLst>
          </p:cNvPr>
          <p:cNvCxnSpPr/>
          <p:nvPr/>
        </p:nvCxnSpPr>
        <p:spPr>
          <a:xfrm flipV="1">
            <a:off x="4812885" y="5629345"/>
            <a:ext cx="1316038" cy="131762"/>
          </a:xfrm>
          <a:prstGeom prst="line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240" name="Straight Connector 239">
            <a:extLst>
              <a:ext uri="{FF2B5EF4-FFF2-40B4-BE49-F238E27FC236}">
                <a16:creationId xmlns:a16="http://schemas.microsoft.com/office/drawing/2014/main" id="{2740CBE6-0A59-E645-A69D-A9AE662529A8}"/>
              </a:ext>
            </a:extLst>
          </p:cNvPr>
          <p:cNvCxnSpPr/>
          <p:nvPr/>
        </p:nvCxnSpPr>
        <p:spPr>
          <a:xfrm>
            <a:off x="4701760" y="5815082"/>
            <a:ext cx="2259013" cy="300038"/>
          </a:xfrm>
          <a:prstGeom prst="line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241" name="Straight Connector 240">
            <a:extLst>
              <a:ext uri="{FF2B5EF4-FFF2-40B4-BE49-F238E27FC236}">
                <a16:creationId xmlns:a16="http://schemas.microsoft.com/office/drawing/2014/main" id="{FEDEF0D8-C674-7A42-948E-7E305FE7E98D}"/>
              </a:ext>
            </a:extLst>
          </p:cNvPr>
          <p:cNvCxnSpPr/>
          <p:nvPr/>
        </p:nvCxnSpPr>
        <p:spPr>
          <a:xfrm>
            <a:off x="4714460" y="5921445"/>
            <a:ext cx="714375" cy="274637"/>
          </a:xfrm>
          <a:prstGeom prst="line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242" name="Straight Connector 241">
            <a:extLst>
              <a:ext uri="{FF2B5EF4-FFF2-40B4-BE49-F238E27FC236}">
                <a16:creationId xmlns:a16="http://schemas.microsoft.com/office/drawing/2014/main" id="{88FEC270-B253-8E44-A411-9C7971EEB2C5}"/>
              </a:ext>
            </a:extLst>
          </p:cNvPr>
          <p:cNvCxnSpPr/>
          <p:nvPr/>
        </p:nvCxnSpPr>
        <p:spPr>
          <a:xfrm flipV="1">
            <a:off x="5732048" y="6115120"/>
            <a:ext cx="1247775" cy="80962"/>
          </a:xfrm>
          <a:prstGeom prst="line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243" name="Straight Connector 242">
            <a:extLst>
              <a:ext uri="{FF2B5EF4-FFF2-40B4-BE49-F238E27FC236}">
                <a16:creationId xmlns:a16="http://schemas.microsoft.com/office/drawing/2014/main" id="{829E7CD6-E2DF-3F41-969B-DA845A408D9F}"/>
              </a:ext>
            </a:extLst>
          </p:cNvPr>
          <p:cNvCxnSpPr/>
          <p:nvPr/>
        </p:nvCxnSpPr>
        <p:spPr>
          <a:xfrm>
            <a:off x="6392448" y="5661095"/>
            <a:ext cx="1057275" cy="123825"/>
          </a:xfrm>
          <a:prstGeom prst="line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244" name="Straight Connector 243">
            <a:extLst>
              <a:ext uri="{FF2B5EF4-FFF2-40B4-BE49-F238E27FC236}">
                <a16:creationId xmlns:a16="http://schemas.microsoft.com/office/drawing/2014/main" id="{DE601DF1-8D2D-2A46-BC8F-F868A11F76CA}"/>
              </a:ext>
            </a:extLst>
          </p:cNvPr>
          <p:cNvCxnSpPr/>
          <p:nvPr/>
        </p:nvCxnSpPr>
        <p:spPr>
          <a:xfrm flipV="1">
            <a:off x="5676485" y="5815082"/>
            <a:ext cx="1790700" cy="300038"/>
          </a:xfrm>
          <a:prstGeom prst="line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245" name="Straight Connector 244">
            <a:extLst>
              <a:ext uri="{FF2B5EF4-FFF2-40B4-BE49-F238E27FC236}">
                <a16:creationId xmlns:a16="http://schemas.microsoft.com/office/drawing/2014/main" id="{A11DDE0B-F575-FA48-8F6B-03D4A7733DCF}"/>
              </a:ext>
            </a:extLst>
          </p:cNvPr>
          <p:cNvCxnSpPr/>
          <p:nvPr/>
        </p:nvCxnSpPr>
        <p:spPr>
          <a:xfrm flipV="1">
            <a:off x="7003635" y="5843657"/>
            <a:ext cx="588963" cy="271463"/>
          </a:xfrm>
          <a:prstGeom prst="line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246" name="Straight Connector 245">
            <a:extLst>
              <a:ext uri="{FF2B5EF4-FFF2-40B4-BE49-F238E27FC236}">
                <a16:creationId xmlns:a16="http://schemas.microsoft.com/office/drawing/2014/main" id="{ADA6CD88-616E-B24E-8E41-831DCFC74F88}"/>
              </a:ext>
            </a:extLst>
          </p:cNvPr>
          <p:cNvCxnSpPr/>
          <p:nvPr/>
        </p:nvCxnSpPr>
        <p:spPr>
          <a:xfrm>
            <a:off x="6146385" y="5629345"/>
            <a:ext cx="814388" cy="400050"/>
          </a:xfrm>
          <a:prstGeom prst="line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</p:cxnSp>
      <p:grpSp>
        <p:nvGrpSpPr>
          <p:cNvPr id="247" name="Group 7">
            <a:extLst>
              <a:ext uri="{FF2B5EF4-FFF2-40B4-BE49-F238E27FC236}">
                <a16:creationId xmlns:a16="http://schemas.microsoft.com/office/drawing/2014/main" id="{F23FF8D1-2C6B-9448-B97C-26AA0FF38328}"/>
              </a:ext>
            </a:extLst>
          </p:cNvPr>
          <p:cNvGrpSpPr>
            <a:grpSpLocks/>
          </p:cNvGrpSpPr>
          <p:nvPr/>
        </p:nvGrpSpPr>
        <p:grpSpPr bwMode="auto">
          <a:xfrm>
            <a:off x="5271673" y="6054795"/>
            <a:ext cx="563562" cy="293687"/>
            <a:chOff x="1871277" y="1576300"/>
            <a:chExt cx="1128371" cy="437861"/>
          </a:xfrm>
        </p:grpSpPr>
        <p:sp>
          <p:nvSpPr>
            <p:cNvPr id="248" name="Oval 247">
              <a:extLst>
                <a:ext uri="{FF2B5EF4-FFF2-40B4-BE49-F238E27FC236}">
                  <a16:creationId xmlns:a16="http://schemas.microsoft.com/office/drawing/2014/main" id="{F781E7E0-A5A4-AD4A-A844-E9A7BB7A7970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455" y="1694641"/>
              <a:ext cx="1125193" cy="319520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49" name="Rectangle 248">
              <a:extLst>
                <a:ext uri="{FF2B5EF4-FFF2-40B4-BE49-F238E27FC236}">
                  <a16:creationId xmlns:a16="http://schemas.microsoft.com/office/drawing/2014/main" id="{3D5BD08E-FA2E-E04F-A545-2E0866784F93}"/>
                </a:ext>
              </a:extLst>
            </p:cNvPr>
            <p:cNvSpPr/>
            <p:nvPr/>
          </p:nvSpPr>
          <p:spPr bwMode="auto">
            <a:xfrm>
              <a:off x="1871277" y="1739610"/>
              <a:ext cx="1128371" cy="115975"/>
            </a:xfrm>
            <a:prstGeom prst="rect">
              <a:avLst/>
            </a:prstGeom>
            <a:gradFill rotWithShape="1">
              <a:gsLst>
                <a:gs pos="0">
                  <a:srgbClr val="3333CC">
                    <a:lumMod val="75000"/>
                  </a:srgbClr>
                </a:gs>
                <a:gs pos="53000">
                  <a:srgbClr val="3333CC">
                    <a:lumMod val="60000"/>
                    <a:lumOff val="40000"/>
                  </a:srgbClr>
                </a:gs>
                <a:gs pos="100000">
                  <a:srgbClr val="3333CC">
                    <a:lumMod val="75000"/>
                  </a:srgbClr>
                </a:gs>
              </a:gsLst>
              <a:lin ang="10800000" scaled="0"/>
            </a:gradFill>
            <a:ln w="25400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250" name="Oval 249">
              <a:extLst>
                <a:ext uri="{FF2B5EF4-FFF2-40B4-BE49-F238E27FC236}">
                  <a16:creationId xmlns:a16="http://schemas.microsoft.com/office/drawing/2014/main" id="{01E234FF-7C0E-FD47-9DA3-FA9619013171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193" cy="319520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51" name="Freeform 250">
              <a:extLst>
                <a:ext uri="{FF2B5EF4-FFF2-40B4-BE49-F238E27FC236}">
                  <a16:creationId xmlns:a16="http://schemas.microsoft.com/office/drawing/2014/main" id="{563210E5-D710-8E45-8417-02EB79B5C81A}"/>
                </a:ext>
              </a:extLst>
            </p:cNvPr>
            <p:cNvSpPr/>
            <p:nvPr/>
          </p:nvSpPr>
          <p:spPr bwMode="auto">
            <a:xfrm>
              <a:off x="2160521" y="1673339"/>
              <a:ext cx="546704" cy="160944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rgbClr val="3333CC">
                <a:lumMod val="60000"/>
                <a:lumOff val="40000"/>
              </a:srgbClr>
            </a:solidFill>
            <a:ln w="952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252" name="Freeform 251">
              <a:extLst>
                <a:ext uri="{FF2B5EF4-FFF2-40B4-BE49-F238E27FC236}">
                  <a16:creationId xmlns:a16="http://schemas.microsoft.com/office/drawing/2014/main" id="{430FD04E-46A2-3749-B589-BEE902C8D5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3307" y="1633104"/>
              <a:ext cx="661131" cy="111240"/>
            </a:xfrm>
            <a:custGeom>
              <a:avLst/>
              <a:gdLst>
                <a:gd name="T0" fmla="*/ 0 w 3723451"/>
                <a:gd name="T1" fmla="*/ 27215 h 932950"/>
                <a:gd name="T2" fmla="*/ 116331 w 3723451"/>
                <a:gd name="T3" fmla="*/ 321 h 932950"/>
                <a:gd name="T4" fmla="*/ 329509 w 3723451"/>
                <a:gd name="T5" fmla="*/ 62069 h 932950"/>
                <a:gd name="T6" fmla="*/ 532884 w 3723451"/>
                <a:gd name="T7" fmla="*/ 0 h 932950"/>
                <a:gd name="T8" fmla="*/ 661131 w 3723451"/>
                <a:gd name="T9" fmla="*/ 24699 h 932950"/>
                <a:gd name="T10" fmla="*/ 565716 w 3723451"/>
                <a:gd name="T11" fmla="*/ 55071 h 932950"/>
                <a:gd name="T12" fmla="*/ 534996 w 3723451"/>
                <a:gd name="T13" fmla="*/ 46883 h 932950"/>
                <a:gd name="T14" fmla="*/ 333255 w 3723451"/>
                <a:gd name="T15" fmla="*/ 111240 h 932950"/>
                <a:gd name="T16" fmla="*/ 126353 w 3723451"/>
                <a:gd name="T17" fmla="*/ 49250 h 932950"/>
                <a:gd name="T18" fmla="*/ 92901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53" name="Freeform 252">
              <a:extLst>
                <a:ext uri="{FF2B5EF4-FFF2-40B4-BE49-F238E27FC236}">
                  <a16:creationId xmlns:a16="http://schemas.microsoft.com/office/drawing/2014/main" id="{BDBA4CA4-485A-D94A-B148-5C44318A19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8765" y="1727776"/>
              <a:ext cx="241567" cy="97039"/>
            </a:xfrm>
            <a:custGeom>
              <a:avLst/>
              <a:gdLst>
                <a:gd name="T0" fmla="*/ 0 w 1366596"/>
                <a:gd name="T1" fmla="*/ 0 h 809868"/>
                <a:gd name="T2" fmla="*/ 241567 w 1366596"/>
                <a:gd name="T3" fmla="*/ 74985 h 809868"/>
                <a:gd name="T4" fmla="*/ 152911 w 1366596"/>
                <a:gd name="T5" fmla="*/ 97039 h 809868"/>
                <a:gd name="T6" fmla="*/ 813 w 1366596"/>
                <a:gd name="T7" fmla="*/ 51276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54" name="Freeform 253">
              <a:extLst>
                <a:ext uri="{FF2B5EF4-FFF2-40B4-BE49-F238E27FC236}">
                  <a16:creationId xmlns:a16="http://schemas.microsoft.com/office/drawing/2014/main" id="{4F7BCFB0-4862-0040-98EF-79148CCE20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0593" y="1730143"/>
              <a:ext cx="238389" cy="97040"/>
            </a:xfrm>
            <a:custGeom>
              <a:avLst/>
              <a:gdLst>
                <a:gd name="T0" fmla="*/ 235135 w 1348191"/>
                <a:gd name="T1" fmla="*/ 0 h 791462"/>
                <a:gd name="T2" fmla="*/ 238389 w 1348191"/>
                <a:gd name="T3" fmla="*/ 46827 h 791462"/>
                <a:gd name="T4" fmla="*/ 86243 w 1348191"/>
                <a:gd name="T5" fmla="*/ 97040 h 791462"/>
                <a:gd name="T6" fmla="*/ 0 w 1348191"/>
                <a:gd name="T7" fmla="*/ 75037 h 791462"/>
                <a:gd name="T8" fmla="*/ 235135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cxnSp>
          <p:nvCxnSpPr>
            <p:cNvPr id="255" name="Straight Connector 254">
              <a:extLst>
                <a:ext uri="{FF2B5EF4-FFF2-40B4-BE49-F238E27FC236}">
                  <a16:creationId xmlns:a16="http://schemas.microsoft.com/office/drawing/2014/main" id="{FA80ECE7-29EF-E045-8DE9-443E8B56CBA4}"/>
                </a:ext>
              </a:extLst>
            </p:cNvPr>
            <p:cNvCxnSpPr>
              <a:cxnSpLocks noChangeShapeType="1"/>
              <a:endCxn id="250" idx="2"/>
            </p:cNvCxnSpPr>
            <p:nvPr/>
          </p:nvCxnSpPr>
          <p:spPr bwMode="auto">
            <a:xfrm flipH="1" flipV="1">
              <a:off x="1871277" y="1737244"/>
              <a:ext cx="3178" cy="123075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56" name="Straight Connector 255">
              <a:extLst>
                <a:ext uri="{FF2B5EF4-FFF2-40B4-BE49-F238E27FC236}">
                  <a16:creationId xmlns:a16="http://schemas.microsoft.com/office/drawing/2014/main" id="{886C4C8B-81F8-494E-B3C9-F2C152BA755D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470" y="1734876"/>
              <a:ext cx="3178" cy="123075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257" name="Group 327">
            <a:extLst>
              <a:ext uri="{FF2B5EF4-FFF2-40B4-BE49-F238E27FC236}">
                <a16:creationId xmlns:a16="http://schemas.microsoft.com/office/drawing/2014/main" id="{C6D6E434-396F-824D-B42D-39B257E17412}"/>
              </a:ext>
            </a:extLst>
          </p:cNvPr>
          <p:cNvGrpSpPr>
            <a:grpSpLocks/>
          </p:cNvGrpSpPr>
          <p:nvPr/>
        </p:nvGrpSpPr>
        <p:grpSpPr bwMode="auto">
          <a:xfrm>
            <a:off x="5966998" y="5513457"/>
            <a:ext cx="565150" cy="292100"/>
            <a:chOff x="1871277" y="1576300"/>
            <a:chExt cx="1128371" cy="437861"/>
          </a:xfrm>
        </p:grpSpPr>
        <p:sp>
          <p:nvSpPr>
            <p:cNvPr id="258" name="Oval 257">
              <a:extLst>
                <a:ext uri="{FF2B5EF4-FFF2-40B4-BE49-F238E27FC236}">
                  <a16:creationId xmlns:a16="http://schemas.microsoft.com/office/drawing/2014/main" id="{BD523501-0761-ED43-9FA5-AEA15E2D1C9C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446" y="1692905"/>
              <a:ext cx="1125202" cy="321256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59" name="Rectangle 258">
              <a:extLst>
                <a:ext uri="{FF2B5EF4-FFF2-40B4-BE49-F238E27FC236}">
                  <a16:creationId xmlns:a16="http://schemas.microsoft.com/office/drawing/2014/main" id="{1B2C53EE-99C4-9041-B078-E1DEA73E56F8}"/>
                </a:ext>
              </a:extLst>
            </p:cNvPr>
            <p:cNvSpPr/>
            <p:nvPr/>
          </p:nvSpPr>
          <p:spPr bwMode="auto">
            <a:xfrm>
              <a:off x="1871277" y="1740499"/>
              <a:ext cx="1128371" cy="114225"/>
            </a:xfrm>
            <a:prstGeom prst="rect">
              <a:avLst/>
            </a:prstGeom>
            <a:gradFill rotWithShape="1">
              <a:gsLst>
                <a:gs pos="0">
                  <a:srgbClr val="3333CC">
                    <a:lumMod val="75000"/>
                  </a:srgbClr>
                </a:gs>
                <a:gs pos="53000">
                  <a:srgbClr val="3333CC">
                    <a:lumMod val="60000"/>
                    <a:lumOff val="40000"/>
                  </a:srgbClr>
                </a:gs>
                <a:gs pos="100000">
                  <a:srgbClr val="3333CC">
                    <a:lumMod val="75000"/>
                  </a:srgbClr>
                </a:gs>
              </a:gsLst>
              <a:lin ang="10800000" scaled="0"/>
            </a:gradFill>
            <a:ln w="25400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260" name="Oval 259">
              <a:extLst>
                <a:ext uri="{FF2B5EF4-FFF2-40B4-BE49-F238E27FC236}">
                  <a16:creationId xmlns:a16="http://schemas.microsoft.com/office/drawing/2014/main" id="{27361595-2FF4-1B46-839D-326969B484FA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200" cy="321257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61" name="Freeform 260">
              <a:extLst>
                <a:ext uri="{FF2B5EF4-FFF2-40B4-BE49-F238E27FC236}">
                  <a16:creationId xmlns:a16="http://schemas.microsoft.com/office/drawing/2014/main" id="{89642470-FD74-1047-9747-D0EB2363B800}"/>
                </a:ext>
              </a:extLst>
            </p:cNvPr>
            <p:cNvSpPr/>
            <p:nvPr/>
          </p:nvSpPr>
          <p:spPr bwMode="auto">
            <a:xfrm>
              <a:off x="2159708" y="1673868"/>
              <a:ext cx="548339" cy="159438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rgbClr val="3333CC">
                <a:lumMod val="60000"/>
                <a:lumOff val="40000"/>
              </a:srgbClr>
            </a:solidFill>
            <a:ln w="952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262" name="Freeform 261">
              <a:extLst>
                <a:ext uri="{FF2B5EF4-FFF2-40B4-BE49-F238E27FC236}">
                  <a16:creationId xmlns:a16="http://schemas.microsoft.com/office/drawing/2014/main" id="{12E17BAF-3675-9946-91CF-C0BD05A47A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655" y="1633412"/>
              <a:ext cx="662444" cy="111846"/>
            </a:xfrm>
            <a:custGeom>
              <a:avLst/>
              <a:gdLst>
                <a:gd name="T0" fmla="*/ 0 w 3723451"/>
                <a:gd name="T1" fmla="*/ 27363 h 932950"/>
                <a:gd name="T2" fmla="*/ 116562 w 3723451"/>
                <a:gd name="T3" fmla="*/ 322 h 932950"/>
                <a:gd name="T4" fmla="*/ 330164 w 3723451"/>
                <a:gd name="T5" fmla="*/ 62407 h 932950"/>
                <a:gd name="T6" fmla="*/ 533943 w 3723451"/>
                <a:gd name="T7" fmla="*/ 0 h 932950"/>
                <a:gd name="T8" fmla="*/ 662444 w 3723451"/>
                <a:gd name="T9" fmla="*/ 24834 h 932950"/>
                <a:gd name="T10" fmla="*/ 566839 w 3723451"/>
                <a:gd name="T11" fmla="*/ 55371 h 932950"/>
                <a:gd name="T12" fmla="*/ 536059 w 3723451"/>
                <a:gd name="T13" fmla="*/ 47138 h 932950"/>
                <a:gd name="T14" fmla="*/ 333917 w 3723451"/>
                <a:gd name="T15" fmla="*/ 111846 h 932950"/>
                <a:gd name="T16" fmla="*/ 126604 w 3723451"/>
                <a:gd name="T17" fmla="*/ 49519 h 932950"/>
                <a:gd name="T18" fmla="*/ 93086 w 3723451"/>
                <a:gd name="T19" fmla="*/ 56246 h 932950"/>
                <a:gd name="T20" fmla="*/ 0 w 3723451"/>
                <a:gd name="T21" fmla="*/ 27363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63" name="Freeform 262">
              <a:extLst>
                <a:ext uri="{FF2B5EF4-FFF2-40B4-BE49-F238E27FC236}">
                  <a16:creationId xmlns:a16="http://schemas.microsoft.com/office/drawing/2014/main" id="{FB02D5C9-E16C-D545-9658-9B08CD700F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889" y="1728599"/>
              <a:ext cx="244057" cy="97568"/>
            </a:xfrm>
            <a:custGeom>
              <a:avLst/>
              <a:gdLst>
                <a:gd name="T0" fmla="*/ 0 w 1366596"/>
                <a:gd name="T1" fmla="*/ 0 h 809868"/>
                <a:gd name="T2" fmla="*/ 244057 w 1366596"/>
                <a:gd name="T3" fmla="*/ 75393 h 809868"/>
                <a:gd name="T4" fmla="*/ 154487 w 1366596"/>
                <a:gd name="T5" fmla="*/ 97568 h 809868"/>
                <a:gd name="T6" fmla="*/ 822 w 1366596"/>
                <a:gd name="T7" fmla="*/ 51556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64" name="Freeform 263">
              <a:extLst>
                <a:ext uri="{FF2B5EF4-FFF2-40B4-BE49-F238E27FC236}">
                  <a16:creationId xmlns:a16="http://schemas.microsoft.com/office/drawing/2014/main" id="{43C530C6-57F7-D943-BF8C-3B8BE501FC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9977" y="1730980"/>
              <a:ext cx="240888" cy="95187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5933 h 791462"/>
                <a:gd name="T4" fmla="*/ 87147 w 1348191"/>
                <a:gd name="T5" fmla="*/ 95187 h 791462"/>
                <a:gd name="T6" fmla="*/ 0 w 1348191"/>
                <a:gd name="T7" fmla="*/ 73604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cxnSp>
          <p:nvCxnSpPr>
            <p:cNvPr id="265" name="Straight Connector 264">
              <a:extLst>
                <a:ext uri="{FF2B5EF4-FFF2-40B4-BE49-F238E27FC236}">
                  <a16:creationId xmlns:a16="http://schemas.microsoft.com/office/drawing/2014/main" id="{04998C4B-6CC3-804D-8149-EB9753D18CA7}"/>
                </a:ext>
              </a:extLst>
            </p:cNvPr>
            <p:cNvCxnSpPr>
              <a:cxnSpLocks noChangeShapeType="1"/>
              <a:endCxn id="260" idx="2"/>
            </p:cNvCxnSpPr>
            <p:nvPr/>
          </p:nvCxnSpPr>
          <p:spPr bwMode="auto">
            <a:xfrm flipH="1" flipV="1">
              <a:off x="1871277" y="1735739"/>
              <a:ext cx="3169" cy="123743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66" name="Straight Connector 265">
              <a:extLst>
                <a:ext uri="{FF2B5EF4-FFF2-40B4-BE49-F238E27FC236}">
                  <a16:creationId xmlns:a16="http://schemas.microsoft.com/office/drawing/2014/main" id="{565D2A47-CC6C-8440-A5DF-83E670BCAF12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477" y="1733359"/>
              <a:ext cx="3171" cy="123743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267" name="Group 337">
            <a:extLst>
              <a:ext uri="{FF2B5EF4-FFF2-40B4-BE49-F238E27FC236}">
                <a16:creationId xmlns:a16="http://schemas.microsoft.com/office/drawing/2014/main" id="{82B40A4C-BCB9-0F49-86D8-65358510B247}"/>
              </a:ext>
            </a:extLst>
          </p:cNvPr>
          <p:cNvGrpSpPr>
            <a:grpSpLocks/>
          </p:cNvGrpSpPr>
          <p:nvPr/>
        </p:nvGrpSpPr>
        <p:grpSpPr bwMode="auto">
          <a:xfrm>
            <a:off x="6609935" y="5967482"/>
            <a:ext cx="563563" cy="293688"/>
            <a:chOff x="1871277" y="1576300"/>
            <a:chExt cx="1128371" cy="437861"/>
          </a:xfrm>
        </p:grpSpPr>
        <p:sp>
          <p:nvSpPr>
            <p:cNvPr id="268" name="Oval 267">
              <a:extLst>
                <a:ext uri="{FF2B5EF4-FFF2-40B4-BE49-F238E27FC236}">
                  <a16:creationId xmlns:a16="http://schemas.microsoft.com/office/drawing/2014/main" id="{683F4F4C-42FD-9846-A017-5B90A1CDF30A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457" y="1694641"/>
              <a:ext cx="1125191" cy="319520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69" name="Rectangle 268">
              <a:extLst>
                <a:ext uri="{FF2B5EF4-FFF2-40B4-BE49-F238E27FC236}">
                  <a16:creationId xmlns:a16="http://schemas.microsoft.com/office/drawing/2014/main" id="{3F600344-6D5A-5149-9480-8AD325F910A2}"/>
                </a:ext>
              </a:extLst>
            </p:cNvPr>
            <p:cNvSpPr/>
            <p:nvPr/>
          </p:nvSpPr>
          <p:spPr bwMode="auto">
            <a:xfrm>
              <a:off x="1871277" y="1739611"/>
              <a:ext cx="1128371" cy="115973"/>
            </a:xfrm>
            <a:prstGeom prst="rect">
              <a:avLst/>
            </a:prstGeom>
            <a:gradFill rotWithShape="1">
              <a:gsLst>
                <a:gs pos="0">
                  <a:srgbClr val="3333CC">
                    <a:lumMod val="75000"/>
                  </a:srgbClr>
                </a:gs>
                <a:gs pos="53000">
                  <a:srgbClr val="3333CC">
                    <a:lumMod val="60000"/>
                    <a:lumOff val="40000"/>
                  </a:srgbClr>
                </a:gs>
                <a:gs pos="100000">
                  <a:srgbClr val="3333CC">
                    <a:lumMod val="75000"/>
                  </a:srgbClr>
                </a:gs>
              </a:gsLst>
              <a:lin ang="10800000" scaled="0"/>
            </a:gradFill>
            <a:ln w="25400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270" name="Oval 269">
              <a:extLst>
                <a:ext uri="{FF2B5EF4-FFF2-40B4-BE49-F238E27FC236}">
                  <a16:creationId xmlns:a16="http://schemas.microsoft.com/office/drawing/2014/main" id="{358912A5-2365-7548-98D1-05C254AB8C93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191" cy="319520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71" name="Freeform 270">
              <a:extLst>
                <a:ext uri="{FF2B5EF4-FFF2-40B4-BE49-F238E27FC236}">
                  <a16:creationId xmlns:a16="http://schemas.microsoft.com/office/drawing/2014/main" id="{856A4118-FA0A-BF49-876A-9D235E6C6E2E}"/>
                </a:ext>
              </a:extLst>
            </p:cNvPr>
            <p:cNvSpPr/>
            <p:nvPr/>
          </p:nvSpPr>
          <p:spPr bwMode="auto">
            <a:xfrm>
              <a:off x="2160522" y="1673340"/>
              <a:ext cx="546703" cy="160943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rgbClr val="3333CC">
                <a:lumMod val="60000"/>
                <a:lumOff val="40000"/>
              </a:srgbClr>
            </a:solidFill>
            <a:ln w="952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272" name="Freeform 271">
              <a:extLst>
                <a:ext uri="{FF2B5EF4-FFF2-40B4-BE49-F238E27FC236}">
                  <a16:creationId xmlns:a16="http://schemas.microsoft.com/office/drawing/2014/main" id="{73066D64-2E3F-F24D-B741-44F8F9E6C3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3309" y="1633103"/>
              <a:ext cx="661129" cy="111241"/>
            </a:xfrm>
            <a:custGeom>
              <a:avLst/>
              <a:gdLst>
                <a:gd name="T0" fmla="*/ 0 w 3723451"/>
                <a:gd name="T1" fmla="*/ 27215 h 932950"/>
                <a:gd name="T2" fmla="*/ 116330 w 3723451"/>
                <a:gd name="T3" fmla="*/ 321 h 932950"/>
                <a:gd name="T4" fmla="*/ 329508 w 3723451"/>
                <a:gd name="T5" fmla="*/ 62070 h 932950"/>
                <a:gd name="T6" fmla="*/ 532883 w 3723451"/>
                <a:gd name="T7" fmla="*/ 0 h 932950"/>
                <a:gd name="T8" fmla="*/ 661129 w 3723451"/>
                <a:gd name="T9" fmla="*/ 24700 h 932950"/>
                <a:gd name="T10" fmla="*/ 565714 w 3723451"/>
                <a:gd name="T11" fmla="*/ 55072 h 932950"/>
                <a:gd name="T12" fmla="*/ 534995 w 3723451"/>
                <a:gd name="T13" fmla="*/ 46883 h 932950"/>
                <a:gd name="T14" fmla="*/ 333254 w 3723451"/>
                <a:gd name="T15" fmla="*/ 111241 h 932950"/>
                <a:gd name="T16" fmla="*/ 126353 w 3723451"/>
                <a:gd name="T17" fmla="*/ 49251 h 932950"/>
                <a:gd name="T18" fmla="*/ 92901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73" name="Freeform 272">
              <a:extLst>
                <a:ext uri="{FF2B5EF4-FFF2-40B4-BE49-F238E27FC236}">
                  <a16:creationId xmlns:a16="http://schemas.microsoft.com/office/drawing/2014/main" id="{63C7C818-A6BA-5B46-8663-C7EB1B1CEB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8763" y="1727776"/>
              <a:ext cx="241567" cy="97040"/>
            </a:xfrm>
            <a:custGeom>
              <a:avLst/>
              <a:gdLst>
                <a:gd name="T0" fmla="*/ 0 w 1366596"/>
                <a:gd name="T1" fmla="*/ 0 h 809868"/>
                <a:gd name="T2" fmla="*/ 241567 w 1366596"/>
                <a:gd name="T3" fmla="*/ 74985 h 809868"/>
                <a:gd name="T4" fmla="*/ 152911 w 1366596"/>
                <a:gd name="T5" fmla="*/ 97040 h 809868"/>
                <a:gd name="T6" fmla="*/ 813 w 1366596"/>
                <a:gd name="T7" fmla="*/ 51277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74" name="Freeform 273">
              <a:extLst>
                <a:ext uri="{FF2B5EF4-FFF2-40B4-BE49-F238E27FC236}">
                  <a16:creationId xmlns:a16="http://schemas.microsoft.com/office/drawing/2014/main" id="{958FEB88-75FB-2D44-9A10-0367FDB3A4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0595" y="1730144"/>
              <a:ext cx="238387" cy="97039"/>
            </a:xfrm>
            <a:custGeom>
              <a:avLst/>
              <a:gdLst>
                <a:gd name="T0" fmla="*/ 235133 w 1348191"/>
                <a:gd name="T1" fmla="*/ 0 h 791462"/>
                <a:gd name="T2" fmla="*/ 238387 w 1348191"/>
                <a:gd name="T3" fmla="*/ 46827 h 791462"/>
                <a:gd name="T4" fmla="*/ 86242 w 1348191"/>
                <a:gd name="T5" fmla="*/ 97039 h 791462"/>
                <a:gd name="T6" fmla="*/ 0 w 1348191"/>
                <a:gd name="T7" fmla="*/ 75036 h 791462"/>
                <a:gd name="T8" fmla="*/ 235133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cxnSp>
          <p:nvCxnSpPr>
            <p:cNvPr id="275" name="Straight Connector 274">
              <a:extLst>
                <a:ext uri="{FF2B5EF4-FFF2-40B4-BE49-F238E27FC236}">
                  <a16:creationId xmlns:a16="http://schemas.microsoft.com/office/drawing/2014/main" id="{E5F8810D-58B9-1B41-9069-743A57CBD942}"/>
                </a:ext>
              </a:extLst>
            </p:cNvPr>
            <p:cNvCxnSpPr>
              <a:cxnSpLocks noChangeShapeType="1"/>
              <a:endCxn id="270" idx="2"/>
            </p:cNvCxnSpPr>
            <p:nvPr/>
          </p:nvCxnSpPr>
          <p:spPr bwMode="auto">
            <a:xfrm flipH="1" flipV="1">
              <a:off x="1871277" y="1737243"/>
              <a:ext cx="3180" cy="123074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76" name="Straight Connector 275">
              <a:extLst>
                <a:ext uri="{FF2B5EF4-FFF2-40B4-BE49-F238E27FC236}">
                  <a16:creationId xmlns:a16="http://schemas.microsoft.com/office/drawing/2014/main" id="{B7248C01-1BC9-084D-9C19-4C517E66801B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468" y="1734877"/>
              <a:ext cx="3180" cy="123074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277" name="Group 347">
            <a:extLst>
              <a:ext uri="{FF2B5EF4-FFF2-40B4-BE49-F238E27FC236}">
                <a16:creationId xmlns:a16="http://schemas.microsoft.com/office/drawing/2014/main" id="{EA66C38A-2A9F-054D-B190-0607C48440C0}"/>
              </a:ext>
            </a:extLst>
          </p:cNvPr>
          <p:cNvGrpSpPr>
            <a:grpSpLocks/>
          </p:cNvGrpSpPr>
          <p:nvPr/>
        </p:nvGrpSpPr>
        <p:grpSpPr bwMode="auto">
          <a:xfrm>
            <a:off x="7332248" y="5653157"/>
            <a:ext cx="565150" cy="293688"/>
            <a:chOff x="1871277" y="1576300"/>
            <a:chExt cx="1128371" cy="437861"/>
          </a:xfrm>
        </p:grpSpPr>
        <p:sp>
          <p:nvSpPr>
            <p:cNvPr id="278" name="Oval 277">
              <a:extLst>
                <a:ext uri="{FF2B5EF4-FFF2-40B4-BE49-F238E27FC236}">
                  <a16:creationId xmlns:a16="http://schemas.microsoft.com/office/drawing/2014/main" id="{578C6C8A-3C2C-CA47-A52F-E5336E397A8C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446" y="1694641"/>
              <a:ext cx="1125202" cy="319520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79" name="Rectangle 278">
              <a:extLst>
                <a:ext uri="{FF2B5EF4-FFF2-40B4-BE49-F238E27FC236}">
                  <a16:creationId xmlns:a16="http://schemas.microsoft.com/office/drawing/2014/main" id="{40527894-E8D6-8847-A758-9F4A98B89D5B}"/>
                </a:ext>
              </a:extLst>
            </p:cNvPr>
            <p:cNvSpPr/>
            <p:nvPr/>
          </p:nvSpPr>
          <p:spPr bwMode="auto">
            <a:xfrm>
              <a:off x="1871277" y="1739611"/>
              <a:ext cx="1128371" cy="115973"/>
            </a:xfrm>
            <a:prstGeom prst="rect">
              <a:avLst/>
            </a:prstGeom>
            <a:gradFill rotWithShape="1">
              <a:gsLst>
                <a:gs pos="0">
                  <a:srgbClr val="3333CC">
                    <a:lumMod val="75000"/>
                  </a:srgbClr>
                </a:gs>
                <a:gs pos="53000">
                  <a:srgbClr val="3333CC">
                    <a:lumMod val="60000"/>
                    <a:lumOff val="40000"/>
                  </a:srgbClr>
                </a:gs>
                <a:gs pos="100000">
                  <a:srgbClr val="3333CC">
                    <a:lumMod val="75000"/>
                  </a:srgbClr>
                </a:gs>
              </a:gsLst>
              <a:lin ang="10800000" scaled="0"/>
            </a:gradFill>
            <a:ln w="25400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280" name="Oval 279">
              <a:extLst>
                <a:ext uri="{FF2B5EF4-FFF2-40B4-BE49-F238E27FC236}">
                  <a16:creationId xmlns:a16="http://schemas.microsoft.com/office/drawing/2014/main" id="{50FCBF9F-6CE0-7B47-94FC-CD5787B788A2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200" cy="319520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81" name="Freeform 280">
              <a:extLst>
                <a:ext uri="{FF2B5EF4-FFF2-40B4-BE49-F238E27FC236}">
                  <a16:creationId xmlns:a16="http://schemas.microsoft.com/office/drawing/2014/main" id="{5D5ADD21-3F21-8E47-B87D-2BDC146712B9}"/>
                </a:ext>
              </a:extLst>
            </p:cNvPr>
            <p:cNvSpPr/>
            <p:nvPr/>
          </p:nvSpPr>
          <p:spPr bwMode="auto">
            <a:xfrm>
              <a:off x="2159708" y="1673340"/>
              <a:ext cx="548339" cy="160943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rgbClr val="3333CC">
                <a:lumMod val="60000"/>
                <a:lumOff val="40000"/>
              </a:srgbClr>
            </a:solidFill>
            <a:ln w="952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282" name="Freeform 281">
              <a:extLst>
                <a:ext uri="{FF2B5EF4-FFF2-40B4-BE49-F238E27FC236}">
                  <a16:creationId xmlns:a16="http://schemas.microsoft.com/office/drawing/2014/main" id="{0FF22D66-78A9-2245-ACA6-A35063B954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655" y="1633103"/>
              <a:ext cx="662444" cy="111241"/>
            </a:xfrm>
            <a:custGeom>
              <a:avLst/>
              <a:gdLst>
                <a:gd name="T0" fmla="*/ 0 w 3723451"/>
                <a:gd name="T1" fmla="*/ 27215 h 932950"/>
                <a:gd name="T2" fmla="*/ 116562 w 3723451"/>
                <a:gd name="T3" fmla="*/ 321 h 932950"/>
                <a:gd name="T4" fmla="*/ 330164 w 3723451"/>
                <a:gd name="T5" fmla="*/ 62070 h 932950"/>
                <a:gd name="T6" fmla="*/ 533943 w 3723451"/>
                <a:gd name="T7" fmla="*/ 0 h 932950"/>
                <a:gd name="T8" fmla="*/ 662444 w 3723451"/>
                <a:gd name="T9" fmla="*/ 24700 h 932950"/>
                <a:gd name="T10" fmla="*/ 566839 w 3723451"/>
                <a:gd name="T11" fmla="*/ 55072 h 932950"/>
                <a:gd name="T12" fmla="*/ 536059 w 3723451"/>
                <a:gd name="T13" fmla="*/ 46883 h 932950"/>
                <a:gd name="T14" fmla="*/ 333917 w 3723451"/>
                <a:gd name="T15" fmla="*/ 111241 h 932950"/>
                <a:gd name="T16" fmla="*/ 126604 w 3723451"/>
                <a:gd name="T17" fmla="*/ 49251 h 932950"/>
                <a:gd name="T18" fmla="*/ 93086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83" name="Freeform 282">
              <a:extLst>
                <a:ext uri="{FF2B5EF4-FFF2-40B4-BE49-F238E27FC236}">
                  <a16:creationId xmlns:a16="http://schemas.microsoft.com/office/drawing/2014/main" id="{A86BA2E2-E459-454D-98E3-2CB0E41E1E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889" y="1727776"/>
              <a:ext cx="244057" cy="97040"/>
            </a:xfrm>
            <a:custGeom>
              <a:avLst/>
              <a:gdLst>
                <a:gd name="T0" fmla="*/ 0 w 1366596"/>
                <a:gd name="T1" fmla="*/ 0 h 809868"/>
                <a:gd name="T2" fmla="*/ 244057 w 1366596"/>
                <a:gd name="T3" fmla="*/ 74985 h 809868"/>
                <a:gd name="T4" fmla="*/ 154487 w 1366596"/>
                <a:gd name="T5" fmla="*/ 97040 h 809868"/>
                <a:gd name="T6" fmla="*/ 822 w 1366596"/>
                <a:gd name="T7" fmla="*/ 51277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84" name="Freeform 283">
              <a:extLst>
                <a:ext uri="{FF2B5EF4-FFF2-40B4-BE49-F238E27FC236}">
                  <a16:creationId xmlns:a16="http://schemas.microsoft.com/office/drawing/2014/main" id="{32EB212F-0575-FD42-B1AF-F3AAD1FDE6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9977" y="1730144"/>
              <a:ext cx="240888" cy="97039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6827 h 791462"/>
                <a:gd name="T4" fmla="*/ 87147 w 1348191"/>
                <a:gd name="T5" fmla="*/ 97039 h 791462"/>
                <a:gd name="T6" fmla="*/ 0 w 1348191"/>
                <a:gd name="T7" fmla="*/ 75036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cxnSp>
          <p:nvCxnSpPr>
            <p:cNvPr id="285" name="Straight Connector 284">
              <a:extLst>
                <a:ext uri="{FF2B5EF4-FFF2-40B4-BE49-F238E27FC236}">
                  <a16:creationId xmlns:a16="http://schemas.microsoft.com/office/drawing/2014/main" id="{913FC001-18AF-3A49-BFB4-0B914F19FFD8}"/>
                </a:ext>
              </a:extLst>
            </p:cNvPr>
            <p:cNvCxnSpPr>
              <a:cxnSpLocks noChangeShapeType="1"/>
              <a:endCxn id="280" idx="2"/>
            </p:cNvCxnSpPr>
            <p:nvPr/>
          </p:nvCxnSpPr>
          <p:spPr bwMode="auto">
            <a:xfrm flipH="1" flipV="1">
              <a:off x="1871277" y="1737243"/>
              <a:ext cx="3169" cy="123074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86" name="Straight Connector 285">
              <a:extLst>
                <a:ext uri="{FF2B5EF4-FFF2-40B4-BE49-F238E27FC236}">
                  <a16:creationId xmlns:a16="http://schemas.microsoft.com/office/drawing/2014/main" id="{7194EB53-3E3D-024D-B0D2-5596DAD2A331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477" y="1734877"/>
              <a:ext cx="3171" cy="123074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287" name="Group 286">
            <a:extLst>
              <a:ext uri="{FF2B5EF4-FFF2-40B4-BE49-F238E27FC236}">
                <a16:creationId xmlns:a16="http://schemas.microsoft.com/office/drawing/2014/main" id="{7169FC3C-178E-6048-AB6C-8493893B17E5}"/>
              </a:ext>
            </a:extLst>
          </p:cNvPr>
          <p:cNvGrpSpPr>
            <a:grpSpLocks/>
          </p:cNvGrpSpPr>
          <p:nvPr/>
        </p:nvGrpSpPr>
        <p:grpSpPr bwMode="auto">
          <a:xfrm>
            <a:off x="3347623" y="2370207"/>
            <a:ext cx="5270500" cy="3805238"/>
            <a:chOff x="1757805" y="2331054"/>
            <a:chExt cx="5270058" cy="3804634"/>
          </a:xfrm>
        </p:grpSpPr>
        <p:sp>
          <p:nvSpPr>
            <p:cNvPr id="288" name="Freeform 287">
              <a:extLst>
                <a:ext uri="{FF2B5EF4-FFF2-40B4-BE49-F238E27FC236}">
                  <a16:creationId xmlns:a16="http://schemas.microsoft.com/office/drawing/2014/main" id="{440C625E-763F-DC45-B239-42BFE9E9081B}"/>
                </a:ext>
              </a:extLst>
            </p:cNvPr>
            <p:cNvSpPr/>
            <p:nvPr/>
          </p:nvSpPr>
          <p:spPr>
            <a:xfrm>
              <a:off x="1776853" y="4829382"/>
              <a:ext cx="1220685" cy="920604"/>
            </a:xfrm>
            <a:custGeom>
              <a:avLst/>
              <a:gdLst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418712 w 1040633"/>
                <a:gd name="connsiteY4" fmla="*/ 1189324 h 1219697"/>
                <a:gd name="connsiteX5" fmla="*/ 139870 w 1040633"/>
                <a:gd name="connsiteY5" fmla="*/ 1191723 h 1219697"/>
                <a:gd name="connsiteX0" fmla="*/ 139870 w 1040633"/>
                <a:gd name="connsiteY0" fmla="*/ 1191723 h 1355926"/>
                <a:gd name="connsiteX1" fmla="*/ 0 w 1040633"/>
                <a:gd name="connsiteY1" fmla="*/ 0 h 1355926"/>
                <a:gd name="connsiteX2" fmla="*/ 1040633 w 1040633"/>
                <a:gd name="connsiteY2" fmla="*/ 16785 h 1355926"/>
                <a:gd name="connsiteX3" fmla="*/ 833625 w 1040633"/>
                <a:gd name="connsiteY3" fmla="*/ 1219697 h 1355926"/>
                <a:gd name="connsiteX4" fmla="*/ 139870 w 1040633"/>
                <a:gd name="connsiteY4" fmla="*/ 1191723 h 1355926"/>
                <a:gd name="connsiteX0" fmla="*/ 139870 w 1040633"/>
                <a:gd name="connsiteY0" fmla="*/ 1191723 h 1289901"/>
                <a:gd name="connsiteX1" fmla="*/ 0 w 1040633"/>
                <a:gd name="connsiteY1" fmla="*/ 0 h 1289901"/>
                <a:gd name="connsiteX2" fmla="*/ 1040633 w 1040633"/>
                <a:gd name="connsiteY2" fmla="*/ 16785 h 1289901"/>
                <a:gd name="connsiteX3" fmla="*/ 833625 w 1040633"/>
                <a:gd name="connsiteY3" fmla="*/ 1219697 h 1289901"/>
                <a:gd name="connsiteX4" fmla="*/ 139870 w 1040633"/>
                <a:gd name="connsiteY4" fmla="*/ 1191723 h 1289901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191723"/>
                <a:gd name="connsiteX1" fmla="*/ 0 w 1040633"/>
                <a:gd name="connsiteY1" fmla="*/ 0 h 1191723"/>
                <a:gd name="connsiteX2" fmla="*/ 1040633 w 1040633"/>
                <a:gd name="connsiteY2" fmla="*/ 16785 h 1191723"/>
                <a:gd name="connsiteX3" fmla="*/ 671988 w 1040633"/>
                <a:gd name="connsiteY3" fmla="*/ 1158121 h 1191723"/>
                <a:gd name="connsiteX4" fmla="*/ 139870 w 1040633"/>
                <a:gd name="connsiteY4" fmla="*/ 1191723 h 1191723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363082 w 1040633"/>
                <a:gd name="connsiteY4" fmla="*/ 1160935 h 1160935"/>
                <a:gd name="connsiteX0" fmla="*/ 448507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448507 w 1040633"/>
                <a:gd name="connsiteY4" fmla="*/ 1160935 h 1160935"/>
                <a:gd name="connsiteX0" fmla="*/ 448507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448507 w 1040633"/>
                <a:gd name="connsiteY4" fmla="*/ 1160935 h 1160935"/>
                <a:gd name="connsiteX0" fmla="*/ 448507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448507 w 1040633"/>
                <a:gd name="connsiteY4" fmla="*/ 1160935 h 1160935"/>
                <a:gd name="connsiteX0" fmla="*/ 448507 w 1325315"/>
                <a:gd name="connsiteY0" fmla="*/ 1160935 h 1160935"/>
                <a:gd name="connsiteX1" fmla="*/ 0 w 1325315"/>
                <a:gd name="connsiteY1" fmla="*/ 0 h 1160935"/>
                <a:gd name="connsiteX2" fmla="*/ 1040633 w 1325315"/>
                <a:gd name="connsiteY2" fmla="*/ 16785 h 1160935"/>
                <a:gd name="connsiteX3" fmla="*/ 1214315 w 1325315"/>
                <a:gd name="connsiteY3" fmla="*/ 1064597 h 1160935"/>
                <a:gd name="connsiteX4" fmla="*/ 448507 w 1325315"/>
                <a:gd name="connsiteY4" fmla="*/ 1160935 h 1160935"/>
                <a:gd name="connsiteX0" fmla="*/ 448507 w 1214315"/>
                <a:gd name="connsiteY0" fmla="*/ 1160935 h 1160935"/>
                <a:gd name="connsiteX1" fmla="*/ 0 w 1214315"/>
                <a:gd name="connsiteY1" fmla="*/ 0 h 1160935"/>
                <a:gd name="connsiteX2" fmla="*/ 1040633 w 1214315"/>
                <a:gd name="connsiteY2" fmla="*/ 16785 h 1160935"/>
                <a:gd name="connsiteX3" fmla="*/ 1214315 w 1214315"/>
                <a:gd name="connsiteY3" fmla="*/ 1064597 h 1160935"/>
                <a:gd name="connsiteX4" fmla="*/ 448507 w 1214315"/>
                <a:gd name="connsiteY4" fmla="*/ 1160935 h 1160935"/>
                <a:gd name="connsiteX0" fmla="*/ 448507 w 1214315"/>
                <a:gd name="connsiteY0" fmla="*/ 1160935 h 1160935"/>
                <a:gd name="connsiteX1" fmla="*/ 0 w 1214315"/>
                <a:gd name="connsiteY1" fmla="*/ 0 h 1160935"/>
                <a:gd name="connsiteX2" fmla="*/ 1040633 w 1214315"/>
                <a:gd name="connsiteY2" fmla="*/ 16785 h 1160935"/>
                <a:gd name="connsiteX3" fmla="*/ 1214315 w 1214315"/>
                <a:gd name="connsiteY3" fmla="*/ 1064597 h 1160935"/>
                <a:gd name="connsiteX4" fmla="*/ 448507 w 1214315"/>
                <a:gd name="connsiteY4" fmla="*/ 1160935 h 1160935"/>
                <a:gd name="connsiteX0" fmla="*/ 1053964 w 1214315"/>
                <a:gd name="connsiteY0" fmla="*/ 1136323 h 1136323"/>
                <a:gd name="connsiteX1" fmla="*/ 0 w 1214315"/>
                <a:gd name="connsiteY1" fmla="*/ 0 h 1136323"/>
                <a:gd name="connsiteX2" fmla="*/ 1040633 w 1214315"/>
                <a:gd name="connsiteY2" fmla="*/ 16785 h 1136323"/>
                <a:gd name="connsiteX3" fmla="*/ 1214315 w 1214315"/>
                <a:gd name="connsiteY3" fmla="*/ 1064597 h 1136323"/>
                <a:gd name="connsiteX4" fmla="*/ 1053964 w 1214315"/>
                <a:gd name="connsiteY4" fmla="*/ 1136323 h 1136323"/>
                <a:gd name="connsiteX0" fmla="*/ 1053964 w 1214315"/>
                <a:gd name="connsiteY0" fmla="*/ 1136323 h 1136323"/>
                <a:gd name="connsiteX1" fmla="*/ 0 w 1214315"/>
                <a:gd name="connsiteY1" fmla="*/ 0 h 1136323"/>
                <a:gd name="connsiteX2" fmla="*/ 1040633 w 1214315"/>
                <a:gd name="connsiteY2" fmla="*/ 16785 h 1136323"/>
                <a:gd name="connsiteX3" fmla="*/ 1214315 w 1214315"/>
                <a:gd name="connsiteY3" fmla="*/ 1064597 h 1136323"/>
                <a:gd name="connsiteX4" fmla="*/ 1053964 w 1214315"/>
                <a:gd name="connsiteY4" fmla="*/ 1136323 h 1136323"/>
                <a:gd name="connsiteX0" fmla="*/ 1053964 w 1214315"/>
                <a:gd name="connsiteY0" fmla="*/ 1136323 h 1136323"/>
                <a:gd name="connsiteX1" fmla="*/ 0 w 1214315"/>
                <a:gd name="connsiteY1" fmla="*/ 0 h 1136323"/>
                <a:gd name="connsiteX2" fmla="*/ 1040633 w 1214315"/>
                <a:gd name="connsiteY2" fmla="*/ 16785 h 1136323"/>
                <a:gd name="connsiteX3" fmla="*/ 1214315 w 1214315"/>
                <a:gd name="connsiteY3" fmla="*/ 1064597 h 1136323"/>
                <a:gd name="connsiteX4" fmla="*/ 1053964 w 1214315"/>
                <a:gd name="connsiteY4" fmla="*/ 1136323 h 1136323"/>
                <a:gd name="connsiteX0" fmla="*/ 1060159 w 1220510"/>
                <a:gd name="connsiteY0" fmla="*/ 1119627 h 1119627"/>
                <a:gd name="connsiteX1" fmla="*/ 0 w 1220510"/>
                <a:gd name="connsiteY1" fmla="*/ 249694 h 1119627"/>
                <a:gd name="connsiteX2" fmla="*/ 1046828 w 1220510"/>
                <a:gd name="connsiteY2" fmla="*/ 89 h 1119627"/>
                <a:gd name="connsiteX3" fmla="*/ 1220510 w 1220510"/>
                <a:gd name="connsiteY3" fmla="*/ 1047901 h 1119627"/>
                <a:gd name="connsiteX4" fmla="*/ 1060159 w 1220510"/>
                <a:gd name="connsiteY4" fmla="*/ 1119627 h 1119627"/>
                <a:gd name="connsiteX0" fmla="*/ 1060159 w 1220510"/>
                <a:gd name="connsiteY0" fmla="*/ 1119627 h 1119627"/>
                <a:gd name="connsiteX1" fmla="*/ 0 w 1220510"/>
                <a:gd name="connsiteY1" fmla="*/ 249694 h 1119627"/>
                <a:gd name="connsiteX2" fmla="*/ 1046828 w 1220510"/>
                <a:gd name="connsiteY2" fmla="*/ 89 h 1119627"/>
                <a:gd name="connsiteX3" fmla="*/ 1220510 w 1220510"/>
                <a:gd name="connsiteY3" fmla="*/ 1047901 h 1119627"/>
                <a:gd name="connsiteX4" fmla="*/ 1060159 w 1220510"/>
                <a:gd name="connsiteY4" fmla="*/ 1119627 h 1119627"/>
                <a:gd name="connsiteX0" fmla="*/ 1060159 w 1220510"/>
                <a:gd name="connsiteY0" fmla="*/ 1119627 h 1119627"/>
                <a:gd name="connsiteX1" fmla="*/ 0 w 1220510"/>
                <a:gd name="connsiteY1" fmla="*/ 249694 h 1119627"/>
                <a:gd name="connsiteX2" fmla="*/ 1046828 w 1220510"/>
                <a:gd name="connsiteY2" fmla="*/ 89 h 1119627"/>
                <a:gd name="connsiteX3" fmla="*/ 1220510 w 1220510"/>
                <a:gd name="connsiteY3" fmla="*/ 1047901 h 1119627"/>
                <a:gd name="connsiteX4" fmla="*/ 1060159 w 1220510"/>
                <a:gd name="connsiteY4" fmla="*/ 1119627 h 1119627"/>
                <a:gd name="connsiteX0" fmla="*/ 1060159 w 1220510"/>
                <a:gd name="connsiteY0" fmla="*/ 921649 h 921649"/>
                <a:gd name="connsiteX1" fmla="*/ 0 w 1220510"/>
                <a:gd name="connsiteY1" fmla="*/ 51716 h 921649"/>
                <a:gd name="connsiteX2" fmla="*/ 1059218 w 1220510"/>
                <a:gd name="connsiteY2" fmla="*/ 355 h 921649"/>
                <a:gd name="connsiteX3" fmla="*/ 1220510 w 1220510"/>
                <a:gd name="connsiteY3" fmla="*/ 849923 h 921649"/>
                <a:gd name="connsiteX4" fmla="*/ 1060159 w 1220510"/>
                <a:gd name="connsiteY4" fmla="*/ 921649 h 921649"/>
                <a:gd name="connsiteX0" fmla="*/ 1060159 w 1220510"/>
                <a:gd name="connsiteY0" fmla="*/ 921649 h 921649"/>
                <a:gd name="connsiteX1" fmla="*/ 0 w 1220510"/>
                <a:gd name="connsiteY1" fmla="*/ 51716 h 921649"/>
                <a:gd name="connsiteX2" fmla="*/ 1059218 w 1220510"/>
                <a:gd name="connsiteY2" fmla="*/ 355 h 921649"/>
                <a:gd name="connsiteX3" fmla="*/ 1220510 w 1220510"/>
                <a:gd name="connsiteY3" fmla="*/ 849923 h 921649"/>
                <a:gd name="connsiteX4" fmla="*/ 1060159 w 1220510"/>
                <a:gd name="connsiteY4" fmla="*/ 921649 h 921649"/>
                <a:gd name="connsiteX0" fmla="*/ 1060159 w 1220510"/>
                <a:gd name="connsiteY0" fmla="*/ 921649 h 921649"/>
                <a:gd name="connsiteX1" fmla="*/ 0 w 1220510"/>
                <a:gd name="connsiteY1" fmla="*/ 51716 h 921649"/>
                <a:gd name="connsiteX2" fmla="*/ 1059218 w 1220510"/>
                <a:gd name="connsiteY2" fmla="*/ 355 h 921649"/>
                <a:gd name="connsiteX3" fmla="*/ 1220510 w 1220510"/>
                <a:gd name="connsiteY3" fmla="*/ 849923 h 921649"/>
                <a:gd name="connsiteX4" fmla="*/ 1060159 w 1220510"/>
                <a:gd name="connsiteY4" fmla="*/ 921649 h 921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20510" h="921649">
                  <a:moveTo>
                    <a:pt x="1060159" y="921649"/>
                  </a:moveTo>
                  <a:cubicBezTo>
                    <a:pt x="166591" y="183345"/>
                    <a:pt x="908943" y="790884"/>
                    <a:pt x="0" y="51716"/>
                  </a:cubicBezTo>
                  <a:cubicBezTo>
                    <a:pt x="346878" y="57311"/>
                    <a:pt x="712340" y="-5240"/>
                    <a:pt x="1059218" y="355"/>
                  </a:cubicBezTo>
                  <a:cubicBezTo>
                    <a:pt x="1192967" y="751903"/>
                    <a:pt x="1090859" y="157699"/>
                    <a:pt x="1220510" y="849923"/>
                  </a:cubicBezTo>
                  <a:cubicBezTo>
                    <a:pt x="1126090" y="855456"/>
                    <a:pt x="1222187" y="863235"/>
                    <a:pt x="1060159" y="921649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>
                    <a:lumMod val="95000"/>
                  </a:srgbClr>
                </a:gs>
                <a:gs pos="100000">
                  <a:srgbClr val="FFFFFF">
                    <a:lumMod val="7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FFFFFF">
                  <a:lumMod val="75000"/>
                </a:srgbClr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289" name="Freeform 288">
              <a:extLst>
                <a:ext uri="{FF2B5EF4-FFF2-40B4-BE49-F238E27FC236}">
                  <a16:creationId xmlns:a16="http://schemas.microsoft.com/office/drawing/2014/main" id="{7B2A49C4-873B-2743-B356-AA474598AAC7}"/>
                </a:ext>
              </a:extLst>
            </p:cNvPr>
            <p:cNvSpPr/>
            <p:nvPr/>
          </p:nvSpPr>
          <p:spPr>
            <a:xfrm>
              <a:off x="6102428" y="4916682"/>
              <a:ext cx="925435" cy="757117"/>
            </a:xfrm>
            <a:custGeom>
              <a:avLst/>
              <a:gdLst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418712 w 1040633"/>
                <a:gd name="connsiteY4" fmla="*/ 1189324 h 1219697"/>
                <a:gd name="connsiteX5" fmla="*/ 139870 w 1040633"/>
                <a:gd name="connsiteY5" fmla="*/ 1191723 h 1219697"/>
                <a:gd name="connsiteX0" fmla="*/ 139870 w 1040633"/>
                <a:gd name="connsiteY0" fmla="*/ 1191723 h 1355926"/>
                <a:gd name="connsiteX1" fmla="*/ 0 w 1040633"/>
                <a:gd name="connsiteY1" fmla="*/ 0 h 1355926"/>
                <a:gd name="connsiteX2" fmla="*/ 1040633 w 1040633"/>
                <a:gd name="connsiteY2" fmla="*/ 16785 h 1355926"/>
                <a:gd name="connsiteX3" fmla="*/ 833625 w 1040633"/>
                <a:gd name="connsiteY3" fmla="*/ 1219697 h 1355926"/>
                <a:gd name="connsiteX4" fmla="*/ 139870 w 1040633"/>
                <a:gd name="connsiteY4" fmla="*/ 1191723 h 1355926"/>
                <a:gd name="connsiteX0" fmla="*/ 139870 w 1040633"/>
                <a:gd name="connsiteY0" fmla="*/ 1191723 h 1289901"/>
                <a:gd name="connsiteX1" fmla="*/ 0 w 1040633"/>
                <a:gd name="connsiteY1" fmla="*/ 0 h 1289901"/>
                <a:gd name="connsiteX2" fmla="*/ 1040633 w 1040633"/>
                <a:gd name="connsiteY2" fmla="*/ 16785 h 1289901"/>
                <a:gd name="connsiteX3" fmla="*/ 833625 w 1040633"/>
                <a:gd name="connsiteY3" fmla="*/ 1219697 h 1289901"/>
                <a:gd name="connsiteX4" fmla="*/ 139870 w 1040633"/>
                <a:gd name="connsiteY4" fmla="*/ 1191723 h 1289901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191723"/>
                <a:gd name="connsiteX1" fmla="*/ 0 w 1040633"/>
                <a:gd name="connsiteY1" fmla="*/ 0 h 1191723"/>
                <a:gd name="connsiteX2" fmla="*/ 1040633 w 1040633"/>
                <a:gd name="connsiteY2" fmla="*/ 16785 h 1191723"/>
                <a:gd name="connsiteX3" fmla="*/ 671988 w 1040633"/>
                <a:gd name="connsiteY3" fmla="*/ 1158121 h 1191723"/>
                <a:gd name="connsiteX4" fmla="*/ 139870 w 1040633"/>
                <a:gd name="connsiteY4" fmla="*/ 1191723 h 1191723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71988 w 778664"/>
                <a:gd name="connsiteY3" fmla="*/ 1158121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23004 w 954755"/>
                <a:gd name="connsiteY0" fmla="*/ 943771 h 976186"/>
                <a:gd name="connsiteX1" fmla="*/ 455145 w 954755"/>
                <a:gd name="connsiteY1" fmla="*/ 11688 h 976186"/>
                <a:gd name="connsiteX2" fmla="*/ 954755 w 954755"/>
                <a:gd name="connsiteY2" fmla="*/ 0 h 976186"/>
                <a:gd name="connsiteX3" fmla="*/ 728484 w 954755"/>
                <a:gd name="connsiteY3" fmla="*/ 976186 h 976186"/>
                <a:gd name="connsiteX4" fmla="*/ 23004 w 954755"/>
                <a:gd name="connsiteY4" fmla="*/ 943771 h 976186"/>
                <a:gd name="connsiteX0" fmla="*/ 0 w 931751"/>
                <a:gd name="connsiteY0" fmla="*/ 943771 h 976186"/>
                <a:gd name="connsiteX1" fmla="*/ 432141 w 931751"/>
                <a:gd name="connsiteY1" fmla="*/ 11688 h 976186"/>
                <a:gd name="connsiteX2" fmla="*/ 931751 w 931751"/>
                <a:gd name="connsiteY2" fmla="*/ 0 h 976186"/>
                <a:gd name="connsiteX3" fmla="*/ 705480 w 931751"/>
                <a:gd name="connsiteY3" fmla="*/ 976186 h 976186"/>
                <a:gd name="connsiteX4" fmla="*/ 0 w 931751"/>
                <a:gd name="connsiteY4" fmla="*/ 943771 h 976186"/>
                <a:gd name="connsiteX0" fmla="*/ 0 w 931751"/>
                <a:gd name="connsiteY0" fmla="*/ 943771 h 976186"/>
                <a:gd name="connsiteX1" fmla="*/ 432141 w 931751"/>
                <a:gd name="connsiteY1" fmla="*/ 11688 h 976186"/>
                <a:gd name="connsiteX2" fmla="*/ 931751 w 931751"/>
                <a:gd name="connsiteY2" fmla="*/ 0 h 976186"/>
                <a:gd name="connsiteX3" fmla="*/ 705480 w 931751"/>
                <a:gd name="connsiteY3" fmla="*/ 976186 h 976186"/>
                <a:gd name="connsiteX4" fmla="*/ 0 w 931751"/>
                <a:gd name="connsiteY4" fmla="*/ 943771 h 976186"/>
                <a:gd name="connsiteX0" fmla="*/ 0 w 931751"/>
                <a:gd name="connsiteY0" fmla="*/ 943771 h 976186"/>
                <a:gd name="connsiteX1" fmla="*/ 432141 w 931751"/>
                <a:gd name="connsiteY1" fmla="*/ 11688 h 976186"/>
                <a:gd name="connsiteX2" fmla="*/ 931751 w 931751"/>
                <a:gd name="connsiteY2" fmla="*/ 0 h 976186"/>
                <a:gd name="connsiteX3" fmla="*/ 705480 w 931751"/>
                <a:gd name="connsiteY3" fmla="*/ 976186 h 976186"/>
                <a:gd name="connsiteX4" fmla="*/ 0 w 931751"/>
                <a:gd name="connsiteY4" fmla="*/ 943771 h 976186"/>
                <a:gd name="connsiteX0" fmla="*/ 0 w 931751"/>
                <a:gd name="connsiteY0" fmla="*/ 943771 h 966342"/>
                <a:gd name="connsiteX1" fmla="*/ 432141 w 931751"/>
                <a:gd name="connsiteY1" fmla="*/ 11688 h 966342"/>
                <a:gd name="connsiteX2" fmla="*/ 931751 w 931751"/>
                <a:gd name="connsiteY2" fmla="*/ 0 h 966342"/>
                <a:gd name="connsiteX3" fmla="*/ 183705 w 931751"/>
                <a:gd name="connsiteY3" fmla="*/ 966342 h 966342"/>
                <a:gd name="connsiteX4" fmla="*/ 0 w 931751"/>
                <a:gd name="connsiteY4" fmla="*/ 943771 h 966342"/>
                <a:gd name="connsiteX0" fmla="*/ 0 w 931751"/>
                <a:gd name="connsiteY0" fmla="*/ 943771 h 966342"/>
                <a:gd name="connsiteX1" fmla="*/ 432141 w 931751"/>
                <a:gd name="connsiteY1" fmla="*/ 11688 h 966342"/>
                <a:gd name="connsiteX2" fmla="*/ 931751 w 931751"/>
                <a:gd name="connsiteY2" fmla="*/ 0 h 966342"/>
                <a:gd name="connsiteX3" fmla="*/ 183705 w 931751"/>
                <a:gd name="connsiteY3" fmla="*/ 966342 h 966342"/>
                <a:gd name="connsiteX4" fmla="*/ 0 w 931751"/>
                <a:gd name="connsiteY4" fmla="*/ 943771 h 966342"/>
                <a:gd name="connsiteX0" fmla="*/ 0 w 931751"/>
                <a:gd name="connsiteY0" fmla="*/ 943771 h 966342"/>
                <a:gd name="connsiteX1" fmla="*/ 432141 w 931751"/>
                <a:gd name="connsiteY1" fmla="*/ 11688 h 966342"/>
                <a:gd name="connsiteX2" fmla="*/ 931751 w 931751"/>
                <a:gd name="connsiteY2" fmla="*/ 0 h 966342"/>
                <a:gd name="connsiteX3" fmla="*/ 183705 w 931751"/>
                <a:gd name="connsiteY3" fmla="*/ 966342 h 966342"/>
                <a:gd name="connsiteX4" fmla="*/ 0 w 931751"/>
                <a:gd name="connsiteY4" fmla="*/ 943771 h 966342"/>
                <a:gd name="connsiteX0" fmla="*/ 0 w 956363"/>
                <a:gd name="connsiteY0" fmla="*/ 932083 h 954654"/>
                <a:gd name="connsiteX1" fmla="*/ 432141 w 956363"/>
                <a:gd name="connsiteY1" fmla="*/ 0 h 954654"/>
                <a:gd name="connsiteX2" fmla="*/ 956363 w 956363"/>
                <a:gd name="connsiteY2" fmla="*/ 12924 h 954654"/>
                <a:gd name="connsiteX3" fmla="*/ 183705 w 956363"/>
                <a:gd name="connsiteY3" fmla="*/ 954654 h 954654"/>
                <a:gd name="connsiteX4" fmla="*/ 0 w 956363"/>
                <a:gd name="connsiteY4" fmla="*/ 932083 h 954654"/>
                <a:gd name="connsiteX0" fmla="*/ 0 w 956363"/>
                <a:gd name="connsiteY0" fmla="*/ 919226 h 941797"/>
                <a:gd name="connsiteX1" fmla="*/ 405840 w 956363"/>
                <a:gd name="connsiteY1" fmla="*/ 197551 h 941797"/>
                <a:gd name="connsiteX2" fmla="*/ 956363 w 956363"/>
                <a:gd name="connsiteY2" fmla="*/ 67 h 941797"/>
                <a:gd name="connsiteX3" fmla="*/ 183705 w 956363"/>
                <a:gd name="connsiteY3" fmla="*/ 941797 h 941797"/>
                <a:gd name="connsiteX4" fmla="*/ 0 w 956363"/>
                <a:gd name="connsiteY4" fmla="*/ 919226 h 941797"/>
                <a:gd name="connsiteX0" fmla="*/ 0 w 956363"/>
                <a:gd name="connsiteY0" fmla="*/ 919226 h 941797"/>
                <a:gd name="connsiteX1" fmla="*/ 405840 w 956363"/>
                <a:gd name="connsiteY1" fmla="*/ 197551 h 941797"/>
                <a:gd name="connsiteX2" fmla="*/ 956363 w 956363"/>
                <a:gd name="connsiteY2" fmla="*/ 67 h 941797"/>
                <a:gd name="connsiteX3" fmla="*/ 183705 w 956363"/>
                <a:gd name="connsiteY3" fmla="*/ 941797 h 941797"/>
                <a:gd name="connsiteX4" fmla="*/ 0 w 956363"/>
                <a:gd name="connsiteY4" fmla="*/ 919226 h 941797"/>
                <a:gd name="connsiteX0" fmla="*/ 0 w 956363"/>
                <a:gd name="connsiteY0" fmla="*/ 919226 h 941797"/>
                <a:gd name="connsiteX1" fmla="*/ 405840 w 956363"/>
                <a:gd name="connsiteY1" fmla="*/ 197551 h 941797"/>
                <a:gd name="connsiteX2" fmla="*/ 956363 w 956363"/>
                <a:gd name="connsiteY2" fmla="*/ 67 h 941797"/>
                <a:gd name="connsiteX3" fmla="*/ 183705 w 956363"/>
                <a:gd name="connsiteY3" fmla="*/ 941797 h 941797"/>
                <a:gd name="connsiteX4" fmla="*/ 0 w 956363"/>
                <a:gd name="connsiteY4" fmla="*/ 919226 h 941797"/>
                <a:gd name="connsiteX0" fmla="*/ 0 w 926304"/>
                <a:gd name="connsiteY0" fmla="*/ 735614 h 758185"/>
                <a:gd name="connsiteX1" fmla="*/ 405840 w 926304"/>
                <a:gd name="connsiteY1" fmla="*/ 13939 h 758185"/>
                <a:gd name="connsiteX2" fmla="*/ 926304 w 926304"/>
                <a:gd name="connsiteY2" fmla="*/ 563 h 758185"/>
                <a:gd name="connsiteX3" fmla="*/ 183705 w 926304"/>
                <a:gd name="connsiteY3" fmla="*/ 758185 h 758185"/>
                <a:gd name="connsiteX4" fmla="*/ 0 w 926304"/>
                <a:gd name="connsiteY4" fmla="*/ 735614 h 758185"/>
                <a:gd name="connsiteX0" fmla="*/ 0 w 926304"/>
                <a:gd name="connsiteY0" fmla="*/ 735614 h 758185"/>
                <a:gd name="connsiteX1" fmla="*/ 405840 w 926304"/>
                <a:gd name="connsiteY1" fmla="*/ 13939 h 758185"/>
                <a:gd name="connsiteX2" fmla="*/ 926304 w 926304"/>
                <a:gd name="connsiteY2" fmla="*/ 563 h 758185"/>
                <a:gd name="connsiteX3" fmla="*/ 183705 w 926304"/>
                <a:gd name="connsiteY3" fmla="*/ 758185 h 758185"/>
                <a:gd name="connsiteX4" fmla="*/ 0 w 926304"/>
                <a:gd name="connsiteY4" fmla="*/ 735614 h 758185"/>
                <a:gd name="connsiteX0" fmla="*/ 0 w 926304"/>
                <a:gd name="connsiteY0" fmla="*/ 735614 h 758185"/>
                <a:gd name="connsiteX1" fmla="*/ 405840 w 926304"/>
                <a:gd name="connsiteY1" fmla="*/ 13939 h 758185"/>
                <a:gd name="connsiteX2" fmla="*/ 926304 w 926304"/>
                <a:gd name="connsiteY2" fmla="*/ 563 h 758185"/>
                <a:gd name="connsiteX3" fmla="*/ 183705 w 926304"/>
                <a:gd name="connsiteY3" fmla="*/ 758185 h 758185"/>
                <a:gd name="connsiteX4" fmla="*/ 0 w 926304"/>
                <a:gd name="connsiteY4" fmla="*/ 735614 h 758185"/>
                <a:gd name="connsiteX0" fmla="*/ 0 w 926304"/>
                <a:gd name="connsiteY0" fmla="*/ 735614 h 758185"/>
                <a:gd name="connsiteX1" fmla="*/ 405840 w 926304"/>
                <a:gd name="connsiteY1" fmla="*/ 13939 h 758185"/>
                <a:gd name="connsiteX2" fmla="*/ 926304 w 926304"/>
                <a:gd name="connsiteY2" fmla="*/ 563 h 758185"/>
                <a:gd name="connsiteX3" fmla="*/ 183705 w 926304"/>
                <a:gd name="connsiteY3" fmla="*/ 758185 h 758185"/>
                <a:gd name="connsiteX4" fmla="*/ 0 w 926304"/>
                <a:gd name="connsiteY4" fmla="*/ 735614 h 758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26304" h="758185">
                  <a:moveTo>
                    <a:pt x="0" y="735614"/>
                  </a:moveTo>
                  <a:cubicBezTo>
                    <a:pt x="309918" y="169731"/>
                    <a:pt x="59088" y="622691"/>
                    <a:pt x="405840" y="13939"/>
                  </a:cubicBezTo>
                  <a:cubicBezTo>
                    <a:pt x="580581" y="18247"/>
                    <a:pt x="751563" y="-3745"/>
                    <a:pt x="926304" y="563"/>
                  </a:cubicBezTo>
                  <a:cubicBezTo>
                    <a:pt x="312762" y="607705"/>
                    <a:pt x="474902" y="459041"/>
                    <a:pt x="183705" y="758185"/>
                  </a:cubicBezTo>
                  <a:cubicBezTo>
                    <a:pt x="49420" y="729549"/>
                    <a:pt x="196198" y="734148"/>
                    <a:pt x="0" y="735614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>
                    <a:lumMod val="95000"/>
                    <a:alpha val="55000"/>
                  </a:srgbClr>
                </a:gs>
                <a:gs pos="100000">
                  <a:srgbClr val="FFFFFF">
                    <a:lumMod val="7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FFFFFF">
                  <a:lumMod val="75000"/>
                </a:srgbClr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290" name="Freeform 289">
              <a:extLst>
                <a:ext uri="{FF2B5EF4-FFF2-40B4-BE49-F238E27FC236}">
                  <a16:creationId xmlns:a16="http://schemas.microsoft.com/office/drawing/2014/main" id="{0D9AB348-D7F2-A742-9B0C-84535C1F8A96}"/>
                </a:ext>
              </a:extLst>
            </p:cNvPr>
            <p:cNvSpPr/>
            <p:nvPr/>
          </p:nvSpPr>
          <p:spPr>
            <a:xfrm>
              <a:off x="5288109" y="4937315"/>
              <a:ext cx="725426" cy="1099963"/>
            </a:xfrm>
            <a:custGeom>
              <a:avLst/>
              <a:gdLst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418712 w 1040633"/>
                <a:gd name="connsiteY4" fmla="*/ 1189324 h 1219697"/>
                <a:gd name="connsiteX5" fmla="*/ 139870 w 1040633"/>
                <a:gd name="connsiteY5" fmla="*/ 1191723 h 1219697"/>
                <a:gd name="connsiteX0" fmla="*/ 139870 w 1040633"/>
                <a:gd name="connsiteY0" fmla="*/ 1191723 h 1355926"/>
                <a:gd name="connsiteX1" fmla="*/ 0 w 1040633"/>
                <a:gd name="connsiteY1" fmla="*/ 0 h 1355926"/>
                <a:gd name="connsiteX2" fmla="*/ 1040633 w 1040633"/>
                <a:gd name="connsiteY2" fmla="*/ 16785 h 1355926"/>
                <a:gd name="connsiteX3" fmla="*/ 833625 w 1040633"/>
                <a:gd name="connsiteY3" fmla="*/ 1219697 h 1355926"/>
                <a:gd name="connsiteX4" fmla="*/ 139870 w 1040633"/>
                <a:gd name="connsiteY4" fmla="*/ 1191723 h 1355926"/>
                <a:gd name="connsiteX0" fmla="*/ 139870 w 1040633"/>
                <a:gd name="connsiteY0" fmla="*/ 1191723 h 1289901"/>
                <a:gd name="connsiteX1" fmla="*/ 0 w 1040633"/>
                <a:gd name="connsiteY1" fmla="*/ 0 h 1289901"/>
                <a:gd name="connsiteX2" fmla="*/ 1040633 w 1040633"/>
                <a:gd name="connsiteY2" fmla="*/ 16785 h 1289901"/>
                <a:gd name="connsiteX3" fmla="*/ 833625 w 1040633"/>
                <a:gd name="connsiteY3" fmla="*/ 1219697 h 1289901"/>
                <a:gd name="connsiteX4" fmla="*/ 139870 w 1040633"/>
                <a:gd name="connsiteY4" fmla="*/ 1191723 h 1289901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191723"/>
                <a:gd name="connsiteX1" fmla="*/ 0 w 1040633"/>
                <a:gd name="connsiteY1" fmla="*/ 0 h 1191723"/>
                <a:gd name="connsiteX2" fmla="*/ 1040633 w 1040633"/>
                <a:gd name="connsiteY2" fmla="*/ 16785 h 1191723"/>
                <a:gd name="connsiteX3" fmla="*/ 671988 w 1040633"/>
                <a:gd name="connsiteY3" fmla="*/ 1158121 h 1191723"/>
                <a:gd name="connsiteX4" fmla="*/ 139870 w 1040633"/>
                <a:gd name="connsiteY4" fmla="*/ 1191723 h 1191723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71988 w 778664"/>
                <a:gd name="connsiteY3" fmla="*/ 1158121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27977 w 802211"/>
                <a:gd name="connsiteY0" fmla="*/ 815791 h 976186"/>
                <a:gd name="connsiteX1" fmla="*/ 302601 w 802211"/>
                <a:gd name="connsiteY1" fmla="*/ 11688 h 976186"/>
                <a:gd name="connsiteX2" fmla="*/ 802211 w 802211"/>
                <a:gd name="connsiteY2" fmla="*/ 0 h 976186"/>
                <a:gd name="connsiteX3" fmla="*/ 575940 w 802211"/>
                <a:gd name="connsiteY3" fmla="*/ 976186 h 976186"/>
                <a:gd name="connsiteX4" fmla="*/ 27977 w 802211"/>
                <a:gd name="connsiteY4" fmla="*/ 815791 h 976186"/>
                <a:gd name="connsiteX0" fmla="*/ 27977 w 802211"/>
                <a:gd name="connsiteY0" fmla="*/ 815791 h 815791"/>
                <a:gd name="connsiteX1" fmla="*/ 302601 w 802211"/>
                <a:gd name="connsiteY1" fmla="*/ 11688 h 815791"/>
                <a:gd name="connsiteX2" fmla="*/ 802211 w 802211"/>
                <a:gd name="connsiteY2" fmla="*/ 0 h 815791"/>
                <a:gd name="connsiteX3" fmla="*/ 236294 w 802211"/>
                <a:gd name="connsiteY3" fmla="*/ 808828 h 815791"/>
                <a:gd name="connsiteX4" fmla="*/ 27977 w 802211"/>
                <a:gd name="connsiteY4" fmla="*/ 815791 h 815791"/>
                <a:gd name="connsiteX0" fmla="*/ 27977 w 802211"/>
                <a:gd name="connsiteY0" fmla="*/ 815791 h 815791"/>
                <a:gd name="connsiteX1" fmla="*/ 302601 w 802211"/>
                <a:gd name="connsiteY1" fmla="*/ 11688 h 815791"/>
                <a:gd name="connsiteX2" fmla="*/ 802211 w 802211"/>
                <a:gd name="connsiteY2" fmla="*/ 0 h 815791"/>
                <a:gd name="connsiteX3" fmla="*/ 236294 w 802211"/>
                <a:gd name="connsiteY3" fmla="*/ 808828 h 815791"/>
                <a:gd name="connsiteX4" fmla="*/ 27977 w 802211"/>
                <a:gd name="connsiteY4" fmla="*/ 815791 h 815791"/>
                <a:gd name="connsiteX0" fmla="*/ 27977 w 802211"/>
                <a:gd name="connsiteY0" fmla="*/ 815791 h 815791"/>
                <a:gd name="connsiteX1" fmla="*/ 302601 w 802211"/>
                <a:gd name="connsiteY1" fmla="*/ 11688 h 815791"/>
                <a:gd name="connsiteX2" fmla="*/ 802211 w 802211"/>
                <a:gd name="connsiteY2" fmla="*/ 0 h 815791"/>
                <a:gd name="connsiteX3" fmla="*/ 236294 w 802211"/>
                <a:gd name="connsiteY3" fmla="*/ 808828 h 815791"/>
                <a:gd name="connsiteX4" fmla="*/ 27977 w 802211"/>
                <a:gd name="connsiteY4" fmla="*/ 815791 h 815791"/>
                <a:gd name="connsiteX0" fmla="*/ 27977 w 802211"/>
                <a:gd name="connsiteY0" fmla="*/ 828714 h 828714"/>
                <a:gd name="connsiteX1" fmla="*/ 302601 w 802211"/>
                <a:gd name="connsiteY1" fmla="*/ 0 h 828714"/>
                <a:gd name="connsiteX2" fmla="*/ 802211 w 802211"/>
                <a:gd name="connsiteY2" fmla="*/ 12923 h 828714"/>
                <a:gd name="connsiteX3" fmla="*/ 236294 w 802211"/>
                <a:gd name="connsiteY3" fmla="*/ 821751 h 828714"/>
                <a:gd name="connsiteX4" fmla="*/ 27977 w 802211"/>
                <a:gd name="connsiteY4" fmla="*/ 828714 h 828714"/>
                <a:gd name="connsiteX0" fmla="*/ 56213 w 830447"/>
                <a:gd name="connsiteY0" fmla="*/ 828714 h 828714"/>
                <a:gd name="connsiteX1" fmla="*/ 330837 w 830447"/>
                <a:gd name="connsiteY1" fmla="*/ 0 h 828714"/>
                <a:gd name="connsiteX2" fmla="*/ 830447 w 830447"/>
                <a:gd name="connsiteY2" fmla="*/ 12923 h 828714"/>
                <a:gd name="connsiteX3" fmla="*/ 264530 w 830447"/>
                <a:gd name="connsiteY3" fmla="*/ 821751 h 828714"/>
                <a:gd name="connsiteX4" fmla="*/ 56213 w 830447"/>
                <a:gd name="connsiteY4" fmla="*/ 828714 h 828714"/>
                <a:gd name="connsiteX0" fmla="*/ 64130 w 789139"/>
                <a:gd name="connsiteY0" fmla="*/ 794258 h 821751"/>
                <a:gd name="connsiteX1" fmla="*/ 289529 w 789139"/>
                <a:gd name="connsiteY1" fmla="*/ 0 h 821751"/>
                <a:gd name="connsiteX2" fmla="*/ 789139 w 789139"/>
                <a:gd name="connsiteY2" fmla="*/ 12923 h 821751"/>
                <a:gd name="connsiteX3" fmla="*/ 223222 w 789139"/>
                <a:gd name="connsiteY3" fmla="*/ 821751 h 821751"/>
                <a:gd name="connsiteX4" fmla="*/ 64130 w 789139"/>
                <a:gd name="connsiteY4" fmla="*/ 794258 h 821751"/>
                <a:gd name="connsiteX0" fmla="*/ 0 w 725009"/>
                <a:gd name="connsiteY0" fmla="*/ 794258 h 821751"/>
                <a:gd name="connsiteX1" fmla="*/ 225399 w 725009"/>
                <a:gd name="connsiteY1" fmla="*/ 0 h 821751"/>
                <a:gd name="connsiteX2" fmla="*/ 725009 w 725009"/>
                <a:gd name="connsiteY2" fmla="*/ 12923 h 821751"/>
                <a:gd name="connsiteX3" fmla="*/ 159092 w 725009"/>
                <a:gd name="connsiteY3" fmla="*/ 821751 h 821751"/>
                <a:gd name="connsiteX4" fmla="*/ 0 w 725009"/>
                <a:gd name="connsiteY4" fmla="*/ 794258 h 821751"/>
                <a:gd name="connsiteX0" fmla="*/ 0 w 725009"/>
                <a:gd name="connsiteY0" fmla="*/ 1203768 h 1231261"/>
                <a:gd name="connsiteX1" fmla="*/ 225399 w 725009"/>
                <a:gd name="connsiteY1" fmla="*/ 0 h 1231261"/>
                <a:gd name="connsiteX2" fmla="*/ 725009 w 725009"/>
                <a:gd name="connsiteY2" fmla="*/ 422433 h 1231261"/>
                <a:gd name="connsiteX3" fmla="*/ 159092 w 725009"/>
                <a:gd name="connsiteY3" fmla="*/ 1231261 h 1231261"/>
                <a:gd name="connsiteX4" fmla="*/ 0 w 725009"/>
                <a:gd name="connsiteY4" fmla="*/ 1203768 h 1231261"/>
                <a:gd name="connsiteX0" fmla="*/ 0 w 725009"/>
                <a:gd name="connsiteY0" fmla="*/ 1217334 h 1244827"/>
                <a:gd name="connsiteX1" fmla="*/ 225399 w 725009"/>
                <a:gd name="connsiteY1" fmla="*/ 13566 h 1244827"/>
                <a:gd name="connsiteX2" fmla="*/ 725009 w 725009"/>
                <a:gd name="connsiteY2" fmla="*/ 571 h 1244827"/>
                <a:gd name="connsiteX3" fmla="*/ 159092 w 725009"/>
                <a:gd name="connsiteY3" fmla="*/ 1244827 h 1244827"/>
                <a:gd name="connsiteX4" fmla="*/ 0 w 725009"/>
                <a:gd name="connsiteY4" fmla="*/ 1217334 h 1244827"/>
                <a:gd name="connsiteX0" fmla="*/ 0 w 725009"/>
                <a:gd name="connsiteY0" fmla="*/ 1217334 h 1244827"/>
                <a:gd name="connsiteX1" fmla="*/ 225399 w 725009"/>
                <a:gd name="connsiteY1" fmla="*/ 13566 h 1244827"/>
                <a:gd name="connsiteX2" fmla="*/ 725009 w 725009"/>
                <a:gd name="connsiteY2" fmla="*/ 571 h 1244827"/>
                <a:gd name="connsiteX3" fmla="*/ 159092 w 725009"/>
                <a:gd name="connsiteY3" fmla="*/ 1244827 h 1244827"/>
                <a:gd name="connsiteX4" fmla="*/ 0 w 725009"/>
                <a:gd name="connsiteY4" fmla="*/ 1217334 h 1244827"/>
                <a:gd name="connsiteX0" fmla="*/ 0 w 725009"/>
                <a:gd name="connsiteY0" fmla="*/ 1217334 h 1244827"/>
                <a:gd name="connsiteX1" fmla="*/ 225399 w 725009"/>
                <a:gd name="connsiteY1" fmla="*/ 13566 h 1244827"/>
                <a:gd name="connsiteX2" fmla="*/ 725009 w 725009"/>
                <a:gd name="connsiteY2" fmla="*/ 571 h 1244827"/>
                <a:gd name="connsiteX3" fmla="*/ 159092 w 725009"/>
                <a:gd name="connsiteY3" fmla="*/ 1244827 h 1244827"/>
                <a:gd name="connsiteX4" fmla="*/ 0 w 725009"/>
                <a:gd name="connsiteY4" fmla="*/ 1217334 h 1244827"/>
                <a:gd name="connsiteX0" fmla="*/ 0 w 725009"/>
                <a:gd name="connsiteY0" fmla="*/ 1217334 h 1244827"/>
                <a:gd name="connsiteX1" fmla="*/ 225399 w 725009"/>
                <a:gd name="connsiteY1" fmla="*/ 13566 h 1244827"/>
                <a:gd name="connsiteX2" fmla="*/ 725009 w 725009"/>
                <a:gd name="connsiteY2" fmla="*/ 571 h 1244827"/>
                <a:gd name="connsiteX3" fmla="*/ 159092 w 725009"/>
                <a:gd name="connsiteY3" fmla="*/ 1244827 h 1244827"/>
                <a:gd name="connsiteX4" fmla="*/ 0 w 725009"/>
                <a:gd name="connsiteY4" fmla="*/ 1217334 h 1244827"/>
                <a:gd name="connsiteX0" fmla="*/ 0 w 725009"/>
                <a:gd name="connsiteY0" fmla="*/ 1217334 h 1244827"/>
                <a:gd name="connsiteX1" fmla="*/ 225399 w 725009"/>
                <a:gd name="connsiteY1" fmla="*/ 13566 h 1244827"/>
                <a:gd name="connsiteX2" fmla="*/ 725009 w 725009"/>
                <a:gd name="connsiteY2" fmla="*/ 571 h 1244827"/>
                <a:gd name="connsiteX3" fmla="*/ 159092 w 725009"/>
                <a:gd name="connsiteY3" fmla="*/ 1244827 h 1244827"/>
                <a:gd name="connsiteX4" fmla="*/ 0 w 725009"/>
                <a:gd name="connsiteY4" fmla="*/ 1217334 h 1244827"/>
                <a:gd name="connsiteX0" fmla="*/ 0 w 725009"/>
                <a:gd name="connsiteY0" fmla="*/ 1217334 h 1244827"/>
                <a:gd name="connsiteX1" fmla="*/ 225399 w 725009"/>
                <a:gd name="connsiteY1" fmla="*/ 13566 h 1244827"/>
                <a:gd name="connsiteX2" fmla="*/ 725009 w 725009"/>
                <a:gd name="connsiteY2" fmla="*/ 571 h 1244827"/>
                <a:gd name="connsiteX3" fmla="*/ 159092 w 725009"/>
                <a:gd name="connsiteY3" fmla="*/ 1244827 h 1244827"/>
                <a:gd name="connsiteX4" fmla="*/ 0 w 725009"/>
                <a:gd name="connsiteY4" fmla="*/ 1217334 h 1244827"/>
                <a:gd name="connsiteX0" fmla="*/ 0 w 725009"/>
                <a:gd name="connsiteY0" fmla="*/ 1203768 h 1231261"/>
                <a:gd name="connsiteX1" fmla="*/ 225399 w 725009"/>
                <a:gd name="connsiteY1" fmla="*/ 0 h 1231261"/>
                <a:gd name="connsiteX2" fmla="*/ 725009 w 725009"/>
                <a:gd name="connsiteY2" fmla="*/ 129782 h 1231261"/>
                <a:gd name="connsiteX3" fmla="*/ 159092 w 725009"/>
                <a:gd name="connsiteY3" fmla="*/ 1231261 h 1231261"/>
                <a:gd name="connsiteX4" fmla="*/ 0 w 725009"/>
                <a:gd name="connsiteY4" fmla="*/ 1203768 h 1231261"/>
                <a:gd name="connsiteX0" fmla="*/ 0 w 725009"/>
                <a:gd name="connsiteY0" fmla="*/ 1203768 h 1231261"/>
                <a:gd name="connsiteX1" fmla="*/ 225399 w 725009"/>
                <a:gd name="connsiteY1" fmla="*/ 0 h 1231261"/>
                <a:gd name="connsiteX2" fmla="*/ 725009 w 725009"/>
                <a:gd name="connsiteY2" fmla="*/ 129782 h 1231261"/>
                <a:gd name="connsiteX3" fmla="*/ 159092 w 725009"/>
                <a:gd name="connsiteY3" fmla="*/ 1231261 h 1231261"/>
                <a:gd name="connsiteX4" fmla="*/ 0 w 725009"/>
                <a:gd name="connsiteY4" fmla="*/ 1203768 h 1231261"/>
                <a:gd name="connsiteX0" fmla="*/ 0 w 725009"/>
                <a:gd name="connsiteY0" fmla="*/ 1203768 h 1231261"/>
                <a:gd name="connsiteX1" fmla="*/ 225399 w 725009"/>
                <a:gd name="connsiteY1" fmla="*/ 0 h 1231261"/>
                <a:gd name="connsiteX2" fmla="*/ 725009 w 725009"/>
                <a:gd name="connsiteY2" fmla="*/ 129782 h 1231261"/>
                <a:gd name="connsiteX3" fmla="*/ 159092 w 725009"/>
                <a:gd name="connsiteY3" fmla="*/ 1231261 h 1231261"/>
                <a:gd name="connsiteX4" fmla="*/ 0 w 725009"/>
                <a:gd name="connsiteY4" fmla="*/ 1203768 h 1231261"/>
                <a:gd name="connsiteX0" fmla="*/ 0 w 725497"/>
                <a:gd name="connsiteY0" fmla="*/ 1279028 h 1306521"/>
                <a:gd name="connsiteX1" fmla="*/ 225399 w 725497"/>
                <a:gd name="connsiteY1" fmla="*/ 75260 h 1306521"/>
                <a:gd name="connsiteX2" fmla="*/ 396193 w 725497"/>
                <a:gd name="connsiteY2" fmla="*/ 156799 h 1306521"/>
                <a:gd name="connsiteX3" fmla="*/ 725009 w 725497"/>
                <a:gd name="connsiteY3" fmla="*/ 205042 h 1306521"/>
                <a:gd name="connsiteX4" fmla="*/ 159092 w 725497"/>
                <a:gd name="connsiteY4" fmla="*/ 1306521 h 1306521"/>
                <a:gd name="connsiteX5" fmla="*/ 0 w 725497"/>
                <a:gd name="connsiteY5" fmla="*/ 1279028 h 1306521"/>
                <a:gd name="connsiteX0" fmla="*/ 0 w 725239"/>
                <a:gd name="connsiteY0" fmla="*/ 1295668 h 1323161"/>
                <a:gd name="connsiteX1" fmla="*/ 225399 w 725239"/>
                <a:gd name="connsiteY1" fmla="*/ 91900 h 1323161"/>
                <a:gd name="connsiteX2" fmla="*/ 725009 w 725239"/>
                <a:gd name="connsiteY2" fmla="*/ 221682 h 1323161"/>
                <a:gd name="connsiteX3" fmla="*/ 159092 w 725239"/>
                <a:gd name="connsiteY3" fmla="*/ 1323161 h 1323161"/>
                <a:gd name="connsiteX4" fmla="*/ 0 w 725239"/>
                <a:gd name="connsiteY4" fmla="*/ 1295668 h 1323161"/>
                <a:gd name="connsiteX0" fmla="*/ 0 w 725221"/>
                <a:gd name="connsiteY0" fmla="*/ 1210552 h 1238045"/>
                <a:gd name="connsiteX1" fmla="*/ 191583 w 725221"/>
                <a:gd name="connsiteY1" fmla="*/ 153319 h 1238045"/>
                <a:gd name="connsiteX2" fmla="*/ 725009 w 725221"/>
                <a:gd name="connsiteY2" fmla="*/ 136566 h 1238045"/>
                <a:gd name="connsiteX3" fmla="*/ 159092 w 725221"/>
                <a:gd name="connsiteY3" fmla="*/ 1238045 h 1238045"/>
                <a:gd name="connsiteX4" fmla="*/ 0 w 725221"/>
                <a:gd name="connsiteY4" fmla="*/ 1210552 h 1238045"/>
                <a:gd name="connsiteX0" fmla="*/ 0 w 725305"/>
                <a:gd name="connsiteY0" fmla="*/ 1158512 h 1186005"/>
                <a:gd name="connsiteX1" fmla="*/ 191583 w 725305"/>
                <a:gd name="connsiteY1" fmla="*/ 101279 h 1186005"/>
                <a:gd name="connsiteX2" fmla="*/ 725009 w 725305"/>
                <a:gd name="connsiteY2" fmla="*/ 84526 h 1186005"/>
                <a:gd name="connsiteX3" fmla="*/ 159092 w 725305"/>
                <a:gd name="connsiteY3" fmla="*/ 1186005 h 1186005"/>
                <a:gd name="connsiteX4" fmla="*/ 0 w 725305"/>
                <a:gd name="connsiteY4" fmla="*/ 1158512 h 1186005"/>
                <a:gd name="connsiteX0" fmla="*/ 0 w 725009"/>
                <a:gd name="connsiteY0" fmla="*/ 1073986 h 1101479"/>
                <a:gd name="connsiteX1" fmla="*/ 191583 w 725009"/>
                <a:gd name="connsiteY1" fmla="*/ 16753 h 1101479"/>
                <a:gd name="connsiteX2" fmla="*/ 725009 w 725009"/>
                <a:gd name="connsiteY2" fmla="*/ 0 h 1101479"/>
                <a:gd name="connsiteX3" fmla="*/ 159092 w 725009"/>
                <a:gd name="connsiteY3" fmla="*/ 1101479 h 1101479"/>
                <a:gd name="connsiteX4" fmla="*/ 0 w 725009"/>
                <a:gd name="connsiteY4" fmla="*/ 1073986 h 1101479"/>
                <a:gd name="connsiteX0" fmla="*/ 0 w 725009"/>
                <a:gd name="connsiteY0" fmla="*/ 1073986 h 1101479"/>
                <a:gd name="connsiteX1" fmla="*/ 206612 w 725009"/>
                <a:gd name="connsiteY1" fmla="*/ 1724 h 1101479"/>
                <a:gd name="connsiteX2" fmla="*/ 725009 w 725009"/>
                <a:gd name="connsiteY2" fmla="*/ 0 h 1101479"/>
                <a:gd name="connsiteX3" fmla="*/ 159092 w 725009"/>
                <a:gd name="connsiteY3" fmla="*/ 1101479 h 1101479"/>
                <a:gd name="connsiteX4" fmla="*/ 0 w 725009"/>
                <a:gd name="connsiteY4" fmla="*/ 1073986 h 1101479"/>
                <a:gd name="connsiteX0" fmla="*/ 0 w 725009"/>
                <a:gd name="connsiteY0" fmla="*/ 1073986 h 1101479"/>
                <a:gd name="connsiteX1" fmla="*/ 206612 w 725009"/>
                <a:gd name="connsiteY1" fmla="*/ 1724 h 1101479"/>
                <a:gd name="connsiteX2" fmla="*/ 725009 w 725009"/>
                <a:gd name="connsiteY2" fmla="*/ 0 h 1101479"/>
                <a:gd name="connsiteX3" fmla="*/ 159092 w 725009"/>
                <a:gd name="connsiteY3" fmla="*/ 1101479 h 1101479"/>
                <a:gd name="connsiteX4" fmla="*/ 0 w 725009"/>
                <a:gd name="connsiteY4" fmla="*/ 1073986 h 1101479"/>
                <a:gd name="connsiteX0" fmla="*/ 0 w 725009"/>
                <a:gd name="connsiteY0" fmla="*/ 1073986 h 1101479"/>
                <a:gd name="connsiteX1" fmla="*/ 206612 w 725009"/>
                <a:gd name="connsiteY1" fmla="*/ 1724 h 1101479"/>
                <a:gd name="connsiteX2" fmla="*/ 725009 w 725009"/>
                <a:gd name="connsiteY2" fmla="*/ 0 h 1101479"/>
                <a:gd name="connsiteX3" fmla="*/ 159092 w 725009"/>
                <a:gd name="connsiteY3" fmla="*/ 1101479 h 1101479"/>
                <a:gd name="connsiteX4" fmla="*/ 0 w 725009"/>
                <a:gd name="connsiteY4" fmla="*/ 1073986 h 11014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25009" h="1101479">
                  <a:moveTo>
                    <a:pt x="0" y="1073986"/>
                  </a:moveTo>
                  <a:cubicBezTo>
                    <a:pt x="95638" y="589814"/>
                    <a:pt x="96800" y="618448"/>
                    <a:pt x="206612" y="1724"/>
                  </a:cubicBezTo>
                  <a:cubicBezTo>
                    <a:pt x="451440" y="14348"/>
                    <a:pt x="499346" y="35256"/>
                    <a:pt x="725009" y="0"/>
                  </a:cubicBezTo>
                  <a:cubicBezTo>
                    <a:pt x="326141" y="749497"/>
                    <a:pt x="642687" y="159790"/>
                    <a:pt x="159092" y="1101479"/>
                  </a:cubicBezTo>
                  <a:cubicBezTo>
                    <a:pt x="24807" y="1072843"/>
                    <a:pt x="92525" y="1088071"/>
                    <a:pt x="0" y="1073986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>
                    <a:lumMod val="95000"/>
                    <a:alpha val="55000"/>
                  </a:srgbClr>
                </a:gs>
                <a:gs pos="100000">
                  <a:srgbClr val="FFFFFF">
                    <a:lumMod val="7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FFFFFF">
                  <a:lumMod val="75000"/>
                </a:srgbClr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291" name="Freeform 290">
              <a:extLst>
                <a:ext uri="{FF2B5EF4-FFF2-40B4-BE49-F238E27FC236}">
                  <a16:creationId xmlns:a16="http://schemas.microsoft.com/office/drawing/2014/main" id="{98F06BD2-BA43-1144-B69F-BF325541EB43}"/>
                </a:ext>
              </a:extLst>
            </p:cNvPr>
            <p:cNvSpPr/>
            <p:nvPr/>
          </p:nvSpPr>
          <p:spPr>
            <a:xfrm>
              <a:off x="4300767" y="4956362"/>
              <a:ext cx="514307" cy="577758"/>
            </a:xfrm>
            <a:custGeom>
              <a:avLst/>
              <a:gdLst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418712 w 1040633"/>
                <a:gd name="connsiteY4" fmla="*/ 1189324 h 1219697"/>
                <a:gd name="connsiteX5" fmla="*/ 139870 w 1040633"/>
                <a:gd name="connsiteY5" fmla="*/ 1191723 h 1219697"/>
                <a:gd name="connsiteX0" fmla="*/ 139870 w 1040633"/>
                <a:gd name="connsiteY0" fmla="*/ 1191723 h 1355926"/>
                <a:gd name="connsiteX1" fmla="*/ 0 w 1040633"/>
                <a:gd name="connsiteY1" fmla="*/ 0 h 1355926"/>
                <a:gd name="connsiteX2" fmla="*/ 1040633 w 1040633"/>
                <a:gd name="connsiteY2" fmla="*/ 16785 h 1355926"/>
                <a:gd name="connsiteX3" fmla="*/ 833625 w 1040633"/>
                <a:gd name="connsiteY3" fmla="*/ 1219697 h 1355926"/>
                <a:gd name="connsiteX4" fmla="*/ 139870 w 1040633"/>
                <a:gd name="connsiteY4" fmla="*/ 1191723 h 1355926"/>
                <a:gd name="connsiteX0" fmla="*/ 139870 w 1040633"/>
                <a:gd name="connsiteY0" fmla="*/ 1191723 h 1289901"/>
                <a:gd name="connsiteX1" fmla="*/ 0 w 1040633"/>
                <a:gd name="connsiteY1" fmla="*/ 0 h 1289901"/>
                <a:gd name="connsiteX2" fmla="*/ 1040633 w 1040633"/>
                <a:gd name="connsiteY2" fmla="*/ 16785 h 1289901"/>
                <a:gd name="connsiteX3" fmla="*/ 833625 w 1040633"/>
                <a:gd name="connsiteY3" fmla="*/ 1219697 h 1289901"/>
                <a:gd name="connsiteX4" fmla="*/ 139870 w 1040633"/>
                <a:gd name="connsiteY4" fmla="*/ 1191723 h 1289901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191723"/>
                <a:gd name="connsiteX1" fmla="*/ 0 w 1040633"/>
                <a:gd name="connsiteY1" fmla="*/ 0 h 1191723"/>
                <a:gd name="connsiteX2" fmla="*/ 1040633 w 1040633"/>
                <a:gd name="connsiteY2" fmla="*/ 16785 h 1191723"/>
                <a:gd name="connsiteX3" fmla="*/ 671988 w 1040633"/>
                <a:gd name="connsiteY3" fmla="*/ 1158121 h 1191723"/>
                <a:gd name="connsiteX4" fmla="*/ 139870 w 1040633"/>
                <a:gd name="connsiteY4" fmla="*/ 1191723 h 1191723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71988 w 778664"/>
                <a:gd name="connsiteY3" fmla="*/ 1158121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503138"/>
                <a:gd name="connsiteY0" fmla="*/ 961687 h 964568"/>
                <a:gd name="connsiteX1" fmla="*/ 0 w 503138"/>
                <a:gd name="connsiteY1" fmla="*/ 70 h 964568"/>
                <a:gd name="connsiteX2" fmla="*/ 503138 w 503138"/>
                <a:gd name="connsiteY2" fmla="*/ 154187 h 964568"/>
                <a:gd name="connsiteX3" fmla="*/ 273339 w 503138"/>
                <a:gd name="connsiteY3" fmla="*/ 964568 h 964568"/>
                <a:gd name="connsiteX4" fmla="*/ 197928 w 503138"/>
                <a:gd name="connsiteY4" fmla="*/ 961687 h 964568"/>
                <a:gd name="connsiteX0" fmla="*/ 201456 w 506666"/>
                <a:gd name="connsiteY0" fmla="*/ 807500 h 810381"/>
                <a:gd name="connsiteX1" fmla="*/ 0 w 506666"/>
                <a:gd name="connsiteY1" fmla="*/ 15216 h 810381"/>
                <a:gd name="connsiteX2" fmla="*/ 506666 w 506666"/>
                <a:gd name="connsiteY2" fmla="*/ 0 h 810381"/>
                <a:gd name="connsiteX3" fmla="*/ 276867 w 506666"/>
                <a:gd name="connsiteY3" fmla="*/ 810381 h 810381"/>
                <a:gd name="connsiteX4" fmla="*/ 201456 w 506666"/>
                <a:gd name="connsiteY4" fmla="*/ 807500 h 810381"/>
                <a:gd name="connsiteX0" fmla="*/ 201456 w 506666"/>
                <a:gd name="connsiteY0" fmla="*/ 807500 h 811593"/>
                <a:gd name="connsiteX1" fmla="*/ 0 w 506666"/>
                <a:gd name="connsiteY1" fmla="*/ 15216 h 811593"/>
                <a:gd name="connsiteX2" fmla="*/ 506666 w 506666"/>
                <a:gd name="connsiteY2" fmla="*/ 0 h 811593"/>
                <a:gd name="connsiteX3" fmla="*/ 276867 w 506666"/>
                <a:gd name="connsiteY3" fmla="*/ 810381 h 811593"/>
                <a:gd name="connsiteX4" fmla="*/ 201456 w 506666"/>
                <a:gd name="connsiteY4" fmla="*/ 807500 h 811593"/>
                <a:gd name="connsiteX0" fmla="*/ 135576 w 506666"/>
                <a:gd name="connsiteY0" fmla="*/ 818480 h 818480"/>
                <a:gd name="connsiteX1" fmla="*/ 0 w 506666"/>
                <a:gd name="connsiteY1" fmla="*/ 15216 h 818480"/>
                <a:gd name="connsiteX2" fmla="*/ 506666 w 506666"/>
                <a:gd name="connsiteY2" fmla="*/ 0 h 818480"/>
                <a:gd name="connsiteX3" fmla="*/ 276867 w 506666"/>
                <a:gd name="connsiteY3" fmla="*/ 810381 h 818480"/>
                <a:gd name="connsiteX4" fmla="*/ 135576 w 506666"/>
                <a:gd name="connsiteY4" fmla="*/ 818480 h 818480"/>
                <a:gd name="connsiteX0" fmla="*/ 135576 w 506666"/>
                <a:gd name="connsiteY0" fmla="*/ 818480 h 818480"/>
                <a:gd name="connsiteX1" fmla="*/ 0 w 506666"/>
                <a:gd name="connsiteY1" fmla="*/ 15216 h 818480"/>
                <a:gd name="connsiteX2" fmla="*/ 506666 w 506666"/>
                <a:gd name="connsiteY2" fmla="*/ 0 h 818480"/>
                <a:gd name="connsiteX3" fmla="*/ 331766 w 506666"/>
                <a:gd name="connsiteY3" fmla="*/ 803061 h 818480"/>
                <a:gd name="connsiteX4" fmla="*/ 135576 w 506666"/>
                <a:gd name="connsiteY4" fmla="*/ 818480 h 818480"/>
                <a:gd name="connsiteX0" fmla="*/ 135576 w 506666"/>
                <a:gd name="connsiteY0" fmla="*/ 818480 h 818480"/>
                <a:gd name="connsiteX1" fmla="*/ 0 w 506666"/>
                <a:gd name="connsiteY1" fmla="*/ 15216 h 818480"/>
                <a:gd name="connsiteX2" fmla="*/ 506666 w 506666"/>
                <a:gd name="connsiteY2" fmla="*/ 0 h 818480"/>
                <a:gd name="connsiteX3" fmla="*/ 331766 w 506666"/>
                <a:gd name="connsiteY3" fmla="*/ 803061 h 818480"/>
                <a:gd name="connsiteX4" fmla="*/ 135576 w 506666"/>
                <a:gd name="connsiteY4" fmla="*/ 818480 h 818480"/>
                <a:gd name="connsiteX0" fmla="*/ 135576 w 506666"/>
                <a:gd name="connsiteY0" fmla="*/ 818480 h 818480"/>
                <a:gd name="connsiteX1" fmla="*/ 0 w 506666"/>
                <a:gd name="connsiteY1" fmla="*/ 15216 h 818480"/>
                <a:gd name="connsiteX2" fmla="*/ 506666 w 506666"/>
                <a:gd name="connsiteY2" fmla="*/ 0 h 818480"/>
                <a:gd name="connsiteX3" fmla="*/ 331766 w 506666"/>
                <a:gd name="connsiteY3" fmla="*/ 803061 h 818480"/>
                <a:gd name="connsiteX4" fmla="*/ 135576 w 506666"/>
                <a:gd name="connsiteY4" fmla="*/ 818480 h 818480"/>
                <a:gd name="connsiteX0" fmla="*/ 135576 w 506666"/>
                <a:gd name="connsiteY0" fmla="*/ 818480 h 818480"/>
                <a:gd name="connsiteX1" fmla="*/ 0 w 506666"/>
                <a:gd name="connsiteY1" fmla="*/ 7896 h 818480"/>
                <a:gd name="connsiteX2" fmla="*/ 506666 w 506666"/>
                <a:gd name="connsiteY2" fmla="*/ 0 h 818480"/>
                <a:gd name="connsiteX3" fmla="*/ 331766 w 506666"/>
                <a:gd name="connsiteY3" fmla="*/ 803061 h 818480"/>
                <a:gd name="connsiteX4" fmla="*/ 135576 w 506666"/>
                <a:gd name="connsiteY4" fmla="*/ 818480 h 818480"/>
                <a:gd name="connsiteX0" fmla="*/ 135576 w 506666"/>
                <a:gd name="connsiteY0" fmla="*/ 818480 h 818480"/>
                <a:gd name="connsiteX1" fmla="*/ 0 w 506666"/>
                <a:gd name="connsiteY1" fmla="*/ 7896 h 818480"/>
                <a:gd name="connsiteX2" fmla="*/ 506666 w 506666"/>
                <a:gd name="connsiteY2" fmla="*/ 0 h 818480"/>
                <a:gd name="connsiteX3" fmla="*/ 331766 w 506666"/>
                <a:gd name="connsiteY3" fmla="*/ 803061 h 818480"/>
                <a:gd name="connsiteX4" fmla="*/ 135576 w 506666"/>
                <a:gd name="connsiteY4" fmla="*/ 818480 h 818480"/>
                <a:gd name="connsiteX0" fmla="*/ 45472 w 559302"/>
                <a:gd name="connsiteY0" fmla="*/ 807500 h 807500"/>
                <a:gd name="connsiteX1" fmla="*/ 52636 w 559302"/>
                <a:gd name="connsiteY1" fmla="*/ 7896 h 807500"/>
                <a:gd name="connsiteX2" fmla="*/ 559302 w 559302"/>
                <a:gd name="connsiteY2" fmla="*/ 0 h 807500"/>
                <a:gd name="connsiteX3" fmla="*/ 384402 w 559302"/>
                <a:gd name="connsiteY3" fmla="*/ 803061 h 807500"/>
                <a:gd name="connsiteX4" fmla="*/ 45472 w 559302"/>
                <a:gd name="connsiteY4" fmla="*/ 807500 h 807500"/>
                <a:gd name="connsiteX0" fmla="*/ 21974 w 535804"/>
                <a:gd name="connsiteY0" fmla="*/ 807500 h 807500"/>
                <a:gd name="connsiteX1" fmla="*/ 29138 w 535804"/>
                <a:gd name="connsiteY1" fmla="*/ 7896 h 807500"/>
                <a:gd name="connsiteX2" fmla="*/ 535804 w 535804"/>
                <a:gd name="connsiteY2" fmla="*/ 0 h 807500"/>
                <a:gd name="connsiteX3" fmla="*/ 360904 w 535804"/>
                <a:gd name="connsiteY3" fmla="*/ 803061 h 807500"/>
                <a:gd name="connsiteX4" fmla="*/ 21974 w 535804"/>
                <a:gd name="connsiteY4" fmla="*/ 807500 h 807500"/>
                <a:gd name="connsiteX0" fmla="*/ 128256 w 506666"/>
                <a:gd name="connsiteY0" fmla="*/ 829461 h 829461"/>
                <a:gd name="connsiteX1" fmla="*/ 0 w 506666"/>
                <a:gd name="connsiteY1" fmla="*/ 7896 h 829461"/>
                <a:gd name="connsiteX2" fmla="*/ 506666 w 506666"/>
                <a:gd name="connsiteY2" fmla="*/ 0 h 829461"/>
                <a:gd name="connsiteX3" fmla="*/ 331766 w 506666"/>
                <a:gd name="connsiteY3" fmla="*/ 803061 h 829461"/>
                <a:gd name="connsiteX4" fmla="*/ 128256 w 506666"/>
                <a:gd name="connsiteY4" fmla="*/ 829461 h 829461"/>
                <a:gd name="connsiteX0" fmla="*/ 128256 w 506666"/>
                <a:gd name="connsiteY0" fmla="*/ 829461 h 829461"/>
                <a:gd name="connsiteX1" fmla="*/ 0 w 506666"/>
                <a:gd name="connsiteY1" fmla="*/ 7896 h 829461"/>
                <a:gd name="connsiteX2" fmla="*/ 506666 w 506666"/>
                <a:gd name="connsiteY2" fmla="*/ 0 h 829461"/>
                <a:gd name="connsiteX3" fmla="*/ 331766 w 506666"/>
                <a:gd name="connsiteY3" fmla="*/ 803061 h 829461"/>
                <a:gd name="connsiteX4" fmla="*/ 128256 w 506666"/>
                <a:gd name="connsiteY4" fmla="*/ 829461 h 829461"/>
                <a:gd name="connsiteX0" fmla="*/ 128256 w 506666"/>
                <a:gd name="connsiteY0" fmla="*/ 829461 h 829461"/>
                <a:gd name="connsiteX1" fmla="*/ 0 w 506666"/>
                <a:gd name="connsiteY1" fmla="*/ 7896 h 829461"/>
                <a:gd name="connsiteX2" fmla="*/ 506666 w 506666"/>
                <a:gd name="connsiteY2" fmla="*/ 0 h 829461"/>
                <a:gd name="connsiteX3" fmla="*/ 331766 w 506666"/>
                <a:gd name="connsiteY3" fmla="*/ 803061 h 829461"/>
                <a:gd name="connsiteX4" fmla="*/ 128256 w 506666"/>
                <a:gd name="connsiteY4" fmla="*/ 829461 h 829461"/>
                <a:gd name="connsiteX0" fmla="*/ 128256 w 506666"/>
                <a:gd name="connsiteY0" fmla="*/ 829461 h 830473"/>
                <a:gd name="connsiteX1" fmla="*/ 0 w 506666"/>
                <a:gd name="connsiteY1" fmla="*/ 7896 h 830473"/>
                <a:gd name="connsiteX2" fmla="*/ 506666 w 506666"/>
                <a:gd name="connsiteY2" fmla="*/ 0 h 830473"/>
                <a:gd name="connsiteX3" fmla="*/ 331766 w 506666"/>
                <a:gd name="connsiteY3" fmla="*/ 828681 h 830473"/>
                <a:gd name="connsiteX4" fmla="*/ 128256 w 506666"/>
                <a:gd name="connsiteY4" fmla="*/ 829461 h 830473"/>
                <a:gd name="connsiteX0" fmla="*/ 128256 w 506666"/>
                <a:gd name="connsiteY0" fmla="*/ 829461 h 830473"/>
                <a:gd name="connsiteX1" fmla="*/ 0 w 506666"/>
                <a:gd name="connsiteY1" fmla="*/ 7896 h 830473"/>
                <a:gd name="connsiteX2" fmla="*/ 506666 w 506666"/>
                <a:gd name="connsiteY2" fmla="*/ 0 h 830473"/>
                <a:gd name="connsiteX3" fmla="*/ 331766 w 506666"/>
                <a:gd name="connsiteY3" fmla="*/ 828681 h 830473"/>
                <a:gd name="connsiteX4" fmla="*/ 128256 w 506666"/>
                <a:gd name="connsiteY4" fmla="*/ 829461 h 830473"/>
                <a:gd name="connsiteX0" fmla="*/ 128256 w 506666"/>
                <a:gd name="connsiteY0" fmla="*/ 821565 h 822577"/>
                <a:gd name="connsiteX1" fmla="*/ 0 w 506666"/>
                <a:gd name="connsiteY1" fmla="*/ 0 h 822577"/>
                <a:gd name="connsiteX2" fmla="*/ 506666 w 506666"/>
                <a:gd name="connsiteY2" fmla="*/ 255115 h 822577"/>
                <a:gd name="connsiteX3" fmla="*/ 331766 w 506666"/>
                <a:gd name="connsiteY3" fmla="*/ 820785 h 822577"/>
                <a:gd name="connsiteX4" fmla="*/ 128256 w 506666"/>
                <a:gd name="connsiteY4" fmla="*/ 821565 h 822577"/>
                <a:gd name="connsiteX0" fmla="*/ 128256 w 506666"/>
                <a:gd name="connsiteY0" fmla="*/ 821565 h 822577"/>
                <a:gd name="connsiteX1" fmla="*/ 0 w 506666"/>
                <a:gd name="connsiteY1" fmla="*/ 0 h 822577"/>
                <a:gd name="connsiteX2" fmla="*/ 506666 w 506666"/>
                <a:gd name="connsiteY2" fmla="*/ 255115 h 822577"/>
                <a:gd name="connsiteX3" fmla="*/ 331766 w 506666"/>
                <a:gd name="connsiteY3" fmla="*/ 820785 h 822577"/>
                <a:gd name="connsiteX4" fmla="*/ 128256 w 506666"/>
                <a:gd name="connsiteY4" fmla="*/ 821565 h 822577"/>
                <a:gd name="connsiteX0" fmla="*/ 128256 w 506666"/>
                <a:gd name="connsiteY0" fmla="*/ 821565 h 822577"/>
                <a:gd name="connsiteX1" fmla="*/ 0 w 506666"/>
                <a:gd name="connsiteY1" fmla="*/ 0 h 822577"/>
                <a:gd name="connsiteX2" fmla="*/ 506666 w 506666"/>
                <a:gd name="connsiteY2" fmla="*/ 255115 h 822577"/>
                <a:gd name="connsiteX3" fmla="*/ 331766 w 506666"/>
                <a:gd name="connsiteY3" fmla="*/ 820785 h 822577"/>
                <a:gd name="connsiteX4" fmla="*/ 128256 w 506666"/>
                <a:gd name="connsiteY4" fmla="*/ 821565 h 822577"/>
                <a:gd name="connsiteX0" fmla="*/ 135770 w 514180"/>
                <a:gd name="connsiteY0" fmla="*/ 577341 h 578353"/>
                <a:gd name="connsiteX1" fmla="*/ 0 w 514180"/>
                <a:gd name="connsiteY1" fmla="*/ 0 h 578353"/>
                <a:gd name="connsiteX2" fmla="*/ 514180 w 514180"/>
                <a:gd name="connsiteY2" fmla="*/ 10891 h 578353"/>
                <a:gd name="connsiteX3" fmla="*/ 339280 w 514180"/>
                <a:gd name="connsiteY3" fmla="*/ 576561 h 578353"/>
                <a:gd name="connsiteX4" fmla="*/ 135770 w 514180"/>
                <a:gd name="connsiteY4" fmla="*/ 577341 h 578353"/>
                <a:gd name="connsiteX0" fmla="*/ 135770 w 514180"/>
                <a:gd name="connsiteY0" fmla="*/ 577341 h 578353"/>
                <a:gd name="connsiteX1" fmla="*/ 0 w 514180"/>
                <a:gd name="connsiteY1" fmla="*/ 0 h 578353"/>
                <a:gd name="connsiteX2" fmla="*/ 514180 w 514180"/>
                <a:gd name="connsiteY2" fmla="*/ 10891 h 578353"/>
                <a:gd name="connsiteX3" fmla="*/ 339280 w 514180"/>
                <a:gd name="connsiteY3" fmla="*/ 576561 h 578353"/>
                <a:gd name="connsiteX4" fmla="*/ 135770 w 514180"/>
                <a:gd name="connsiteY4" fmla="*/ 577341 h 578353"/>
                <a:gd name="connsiteX0" fmla="*/ 135770 w 514180"/>
                <a:gd name="connsiteY0" fmla="*/ 577341 h 578353"/>
                <a:gd name="connsiteX1" fmla="*/ 0 w 514180"/>
                <a:gd name="connsiteY1" fmla="*/ 0 h 578353"/>
                <a:gd name="connsiteX2" fmla="*/ 514180 w 514180"/>
                <a:gd name="connsiteY2" fmla="*/ 10891 h 578353"/>
                <a:gd name="connsiteX3" fmla="*/ 339280 w 514180"/>
                <a:gd name="connsiteY3" fmla="*/ 576561 h 578353"/>
                <a:gd name="connsiteX4" fmla="*/ 135770 w 514180"/>
                <a:gd name="connsiteY4" fmla="*/ 577341 h 5783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14180" h="578353">
                  <a:moveTo>
                    <a:pt x="135770" y="577341"/>
                  </a:moveTo>
                  <a:cubicBezTo>
                    <a:pt x="50587" y="214237"/>
                    <a:pt x="96631" y="442038"/>
                    <a:pt x="0" y="0"/>
                  </a:cubicBezTo>
                  <a:lnTo>
                    <a:pt x="514180" y="10891"/>
                  </a:lnTo>
                  <a:cubicBezTo>
                    <a:pt x="417353" y="348331"/>
                    <a:pt x="426658" y="280104"/>
                    <a:pt x="339280" y="576561"/>
                  </a:cubicBezTo>
                  <a:cubicBezTo>
                    <a:pt x="292835" y="580865"/>
                    <a:pt x="203869" y="575875"/>
                    <a:pt x="135770" y="577341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>
                    <a:lumMod val="95000"/>
                    <a:alpha val="55000"/>
                  </a:srgbClr>
                </a:gs>
                <a:gs pos="100000">
                  <a:srgbClr val="FFFFFF">
                    <a:lumMod val="7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FFFFFF">
                  <a:lumMod val="75000"/>
                </a:srgbClr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292" name="Freeform 291">
              <a:extLst>
                <a:ext uri="{FF2B5EF4-FFF2-40B4-BE49-F238E27FC236}">
                  <a16:creationId xmlns:a16="http://schemas.microsoft.com/office/drawing/2014/main" id="{57135A78-79C3-CB4B-8E8E-D9A274265F07}"/>
                </a:ext>
              </a:extLst>
            </p:cNvPr>
            <p:cNvSpPr/>
            <p:nvPr/>
          </p:nvSpPr>
          <p:spPr>
            <a:xfrm>
              <a:off x="3521369" y="4919856"/>
              <a:ext cx="593675" cy="1215832"/>
            </a:xfrm>
            <a:custGeom>
              <a:avLst/>
              <a:gdLst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418712 w 1040633"/>
                <a:gd name="connsiteY4" fmla="*/ 1189324 h 1219697"/>
                <a:gd name="connsiteX5" fmla="*/ 139870 w 1040633"/>
                <a:gd name="connsiteY5" fmla="*/ 1191723 h 1219697"/>
                <a:gd name="connsiteX0" fmla="*/ 139870 w 1040633"/>
                <a:gd name="connsiteY0" fmla="*/ 1191723 h 1355926"/>
                <a:gd name="connsiteX1" fmla="*/ 0 w 1040633"/>
                <a:gd name="connsiteY1" fmla="*/ 0 h 1355926"/>
                <a:gd name="connsiteX2" fmla="*/ 1040633 w 1040633"/>
                <a:gd name="connsiteY2" fmla="*/ 16785 h 1355926"/>
                <a:gd name="connsiteX3" fmla="*/ 833625 w 1040633"/>
                <a:gd name="connsiteY3" fmla="*/ 1219697 h 1355926"/>
                <a:gd name="connsiteX4" fmla="*/ 139870 w 1040633"/>
                <a:gd name="connsiteY4" fmla="*/ 1191723 h 1355926"/>
                <a:gd name="connsiteX0" fmla="*/ 139870 w 1040633"/>
                <a:gd name="connsiteY0" fmla="*/ 1191723 h 1289901"/>
                <a:gd name="connsiteX1" fmla="*/ 0 w 1040633"/>
                <a:gd name="connsiteY1" fmla="*/ 0 h 1289901"/>
                <a:gd name="connsiteX2" fmla="*/ 1040633 w 1040633"/>
                <a:gd name="connsiteY2" fmla="*/ 16785 h 1289901"/>
                <a:gd name="connsiteX3" fmla="*/ 833625 w 1040633"/>
                <a:gd name="connsiteY3" fmla="*/ 1219697 h 1289901"/>
                <a:gd name="connsiteX4" fmla="*/ 139870 w 1040633"/>
                <a:gd name="connsiteY4" fmla="*/ 1191723 h 1289901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191723"/>
                <a:gd name="connsiteX1" fmla="*/ 0 w 1040633"/>
                <a:gd name="connsiteY1" fmla="*/ 0 h 1191723"/>
                <a:gd name="connsiteX2" fmla="*/ 1040633 w 1040633"/>
                <a:gd name="connsiteY2" fmla="*/ 16785 h 1191723"/>
                <a:gd name="connsiteX3" fmla="*/ 671988 w 1040633"/>
                <a:gd name="connsiteY3" fmla="*/ 1158121 h 1191723"/>
                <a:gd name="connsiteX4" fmla="*/ 139870 w 1040633"/>
                <a:gd name="connsiteY4" fmla="*/ 1191723 h 1191723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71988 w 778664"/>
                <a:gd name="connsiteY3" fmla="*/ 1158121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621064"/>
                <a:gd name="connsiteY0" fmla="*/ 973305 h 973305"/>
                <a:gd name="connsiteX1" fmla="*/ 0 w 621064"/>
                <a:gd name="connsiteY1" fmla="*/ 11688 h 973305"/>
                <a:gd name="connsiteX2" fmla="*/ 499610 w 621064"/>
                <a:gd name="connsiteY2" fmla="*/ 0 h 973305"/>
                <a:gd name="connsiteX3" fmla="*/ 558839 w 621064"/>
                <a:gd name="connsiteY3" fmla="*/ 754682 h 973305"/>
                <a:gd name="connsiteX4" fmla="*/ 197928 w 621064"/>
                <a:gd name="connsiteY4" fmla="*/ 973305 h 973305"/>
                <a:gd name="connsiteX0" fmla="*/ 197928 w 558839"/>
                <a:gd name="connsiteY0" fmla="*/ 973305 h 973305"/>
                <a:gd name="connsiteX1" fmla="*/ 0 w 558839"/>
                <a:gd name="connsiteY1" fmla="*/ 11688 h 973305"/>
                <a:gd name="connsiteX2" fmla="*/ 499610 w 558839"/>
                <a:gd name="connsiteY2" fmla="*/ 0 h 973305"/>
                <a:gd name="connsiteX3" fmla="*/ 558839 w 558839"/>
                <a:gd name="connsiteY3" fmla="*/ 754682 h 973305"/>
                <a:gd name="connsiteX4" fmla="*/ 197928 w 558839"/>
                <a:gd name="connsiteY4" fmla="*/ 973305 h 973305"/>
                <a:gd name="connsiteX0" fmla="*/ 197928 w 558839"/>
                <a:gd name="connsiteY0" fmla="*/ 973305 h 973305"/>
                <a:gd name="connsiteX1" fmla="*/ 0 w 558839"/>
                <a:gd name="connsiteY1" fmla="*/ 11688 h 973305"/>
                <a:gd name="connsiteX2" fmla="*/ 499610 w 558839"/>
                <a:gd name="connsiteY2" fmla="*/ 0 h 973305"/>
                <a:gd name="connsiteX3" fmla="*/ 558839 w 558839"/>
                <a:gd name="connsiteY3" fmla="*/ 754682 h 973305"/>
                <a:gd name="connsiteX4" fmla="*/ 197928 w 558839"/>
                <a:gd name="connsiteY4" fmla="*/ 973305 h 973305"/>
                <a:gd name="connsiteX0" fmla="*/ 370213 w 558839"/>
                <a:gd name="connsiteY0" fmla="*/ 796102 h 796102"/>
                <a:gd name="connsiteX1" fmla="*/ 0 w 558839"/>
                <a:gd name="connsiteY1" fmla="*/ 11688 h 796102"/>
                <a:gd name="connsiteX2" fmla="*/ 499610 w 558839"/>
                <a:gd name="connsiteY2" fmla="*/ 0 h 796102"/>
                <a:gd name="connsiteX3" fmla="*/ 558839 w 558839"/>
                <a:gd name="connsiteY3" fmla="*/ 754682 h 796102"/>
                <a:gd name="connsiteX4" fmla="*/ 370213 w 558839"/>
                <a:gd name="connsiteY4" fmla="*/ 796102 h 796102"/>
                <a:gd name="connsiteX0" fmla="*/ 370213 w 558839"/>
                <a:gd name="connsiteY0" fmla="*/ 796102 h 796102"/>
                <a:gd name="connsiteX1" fmla="*/ 0 w 558839"/>
                <a:gd name="connsiteY1" fmla="*/ 11688 h 796102"/>
                <a:gd name="connsiteX2" fmla="*/ 499610 w 558839"/>
                <a:gd name="connsiteY2" fmla="*/ 0 h 796102"/>
                <a:gd name="connsiteX3" fmla="*/ 558839 w 558839"/>
                <a:gd name="connsiteY3" fmla="*/ 754682 h 796102"/>
                <a:gd name="connsiteX4" fmla="*/ 370213 w 558839"/>
                <a:gd name="connsiteY4" fmla="*/ 796102 h 796102"/>
                <a:gd name="connsiteX0" fmla="*/ 370213 w 558839"/>
                <a:gd name="connsiteY0" fmla="*/ 796102 h 796102"/>
                <a:gd name="connsiteX1" fmla="*/ 0 w 558839"/>
                <a:gd name="connsiteY1" fmla="*/ 11688 h 796102"/>
                <a:gd name="connsiteX2" fmla="*/ 499610 w 558839"/>
                <a:gd name="connsiteY2" fmla="*/ 0 h 796102"/>
                <a:gd name="connsiteX3" fmla="*/ 558839 w 558839"/>
                <a:gd name="connsiteY3" fmla="*/ 754682 h 796102"/>
                <a:gd name="connsiteX4" fmla="*/ 370213 w 558839"/>
                <a:gd name="connsiteY4" fmla="*/ 796102 h 796102"/>
                <a:gd name="connsiteX0" fmla="*/ 370213 w 558839"/>
                <a:gd name="connsiteY0" fmla="*/ 1315828 h 1315828"/>
                <a:gd name="connsiteX1" fmla="*/ 0 w 558839"/>
                <a:gd name="connsiteY1" fmla="*/ 531414 h 1315828"/>
                <a:gd name="connsiteX2" fmla="*/ 506930 w 558839"/>
                <a:gd name="connsiteY2" fmla="*/ 0 h 1315828"/>
                <a:gd name="connsiteX3" fmla="*/ 558839 w 558839"/>
                <a:gd name="connsiteY3" fmla="*/ 1274408 h 1315828"/>
                <a:gd name="connsiteX4" fmla="*/ 370213 w 558839"/>
                <a:gd name="connsiteY4" fmla="*/ 1315828 h 1315828"/>
                <a:gd name="connsiteX0" fmla="*/ 384853 w 573479"/>
                <a:gd name="connsiteY0" fmla="*/ 1326654 h 1326654"/>
                <a:gd name="connsiteX1" fmla="*/ 0 w 573479"/>
                <a:gd name="connsiteY1" fmla="*/ 554 h 1326654"/>
                <a:gd name="connsiteX2" fmla="*/ 521570 w 573479"/>
                <a:gd name="connsiteY2" fmla="*/ 10826 h 1326654"/>
                <a:gd name="connsiteX3" fmla="*/ 573479 w 573479"/>
                <a:gd name="connsiteY3" fmla="*/ 1285234 h 1326654"/>
                <a:gd name="connsiteX4" fmla="*/ 384853 w 573479"/>
                <a:gd name="connsiteY4" fmla="*/ 1326654 h 1326654"/>
                <a:gd name="connsiteX0" fmla="*/ 384853 w 573479"/>
                <a:gd name="connsiteY0" fmla="*/ 1326654 h 1326654"/>
                <a:gd name="connsiteX1" fmla="*/ 0 w 573479"/>
                <a:gd name="connsiteY1" fmla="*/ 554 h 1326654"/>
                <a:gd name="connsiteX2" fmla="*/ 521570 w 573479"/>
                <a:gd name="connsiteY2" fmla="*/ 10826 h 1326654"/>
                <a:gd name="connsiteX3" fmla="*/ 573479 w 573479"/>
                <a:gd name="connsiteY3" fmla="*/ 1285234 h 1326654"/>
                <a:gd name="connsiteX4" fmla="*/ 384853 w 573479"/>
                <a:gd name="connsiteY4" fmla="*/ 1326654 h 1326654"/>
                <a:gd name="connsiteX0" fmla="*/ 384853 w 573479"/>
                <a:gd name="connsiteY0" fmla="*/ 1326654 h 1326654"/>
                <a:gd name="connsiteX1" fmla="*/ 0 w 573479"/>
                <a:gd name="connsiteY1" fmla="*/ 554 h 1326654"/>
                <a:gd name="connsiteX2" fmla="*/ 521570 w 573479"/>
                <a:gd name="connsiteY2" fmla="*/ 10826 h 1326654"/>
                <a:gd name="connsiteX3" fmla="*/ 573479 w 573479"/>
                <a:gd name="connsiteY3" fmla="*/ 1285234 h 1326654"/>
                <a:gd name="connsiteX4" fmla="*/ 384853 w 573479"/>
                <a:gd name="connsiteY4" fmla="*/ 1326654 h 1326654"/>
                <a:gd name="connsiteX0" fmla="*/ 384853 w 573479"/>
                <a:gd name="connsiteY0" fmla="*/ 1326654 h 1326654"/>
                <a:gd name="connsiteX1" fmla="*/ 0 w 573479"/>
                <a:gd name="connsiteY1" fmla="*/ 554 h 1326654"/>
                <a:gd name="connsiteX2" fmla="*/ 521570 w 573479"/>
                <a:gd name="connsiteY2" fmla="*/ 10826 h 1326654"/>
                <a:gd name="connsiteX3" fmla="*/ 573479 w 573479"/>
                <a:gd name="connsiteY3" fmla="*/ 1285234 h 1326654"/>
                <a:gd name="connsiteX4" fmla="*/ 384853 w 573479"/>
                <a:gd name="connsiteY4" fmla="*/ 1326654 h 1326654"/>
                <a:gd name="connsiteX0" fmla="*/ 384853 w 573479"/>
                <a:gd name="connsiteY0" fmla="*/ 1326654 h 1326654"/>
                <a:gd name="connsiteX1" fmla="*/ 0 w 573479"/>
                <a:gd name="connsiteY1" fmla="*/ 554 h 1326654"/>
                <a:gd name="connsiteX2" fmla="*/ 521570 w 573479"/>
                <a:gd name="connsiteY2" fmla="*/ 10826 h 1326654"/>
                <a:gd name="connsiteX3" fmla="*/ 573479 w 573479"/>
                <a:gd name="connsiteY3" fmla="*/ 1285234 h 1326654"/>
                <a:gd name="connsiteX4" fmla="*/ 384853 w 573479"/>
                <a:gd name="connsiteY4" fmla="*/ 1326654 h 1326654"/>
                <a:gd name="connsiteX0" fmla="*/ 384853 w 573479"/>
                <a:gd name="connsiteY0" fmla="*/ 1326654 h 1326654"/>
                <a:gd name="connsiteX1" fmla="*/ 0 w 573479"/>
                <a:gd name="connsiteY1" fmla="*/ 554 h 1326654"/>
                <a:gd name="connsiteX2" fmla="*/ 521570 w 573479"/>
                <a:gd name="connsiteY2" fmla="*/ 10826 h 1326654"/>
                <a:gd name="connsiteX3" fmla="*/ 573479 w 573479"/>
                <a:gd name="connsiteY3" fmla="*/ 1285234 h 1326654"/>
                <a:gd name="connsiteX4" fmla="*/ 384853 w 573479"/>
                <a:gd name="connsiteY4" fmla="*/ 1326654 h 1326654"/>
                <a:gd name="connsiteX0" fmla="*/ 384853 w 588119"/>
                <a:gd name="connsiteY0" fmla="*/ 1326654 h 1326654"/>
                <a:gd name="connsiteX1" fmla="*/ 0 w 588119"/>
                <a:gd name="connsiteY1" fmla="*/ 554 h 1326654"/>
                <a:gd name="connsiteX2" fmla="*/ 521570 w 588119"/>
                <a:gd name="connsiteY2" fmla="*/ 10826 h 1326654"/>
                <a:gd name="connsiteX3" fmla="*/ 588119 w 588119"/>
                <a:gd name="connsiteY3" fmla="*/ 1321835 h 1326654"/>
                <a:gd name="connsiteX4" fmla="*/ 384853 w 588119"/>
                <a:gd name="connsiteY4" fmla="*/ 1326654 h 1326654"/>
                <a:gd name="connsiteX0" fmla="*/ 384853 w 588119"/>
                <a:gd name="connsiteY0" fmla="*/ 1326654 h 1326654"/>
                <a:gd name="connsiteX1" fmla="*/ 0 w 588119"/>
                <a:gd name="connsiteY1" fmla="*/ 554 h 1326654"/>
                <a:gd name="connsiteX2" fmla="*/ 521570 w 588119"/>
                <a:gd name="connsiteY2" fmla="*/ 10826 h 1326654"/>
                <a:gd name="connsiteX3" fmla="*/ 588119 w 588119"/>
                <a:gd name="connsiteY3" fmla="*/ 1321835 h 1326654"/>
                <a:gd name="connsiteX4" fmla="*/ 384853 w 588119"/>
                <a:gd name="connsiteY4" fmla="*/ 1326654 h 1326654"/>
                <a:gd name="connsiteX0" fmla="*/ 384853 w 588119"/>
                <a:gd name="connsiteY0" fmla="*/ 1326148 h 1326148"/>
                <a:gd name="connsiteX1" fmla="*/ 0 w 588119"/>
                <a:gd name="connsiteY1" fmla="*/ 48 h 1326148"/>
                <a:gd name="connsiteX2" fmla="*/ 521570 w 588119"/>
                <a:gd name="connsiteY2" fmla="*/ 228243 h 1326148"/>
                <a:gd name="connsiteX3" fmla="*/ 588119 w 588119"/>
                <a:gd name="connsiteY3" fmla="*/ 1321329 h 1326148"/>
                <a:gd name="connsiteX4" fmla="*/ 384853 w 588119"/>
                <a:gd name="connsiteY4" fmla="*/ 1326148 h 1326148"/>
                <a:gd name="connsiteX0" fmla="*/ 384853 w 588119"/>
                <a:gd name="connsiteY0" fmla="*/ 1326148 h 1326148"/>
                <a:gd name="connsiteX1" fmla="*/ 0 w 588119"/>
                <a:gd name="connsiteY1" fmla="*/ 48 h 1326148"/>
                <a:gd name="connsiteX2" fmla="*/ 521570 w 588119"/>
                <a:gd name="connsiteY2" fmla="*/ 228243 h 1326148"/>
                <a:gd name="connsiteX3" fmla="*/ 588119 w 588119"/>
                <a:gd name="connsiteY3" fmla="*/ 1321329 h 1326148"/>
                <a:gd name="connsiteX4" fmla="*/ 384853 w 588119"/>
                <a:gd name="connsiteY4" fmla="*/ 1326148 h 1326148"/>
                <a:gd name="connsiteX0" fmla="*/ 384853 w 588119"/>
                <a:gd name="connsiteY0" fmla="*/ 1326148 h 1326148"/>
                <a:gd name="connsiteX1" fmla="*/ 0 w 588119"/>
                <a:gd name="connsiteY1" fmla="*/ 48 h 1326148"/>
                <a:gd name="connsiteX2" fmla="*/ 521570 w 588119"/>
                <a:gd name="connsiteY2" fmla="*/ 228243 h 1326148"/>
                <a:gd name="connsiteX3" fmla="*/ 588119 w 588119"/>
                <a:gd name="connsiteY3" fmla="*/ 1321329 h 1326148"/>
                <a:gd name="connsiteX4" fmla="*/ 384853 w 588119"/>
                <a:gd name="connsiteY4" fmla="*/ 1326148 h 1326148"/>
                <a:gd name="connsiteX0" fmla="*/ 366066 w 569332"/>
                <a:gd name="connsiteY0" fmla="*/ 1097905 h 1097905"/>
                <a:gd name="connsiteX1" fmla="*/ 0 w 569332"/>
                <a:gd name="connsiteY1" fmla="*/ 4757 h 1097905"/>
                <a:gd name="connsiteX2" fmla="*/ 502783 w 569332"/>
                <a:gd name="connsiteY2" fmla="*/ 0 h 1097905"/>
                <a:gd name="connsiteX3" fmla="*/ 569332 w 569332"/>
                <a:gd name="connsiteY3" fmla="*/ 1093086 h 1097905"/>
                <a:gd name="connsiteX4" fmla="*/ 366066 w 569332"/>
                <a:gd name="connsiteY4" fmla="*/ 1097905 h 1097905"/>
                <a:gd name="connsiteX0" fmla="*/ 366066 w 569332"/>
                <a:gd name="connsiteY0" fmla="*/ 1097905 h 1097905"/>
                <a:gd name="connsiteX1" fmla="*/ 0 w 569332"/>
                <a:gd name="connsiteY1" fmla="*/ 4757 h 1097905"/>
                <a:gd name="connsiteX2" fmla="*/ 502783 w 569332"/>
                <a:gd name="connsiteY2" fmla="*/ 0 h 1097905"/>
                <a:gd name="connsiteX3" fmla="*/ 569332 w 569332"/>
                <a:gd name="connsiteY3" fmla="*/ 1093086 h 1097905"/>
                <a:gd name="connsiteX4" fmla="*/ 366066 w 569332"/>
                <a:gd name="connsiteY4" fmla="*/ 1097905 h 1097905"/>
                <a:gd name="connsiteX0" fmla="*/ 366066 w 569332"/>
                <a:gd name="connsiteY0" fmla="*/ 1097905 h 1097905"/>
                <a:gd name="connsiteX1" fmla="*/ 0 w 569332"/>
                <a:gd name="connsiteY1" fmla="*/ 4757 h 1097905"/>
                <a:gd name="connsiteX2" fmla="*/ 502783 w 569332"/>
                <a:gd name="connsiteY2" fmla="*/ 0 h 1097905"/>
                <a:gd name="connsiteX3" fmla="*/ 569332 w 569332"/>
                <a:gd name="connsiteY3" fmla="*/ 1093086 h 1097905"/>
                <a:gd name="connsiteX4" fmla="*/ 366066 w 569332"/>
                <a:gd name="connsiteY4" fmla="*/ 1097905 h 1097905"/>
                <a:gd name="connsiteX0" fmla="*/ 366066 w 594113"/>
                <a:gd name="connsiteY0" fmla="*/ 1097905 h 1179971"/>
                <a:gd name="connsiteX1" fmla="*/ 0 w 594113"/>
                <a:gd name="connsiteY1" fmla="*/ 4757 h 1179971"/>
                <a:gd name="connsiteX2" fmla="*/ 502783 w 594113"/>
                <a:gd name="connsiteY2" fmla="*/ 0 h 1179971"/>
                <a:gd name="connsiteX3" fmla="*/ 594113 w 594113"/>
                <a:gd name="connsiteY3" fmla="*/ 1179818 h 1179971"/>
                <a:gd name="connsiteX4" fmla="*/ 366066 w 594113"/>
                <a:gd name="connsiteY4" fmla="*/ 1097905 h 1179971"/>
                <a:gd name="connsiteX0" fmla="*/ 403236 w 594113"/>
                <a:gd name="connsiteY0" fmla="*/ 1215612 h 1215612"/>
                <a:gd name="connsiteX1" fmla="*/ 0 w 594113"/>
                <a:gd name="connsiteY1" fmla="*/ 4757 h 1215612"/>
                <a:gd name="connsiteX2" fmla="*/ 502783 w 594113"/>
                <a:gd name="connsiteY2" fmla="*/ 0 h 1215612"/>
                <a:gd name="connsiteX3" fmla="*/ 594113 w 594113"/>
                <a:gd name="connsiteY3" fmla="*/ 1179818 h 1215612"/>
                <a:gd name="connsiteX4" fmla="*/ 403236 w 594113"/>
                <a:gd name="connsiteY4" fmla="*/ 1215612 h 12156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4113" h="1215612">
                  <a:moveTo>
                    <a:pt x="403236" y="1215612"/>
                  </a:moveTo>
                  <a:cubicBezTo>
                    <a:pt x="223947" y="663007"/>
                    <a:pt x="295574" y="908506"/>
                    <a:pt x="0" y="4757"/>
                  </a:cubicBezTo>
                  <a:cubicBezTo>
                    <a:pt x="166537" y="861"/>
                    <a:pt x="336246" y="3896"/>
                    <a:pt x="502783" y="0"/>
                  </a:cubicBezTo>
                  <a:cubicBezTo>
                    <a:pt x="555943" y="995541"/>
                    <a:pt x="557486" y="515061"/>
                    <a:pt x="594113" y="1179818"/>
                  </a:cubicBezTo>
                  <a:cubicBezTo>
                    <a:pt x="496428" y="1184123"/>
                    <a:pt x="599434" y="1214146"/>
                    <a:pt x="403236" y="1215612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>
                    <a:lumMod val="95000"/>
                    <a:alpha val="55000"/>
                  </a:srgbClr>
                </a:gs>
                <a:gs pos="100000">
                  <a:srgbClr val="FFFFFF">
                    <a:lumMod val="7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FFFFFF">
                  <a:lumMod val="75000"/>
                </a:srgbClr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grpSp>
          <p:nvGrpSpPr>
            <p:cNvPr id="293" name="Group 17">
              <a:extLst>
                <a:ext uri="{FF2B5EF4-FFF2-40B4-BE49-F238E27FC236}">
                  <a16:creationId xmlns:a16="http://schemas.microsoft.com/office/drawing/2014/main" id="{3DCFE7AC-3DDA-544E-9FBA-E2013CB1F76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57805" y="2331054"/>
              <a:ext cx="1079500" cy="2674334"/>
              <a:chOff x="1757805" y="2331054"/>
              <a:chExt cx="1079500" cy="2674334"/>
            </a:xfrm>
          </p:grpSpPr>
          <p:sp>
            <p:nvSpPr>
              <p:cNvPr id="380" name="Rectangle 379">
                <a:extLst>
                  <a:ext uri="{FF2B5EF4-FFF2-40B4-BE49-F238E27FC236}">
                    <a16:creationId xmlns:a16="http://schemas.microsoft.com/office/drawing/2014/main" id="{4A6C83BC-7EC5-0F45-B8BB-C3B547B3E007}"/>
                  </a:ext>
                </a:extLst>
              </p:cNvPr>
              <p:cNvSpPr/>
              <p:nvPr/>
            </p:nvSpPr>
            <p:spPr bwMode="auto">
              <a:xfrm rot="10800000">
                <a:off x="1789552" y="2580252"/>
                <a:ext cx="1027025" cy="1084090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grpSp>
            <p:nvGrpSpPr>
              <p:cNvPr id="381" name="Group 104">
                <a:extLst>
                  <a:ext uri="{FF2B5EF4-FFF2-40B4-BE49-F238E27FC236}">
                    <a16:creationId xmlns:a16="http://schemas.microsoft.com/office/drawing/2014/main" id="{C49CCBB3-581C-F744-9C12-88066A544A1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82739" y="4616206"/>
                <a:ext cx="1034710" cy="389182"/>
                <a:chOff x="4128636" y="3606589"/>
                <a:chExt cx="568145" cy="338667"/>
              </a:xfrm>
            </p:grpSpPr>
            <p:sp>
              <p:nvSpPr>
                <p:cNvPr id="395" name="Oval 394">
                  <a:extLst>
                    <a:ext uri="{FF2B5EF4-FFF2-40B4-BE49-F238E27FC236}">
                      <a16:creationId xmlns:a16="http://schemas.microsoft.com/office/drawing/2014/main" id="{1360C793-55DD-E448-BB09-2AF9F40ABA16}"/>
                    </a:ext>
                  </a:extLst>
                </p:cNvPr>
                <p:cNvSpPr/>
                <p:nvPr/>
              </p:nvSpPr>
              <p:spPr>
                <a:xfrm>
                  <a:off x="4128891" y="3720271"/>
                  <a:ext cx="565669" cy="225140"/>
                </a:xfrm>
                <a:prstGeom prst="ellipse">
                  <a:avLst/>
                </a:prstGeom>
                <a:solidFill>
                  <a:srgbClr val="3333CC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96" name="Rectangle 395">
                  <a:extLst>
                    <a:ext uri="{FF2B5EF4-FFF2-40B4-BE49-F238E27FC236}">
                      <a16:creationId xmlns:a16="http://schemas.microsoft.com/office/drawing/2014/main" id="{B5E5E126-5712-074A-827E-49B7AB6291A3}"/>
                    </a:ext>
                  </a:extLst>
                </p:cNvPr>
                <p:cNvSpPr/>
                <p:nvPr/>
              </p:nvSpPr>
              <p:spPr>
                <a:xfrm>
                  <a:off x="4128891" y="3720271"/>
                  <a:ext cx="565669" cy="111880"/>
                </a:xfrm>
                <a:prstGeom prst="rect">
                  <a:avLst/>
                </a:pr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97" name="Oval 396">
                  <a:extLst>
                    <a:ext uri="{FF2B5EF4-FFF2-40B4-BE49-F238E27FC236}">
                      <a16:creationId xmlns:a16="http://schemas.microsoft.com/office/drawing/2014/main" id="{90782D44-406D-1A44-B8FA-7DABB141B919}"/>
                    </a:ext>
                  </a:extLst>
                </p:cNvPr>
                <p:cNvSpPr/>
                <p:nvPr/>
              </p:nvSpPr>
              <p:spPr>
                <a:xfrm>
                  <a:off x="4128891" y="3607011"/>
                  <a:ext cx="565669" cy="225140"/>
                </a:xfrm>
                <a:prstGeom prst="ellipse">
                  <a:avLst/>
                </a:prstGeom>
                <a:solidFill>
                  <a:srgbClr val="3333CC">
                    <a:lumMod val="60000"/>
                    <a:lumOff val="40000"/>
                    <a:alpha val="7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398" name="Straight Connector 397">
                  <a:extLst>
                    <a:ext uri="{FF2B5EF4-FFF2-40B4-BE49-F238E27FC236}">
                      <a16:creationId xmlns:a16="http://schemas.microsoft.com/office/drawing/2014/main" id="{91CE1BD1-E198-874C-A63D-F01D330549A7}"/>
                    </a:ext>
                  </a:extLst>
                </p:cNvPr>
                <p:cNvCxnSpPr/>
                <p:nvPr/>
              </p:nvCxnSpPr>
              <p:spPr>
                <a:xfrm>
                  <a:off x="4694560" y="3720271"/>
                  <a:ext cx="0" cy="111880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399" name="Straight Connector 398">
                  <a:extLst>
                    <a:ext uri="{FF2B5EF4-FFF2-40B4-BE49-F238E27FC236}">
                      <a16:creationId xmlns:a16="http://schemas.microsoft.com/office/drawing/2014/main" id="{5C32A76A-C218-CD4F-A5EA-5F04BEBB7C8B}"/>
                    </a:ext>
                  </a:extLst>
                </p:cNvPr>
                <p:cNvCxnSpPr/>
                <p:nvPr/>
              </p:nvCxnSpPr>
              <p:spPr>
                <a:xfrm>
                  <a:off x="4128891" y="3720271"/>
                  <a:ext cx="0" cy="111880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</p:grpSp>
          <p:sp>
            <p:nvSpPr>
              <p:cNvPr id="382" name="Rectangle 381">
                <a:extLst>
                  <a:ext uri="{FF2B5EF4-FFF2-40B4-BE49-F238E27FC236}">
                    <a16:creationId xmlns:a16="http://schemas.microsoft.com/office/drawing/2014/main" id="{9568C327-A8B8-714A-9EC6-981C762ACAD5}"/>
                  </a:ext>
                </a:extLst>
              </p:cNvPr>
              <p:cNvSpPr/>
              <p:nvPr/>
            </p:nvSpPr>
            <p:spPr bwMode="auto">
              <a:xfrm>
                <a:off x="1802251" y="3602440"/>
                <a:ext cx="1027025" cy="1163452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40000"/>
                      <a:lumOff val="6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383" name="Straight Connector 382">
                <a:extLst>
                  <a:ext uri="{FF2B5EF4-FFF2-40B4-BE49-F238E27FC236}">
                    <a16:creationId xmlns:a16="http://schemas.microsoft.com/office/drawing/2014/main" id="{CE43604B-D39F-7044-94F2-CD4AD82F1987}"/>
                  </a:ext>
                </a:extLst>
              </p:cNvPr>
              <p:cNvCxnSpPr/>
              <p:nvPr/>
            </p:nvCxnSpPr>
            <p:spPr bwMode="auto">
              <a:xfrm>
                <a:off x="1781615" y="2805642"/>
                <a:ext cx="20636" cy="2020566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cxnSp>
            <p:nvCxnSpPr>
              <p:cNvPr id="384" name="Straight Connector 383">
                <a:extLst>
                  <a:ext uri="{FF2B5EF4-FFF2-40B4-BE49-F238E27FC236}">
                    <a16:creationId xmlns:a16="http://schemas.microsoft.com/office/drawing/2014/main" id="{5C4C1EF2-5AB5-114F-AE30-53470A226E36}"/>
                  </a:ext>
                </a:extLst>
              </p:cNvPr>
              <p:cNvCxnSpPr/>
              <p:nvPr/>
            </p:nvCxnSpPr>
            <p:spPr bwMode="auto">
              <a:xfrm flipH="1">
                <a:off x="2818166" y="2805642"/>
                <a:ext cx="4762" cy="1976123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385" name="Group 9">
                <a:extLst>
                  <a:ext uri="{FF2B5EF4-FFF2-40B4-BE49-F238E27FC236}">
                    <a16:creationId xmlns:a16="http://schemas.microsoft.com/office/drawing/2014/main" id="{052F022E-CD26-8744-AC3E-C859146E380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57805" y="2331054"/>
                <a:ext cx="1079500" cy="430213"/>
                <a:chOff x="2183302" y="1574638"/>
                <a:chExt cx="1200154" cy="430181"/>
              </a:xfrm>
            </p:grpSpPr>
            <p:sp>
              <p:nvSpPr>
                <p:cNvPr id="386" name="Oval 385">
                  <a:extLst>
                    <a:ext uri="{FF2B5EF4-FFF2-40B4-BE49-F238E27FC236}">
                      <a16:creationId xmlns:a16="http://schemas.microsoft.com/office/drawing/2014/main" id="{80AE789D-EAFB-F44C-ACC8-D4E9E127F29B}"/>
                    </a:ext>
                  </a:extLst>
                </p:cNvPr>
                <p:cNvSpPr/>
                <p:nvPr/>
              </p:nvSpPr>
              <p:spPr bwMode="auto">
                <a:xfrm flipV="1">
                  <a:off x="2186832" y="1690499"/>
                  <a:ext cx="1194758" cy="314252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31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20000"/>
                        <a:lumOff val="80000"/>
                      </a:srgbClr>
                    </a:gs>
                  </a:gsLst>
                  <a:lin ang="16200000" scaled="0"/>
                  <a:tileRect/>
                </a:gradFill>
                <a:ln w="635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87" name="Rectangle 386">
                  <a:extLst>
                    <a:ext uri="{FF2B5EF4-FFF2-40B4-BE49-F238E27FC236}">
                      <a16:creationId xmlns:a16="http://schemas.microsoft.com/office/drawing/2014/main" id="{5F200699-ED1E-0245-9D7A-C9227AC90EC0}"/>
                    </a:ext>
                  </a:extLst>
                </p:cNvPr>
                <p:cNvSpPr/>
                <p:nvPr/>
              </p:nvSpPr>
              <p:spPr bwMode="auto">
                <a:xfrm>
                  <a:off x="2183302" y="1734939"/>
                  <a:ext cx="1198287" cy="112686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40000"/>
                        <a:lumOff val="60000"/>
                      </a:srgbClr>
                    </a:gs>
                    <a:gs pos="54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62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88" name="Oval 387">
                  <a:extLst>
                    <a:ext uri="{FF2B5EF4-FFF2-40B4-BE49-F238E27FC236}">
                      <a16:creationId xmlns:a16="http://schemas.microsoft.com/office/drawing/2014/main" id="{1653876D-5808-4845-8D45-41E30CCABC5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flipV="1">
                  <a:off x="2183302" y="1574638"/>
                  <a:ext cx="1196523" cy="314252"/>
                </a:xfrm>
                <a:prstGeom prst="ellipse">
                  <a:avLst/>
                </a:prstGeom>
                <a:solidFill>
                  <a:srgbClr val="BFBFBF"/>
                </a:solidFill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0" dist="23000" dir="5400000" rotWithShape="0">
                    <a:srgbClr val="808080">
                      <a:alpha val="34999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89" name="Freeform 388">
                  <a:extLst>
                    <a:ext uri="{FF2B5EF4-FFF2-40B4-BE49-F238E27FC236}">
                      <a16:creationId xmlns:a16="http://schemas.microsoft.com/office/drawing/2014/main" id="{B63C1A57-A326-E44D-89A7-AE4E169A70AE}"/>
                    </a:ext>
                  </a:extLst>
                </p:cNvPr>
                <p:cNvSpPr/>
                <p:nvPr/>
              </p:nvSpPr>
              <p:spPr bwMode="auto">
                <a:xfrm>
                  <a:off x="2490374" y="1671453"/>
                  <a:ext cx="582379" cy="157125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90" name="Freeform 389">
                  <a:extLst>
                    <a:ext uri="{FF2B5EF4-FFF2-40B4-BE49-F238E27FC236}">
                      <a16:creationId xmlns:a16="http://schemas.microsoft.com/office/drawing/2014/main" id="{C060360D-64F4-6C46-9C73-B1B076DAA15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30372" y="1630188"/>
                  <a:ext cx="702384" cy="109512"/>
                </a:xfrm>
                <a:custGeom>
                  <a:avLst/>
                  <a:gdLst>
                    <a:gd name="T0" fmla="*/ 0 w 3723451"/>
                    <a:gd name="T1" fmla="*/ 26792 h 932950"/>
                    <a:gd name="T2" fmla="*/ 123590 w 3723451"/>
                    <a:gd name="T3" fmla="*/ 316 h 932950"/>
                    <a:gd name="T4" fmla="*/ 350070 w 3723451"/>
                    <a:gd name="T5" fmla="*/ 61105 h 932950"/>
                    <a:gd name="T6" fmla="*/ 566135 w 3723451"/>
                    <a:gd name="T7" fmla="*/ 0 h 932950"/>
                    <a:gd name="T8" fmla="*/ 702384 w 3723451"/>
                    <a:gd name="T9" fmla="*/ 24316 h 932950"/>
                    <a:gd name="T10" fmla="*/ 601015 w 3723451"/>
                    <a:gd name="T11" fmla="*/ 54216 h 932950"/>
                    <a:gd name="T12" fmla="*/ 568379 w 3723451"/>
                    <a:gd name="T13" fmla="*/ 46155 h 932950"/>
                    <a:gd name="T14" fmla="*/ 354049 w 3723451"/>
                    <a:gd name="T15" fmla="*/ 109512 h 932950"/>
                    <a:gd name="T16" fmla="*/ 134237 w 3723451"/>
                    <a:gd name="T17" fmla="*/ 48485 h 932950"/>
                    <a:gd name="T18" fmla="*/ 98698 w 3723451"/>
                    <a:gd name="T19" fmla="*/ 55072 h 932950"/>
                    <a:gd name="T20" fmla="*/ 0 w 3723451"/>
                    <a:gd name="T21" fmla="*/ 26792 h 932950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91" name="Freeform 390">
                  <a:extLst>
                    <a:ext uri="{FF2B5EF4-FFF2-40B4-BE49-F238E27FC236}">
                      <a16:creationId xmlns:a16="http://schemas.microsoft.com/office/drawing/2014/main" id="{6762EEAF-2C47-B149-8689-0C95EC53C31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2745" y="1723828"/>
                  <a:ext cx="257658" cy="95228"/>
                </a:xfrm>
                <a:custGeom>
                  <a:avLst/>
                  <a:gdLst>
                    <a:gd name="T0" fmla="*/ 0 w 1366596"/>
                    <a:gd name="T1" fmla="*/ 0 h 809868"/>
                    <a:gd name="T2" fmla="*/ 257658 w 1366596"/>
                    <a:gd name="T3" fmla="*/ 73585 h 809868"/>
                    <a:gd name="T4" fmla="*/ 163097 w 1366596"/>
                    <a:gd name="T5" fmla="*/ 95228 h 809868"/>
                    <a:gd name="T6" fmla="*/ 867 w 1366596"/>
                    <a:gd name="T7" fmla="*/ 50319 h 809868"/>
                    <a:gd name="T8" fmla="*/ 0 w 1366596"/>
                    <a:gd name="T9" fmla="*/ 0 h 8098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92" name="Freeform 391">
                  <a:extLst>
                    <a:ext uri="{FF2B5EF4-FFF2-40B4-BE49-F238E27FC236}">
                      <a16:creationId xmlns:a16="http://schemas.microsoft.com/office/drawing/2014/main" id="{EEF29461-B5AA-2744-A3DA-2814904A2E2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18018" y="1725416"/>
                  <a:ext cx="254129" cy="95228"/>
                </a:xfrm>
                <a:custGeom>
                  <a:avLst/>
                  <a:gdLst>
                    <a:gd name="T0" fmla="*/ 250660 w 1348191"/>
                    <a:gd name="T1" fmla="*/ 0 h 791462"/>
                    <a:gd name="T2" fmla="*/ 254129 w 1348191"/>
                    <a:gd name="T3" fmla="*/ 45953 h 791462"/>
                    <a:gd name="T4" fmla="*/ 91938 w 1348191"/>
                    <a:gd name="T5" fmla="*/ 95228 h 791462"/>
                    <a:gd name="T6" fmla="*/ 0 w 1348191"/>
                    <a:gd name="T7" fmla="*/ 73636 h 791462"/>
                    <a:gd name="T8" fmla="*/ 250660 w 1348191"/>
                    <a:gd name="T9" fmla="*/ 0 h 79146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cxnSp>
              <p:nvCxnSpPr>
                <p:cNvPr id="393" name="Straight Connector 392">
                  <a:extLst>
                    <a:ext uri="{FF2B5EF4-FFF2-40B4-BE49-F238E27FC236}">
                      <a16:creationId xmlns:a16="http://schemas.microsoft.com/office/drawing/2014/main" id="{BE5A273A-2FEE-9545-BB88-87C7E505179F}"/>
                    </a:ext>
                  </a:extLst>
                </p:cNvPr>
                <p:cNvCxnSpPr>
                  <a:cxnSpLocks noChangeShapeType="1"/>
                  <a:endCxn id="388" idx="2"/>
                </p:cNvCxnSpPr>
                <p:nvPr/>
              </p:nvCxnSpPr>
              <p:spPr bwMode="auto">
                <a:xfrm flipH="1" flipV="1">
                  <a:off x="2183302" y="1731764"/>
                  <a:ext cx="3530" cy="122209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394" name="Straight Connector 393">
                  <a:extLst>
                    <a:ext uri="{FF2B5EF4-FFF2-40B4-BE49-F238E27FC236}">
                      <a16:creationId xmlns:a16="http://schemas.microsoft.com/office/drawing/2014/main" id="{3C46EAE7-509B-4E45-A6E7-9A33E4F0FC70}"/>
                    </a:ext>
                  </a:extLst>
                </p:cNvPr>
                <p:cNvCxnSpPr>
                  <a:cxnSpLocks noChangeShapeType="1"/>
                </p:cNvCxnSpPr>
                <p:nvPr/>
              </p:nvCxnSpPr>
              <p:spPr bwMode="auto">
                <a:xfrm flipH="1" flipV="1">
                  <a:off x="3379825" y="1728590"/>
                  <a:ext cx="3530" cy="122209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</p:grpSp>
        </p:grpSp>
        <p:grpSp>
          <p:nvGrpSpPr>
            <p:cNvPr id="294" name="Group 18">
              <a:extLst>
                <a:ext uri="{FF2B5EF4-FFF2-40B4-BE49-F238E27FC236}">
                  <a16:creationId xmlns:a16="http://schemas.microsoft.com/office/drawing/2014/main" id="{482172DC-CB77-9547-9B55-AA80104E7E8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00438" y="3174091"/>
              <a:ext cx="522287" cy="1831297"/>
              <a:chOff x="3500438" y="3174091"/>
              <a:chExt cx="522287" cy="1831297"/>
            </a:xfrm>
          </p:grpSpPr>
          <p:sp>
            <p:nvSpPr>
              <p:cNvPr id="359" name="Rectangle 358">
                <a:extLst>
                  <a:ext uri="{FF2B5EF4-FFF2-40B4-BE49-F238E27FC236}">
                    <a16:creationId xmlns:a16="http://schemas.microsoft.com/office/drawing/2014/main" id="{62075464-1A4E-BF45-A532-01A9C76E55CE}"/>
                  </a:ext>
                </a:extLst>
              </p:cNvPr>
              <p:cNvSpPr/>
              <p:nvPr/>
            </p:nvSpPr>
            <p:spPr bwMode="auto">
              <a:xfrm rot="10800000">
                <a:off x="3507320" y="3287221"/>
                <a:ext cx="498349" cy="306623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360" name="Straight Connector 359">
                <a:extLst>
                  <a:ext uri="{FF2B5EF4-FFF2-40B4-BE49-F238E27FC236}">
                    <a16:creationId xmlns:a16="http://schemas.microsoft.com/office/drawing/2014/main" id="{E6476089-4E8D-9748-8A20-B65AB809DCB0}"/>
                  </a:ext>
                </a:extLst>
              </p:cNvPr>
              <p:cNvCxnSpPr/>
              <p:nvPr/>
            </p:nvCxnSpPr>
            <p:spPr bwMode="auto">
              <a:xfrm flipH="1">
                <a:off x="4019802" y="3321497"/>
                <a:ext cx="1588" cy="1536456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pic>
            <p:nvPicPr>
              <p:cNvPr id="361" name="Picture 86" descr="router_top.png">
                <a:extLst>
                  <a:ext uri="{FF2B5EF4-FFF2-40B4-BE49-F238E27FC236}">
                    <a16:creationId xmlns:a16="http://schemas.microsoft.com/office/drawing/2014/main" id="{903307E4-A9C2-9644-824F-D336213F448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500438" y="3194292"/>
                <a:ext cx="522287" cy="2204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grpSp>
            <p:nvGrpSpPr>
              <p:cNvPr id="362" name="Group 82">
                <a:extLst>
                  <a:ext uri="{FF2B5EF4-FFF2-40B4-BE49-F238E27FC236}">
                    <a16:creationId xmlns:a16="http://schemas.microsoft.com/office/drawing/2014/main" id="{F71CE2FF-B936-C547-A3CE-97AE0CF5BB6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511442" y="4783543"/>
                <a:ext cx="507858" cy="221845"/>
                <a:chOff x="4128636" y="3606589"/>
                <a:chExt cx="568145" cy="338667"/>
              </a:xfrm>
            </p:grpSpPr>
            <p:sp>
              <p:nvSpPr>
                <p:cNvPr id="375" name="Oval 374">
                  <a:extLst>
                    <a:ext uri="{FF2B5EF4-FFF2-40B4-BE49-F238E27FC236}">
                      <a16:creationId xmlns:a16="http://schemas.microsoft.com/office/drawing/2014/main" id="{586404AE-C86C-2743-98EF-9CF4A95F4440}"/>
                    </a:ext>
                  </a:extLst>
                </p:cNvPr>
                <p:cNvSpPr/>
                <p:nvPr/>
              </p:nvSpPr>
              <p:spPr>
                <a:xfrm>
                  <a:off x="4129087" y="3720182"/>
                  <a:ext cx="568256" cy="225348"/>
                </a:xfrm>
                <a:prstGeom prst="ellipse">
                  <a:avLst/>
                </a:prstGeom>
                <a:solidFill>
                  <a:srgbClr val="3333CC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76" name="Rectangle 375">
                  <a:extLst>
                    <a:ext uri="{FF2B5EF4-FFF2-40B4-BE49-F238E27FC236}">
                      <a16:creationId xmlns:a16="http://schemas.microsoft.com/office/drawing/2014/main" id="{5396A314-1026-4E4E-A149-99672789B306}"/>
                    </a:ext>
                  </a:extLst>
                </p:cNvPr>
                <p:cNvSpPr/>
                <p:nvPr/>
              </p:nvSpPr>
              <p:spPr>
                <a:xfrm>
                  <a:off x="4129087" y="3720182"/>
                  <a:ext cx="568256" cy="111462"/>
                </a:xfrm>
                <a:prstGeom prst="rect">
                  <a:avLst/>
                </a:pr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77" name="Oval 376">
                  <a:extLst>
                    <a:ext uri="{FF2B5EF4-FFF2-40B4-BE49-F238E27FC236}">
                      <a16:creationId xmlns:a16="http://schemas.microsoft.com/office/drawing/2014/main" id="{23054A25-C068-9244-9B31-DD0F45D202D9}"/>
                    </a:ext>
                  </a:extLst>
                </p:cNvPr>
                <p:cNvSpPr/>
                <p:nvPr/>
              </p:nvSpPr>
              <p:spPr>
                <a:xfrm>
                  <a:off x="4129087" y="3606297"/>
                  <a:ext cx="568256" cy="225346"/>
                </a:xfrm>
                <a:prstGeom prst="ellipse">
                  <a:avLst/>
                </a:prstGeom>
                <a:solidFill>
                  <a:srgbClr val="3333CC">
                    <a:lumMod val="40000"/>
                    <a:lumOff val="60000"/>
                    <a:alpha val="5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378" name="Straight Connector 377">
                  <a:extLst>
                    <a:ext uri="{FF2B5EF4-FFF2-40B4-BE49-F238E27FC236}">
                      <a16:creationId xmlns:a16="http://schemas.microsoft.com/office/drawing/2014/main" id="{CD4A2AA1-5618-3140-9C21-11DC36124DCC}"/>
                    </a:ext>
                  </a:extLst>
                </p:cNvPr>
                <p:cNvCxnSpPr/>
                <p:nvPr/>
              </p:nvCxnSpPr>
              <p:spPr>
                <a:xfrm>
                  <a:off x="4697343" y="3720182"/>
                  <a:ext cx="0" cy="111462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379" name="Straight Connector 378">
                  <a:extLst>
                    <a:ext uri="{FF2B5EF4-FFF2-40B4-BE49-F238E27FC236}">
                      <a16:creationId xmlns:a16="http://schemas.microsoft.com/office/drawing/2014/main" id="{C0356843-B7EB-A343-9F3C-424592CF11BD}"/>
                    </a:ext>
                  </a:extLst>
                </p:cNvPr>
                <p:cNvCxnSpPr/>
                <p:nvPr/>
              </p:nvCxnSpPr>
              <p:spPr>
                <a:xfrm>
                  <a:off x="4129087" y="3720182"/>
                  <a:ext cx="0" cy="111462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</p:grpSp>
          <p:sp>
            <p:nvSpPr>
              <p:cNvPr id="363" name="Rectangle 362">
                <a:extLst>
                  <a:ext uri="{FF2B5EF4-FFF2-40B4-BE49-F238E27FC236}">
                    <a16:creationId xmlns:a16="http://schemas.microsoft.com/office/drawing/2014/main" id="{AC6DBBE1-F8C8-7C49-A55E-1A360F9F0FF8}"/>
                  </a:ext>
                </a:extLst>
              </p:cNvPr>
              <p:cNvSpPr/>
              <p:nvPr/>
            </p:nvSpPr>
            <p:spPr bwMode="auto">
              <a:xfrm>
                <a:off x="3516608" y="3697675"/>
                <a:ext cx="498433" cy="1163452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364" name="Straight Connector 363">
                <a:extLst>
                  <a:ext uri="{FF2B5EF4-FFF2-40B4-BE49-F238E27FC236}">
                    <a16:creationId xmlns:a16="http://schemas.microsoft.com/office/drawing/2014/main" id="{30264003-6422-A246-8128-339027C2EFE4}"/>
                  </a:ext>
                </a:extLst>
              </p:cNvPr>
              <p:cNvCxnSpPr>
                <a:stCxn id="368" idx="2"/>
              </p:cNvCxnSpPr>
              <p:nvPr/>
            </p:nvCxnSpPr>
            <p:spPr bwMode="auto">
              <a:xfrm flipH="1">
                <a:off x="3507083" y="3262769"/>
                <a:ext cx="4762" cy="1688832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365" name="Group 377">
                <a:extLst>
                  <a:ext uri="{FF2B5EF4-FFF2-40B4-BE49-F238E27FC236}">
                    <a16:creationId xmlns:a16="http://schemas.microsoft.com/office/drawing/2014/main" id="{39ED4179-25C2-BD40-8CB0-2D2D19D3B89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511057" y="3174091"/>
                <a:ext cx="504096" cy="242719"/>
                <a:chOff x="2183302" y="1574638"/>
                <a:chExt cx="1200154" cy="430218"/>
              </a:xfrm>
            </p:grpSpPr>
            <p:sp>
              <p:nvSpPr>
                <p:cNvPr id="366" name="Oval 365">
                  <a:extLst>
                    <a:ext uri="{FF2B5EF4-FFF2-40B4-BE49-F238E27FC236}">
                      <a16:creationId xmlns:a16="http://schemas.microsoft.com/office/drawing/2014/main" id="{8E546C63-6051-664A-A3B3-09898899A0F6}"/>
                    </a:ext>
                  </a:extLst>
                </p:cNvPr>
                <p:cNvSpPr/>
                <p:nvPr/>
              </p:nvSpPr>
              <p:spPr bwMode="auto">
                <a:xfrm flipV="1">
                  <a:off x="2188958" y="1689617"/>
                  <a:ext cx="1194231" cy="315099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31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FFFFFF"/>
                    </a:gs>
                  </a:gsLst>
                  <a:lin ang="16200000" scaled="0"/>
                  <a:tileRect/>
                </a:gradFill>
                <a:ln w="635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67" name="Rectangle 366">
                  <a:extLst>
                    <a:ext uri="{FF2B5EF4-FFF2-40B4-BE49-F238E27FC236}">
                      <a16:creationId xmlns:a16="http://schemas.microsoft.com/office/drawing/2014/main" id="{F85D8891-4691-274F-8A4C-6EB421E1A629}"/>
                    </a:ext>
                  </a:extLst>
                </p:cNvPr>
                <p:cNvSpPr/>
                <p:nvPr/>
              </p:nvSpPr>
              <p:spPr bwMode="auto">
                <a:xfrm>
                  <a:off x="2185178" y="1734631"/>
                  <a:ext cx="1198011" cy="11253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40000"/>
                        <a:lumOff val="60000"/>
                      </a:srgbClr>
                    </a:gs>
                    <a:gs pos="54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62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68" name="Oval 367">
                  <a:extLst>
                    <a:ext uri="{FF2B5EF4-FFF2-40B4-BE49-F238E27FC236}">
                      <a16:creationId xmlns:a16="http://schemas.microsoft.com/office/drawing/2014/main" id="{F6D6309A-F621-8F43-966A-42EE2F5341A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flipV="1">
                  <a:off x="2185178" y="1574269"/>
                  <a:ext cx="1194231" cy="315099"/>
                </a:xfrm>
                <a:prstGeom prst="ellipse">
                  <a:avLst/>
                </a:prstGeom>
                <a:solidFill>
                  <a:srgbClr val="BFBFBF"/>
                </a:solidFill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0" dist="23000" dir="5400000" rotWithShape="0">
                    <a:srgbClr val="808080">
                      <a:alpha val="34999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69" name="Freeform 368">
                  <a:extLst>
                    <a:ext uri="{FF2B5EF4-FFF2-40B4-BE49-F238E27FC236}">
                      <a16:creationId xmlns:a16="http://schemas.microsoft.com/office/drawing/2014/main" id="{E0967AA3-A871-A446-BBBF-E652596BA5E0}"/>
                    </a:ext>
                  </a:extLst>
                </p:cNvPr>
                <p:cNvSpPr/>
                <p:nvPr/>
              </p:nvSpPr>
              <p:spPr bwMode="auto">
                <a:xfrm>
                  <a:off x="2491295" y="1669924"/>
                  <a:ext cx="581999" cy="157549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70" name="Freeform 369">
                  <a:extLst>
                    <a:ext uri="{FF2B5EF4-FFF2-40B4-BE49-F238E27FC236}">
                      <a16:creationId xmlns:a16="http://schemas.microsoft.com/office/drawing/2014/main" id="{928F9198-71DD-1048-BF0F-138BFE3045B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30828" y="1630537"/>
                  <a:ext cx="702933" cy="109721"/>
                </a:xfrm>
                <a:custGeom>
                  <a:avLst/>
                  <a:gdLst>
                    <a:gd name="T0" fmla="*/ 0 w 3723451"/>
                    <a:gd name="T1" fmla="*/ 26843 h 932950"/>
                    <a:gd name="T2" fmla="*/ 123686 w 3723451"/>
                    <a:gd name="T3" fmla="*/ 316 h 932950"/>
                    <a:gd name="T4" fmla="*/ 350344 w 3723451"/>
                    <a:gd name="T5" fmla="*/ 61221 h 932950"/>
                    <a:gd name="T6" fmla="*/ 566578 w 3723451"/>
                    <a:gd name="T7" fmla="*/ 0 h 932950"/>
                    <a:gd name="T8" fmla="*/ 702933 w 3723451"/>
                    <a:gd name="T9" fmla="*/ 24362 h 932950"/>
                    <a:gd name="T10" fmla="*/ 601485 w 3723451"/>
                    <a:gd name="T11" fmla="*/ 54319 h 932950"/>
                    <a:gd name="T12" fmla="*/ 568823 w 3723451"/>
                    <a:gd name="T13" fmla="*/ 46243 h 932950"/>
                    <a:gd name="T14" fmla="*/ 354326 w 3723451"/>
                    <a:gd name="T15" fmla="*/ 109721 h 932950"/>
                    <a:gd name="T16" fmla="*/ 134342 w 3723451"/>
                    <a:gd name="T17" fmla="*/ 48578 h 932950"/>
                    <a:gd name="T18" fmla="*/ 98775 w 3723451"/>
                    <a:gd name="T19" fmla="*/ 55177 h 932950"/>
                    <a:gd name="T20" fmla="*/ 0 w 3723451"/>
                    <a:gd name="T21" fmla="*/ 26843 h 932950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71" name="Freeform 370">
                  <a:extLst>
                    <a:ext uri="{FF2B5EF4-FFF2-40B4-BE49-F238E27FC236}">
                      <a16:creationId xmlns:a16="http://schemas.microsoft.com/office/drawing/2014/main" id="{1C72F53E-6D8A-1247-85AD-4F6DFA9BC40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1892" y="1723378"/>
                  <a:ext cx="260764" cy="95655"/>
                </a:xfrm>
                <a:custGeom>
                  <a:avLst/>
                  <a:gdLst>
                    <a:gd name="T0" fmla="*/ 0 w 1366596"/>
                    <a:gd name="T1" fmla="*/ 0 h 809868"/>
                    <a:gd name="T2" fmla="*/ 260764 w 1366596"/>
                    <a:gd name="T3" fmla="*/ 73915 h 809868"/>
                    <a:gd name="T4" fmla="*/ 165063 w 1366596"/>
                    <a:gd name="T5" fmla="*/ 95655 h 809868"/>
                    <a:gd name="T6" fmla="*/ 878 w 1366596"/>
                    <a:gd name="T7" fmla="*/ 50545 h 809868"/>
                    <a:gd name="T8" fmla="*/ 0 w 1366596"/>
                    <a:gd name="T9" fmla="*/ 0 h 8098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72" name="Freeform 371">
                  <a:extLst>
                    <a:ext uri="{FF2B5EF4-FFF2-40B4-BE49-F238E27FC236}">
                      <a16:creationId xmlns:a16="http://schemas.microsoft.com/office/drawing/2014/main" id="{AC38375A-6308-3C42-8428-1BC8EF1E3EF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19489" y="1726192"/>
                  <a:ext cx="253208" cy="92841"/>
                </a:xfrm>
                <a:custGeom>
                  <a:avLst/>
                  <a:gdLst>
                    <a:gd name="T0" fmla="*/ 249751 w 1348191"/>
                    <a:gd name="T1" fmla="*/ 0 h 791462"/>
                    <a:gd name="T2" fmla="*/ 253208 w 1348191"/>
                    <a:gd name="T3" fmla="*/ 44801 h 791462"/>
                    <a:gd name="T4" fmla="*/ 91604 w 1348191"/>
                    <a:gd name="T5" fmla="*/ 92841 h 791462"/>
                    <a:gd name="T6" fmla="*/ 0 w 1348191"/>
                    <a:gd name="T7" fmla="*/ 71790 h 791462"/>
                    <a:gd name="T8" fmla="*/ 249751 w 1348191"/>
                    <a:gd name="T9" fmla="*/ 0 h 79146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cxnSp>
              <p:nvCxnSpPr>
                <p:cNvPr id="373" name="Straight Connector 372">
                  <a:extLst>
                    <a:ext uri="{FF2B5EF4-FFF2-40B4-BE49-F238E27FC236}">
                      <a16:creationId xmlns:a16="http://schemas.microsoft.com/office/drawing/2014/main" id="{2676B342-72B9-EC4E-BEB9-884A31061112}"/>
                    </a:ext>
                  </a:extLst>
                </p:cNvPr>
                <p:cNvCxnSpPr>
                  <a:cxnSpLocks noChangeShapeType="1"/>
                  <a:endCxn id="368" idx="2"/>
                </p:cNvCxnSpPr>
                <p:nvPr/>
              </p:nvCxnSpPr>
              <p:spPr bwMode="auto">
                <a:xfrm flipH="1" flipV="1">
                  <a:off x="2185178" y="1731819"/>
                  <a:ext cx="3780" cy="120975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374" name="Straight Connector 373">
                  <a:extLst>
                    <a:ext uri="{FF2B5EF4-FFF2-40B4-BE49-F238E27FC236}">
                      <a16:creationId xmlns:a16="http://schemas.microsoft.com/office/drawing/2014/main" id="{C9E5ACD2-0571-394B-B54A-E4FD99B680A6}"/>
                    </a:ext>
                  </a:extLst>
                </p:cNvPr>
                <p:cNvCxnSpPr>
                  <a:cxnSpLocks noChangeShapeType="1"/>
                </p:cNvCxnSpPr>
                <p:nvPr/>
              </p:nvCxnSpPr>
              <p:spPr bwMode="auto">
                <a:xfrm flipH="1" flipV="1">
                  <a:off x="3379409" y="1729005"/>
                  <a:ext cx="3780" cy="120976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</p:grpSp>
        </p:grpSp>
        <p:grpSp>
          <p:nvGrpSpPr>
            <p:cNvPr id="295" name="Group 19">
              <a:extLst>
                <a:ext uri="{FF2B5EF4-FFF2-40B4-BE49-F238E27FC236}">
                  <a16:creationId xmlns:a16="http://schemas.microsoft.com/office/drawing/2014/main" id="{3F4E53BA-5956-854C-B31F-6EC1D0D219D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299212" y="2486508"/>
              <a:ext cx="528376" cy="2517292"/>
              <a:chOff x="4299212" y="2486508"/>
              <a:chExt cx="528376" cy="2517292"/>
            </a:xfrm>
          </p:grpSpPr>
          <p:sp>
            <p:nvSpPr>
              <p:cNvPr id="339" name="Rectangle 338">
                <a:extLst>
                  <a:ext uri="{FF2B5EF4-FFF2-40B4-BE49-F238E27FC236}">
                    <a16:creationId xmlns:a16="http://schemas.microsoft.com/office/drawing/2014/main" id="{E47F6DBD-7B1F-E84E-80B1-B0007CEE2ECA}"/>
                  </a:ext>
                </a:extLst>
              </p:cNvPr>
              <p:cNvSpPr/>
              <p:nvPr/>
            </p:nvSpPr>
            <p:spPr bwMode="auto">
              <a:xfrm rot="10800000">
                <a:off x="4315358" y="2675960"/>
                <a:ext cx="498350" cy="916575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340" name="Straight Connector 339">
                <a:extLst>
                  <a:ext uri="{FF2B5EF4-FFF2-40B4-BE49-F238E27FC236}">
                    <a16:creationId xmlns:a16="http://schemas.microsoft.com/office/drawing/2014/main" id="{AD6BA39E-C72A-2B46-89AC-72BC6ECE8737}"/>
                  </a:ext>
                </a:extLst>
              </p:cNvPr>
              <p:cNvCxnSpPr/>
              <p:nvPr/>
            </p:nvCxnSpPr>
            <p:spPr bwMode="auto">
              <a:xfrm>
                <a:off x="4821424" y="2642154"/>
                <a:ext cx="6349" cy="2214211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341" name="Group 442">
                <a:extLst>
                  <a:ext uri="{FF2B5EF4-FFF2-40B4-BE49-F238E27FC236}">
                    <a16:creationId xmlns:a16="http://schemas.microsoft.com/office/drawing/2014/main" id="{3A2CD557-2097-8643-A2CC-2FC42E11568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19479" y="4781999"/>
                <a:ext cx="507859" cy="221801"/>
                <a:chOff x="4128636" y="3606589"/>
                <a:chExt cx="568145" cy="338667"/>
              </a:xfrm>
            </p:grpSpPr>
            <p:sp>
              <p:nvSpPr>
                <p:cNvPr id="354" name="Oval 353">
                  <a:extLst>
                    <a:ext uri="{FF2B5EF4-FFF2-40B4-BE49-F238E27FC236}">
                      <a16:creationId xmlns:a16="http://schemas.microsoft.com/office/drawing/2014/main" id="{B01BCE74-1665-8347-ABE7-7ED7C4611208}"/>
                    </a:ext>
                  </a:extLst>
                </p:cNvPr>
                <p:cNvSpPr/>
                <p:nvPr/>
              </p:nvSpPr>
              <p:spPr>
                <a:xfrm>
                  <a:off x="4129012" y="3720139"/>
                  <a:ext cx="568256" cy="225391"/>
                </a:xfrm>
                <a:prstGeom prst="ellipse">
                  <a:avLst/>
                </a:prstGeom>
                <a:solidFill>
                  <a:srgbClr val="3333CC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55" name="Rectangle 354">
                  <a:extLst>
                    <a:ext uri="{FF2B5EF4-FFF2-40B4-BE49-F238E27FC236}">
                      <a16:creationId xmlns:a16="http://schemas.microsoft.com/office/drawing/2014/main" id="{3E2DD078-496C-2B4E-9AB7-8E3ED7B0B010}"/>
                    </a:ext>
                  </a:extLst>
                </p:cNvPr>
                <p:cNvSpPr/>
                <p:nvPr/>
              </p:nvSpPr>
              <p:spPr>
                <a:xfrm>
                  <a:off x="4129012" y="3720139"/>
                  <a:ext cx="568256" cy="111484"/>
                </a:xfrm>
                <a:prstGeom prst="rect">
                  <a:avLst/>
                </a:pr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56" name="Oval 355">
                  <a:extLst>
                    <a:ext uri="{FF2B5EF4-FFF2-40B4-BE49-F238E27FC236}">
                      <a16:creationId xmlns:a16="http://schemas.microsoft.com/office/drawing/2014/main" id="{0589AD59-3F91-674B-AB1F-9687AE0A7155}"/>
                    </a:ext>
                  </a:extLst>
                </p:cNvPr>
                <p:cNvSpPr/>
                <p:nvPr/>
              </p:nvSpPr>
              <p:spPr>
                <a:xfrm>
                  <a:off x="4129012" y="3606230"/>
                  <a:ext cx="568256" cy="225392"/>
                </a:xfrm>
                <a:prstGeom prst="ellipse">
                  <a:avLst/>
                </a:prstGeom>
                <a:solidFill>
                  <a:srgbClr val="3333CC">
                    <a:lumMod val="40000"/>
                    <a:lumOff val="60000"/>
                    <a:alpha val="5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357" name="Straight Connector 356">
                  <a:extLst>
                    <a:ext uri="{FF2B5EF4-FFF2-40B4-BE49-F238E27FC236}">
                      <a16:creationId xmlns:a16="http://schemas.microsoft.com/office/drawing/2014/main" id="{D7DF9909-4629-2B41-A097-0EE5060D231F}"/>
                    </a:ext>
                  </a:extLst>
                </p:cNvPr>
                <p:cNvCxnSpPr/>
                <p:nvPr/>
              </p:nvCxnSpPr>
              <p:spPr>
                <a:xfrm>
                  <a:off x="4697268" y="3720139"/>
                  <a:ext cx="0" cy="11148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358" name="Straight Connector 357">
                  <a:extLst>
                    <a:ext uri="{FF2B5EF4-FFF2-40B4-BE49-F238E27FC236}">
                      <a16:creationId xmlns:a16="http://schemas.microsoft.com/office/drawing/2014/main" id="{E00A7AA3-4A7D-5A4A-923D-8190368DDD2A}"/>
                    </a:ext>
                  </a:extLst>
                </p:cNvPr>
                <p:cNvCxnSpPr/>
                <p:nvPr/>
              </p:nvCxnSpPr>
              <p:spPr>
                <a:xfrm>
                  <a:off x="4129012" y="3720139"/>
                  <a:ext cx="0" cy="11148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</p:grpSp>
          <p:sp>
            <p:nvSpPr>
              <p:cNvPr id="342" name="Rectangle 341">
                <a:extLst>
                  <a:ext uri="{FF2B5EF4-FFF2-40B4-BE49-F238E27FC236}">
                    <a16:creationId xmlns:a16="http://schemas.microsoft.com/office/drawing/2014/main" id="{BC350F5D-A217-434B-B0AD-B82598901D58}"/>
                  </a:ext>
                </a:extLst>
              </p:cNvPr>
              <p:cNvSpPr/>
              <p:nvPr/>
            </p:nvSpPr>
            <p:spPr bwMode="auto">
              <a:xfrm>
                <a:off x="4324577" y="3696087"/>
                <a:ext cx="498433" cy="1163453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343" name="Straight Connector 342">
                <a:extLst>
                  <a:ext uri="{FF2B5EF4-FFF2-40B4-BE49-F238E27FC236}">
                    <a16:creationId xmlns:a16="http://schemas.microsoft.com/office/drawing/2014/main" id="{59C23D10-C5AD-324E-A998-0B2D8811551A}"/>
                  </a:ext>
                </a:extLst>
              </p:cNvPr>
              <p:cNvCxnSpPr>
                <a:stCxn id="345" idx="2"/>
              </p:cNvCxnSpPr>
              <p:nvPr/>
            </p:nvCxnSpPr>
            <p:spPr bwMode="auto">
              <a:xfrm>
                <a:off x="4300767" y="2640568"/>
                <a:ext cx="14286" cy="2309445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344" name="Group 456">
                <a:extLst>
                  <a:ext uri="{FF2B5EF4-FFF2-40B4-BE49-F238E27FC236}">
                    <a16:creationId xmlns:a16="http://schemas.microsoft.com/office/drawing/2014/main" id="{3D4ED6A7-656E-564B-9724-777A0E00F8C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299212" y="2486508"/>
                <a:ext cx="504825" cy="242888"/>
                <a:chOff x="2183302" y="1574638"/>
                <a:chExt cx="1200154" cy="430218"/>
              </a:xfrm>
            </p:grpSpPr>
            <p:sp>
              <p:nvSpPr>
                <p:cNvPr id="345" name="Oval 344">
                  <a:extLst>
                    <a:ext uri="{FF2B5EF4-FFF2-40B4-BE49-F238E27FC236}">
                      <a16:creationId xmlns:a16="http://schemas.microsoft.com/office/drawing/2014/main" id="{5CA9CA10-6CB9-8C4D-9798-DE3642585FBF}"/>
                    </a:ext>
                  </a:extLst>
                </p:cNvPr>
                <p:cNvSpPr/>
                <p:nvPr/>
              </p:nvSpPr>
              <p:spPr bwMode="auto">
                <a:xfrm flipV="1">
                  <a:off x="2186998" y="1690077"/>
                  <a:ext cx="1196279" cy="314880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31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FFFFFF"/>
                    </a:gs>
                  </a:gsLst>
                  <a:lin ang="16200000" scaled="0"/>
                  <a:tileRect/>
                </a:gradFill>
                <a:ln w="635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46" name="Rectangle 345">
                  <a:extLst>
                    <a:ext uri="{FF2B5EF4-FFF2-40B4-BE49-F238E27FC236}">
                      <a16:creationId xmlns:a16="http://schemas.microsoft.com/office/drawing/2014/main" id="{ED7DFE49-0AB2-5F4A-8804-D8EE2F5D8051}"/>
                    </a:ext>
                  </a:extLst>
                </p:cNvPr>
                <p:cNvSpPr/>
                <p:nvPr/>
              </p:nvSpPr>
              <p:spPr bwMode="auto">
                <a:xfrm>
                  <a:off x="2183224" y="1735060"/>
                  <a:ext cx="1200054" cy="112457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40000"/>
                        <a:lumOff val="60000"/>
                      </a:srgbClr>
                    </a:gs>
                    <a:gs pos="54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62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47" name="Oval 346">
                  <a:extLst>
                    <a:ext uri="{FF2B5EF4-FFF2-40B4-BE49-F238E27FC236}">
                      <a16:creationId xmlns:a16="http://schemas.microsoft.com/office/drawing/2014/main" id="{D9CC071E-9384-A844-AEDF-4D3D5A3D016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flipV="1">
                  <a:off x="2183224" y="1574808"/>
                  <a:ext cx="1196282" cy="314880"/>
                </a:xfrm>
                <a:prstGeom prst="ellipse">
                  <a:avLst/>
                </a:prstGeom>
                <a:solidFill>
                  <a:srgbClr val="BFBFBF"/>
                </a:solidFill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0" dist="23000" dir="5400000" rotWithShape="0">
                    <a:srgbClr val="808080">
                      <a:alpha val="34999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48" name="Freeform 347">
                  <a:extLst>
                    <a:ext uri="{FF2B5EF4-FFF2-40B4-BE49-F238E27FC236}">
                      <a16:creationId xmlns:a16="http://schemas.microsoft.com/office/drawing/2014/main" id="{9221CFD6-F2B1-BC4A-8685-E97AB592CAEA}"/>
                    </a:ext>
                  </a:extLst>
                </p:cNvPr>
                <p:cNvSpPr/>
                <p:nvPr/>
              </p:nvSpPr>
              <p:spPr bwMode="auto">
                <a:xfrm>
                  <a:off x="2488899" y="1670396"/>
                  <a:ext cx="584931" cy="157440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49" name="Freeform 348">
                  <a:extLst>
                    <a:ext uri="{FF2B5EF4-FFF2-40B4-BE49-F238E27FC236}">
                      <a16:creationId xmlns:a16="http://schemas.microsoft.com/office/drawing/2014/main" id="{E1EB2301-9912-744E-B205-5948ED836C1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28519" y="1631037"/>
                  <a:ext cx="705691" cy="109646"/>
                </a:xfrm>
                <a:custGeom>
                  <a:avLst/>
                  <a:gdLst>
                    <a:gd name="T0" fmla="*/ 0 w 3723451"/>
                    <a:gd name="T1" fmla="*/ 26825 h 932950"/>
                    <a:gd name="T2" fmla="*/ 124171 w 3723451"/>
                    <a:gd name="T3" fmla="*/ 316 h 932950"/>
                    <a:gd name="T4" fmla="*/ 351718 w 3723451"/>
                    <a:gd name="T5" fmla="*/ 61180 h 932950"/>
                    <a:gd name="T6" fmla="*/ 568801 w 3723451"/>
                    <a:gd name="T7" fmla="*/ 0 h 932950"/>
                    <a:gd name="T8" fmla="*/ 705691 w 3723451"/>
                    <a:gd name="T9" fmla="*/ 24345 h 932950"/>
                    <a:gd name="T10" fmla="*/ 603845 w 3723451"/>
                    <a:gd name="T11" fmla="*/ 54282 h 932950"/>
                    <a:gd name="T12" fmla="*/ 571055 w 3723451"/>
                    <a:gd name="T13" fmla="*/ 46211 h 932950"/>
                    <a:gd name="T14" fmla="*/ 355716 w 3723451"/>
                    <a:gd name="T15" fmla="*/ 109646 h 932950"/>
                    <a:gd name="T16" fmla="*/ 134869 w 3723451"/>
                    <a:gd name="T17" fmla="*/ 48545 h 932950"/>
                    <a:gd name="T18" fmla="*/ 99163 w 3723451"/>
                    <a:gd name="T19" fmla="*/ 55139 h 932950"/>
                    <a:gd name="T20" fmla="*/ 0 w 3723451"/>
                    <a:gd name="T21" fmla="*/ 26825 h 932950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50" name="Freeform 349">
                  <a:extLst>
                    <a:ext uri="{FF2B5EF4-FFF2-40B4-BE49-F238E27FC236}">
                      <a16:creationId xmlns:a16="http://schemas.microsoft.com/office/drawing/2014/main" id="{274D27B5-7E68-5C4D-964B-A01609731F2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2690" y="1723814"/>
                  <a:ext cx="256615" cy="95588"/>
                </a:xfrm>
                <a:custGeom>
                  <a:avLst/>
                  <a:gdLst>
                    <a:gd name="T0" fmla="*/ 0 w 1366596"/>
                    <a:gd name="T1" fmla="*/ 0 h 809868"/>
                    <a:gd name="T2" fmla="*/ 256615 w 1366596"/>
                    <a:gd name="T3" fmla="*/ 73863 h 809868"/>
                    <a:gd name="T4" fmla="*/ 162436 w 1366596"/>
                    <a:gd name="T5" fmla="*/ 95588 h 809868"/>
                    <a:gd name="T6" fmla="*/ 864 w 1366596"/>
                    <a:gd name="T7" fmla="*/ 50510 h 809868"/>
                    <a:gd name="T8" fmla="*/ 0 w 1366596"/>
                    <a:gd name="T9" fmla="*/ 0 h 8098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51" name="Freeform 350">
                  <a:extLst>
                    <a:ext uri="{FF2B5EF4-FFF2-40B4-BE49-F238E27FC236}">
                      <a16:creationId xmlns:a16="http://schemas.microsoft.com/office/drawing/2014/main" id="{CCCB88EE-5244-8644-B451-9B5D239AEB9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17196" y="1726625"/>
                  <a:ext cx="252843" cy="92778"/>
                </a:xfrm>
                <a:custGeom>
                  <a:avLst/>
                  <a:gdLst>
                    <a:gd name="T0" fmla="*/ 249391 w 1348191"/>
                    <a:gd name="T1" fmla="*/ 0 h 791462"/>
                    <a:gd name="T2" fmla="*/ 252843 w 1348191"/>
                    <a:gd name="T3" fmla="*/ 44771 h 791462"/>
                    <a:gd name="T4" fmla="*/ 91472 w 1348191"/>
                    <a:gd name="T5" fmla="*/ 92778 h 791462"/>
                    <a:gd name="T6" fmla="*/ 0 w 1348191"/>
                    <a:gd name="T7" fmla="*/ 71741 h 791462"/>
                    <a:gd name="T8" fmla="*/ 249391 w 1348191"/>
                    <a:gd name="T9" fmla="*/ 0 h 79146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cxnSp>
              <p:nvCxnSpPr>
                <p:cNvPr id="352" name="Straight Connector 351">
                  <a:extLst>
                    <a:ext uri="{FF2B5EF4-FFF2-40B4-BE49-F238E27FC236}">
                      <a16:creationId xmlns:a16="http://schemas.microsoft.com/office/drawing/2014/main" id="{4DFA4F03-E97A-1E4E-8C06-5FCF8ACB1D15}"/>
                    </a:ext>
                  </a:extLst>
                </p:cNvPr>
                <p:cNvCxnSpPr>
                  <a:cxnSpLocks noChangeShapeType="1"/>
                  <a:endCxn id="347" idx="2"/>
                </p:cNvCxnSpPr>
                <p:nvPr/>
              </p:nvCxnSpPr>
              <p:spPr bwMode="auto">
                <a:xfrm flipH="1" flipV="1">
                  <a:off x="2183224" y="1732248"/>
                  <a:ext cx="3775" cy="120892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353" name="Straight Connector 352">
                  <a:extLst>
                    <a:ext uri="{FF2B5EF4-FFF2-40B4-BE49-F238E27FC236}">
                      <a16:creationId xmlns:a16="http://schemas.microsoft.com/office/drawing/2014/main" id="{8A9EDB0B-D51F-9C4D-A606-035EEB4B8D26}"/>
                    </a:ext>
                  </a:extLst>
                </p:cNvPr>
                <p:cNvCxnSpPr>
                  <a:cxnSpLocks noChangeShapeType="1"/>
                </p:cNvCxnSpPr>
                <p:nvPr/>
              </p:nvCxnSpPr>
              <p:spPr bwMode="auto">
                <a:xfrm flipH="1" flipV="1">
                  <a:off x="3379505" y="1729437"/>
                  <a:ext cx="3773" cy="120890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</p:grpSp>
        </p:grpSp>
        <p:grpSp>
          <p:nvGrpSpPr>
            <p:cNvPr id="296" name="Group 20">
              <a:extLst>
                <a:ext uri="{FF2B5EF4-FFF2-40B4-BE49-F238E27FC236}">
                  <a16:creationId xmlns:a16="http://schemas.microsoft.com/office/drawing/2014/main" id="{7B3927DE-D2D4-0549-B6FC-DB36E97AF65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491163" y="3179295"/>
              <a:ext cx="522287" cy="1824505"/>
              <a:chOff x="5491163" y="3179295"/>
              <a:chExt cx="522287" cy="1824505"/>
            </a:xfrm>
          </p:grpSpPr>
          <p:sp>
            <p:nvSpPr>
              <p:cNvPr id="318" name="Rectangle 317">
                <a:extLst>
                  <a:ext uri="{FF2B5EF4-FFF2-40B4-BE49-F238E27FC236}">
                    <a16:creationId xmlns:a16="http://schemas.microsoft.com/office/drawing/2014/main" id="{94693F99-2D5B-7E44-B2D3-365FDA0CFBDB}"/>
                  </a:ext>
                </a:extLst>
              </p:cNvPr>
              <p:cNvSpPr/>
              <p:nvPr/>
            </p:nvSpPr>
            <p:spPr bwMode="auto">
              <a:xfrm rot="10800000">
                <a:off x="5498044" y="3266845"/>
                <a:ext cx="498349" cy="325689"/>
              </a:xfrm>
              <a:prstGeom prst="rect">
                <a:avLst/>
              </a:prstGeom>
              <a:gradFill rotWithShape="1">
                <a:gsLst>
                  <a:gs pos="1000">
                    <a:srgbClr val="3333CC">
                      <a:lumMod val="75000"/>
                      <a:alpha val="62000"/>
                    </a:srgbClr>
                  </a:gs>
                  <a:gs pos="5400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319" name="Straight Connector 318">
                <a:extLst>
                  <a:ext uri="{FF2B5EF4-FFF2-40B4-BE49-F238E27FC236}">
                    <a16:creationId xmlns:a16="http://schemas.microsoft.com/office/drawing/2014/main" id="{0BE62149-301B-CD40-877F-421A14409479}"/>
                  </a:ext>
                </a:extLst>
              </p:cNvPr>
              <p:cNvCxnSpPr>
                <a:stCxn id="327" idx="6"/>
              </p:cNvCxnSpPr>
              <p:nvPr/>
            </p:nvCxnSpPr>
            <p:spPr bwMode="auto">
              <a:xfrm>
                <a:off x="6004011" y="3267530"/>
                <a:ext cx="6349" cy="1582486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pic>
            <p:nvPicPr>
              <p:cNvPr id="320" name="Picture 469" descr="router_top.png">
                <a:extLst>
                  <a:ext uri="{FF2B5EF4-FFF2-40B4-BE49-F238E27FC236}">
                    <a16:creationId xmlns:a16="http://schemas.microsoft.com/office/drawing/2014/main" id="{DD59AE55-8859-5841-B6AC-641E9B1FF76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491163" y="3206725"/>
                <a:ext cx="522287" cy="2204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grpSp>
            <p:nvGrpSpPr>
              <p:cNvPr id="321" name="Group 471">
                <a:extLst>
                  <a:ext uri="{FF2B5EF4-FFF2-40B4-BE49-F238E27FC236}">
                    <a16:creationId xmlns:a16="http://schemas.microsoft.com/office/drawing/2014/main" id="{387A8315-A9E2-CD41-9540-BE22EB26471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502167" y="4781999"/>
                <a:ext cx="507858" cy="221801"/>
                <a:chOff x="4128636" y="3606589"/>
                <a:chExt cx="568145" cy="338667"/>
              </a:xfrm>
            </p:grpSpPr>
            <p:sp>
              <p:nvSpPr>
                <p:cNvPr id="334" name="Oval 333">
                  <a:extLst>
                    <a:ext uri="{FF2B5EF4-FFF2-40B4-BE49-F238E27FC236}">
                      <a16:creationId xmlns:a16="http://schemas.microsoft.com/office/drawing/2014/main" id="{5439A4FE-DB6E-D74D-95B5-D1F4AE9642E7}"/>
                    </a:ext>
                  </a:extLst>
                </p:cNvPr>
                <p:cNvSpPr/>
                <p:nvPr/>
              </p:nvSpPr>
              <p:spPr>
                <a:xfrm>
                  <a:off x="4128900" y="3720139"/>
                  <a:ext cx="568256" cy="225391"/>
                </a:xfrm>
                <a:prstGeom prst="ellipse">
                  <a:avLst/>
                </a:prstGeom>
                <a:solidFill>
                  <a:srgbClr val="3333CC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35" name="Rectangle 334">
                  <a:extLst>
                    <a:ext uri="{FF2B5EF4-FFF2-40B4-BE49-F238E27FC236}">
                      <a16:creationId xmlns:a16="http://schemas.microsoft.com/office/drawing/2014/main" id="{FA27B6FA-AB40-0D4B-BBE7-6000E55B03D1}"/>
                    </a:ext>
                  </a:extLst>
                </p:cNvPr>
                <p:cNvSpPr/>
                <p:nvPr/>
              </p:nvSpPr>
              <p:spPr>
                <a:xfrm>
                  <a:off x="4128900" y="3720139"/>
                  <a:ext cx="568256" cy="111484"/>
                </a:xfrm>
                <a:prstGeom prst="rect">
                  <a:avLst/>
                </a:pr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36" name="Oval 335">
                  <a:extLst>
                    <a:ext uri="{FF2B5EF4-FFF2-40B4-BE49-F238E27FC236}">
                      <a16:creationId xmlns:a16="http://schemas.microsoft.com/office/drawing/2014/main" id="{C6FD79C0-1B1A-AB4A-A3BD-6514A1F64FCB}"/>
                    </a:ext>
                  </a:extLst>
                </p:cNvPr>
                <p:cNvSpPr/>
                <p:nvPr/>
              </p:nvSpPr>
              <p:spPr>
                <a:xfrm>
                  <a:off x="4128900" y="3606230"/>
                  <a:ext cx="568256" cy="225392"/>
                </a:xfrm>
                <a:prstGeom prst="ellipse">
                  <a:avLst/>
                </a:prstGeom>
                <a:solidFill>
                  <a:srgbClr val="3333CC">
                    <a:lumMod val="40000"/>
                    <a:lumOff val="60000"/>
                    <a:alpha val="5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337" name="Straight Connector 336">
                  <a:extLst>
                    <a:ext uri="{FF2B5EF4-FFF2-40B4-BE49-F238E27FC236}">
                      <a16:creationId xmlns:a16="http://schemas.microsoft.com/office/drawing/2014/main" id="{C730D6A9-51D0-864D-9F88-3CA108609D03}"/>
                    </a:ext>
                  </a:extLst>
                </p:cNvPr>
                <p:cNvCxnSpPr/>
                <p:nvPr/>
              </p:nvCxnSpPr>
              <p:spPr>
                <a:xfrm>
                  <a:off x="4697156" y="3720139"/>
                  <a:ext cx="0" cy="11148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338" name="Straight Connector 337">
                  <a:extLst>
                    <a:ext uri="{FF2B5EF4-FFF2-40B4-BE49-F238E27FC236}">
                      <a16:creationId xmlns:a16="http://schemas.microsoft.com/office/drawing/2014/main" id="{41EA4558-0D04-634B-A8B0-CAB6FB1D2028}"/>
                    </a:ext>
                  </a:extLst>
                </p:cNvPr>
                <p:cNvCxnSpPr/>
                <p:nvPr/>
              </p:nvCxnSpPr>
              <p:spPr>
                <a:xfrm>
                  <a:off x="4128900" y="3720139"/>
                  <a:ext cx="0" cy="11148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</p:grpSp>
          <p:sp>
            <p:nvSpPr>
              <p:cNvPr id="322" name="Rectangle 321">
                <a:extLst>
                  <a:ext uri="{FF2B5EF4-FFF2-40B4-BE49-F238E27FC236}">
                    <a16:creationId xmlns:a16="http://schemas.microsoft.com/office/drawing/2014/main" id="{3670DAE7-C167-BA4B-9FB3-842EEBB6E0BC}"/>
                  </a:ext>
                </a:extLst>
              </p:cNvPr>
              <p:cNvSpPr/>
              <p:nvPr/>
            </p:nvSpPr>
            <p:spPr bwMode="auto">
              <a:xfrm>
                <a:off x="5507166" y="3694500"/>
                <a:ext cx="498433" cy="1165040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323" name="Straight Connector 322">
                <a:extLst>
                  <a:ext uri="{FF2B5EF4-FFF2-40B4-BE49-F238E27FC236}">
                    <a16:creationId xmlns:a16="http://schemas.microsoft.com/office/drawing/2014/main" id="{FDAD1200-F8CD-4C4C-B862-839CDCE380A4}"/>
                  </a:ext>
                </a:extLst>
              </p:cNvPr>
              <p:cNvCxnSpPr>
                <a:stCxn id="320" idx="1"/>
              </p:cNvCxnSpPr>
              <p:nvPr/>
            </p:nvCxnSpPr>
            <p:spPr bwMode="auto">
              <a:xfrm>
                <a:off x="5491292" y="3316735"/>
                <a:ext cx="6349" cy="1633277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324" name="Group 485">
                <a:extLst>
                  <a:ext uri="{FF2B5EF4-FFF2-40B4-BE49-F238E27FC236}">
                    <a16:creationId xmlns:a16="http://schemas.microsoft.com/office/drawing/2014/main" id="{A6200FD6-2FAC-504D-AC15-41C2E0E5FE4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500688" y="3179295"/>
                <a:ext cx="504825" cy="242888"/>
                <a:chOff x="2183302" y="1574638"/>
                <a:chExt cx="1200154" cy="430218"/>
              </a:xfrm>
            </p:grpSpPr>
            <p:sp>
              <p:nvSpPr>
                <p:cNvPr id="325" name="Oval 324">
                  <a:extLst>
                    <a:ext uri="{FF2B5EF4-FFF2-40B4-BE49-F238E27FC236}">
                      <a16:creationId xmlns:a16="http://schemas.microsoft.com/office/drawing/2014/main" id="{ECDA45FA-C7C9-1D42-AD17-0A94B356D9C2}"/>
                    </a:ext>
                  </a:extLst>
                </p:cNvPr>
                <p:cNvSpPr/>
                <p:nvPr/>
              </p:nvSpPr>
              <p:spPr bwMode="auto">
                <a:xfrm flipV="1">
                  <a:off x="2187379" y="1688754"/>
                  <a:ext cx="1196279" cy="314880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31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FFFFFF"/>
                    </a:gs>
                  </a:gsLst>
                  <a:lin ang="16200000" scaled="0"/>
                  <a:tileRect/>
                </a:gradFill>
                <a:ln w="635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26" name="Rectangle 325">
                  <a:extLst>
                    <a:ext uri="{FF2B5EF4-FFF2-40B4-BE49-F238E27FC236}">
                      <a16:creationId xmlns:a16="http://schemas.microsoft.com/office/drawing/2014/main" id="{66DEE6E1-40E6-CC4A-9BD2-12B0FC5617F6}"/>
                    </a:ext>
                  </a:extLst>
                </p:cNvPr>
                <p:cNvSpPr/>
                <p:nvPr/>
              </p:nvSpPr>
              <p:spPr bwMode="auto">
                <a:xfrm>
                  <a:off x="2183606" y="1733737"/>
                  <a:ext cx="1200052" cy="112457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40000"/>
                        <a:lumOff val="60000"/>
                      </a:srgbClr>
                    </a:gs>
                    <a:gs pos="54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62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27" name="Oval 326">
                  <a:extLst>
                    <a:ext uri="{FF2B5EF4-FFF2-40B4-BE49-F238E27FC236}">
                      <a16:creationId xmlns:a16="http://schemas.microsoft.com/office/drawing/2014/main" id="{3B2579C2-CFB4-C243-A571-87CC4776705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flipV="1">
                  <a:off x="2183606" y="1573485"/>
                  <a:ext cx="1196277" cy="314880"/>
                </a:xfrm>
                <a:prstGeom prst="ellipse">
                  <a:avLst/>
                </a:prstGeom>
                <a:solidFill>
                  <a:srgbClr val="BFBFBF"/>
                </a:solidFill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0" dist="23000" dir="5400000" rotWithShape="0">
                    <a:srgbClr val="808080">
                      <a:alpha val="34999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28" name="Freeform 327">
                  <a:extLst>
                    <a:ext uri="{FF2B5EF4-FFF2-40B4-BE49-F238E27FC236}">
                      <a16:creationId xmlns:a16="http://schemas.microsoft.com/office/drawing/2014/main" id="{8C20CAF5-F7F2-8C4F-BF4C-8061B2C174B5}"/>
                    </a:ext>
                  </a:extLst>
                </p:cNvPr>
                <p:cNvSpPr/>
                <p:nvPr/>
              </p:nvSpPr>
              <p:spPr bwMode="auto">
                <a:xfrm>
                  <a:off x="2489279" y="1669074"/>
                  <a:ext cx="584932" cy="157440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29" name="Freeform 328">
                  <a:extLst>
                    <a:ext uri="{FF2B5EF4-FFF2-40B4-BE49-F238E27FC236}">
                      <a16:creationId xmlns:a16="http://schemas.microsoft.com/office/drawing/2014/main" id="{751DAB4D-7078-0843-8893-ECF4AEBB832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28899" y="1629714"/>
                  <a:ext cx="705692" cy="109646"/>
                </a:xfrm>
                <a:custGeom>
                  <a:avLst/>
                  <a:gdLst>
                    <a:gd name="T0" fmla="*/ 0 w 3723451"/>
                    <a:gd name="T1" fmla="*/ 26825 h 932950"/>
                    <a:gd name="T2" fmla="*/ 124172 w 3723451"/>
                    <a:gd name="T3" fmla="*/ 316 h 932950"/>
                    <a:gd name="T4" fmla="*/ 351719 w 3723451"/>
                    <a:gd name="T5" fmla="*/ 61180 h 932950"/>
                    <a:gd name="T6" fmla="*/ 568801 w 3723451"/>
                    <a:gd name="T7" fmla="*/ 0 h 932950"/>
                    <a:gd name="T8" fmla="*/ 705692 w 3723451"/>
                    <a:gd name="T9" fmla="*/ 24345 h 932950"/>
                    <a:gd name="T10" fmla="*/ 603846 w 3723451"/>
                    <a:gd name="T11" fmla="*/ 54282 h 932950"/>
                    <a:gd name="T12" fmla="*/ 571056 w 3723451"/>
                    <a:gd name="T13" fmla="*/ 46211 h 932950"/>
                    <a:gd name="T14" fmla="*/ 355717 w 3723451"/>
                    <a:gd name="T15" fmla="*/ 109646 h 932950"/>
                    <a:gd name="T16" fmla="*/ 134869 w 3723451"/>
                    <a:gd name="T17" fmla="*/ 48545 h 932950"/>
                    <a:gd name="T18" fmla="*/ 99163 w 3723451"/>
                    <a:gd name="T19" fmla="*/ 55139 h 932950"/>
                    <a:gd name="T20" fmla="*/ 0 w 3723451"/>
                    <a:gd name="T21" fmla="*/ 26825 h 932950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30" name="Freeform 329">
                  <a:extLst>
                    <a:ext uri="{FF2B5EF4-FFF2-40B4-BE49-F238E27FC236}">
                      <a16:creationId xmlns:a16="http://schemas.microsoft.com/office/drawing/2014/main" id="{49F08601-D11A-7246-97C4-4796E28716C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3071" y="1722492"/>
                  <a:ext cx="256615" cy="95588"/>
                </a:xfrm>
                <a:custGeom>
                  <a:avLst/>
                  <a:gdLst>
                    <a:gd name="T0" fmla="*/ 0 w 1366596"/>
                    <a:gd name="T1" fmla="*/ 0 h 809868"/>
                    <a:gd name="T2" fmla="*/ 256615 w 1366596"/>
                    <a:gd name="T3" fmla="*/ 73863 h 809868"/>
                    <a:gd name="T4" fmla="*/ 162436 w 1366596"/>
                    <a:gd name="T5" fmla="*/ 95588 h 809868"/>
                    <a:gd name="T6" fmla="*/ 864 w 1366596"/>
                    <a:gd name="T7" fmla="*/ 50510 h 809868"/>
                    <a:gd name="T8" fmla="*/ 0 w 1366596"/>
                    <a:gd name="T9" fmla="*/ 0 h 8098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31" name="Freeform 330">
                  <a:extLst>
                    <a:ext uri="{FF2B5EF4-FFF2-40B4-BE49-F238E27FC236}">
                      <a16:creationId xmlns:a16="http://schemas.microsoft.com/office/drawing/2014/main" id="{0F35FC16-0782-6242-8A31-B2C90A57D83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17579" y="1725302"/>
                  <a:ext cx="252840" cy="92778"/>
                </a:xfrm>
                <a:custGeom>
                  <a:avLst/>
                  <a:gdLst>
                    <a:gd name="T0" fmla="*/ 249388 w 1348191"/>
                    <a:gd name="T1" fmla="*/ 0 h 791462"/>
                    <a:gd name="T2" fmla="*/ 252840 w 1348191"/>
                    <a:gd name="T3" fmla="*/ 44771 h 791462"/>
                    <a:gd name="T4" fmla="*/ 91471 w 1348191"/>
                    <a:gd name="T5" fmla="*/ 92778 h 791462"/>
                    <a:gd name="T6" fmla="*/ 0 w 1348191"/>
                    <a:gd name="T7" fmla="*/ 71741 h 791462"/>
                    <a:gd name="T8" fmla="*/ 249388 w 1348191"/>
                    <a:gd name="T9" fmla="*/ 0 h 79146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cxnSp>
              <p:nvCxnSpPr>
                <p:cNvPr id="332" name="Straight Connector 331">
                  <a:extLst>
                    <a:ext uri="{FF2B5EF4-FFF2-40B4-BE49-F238E27FC236}">
                      <a16:creationId xmlns:a16="http://schemas.microsoft.com/office/drawing/2014/main" id="{28B38805-D14D-6F4E-9C2D-85288858DC4A}"/>
                    </a:ext>
                  </a:extLst>
                </p:cNvPr>
                <p:cNvCxnSpPr>
                  <a:cxnSpLocks noChangeShapeType="1"/>
                  <a:endCxn id="327" idx="2"/>
                </p:cNvCxnSpPr>
                <p:nvPr/>
              </p:nvCxnSpPr>
              <p:spPr bwMode="auto">
                <a:xfrm flipH="1" flipV="1">
                  <a:off x="2183606" y="1730925"/>
                  <a:ext cx="3773" cy="120892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333" name="Straight Connector 332">
                  <a:extLst>
                    <a:ext uri="{FF2B5EF4-FFF2-40B4-BE49-F238E27FC236}">
                      <a16:creationId xmlns:a16="http://schemas.microsoft.com/office/drawing/2014/main" id="{839A4B18-24F7-8748-BABF-156684EACDA2}"/>
                    </a:ext>
                  </a:extLst>
                </p:cNvPr>
                <p:cNvCxnSpPr>
                  <a:cxnSpLocks noChangeShapeType="1"/>
                </p:cNvCxnSpPr>
                <p:nvPr/>
              </p:nvCxnSpPr>
              <p:spPr bwMode="auto">
                <a:xfrm flipH="1" flipV="1">
                  <a:off x="3379883" y="1728114"/>
                  <a:ext cx="3775" cy="120890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</p:grpSp>
        </p:grpSp>
        <p:grpSp>
          <p:nvGrpSpPr>
            <p:cNvPr id="297" name="Group 21">
              <a:extLst>
                <a:ext uri="{FF2B5EF4-FFF2-40B4-BE49-F238E27FC236}">
                  <a16:creationId xmlns:a16="http://schemas.microsoft.com/office/drawing/2014/main" id="{9CDA8888-DE9C-FA48-880D-EF852C6370C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472366" y="2647932"/>
              <a:ext cx="522159" cy="2354282"/>
              <a:chOff x="6472366" y="2647932"/>
              <a:chExt cx="522159" cy="2354282"/>
            </a:xfrm>
          </p:grpSpPr>
          <p:sp>
            <p:nvSpPr>
              <p:cNvPr id="298" name="Rectangle 297">
                <a:extLst>
                  <a:ext uri="{FF2B5EF4-FFF2-40B4-BE49-F238E27FC236}">
                    <a16:creationId xmlns:a16="http://schemas.microsoft.com/office/drawing/2014/main" id="{995D8FCE-884F-0F40-A676-D4D29F8E694C}"/>
                  </a:ext>
                </a:extLst>
              </p:cNvPr>
              <p:cNvSpPr/>
              <p:nvPr/>
            </p:nvSpPr>
            <p:spPr bwMode="auto">
              <a:xfrm rot="10800000">
                <a:off x="6482296" y="2777838"/>
                <a:ext cx="498349" cy="722037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299" name="Straight Connector 298">
                <a:extLst>
                  <a:ext uri="{FF2B5EF4-FFF2-40B4-BE49-F238E27FC236}">
                    <a16:creationId xmlns:a16="http://schemas.microsoft.com/office/drawing/2014/main" id="{316D5606-0146-DC48-97E2-18F369EDE031}"/>
                  </a:ext>
                </a:extLst>
              </p:cNvPr>
              <p:cNvCxnSpPr/>
              <p:nvPr/>
            </p:nvCxnSpPr>
            <p:spPr bwMode="auto">
              <a:xfrm>
                <a:off x="6994528" y="2846910"/>
                <a:ext cx="0" cy="1998345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300" name="Group 500">
                <a:extLst>
                  <a:ext uri="{FF2B5EF4-FFF2-40B4-BE49-F238E27FC236}">
                    <a16:creationId xmlns:a16="http://schemas.microsoft.com/office/drawing/2014/main" id="{AA425C1A-E91E-6E4A-A356-24012E64277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486417" y="4766099"/>
                <a:ext cx="507858" cy="236115"/>
                <a:chOff x="4128636" y="3606589"/>
                <a:chExt cx="568145" cy="338667"/>
              </a:xfrm>
            </p:grpSpPr>
            <p:sp>
              <p:nvSpPr>
                <p:cNvPr id="313" name="Oval 312">
                  <a:extLst>
                    <a:ext uri="{FF2B5EF4-FFF2-40B4-BE49-F238E27FC236}">
                      <a16:creationId xmlns:a16="http://schemas.microsoft.com/office/drawing/2014/main" id="{16CAB2BE-001A-5849-8EFC-BF1C74D20DA6}"/>
                    </a:ext>
                  </a:extLst>
                </p:cNvPr>
                <p:cNvSpPr/>
                <p:nvPr/>
              </p:nvSpPr>
              <p:spPr>
                <a:xfrm>
                  <a:off x="4128808" y="3720125"/>
                  <a:ext cx="568256" cy="225387"/>
                </a:xfrm>
                <a:prstGeom prst="ellipse">
                  <a:avLst/>
                </a:prstGeom>
                <a:solidFill>
                  <a:srgbClr val="3333CC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14" name="Rectangle 313">
                  <a:extLst>
                    <a:ext uri="{FF2B5EF4-FFF2-40B4-BE49-F238E27FC236}">
                      <a16:creationId xmlns:a16="http://schemas.microsoft.com/office/drawing/2014/main" id="{ED3C727A-F086-5345-9D90-47A10FCD45F2}"/>
                    </a:ext>
                  </a:extLst>
                </p:cNvPr>
                <p:cNvSpPr/>
                <p:nvPr/>
              </p:nvSpPr>
              <p:spPr>
                <a:xfrm>
                  <a:off x="4128808" y="3720125"/>
                  <a:ext cx="568256" cy="111556"/>
                </a:xfrm>
                <a:prstGeom prst="rect">
                  <a:avLst/>
                </a:pr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15" name="Oval 314">
                  <a:extLst>
                    <a:ext uri="{FF2B5EF4-FFF2-40B4-BE49-F238E27FC236}">
                      <a16:creationId xmlns:a16="http://schemas.microsoft.com/office/drawing/2014/main" id="{49C1B443-F565-5F4C-B75C-09F669AC3DE7}"/>
                    </a:ext>
                  </a:extLst>
                </p:cNvPr>
                <p:cNvSpPr/>
                <p:nvPr/>
              </p:nvSpPr>
              <p:spPr>
                <a:xfrm>
                  <a:off x="4128808" y="3606294"/>
                  <a:ext cx="568256" cy="225387"/>
                </a:xfrm>
                <a:prstGeom prst="ellipse">
                  <a:avLst/>
                </a:prstGeom>
                <a:solidFill>
                  <a:srgbClr val="3333CC">
                    <a:lumMod val="40000"/>
                    <a:lumOff val="60000"/>
                    <a:alpha val="5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316" name="Straight Connector 315">
                  <a:extLst>
                    <a:ext uri="{FF2B5EF4-FFF2-40B4-BE49-F238E27FC236}">
                      <a16:creationId xmlns:a16="http://schemas.microsoft.com/office/drawing/2014/main" id="{FBA53D70-9A4D-7E4E-AC09-D42784DF8272}"/>
                    </a:ext>
                  </a:extLst>
                </p:cNvPr>
                <p:cNvCxnSpPr/>
                <p:nvPr/>
              </p:nvCxnSpPr>
              <p:spPr>
                <a:xfrm>
                  <a:off x="4697064" y="3720125"/>
                  <a:ext cx="0" cy="111556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317" name="Straight Connector 316">
                  <a:extLst>
                    <a:ext uri="{FF2B5EF4-FFF2-40B4-BE49-F238E27FC236}">
                      <a16:creationId xmlns:a16="http://schemas.microsoft.com/office/drawing/2014/main" id="{A5C3BEC2-90B0-8B41-88A4-351B428CAFB4}"/>
                    </a:ext>
                  </a:extLst>
                </p:cNvPr>
                <p:cNvCxnSpPr/>
                <p:nvPr/>
              </p:nvCxnSpPr>
              <p:spPr>
                <a:xfrm>
                  <a:off x="4128808" y="3720125"/>
                  <a:ext cx="0" cy="111556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</p:grpSp>
          <p:sp>
            <p:nvSpPr>
              <p:cNvPr id="301" name="Rectangle 300">
                <a:extLst>
                  <a:ext uri="{FF2B5EF4-FFF2-40B4-BE49-F238E27FC236}">
                    <a16:creationId xmlns:a16="http://schemas.microsoft.com/office/drawing/2014/main" id="{2309F1E7-7D26-E941-9221-C8DF0612EE28}"/>
                  </a:ext>
                </a:extLst>
              </p:cNvPr>
              <p:cNvSpPr/>
              <p:nvPr/>
            </p:nvSpPr>
            <p:spPr bwMode="auto">
              <a:xfrm>
                <a:off x="6491333" y="3610376"/>
                <a:ext cx="498433" cy="1238053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302" name="Straight Connector 301">
                <a:extLst>
                  <a:ext uri="{FF2B5EF4-FFF2-40B4-BE49-F238E27FC236}">
                    <a16:creationId xmlns:a16="http://schemas.microsoft.com/office/drawing/2014/main" id="{9C251E47-5FE5-B64D-8E6E-2491993604B5}"/>
                  </a:ext>
                </a:extLst>
              </p:cNvPr>
              <p:cNvCxnSpPr/>
              <p:nvPr/>
            </p:nvCxnSpPr>
            <p:spPr bwMode="auto">
              <a:xfrm>
                <a:off x="6472285" y="2818340"/>
                <a:ext cx="9524" cy="2126912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303" name="Group 514">
                <a:extLst>
                  <a:ext uri="{FF2B5EF4-FFF2-40B4-BE49-F238E27FC236}">
                    <a16:creationId xmlns:a16="http://schemas.microsoft.com/office/drawing/2014/main" id="{9B7D3C6F-466A-3143-9B8E-F60B2AAFD7B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478146" y="2647932"/>
                <a:ext cx="504825" cy="242887"/>
                <a:chOff x="2183302" y="1574638"/>
                <a:chExt cx="1200154" cy="430218"/>
              </a:xfrm>
            </p:grpSpPr>
            <p:sp>
              <p:nvSpPr>
                <p:cNvPr id="304" name="Oval 303">
                  <a:extLst>
                    <a:ext uri="{FF2B5EF4-FFF2-40B4-BE49-F238E27FC236}">
                      <a16:creationId xmlns:a16="http://schemas.microsoft.com/office/drawing/2014/main" id="{12A307F7-5B73-2445-A2F4-C0FA1266E373}"/>
                    </a:ext>
                  </a:extLst>
                </p:cNvPr>
                <p:cNvSpPr/>
                <p:nvPr/>
              </p:nvSpPr>
              <p:spPr bwMode="auto">
                <a:xfrm flipV="1">
                  <a:off x="2188237" y="1690921"/>
                  <a:ext cx="1196279" cy="314881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31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FFFFFF"/>
                    </a:gs>
                  </a:gsLst>
                  <a:lin ang="16200000" scaled="0"/>
                  <a:tileRect/>
                </a:gradFill>
                <a:ln w="635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05" name="Rectangle 304">
                  <a:extLst>
                    <a:ext uri="{FF2B5EF4-FFF2-40B4-BE49-F238E27FC236}">
                      <a16:creationId xmlns:a16="http://schemas.microsoft.com/office/drawing/2014/main" id="{33E19D46-3715-614C-AAF4-022904355894}"/>
                    </a:ext>
                  </a:extLst>
                </p:cNvPr>
                <p:cNvSpPr/>
                <p:nvPr/>
              </p:nvSpPr>
              <p:spPr bwMode="auto">
                <a:xfrm>
                  <a:off x="2184464" y="1735904"/>
                  <a:ext cx="1200052" cy="112457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40000"/>
                        <a:lumOff val="60000"/>
                      </a:srgbClr>
                    </a:gs>
                    <a:gs pos="54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62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06" name="Oval 305">
                  <a:extLst>
                    <a:ext uri="{FF2B5EF4-FFF2-40B4-BE49-F238E27FC236}">
                      <a16:creationId xmlns:a16="http://schemas.microsoft.com/office/drawing/2014/main" id="{E55709E7-7775-884D-A34A-45191B84AF9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flipV="1">
                  <a:off x="2184464" y="1575651"/>
                  <a:ext cx="1196277" cy="314881"/>
                </a:xfrm>
                <a:prstGeom prst="ellipse">
                  <a:avLst/>
                </a:prstGeom>
                <a:solidFill>
                  <a:srgbClr val="BFBFBF"/>
                </a:solidFill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0" dist="23000" dir="5400000" rotWithShape="0">
                    <a:srgbClr val="808080">
                      <a:alpha val="34999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07" name="Freeform 306">
                  <a:extLst>
                    <a:ext uri="{FF2B5EF4-FFF2-40B4-BE49-F238E27FC236}">
                      <a16:creationId xmlns:a16="http://schemas.microsoft.com/office/drawing/2014/main" id="{53C2A2DA-53F1-794E-A987-B42C0AC0022C}"/>
                    </a:ext>
                  </a:extLst>
                </p:cNvPr>
                <p:cNvSpPr/>
                <p:nvPr/>
              </p:nvSpPr>
              <p:spPr bwMode="auto">
                <a:xfrm>
                  <a:off x="2490137" y="1671240"/>
                  <a:ext cx="584932" cy="157440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08" name="Freeform 307">
                  <a:extLst>
                    <a:ext uri="{FF2B5EF4-FFF2-40B4-BE49-F238E27FC236}">
                      <a16:creationId xmlns:a16="http://schemas.microsoft.com/office/drawing/2014/main" id="{9EECC5D2-5F03-5B4A-A066-DEC9954D666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29757" y="1631880"/>
                  <a:ext cx="705692" cy="109647"/>
                </a:xfrm>
                <a:custGeom>
                  <a:avLst/>
                  <a:gdLst>
                    <a:gd name="T0" fmla="*/ 0 w 3723451"/>
                    <a:gd name="T1" fmla="*/ 26825 h 932950"/>
                    <a:gd name="T2" fmla="*/ 124172 w 3723451"/>
                    <a:gd name="T3" fmla="*/ 316 h 932950"/>
                    <a:gd name="T4" fmla="*/ 351719 w 3723451"/>
                    <a:gd name="T5" fmla="*/ 61180 h 932950"/>
                    <a:gd name="T6" fmla="*/ 568801 w 3723451"/>
                    <a:gd name="T7" fmla="*/ 0 h 932950"/>
                    <a:gd name="T8" fmla="*/ 705692 w 3723451"/>
                    <a:gd name="T9" fmla="*/ 24346 h 932950"/>
                    <a:gd name="T10" fmla="*/ 603846 w 3723451"/>
                    <a:gd name="T11" fmla="*/ 54283 h 932950"/>
                    <a:gd name="T12" fmla="*/ 571056 w 3723451"/>
                    <a:gd name="T13" fmla="*/ 46212 h 932950"/>
                    <a:gd name="T14" fmla="*/ 355717 w 3723451"/>
                    <a:gd name="T15" fmla="*/ 109647 h 932950"/>
                    <a:gd name="T16" fmla="*/ 134869 w 3723451"/>
                    <a:gd name="T17" fmla="*/ 48545 h 932950"/>
                    <a:gd name="T18" fmla="*/ 99163 w 3723451"/>
                    <a:gd name="T19" fmla="*/ 55140 h 932950"/>
                    <a:gd name="T20" fmla="*/ 0 w 3723451"/>
                    <a:gd name="T21" fmla="*/ 26825 h 932950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09" name="Freeform 308">
                  <a:extLst>
                    <a:ext uri="{FF2B5EF4-FFF2-40B4-BE49-F238E27FC236}">
                      <a16:creationId xmlns:a16="http://schemas.microsoft.com/office/drawing/2014/main" id="{8388544E-A2CB-0640-A29C-1662E6885FE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3929" y="1724658"/>
                  <a:ext cx="256615" cy="95589"/>
                </a:xfrm>
                <a:custGeom>
                  <a:avLst/>
                  <a:gdLst>
                    <a:gd name="T0" fmla="*/ 0 w 1366596"/>
                    <a:gd name="T1" fmla="*/ 0 h 809868"/>
                    <a:gd name="T2" fmla="*/ 256615 w 1366596"/>
                    <a:gd name="T3" fmla="*/ 73864 h 809868"/>
                    <a:gd name="T4" fmla="*/ 162436 w 1366596"/>
                    <a:gd name="T5" fmla="*/ 95589 h 809868"/>
                    <a:gd name="T6" fmla="*/ 864 w 1366596"/>
                    <a:gd name="T7" fmla="*/ 50510 h 809868"/>
                    <a:gd name="T8" fmla="*/ 0 w 1366596"/>
                    <a:gd name="T9" fmla="*/ 0 h 8098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10" name="Freeform 309">
                  <a:extLst>
                    <a:ext uri="{FF2B5EF4-FFF2-40B4-BE49-F238E27FC236}">
                      <a16:creationId xmlns:a16="http://schemas.microsoft.com/office/drawing/2014/main" id="{0DDF3C4E-5F2E-864E-88A4-D785A5D6EEF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18437" y="1727469"/>
                  <a:ext cx="252840" cy="92778"/>
                </a:xfrm>
                <a:custGeom>
                  <a:avLst/>
                  <a:gdLst>
                    <a:gd name="T0" fmla="*/ 249388 w 1348191"/>
                    <a:gd name="T1" fmla="*/ 0 h 791462"/>
                    <a:gd name="T2" fmla="*/ 252840 w 1348191"/>
                    <a:gd name="T3" fmla="*/ 44771 h 791462"/>
                    <a:gd name="T4" fmla="*/ 91471 w 1348191"/>
                    <a:gd name="T5" fmla="*/ 92778 h 791462"/>
                    <a:gd name="T6" fmla="*/ 0 w 1348191"/>
                    <a:gd name="T7" fmla="*/ 71741 h 791462"/>
                    <a:gd name="T8" fmla="*/ 249388 w 1348191"/>
                    <a:gd name="T9" fmla="*/ 0 h 79146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cxnSp>
              <p:nvCxnSpPr>
                <p:cNvPr id="311" name="Straight Connector 310">
                  <a:extLst>
                    <a:ext uri="{FF2B5EF4-FFF2-40B4-BE49-F238E27FC236}">
                      <a16:creationId xmlns:a16="http://schemas.microsoft.com/office/drawing/2014/main" id="{5A28B5B0-5BAC-8C46-B4B8-9BCB18DCD1DD}"/>
                    </a:ext>
                  </a:extLst>
                </p:cNvPr>
                <p:cNvCxnSpPr>
                  <a:cxnSpLocks noChangeShapeType="1"/>
                  <a:endCxn id="306" idx="2"/>
                </p:cNvCxnSpPr>
                <p:nvPr/>
              </p:nvCxnSpPr>
              <p:spPr bwMode="auto">
                <a:xfrm flipH="1" flipV="1">
                  <a:off x="2184464" y="1733091"/>
                  <a:ext cx="3773" cy="120893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312" name="Straight Connector 311">
                  <a:extLst>
                    <a:ext uri="{FF2B5EF4-FFF2-40B4-BE49-F238E27FC236}">
                      <a16:creationId xmlns:a16="http://schemas.microsoft.com/office/drawing/2014/main" id="{3A010796-660C-4C4D-865E-8D108EDA01B6}"/>
                    </a:ext>
                  </a:extLst>
                </p:cNvPr>
                <p:cNvCxnSpPr>
                  <a:cxnSpLocks noChangeShapeType="1"/>
                </p:cNvCxnSpPr>
                <p:nvPr/>
              </p:nvCxnSpPr>
              <p:spPr bwMode="auto">
                <a:xfrm flipH="1" flipV="1">
                  <a:off x="3380741" y="1730281"/>
                  <a:ext cx="3775" cy="120891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</p:grpSp>
        </p:grpSp>
      </p:grpSp>
      <p:grpSp>
        <p:nvGrpSpPr>
          <p:cNvPr id="400" name="Group 399">
            <a:extLst>
              <a:ext uri="{FF2B5EF4-FFF2-40B4-BE49-F238E27FC236}">
                <a16:creationId xmlns:a16="http://schemas.microsoft.com/office/drawing/2014/main" id="{094E25C2-45E6-0C43-ADA4-684E51DC703A}"/>
              </a:ext>
            </a:extLst>
          </p:cNvPr>
          <p:cNvGrpSpPr>
            <a:grpSpLocks/>
          </p:cNvGrpSpPr>
          <p:nvPr/>
        </p:nvGrpSpPr>
        <p:grpSpPr bwMode="auto">
          <a:xfrm>
            <a:off x="3419060" y="2725807"/>
            <a:ext cx="5111750" cy="879475"/>
            <a:chOff x="1866825" y="707349"/>
            <a:chExt cx="5112820" cy="879389"/>
          </a:xfrm>
        </p:grpSpPr>
        <p:sp>
          <p:nvSpPr>
            <p:cNvPr id="401" name="Oval 400">
              <a:extLst>
                <a:ext uri="{FF2B5EF4-FFF2-40B4-BE49-F238E27FC236}">
                  <a16:creationId xmlns:a16="http://schemas.microsoft.com/office/drawing/2014/main" id="{C759FDA4-4088-0A4C-9E92-BD72D7D52B56}"/>
                </a:ext>
              </a:extLst>
            </p:cNvPr>
            <p:cNvSpPr/>
            <p:nvPr/>
          </p:nvSpPr>
          <p:spPr>
            <a:xfrm>
              <a:off x="1866825" y="785129"/>
              <a:ext cx="954288" cy="492077"/>
            </a:xfrm>
            <a:prstGeom prst="ellipse">
              <a:avLst/>
            </a:prstGeom>
            <a:solidFill>
              <a:srgbClr val="CC0000">
                <a:alpha val="28000"/>
              </a:srgbClr>
            </a:solidFill>
            <a:ln w="3175" cap="flat" cmpd="sng" algn="ctr">
              <a:solidFill>
                <a:srgbClr val="CC0000"/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402" name="TextBox 233">
              <a:extLst>
                <a:ext uri="{FF2B5EF4-FFF2-40B4-BE49-F238E27FC236}">
                  <a16:creationId xmlns:a16="http://schemas.microsoft.com/office/drawing/2014/main" id="{91B4E7D9-6C4B-6C4B-86F5-8BB66F936B0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91781" y="783191"/>
              <a:ext cx="910613" cy="4761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ts val="1475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Routing</a:t>
              </a:r>
            </a:p>
            <a:p>
              <a:pPr marL="0" marR="0" lvl="0" indent="0" algn="ctr" defTabSz="914400" rtl="0" eaLnBrk="0" fontAlgn="base" latinLnBrk="0" hangingPunct="0">
                <a:lnSpc>
                  <a:spcPts val="1475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Algorithm</a:t>
              </a:r>
            </a:p>
          </p:txBody>
        </p:sp>
        <p:cxnSp>
          <p:nvCxnSpPr>
            <p:cNvPr id="403" name="Straight Arrow Connector 402">
              <a:extLst>
                <a:ext uri="{FF2B5EF4-FFF2-40B4-BE49-F238E27FC236}">
                  <a16:creationId xmlns:a16="http://schemas.microsoft.com/office/drawing/2014/main" id="{86DA61DF-3320-724E-9861-CF654B1F47AF}"/>
                </a:ext>
              </a:extLst>
            </p:cNvPr>
            <p:cNvCxnSpPr/>
            <p:nvPr/>
          </p:nvCxnSpPr>
          <p:spPr>
            <a:xfrm flipV="1">
              <a:off x="2833815" y="807352"/>
              <a:ext cx="1517968" cy="214291"/>
            </a:xfrm>
            <a:prstGeom prst="straightConnector1">
              <a:avLst/>
            </a:prstGeom>
            <a:noFill/>
            <a:ln w="25400" cap="flat" cmpd="sng" algn="ctr">
              <a:solidFill>
                <a:srgbClr val="CC0000"/>
              </a:solidFill>
              <a:prstDash val="solid"/>
              <a:headEnd type="triangle"/>
              <a:tailEnd type="triangle"/>
            </a:ln>
            <a:effectLst/>
          </p:spPr>
        </p:cxnSp>
        <p:cxnSp>
          <p:nvCxnSpPr>
            <p:cNvPr id="404" name="Straight Arrow Connector 403">
              <a:extLst>
                <a:ext uri="{FF2B5EF4-FFF2-40B4-BE49-F238E27FC236}">
                  <a16:creationId xmlns:a16="http://schemas.microsoft.com/office/drawing/2014/main" id="{FA99C173-8DEF-3940-BC9B-72CA3FA99281}"/>
                </a:ext>
              </a:extLst>
            </p:cNvPr>
            <p:cNvCxnSpPr/>
            <p:nvPr/>
          </p:nvCxnSpPr>
          <p:spPr>
            <a:xfrm>
              <a:off x="2751248" y="1201014"/>
              <a:ext cx="797092" cy="279373"/>
            </a:xfrm>
            <a:prstGeom prst="straightConnector1">
              <a:avLst/>
            </a:prstGeom>
            <a:noFill/>
            <a:ln w="25400" cap="flat" cmpd="sng" algn="ctr">
              <a:solidFill>
                <a:srgbClr val="CC0000"/>
              </a:solidFill>
              <a:prstDash val="solid"/>
              <a:headEnd type="triangle"/>
              <a:tailEnd type="triangle"/>
            </a:ln>
            <a:effectLst/>
          </p:spPr>
        </p:cxnSp>
        <p:cxnSp>
          <p:nvCxnSpPr>
            <p:cNvPr id="405" name="Straight Arrow Connector 404">
              <a:extLst>
                <a:ext uri="{FF2B5EF4-FFF2-40B4-BE49-F238E27FC236}">
                  <a16:creationId xmlns:a16="http://schemas.microsoft.com/office/drawing/2014/main" id="{57AAE988-13E3-6642-B8CC-252C9113ABCC}"/>
                </a:ext>
              </a:extLst>
            </p:cNvPr>
            <p:cNvCxnSpPr/>
            <p:nvPr/>
          </p:nvCxnSpPr>
          <p:spPr>
            <a:xfrm>
              <a:off x="4685228" y="894656"/>
              <a:ext cx="892362" cy="509538"/>
            </a:xfrm>
            <a:prstGeom prst="straightConnector1">
              <a:avLst/>
            </a:prstGeom>
            <a:noFill/>
            <a:ln w="25400" cap="flat" cmpd="sng" algn="ctr">
              <a:solidFill>
                <a:srgbClr val="CC0000"/>
              </a:solidFill>
              <a:prstDash val="solid"/>
              <a:headEnd type="triangle"/>
              <a:tailEnd type="triangle"/>
            </a:ln>
            <a:effectLst/>
          </p:spPr>
        </p:cxnSp>
        <p:cxnSp>
          <p:nvCxnSpPr>
            <p:cNvPr id="406" name="Straight Arrow Connector 405">
              <a:extLst>
                <a:ext uri="{FF2B5EF4-FFF2-40B4-BE49-F238E27FC236}">
                  <a16:creationId xmlns:a16="http://schemas.microsoft.com/office/drawing/2014/main" id="{286126FC-663F-E140-85FF-EA643857EAAB}"/>
                </a:ext>
              </a:extLst>
            </p:cNvPr>
            <p:cNvCxnSpPr/>
            <p:nvPr/>
          </p:nvCxnSpPr>
          <p:spPr>
            <a:xfrm>
              <a:off x="4801139" y="801003"/>
              <a:ext cx="1695805" cy="130162"/>
            </a:xfrm>
            <a:prstGeom prst="straightConnector1">
              <a:avLst/>
            </a:prstGeom>
            <a:noFill/>
            <a:ln w="25400" cap="flat" cmpd="sng" algn="ctr">
              <a:solidFill>
                <a:srgbClr val="CC0000"/>
              </a:solidFill>
              <a:prstDash val="solid"/>
              <a:headEnd type="triangle"/>
              <a:tailEnd type="triangle"/>
            </a:ln>
            <a:effectLst/>
          </p:spPr>
        </p:cxnSp>
        <p:sp>
          <p:nvSpPr>
            <p:cNvPr id="407" name="Oval 406">
              <a:extLst>
                <a:ext uri="{FF2B5EF4-FFF2-40B4-BE49-F238E27FC236}">
                  <a16:creationId xmlns:a16="http://schemas.microsoft.com/office/drawing/2014/main" id="{4DA7DE45-D335-D548-B5FE-488518B7B2B7}"/>
                </a:ext>
              </a:extLst>
            </p:cNvPr>
            <p:cNvSpPr/>
            <p:nvPr/>
          </p:nvSpPr>
          <p:spPr>
            <a:xfrm>
              <a:off x="6558870" y="894656"/>
              <a:ext cx="420775" cy="180957"/>
            </a:xfrm>
            <a:prstGeom prst="ellipse">
              <a:avLst/>
            </a:prstGeom>
            <a:solidFill>
              <a:srgbClr val="CC0000">
                <a:alpha val="28000"/>
              </a:srgbClr>
            </a:solidFill>
            <a:ln w="3175" cap="flat" cmpd="sng" algn="ctr">
              <a:solidFill>
                <a:srgbClr val="CC0000"/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408" name="Oval 407">
              <a:extLst>
                <a:ext uri="{FF2B5EF4-FFF2-40B4-BE49-F238E27FC236}">
                  <a16:creationId xmlns:a16="http://schemas.microsoft.com/office/drawing/2014/main" id="{E0F6C35C-914C-3B41-9CC4-D8179FFB699E}"/>
                </a:ext>
              </a:extLst>
            </p:cNvPr>
            <p:cNvSpPr/>
            <p:nvPr/>
          </p:nvSpPr>
          <p:spPr>
            <a:xfrm>
              <a:off x="5572826" y="1404194"/>
              <a:ext cx="420776" cy="182544"/>
            </a:xfrm>
            <a:prstGeom prst="ellipse">
              <a:avLst/>
            </a:prstGeom>
            <a:solidFill>
              <a:srgbClr val="CC0000">
                <a:alpha val="28000"/>
              </a:srgbClr>
            </a:solidFill>
            <a:ln w="3175" cap="flat" cmpd="sng" algn="ctr">
              <a:solidFill>
                <a:srgbClr val="CC0000"/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409" name="Oval 408">
              <a:extLst>
                <a:ext uri="{FF2B5EF4-FFF2-40B4-BE49-F238E27FC236}">
                  <a16:creationId xmlns:a16="http://schemas.microsoft.com/office/drawing/2014/main" id="{F2328B0F-766B-A544-ACA3-A1877D849A35}"/>
                </a:ext>
              </a:extLst>
            </p:cNvPr>
            <p:cNvSpPr/>
            <p:nvPr/>
          </p:nvSpPr>
          <p:spPr>
            <a:xfrm>
              <a:off x="4367661" y="707349"/>
              <a:ext cx="420775" cy="182545"/>
            </a:xfrm>
            <a:prstGeom prst="ellipse">
              <a:avLst/>
            </a:prstGeom>
            <a:solidFill>
              <a:srgbClr val="CC0000">
                <a:alpha val="28000"/>
              </a:srgbClr>
            </a:solidFill>
            <a:ln w="3175" cap="flat" cmpd="sng" algn="ctr">
              <a:solidFill>
                <a:srgbClr val="CC0000"/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410" name="Oval 409">
              <a:extLst>
                <a:ext uri="{FF2B5EF4-FFF2-40B4-BE49-F238E27FC236}">
                  <a16:creationId xmlns:a16="http://schemas.microsoft.com/office/drawing/2014/main" id="{4E049E95-C6A9-FE4D-937B-C134ECB1D9AB}"/>
                </a:ext>
              </a:extLst>
            </p:cNvPr>
            <p:cNvSpPr/>
            <p:nvPr/>
          </p:nvSpPr>
          <p:spPr>
            <a:xfrm>
              <a:off x="3572157" y="1402606"/>
              <a:ext cx="420776" cy="180957"/>
            </a:xfrm>
            <a:prstGeom prst="ellipse">
              <a:avLst/>
            </a:prstGeom>
            <a:solidFill>
              <a:srgbClr val="CC0000">
                <a:alpha val="28000"/>
              </a:srgbClr>
            </a:solidFill>
            <a:ln w="3175" cap="flat" cmpd="sng" algn="ctr">
              <a:solidFill>
                <a:srgbClr val="CC0000"/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cxnSp>
          <p:nvCxnSpPr>
            <p:cNvPr id="411" name="Straight Arrow Connector 410">
              <a:extLst>
                <a:ext uri="{FF2B5EF4-FFF2-40B4-BE49-F238E27FC236}">
                  <a16:creationId xmlns:a16="http://schemas.microsoft.com/office/drawing/2014/main" id="{C5FBB1F6-0839-A343-AE4E-8487D7B4403B}"/>
                </a:ext>
              </a:extLst>
            </p:cNvPr>
            <p:cNvCxnSpPr/>
            <p:nvPr/>
          </p:nvCxnSpPr>
          <p:spPr>
            <a:xfrm>
              <a:off x="2821113" y="1105773"/>
              <a:ext cx="2739010" cy="339692"/>
            </a:xfrm>
            <a:prstGeom prst="straightConnector1">
              <a:avLst/>
            </a:prstGeom>
            <a:noFill/>
            <a:ln w="25400" cap="flat" cmpd="sng" algn="ctr">
              <a:solidFill>
                <a:srgbClr val="CC0000"/>
              </a:solidFill>
              <a:prstDash val="solid"/>
              <a:headEnd type="triangle"/>
              <a:tailEnd type="triangle"/>
            </a:ln>
            <a:effectLst/>
          </p:spPr>
        </p:cxnSp>
        <p:cxnSp>
          <p:nvCxnSpPr>
            <p:cNvPr id="412" name="Straight Arrow Connector 411">
              <a:extLst>
                <a:ext uri="{FF2B5EF4-FFF2-40B4-BE49-F238E27FC236}">
                  <a16:creationId xmlns:a16="http://schemas.microsoft.com/office/drawing/2014/main" id="{01507C1D-D7CC-314D-9BC2-599E67963164}"/>
                </a:ext>
              </a:extLst>
            </p:cNvPr>
            <p:cNvCxnSpPr>
              <a:endCxn id="407" idx="2"/>
            </p:cNvCxnSpPr>
            <p:nvPr/>
          </p:nvCxnSpPr>
          <p:spPr>
            <a:xfrm flipV="1">
              <a:off x="3997696" y="985135"/>
              <a:ext cx="2561174" cy="469854"/>
            </a:xfrm>
            <a:prstGeom prst="straightConnector1">
              <a:avLst/>
            </a:prstGeom>
            <a:noFill/>
            <a:ln w="25400" cap="flat" cmpd="sng" algn="ctr">
              <a:solidFill>
                <a:srgbClr val="CC0000"/>
              </a:solidFill>
              <a:prstDash val="solid"/>
              <a:headEnd type="triangle"/>
              <a:tailEnd type="triangle"/>
            </a:ln>
            <a:effectLst/>
          </p:spPr>
        </p:cxnSp>
        <p:cxnSp>
          <p:nvCxnSpPr>
            <p:cNvPr id="413" name="Straight Arrow Connector 412">
              <a:extLst>
                <a:ext uri="{FF2B5EF4-FFF2-40B4-BE49-F238E27FC236}">
                  <a16:creationId xmlns:a16="http://schemas.microsoft.com/office/drawing/2014/main" id="{0D0AA51C-C88C-DA40-BB5F-C90D75401B35}"/>
                </a:ext>
              </a:extLst>
            </p:cNvPr>
            <p:cNvCxnSpPr/>
            <p:nvPr/>
          </p:nvCxnSpPr>
          <p:spPr>
            <a:xfrm flipV="1">
              <a:off x="3991345" y="1508959"/>
              <a:ext cx="1581481" cy="0"/>
            </a:xfrm>
            <a:prstGeom prst="straightConnector1">
              <a:avLst/>
            </a:prstGeom>
            <a:noFill/>
            <a:ln w="25400" cap="flat" cmpd="sng" algn="ctr">
              <a:solidFill>
                <a:srgbClr val="CC0000"/>
              </a:solidFill>
              <a:prstDash val="solid"/>
              <a:headEnd type="triangle"/>
              <a:tailEnd type="triangle"/>
            </a:ln>
            <a:effectLst/>
          </p:spPr>
        </p:cxnSp>
        <p:cxnSp>
          <p:nvCxnSpPr>
            <p:cNvPr id="414" name="Straight Arrow Connector 413">
              <a:extLst>
                <a:ext uri="{FF2B5EF4-FFF2-40B4-BE49-F238E27FC236}">
                  <a16:creationId xmlns:a16="http://schemas.microsoft.com/office/drawing/2014/main" id="{B8B513D7-9162-0648-BC71-8BEBCC27917A}"/>
                </a:ext>
              </a:extLst>
            </p:cNvPr>
            <p:cNvCxnSpPr/>
            <p:nvPr/>
          </p:nvCxnSpPr>
          <p:spPr>
            <a:xfrm flipV="1">
              <a:off x="5996777" y="1083550"/>
              <a:ext cx="751044" cy="396836"/>
            </a:xfrm>
            <a:prstGeom prst="straightConnector1">
              <a:avLst/>
            </a:prstGeom>
            <a:noFill/>
            <a:ln w="25400" cap="flat" cmpd="sng" algn="ctr">
              <a:solidFill>
                <a:srgbClr val="CC0000"/>
              </a:solidFill>
              <a:prstDash val="solid"/>
              <a:headEnd type="triangle"/>
              <a:tailEnd type="triangle"/>
            </a:ln>
            <a:effectLst/>
          </p:spPr>
        </p:cxnSp>
      </p:grpSp>
      <p:grpSp>
        <p:nvGrpSpPr>
          <p:cNvPr id="415" name="Group 414">
            <a:extLst>
              <a:ext uri="{FF2B5EF4-FFF2-40B4-BE49-F238E27FC236}">
                <a16:creationId xmlns:a16="http://schemas.microsoft.com/office/drawing/2014/main" id="{C4AAA334-C4B2-DD48-A566-2EA2C1AA11DF}"/>
              </a:ext>
            </a:extLst>
          </p:cNvPr>
          <p:cNvGrpSpPr>
            <a:grpSpLocks/>
          </p:cNvGrpSpPr>
          <p:nvPr/>
        </p:nvGrpSpPr>
        <p:grpSpPr bwMode="auto">
          <a:xfrm>
            <a:off x="3147598" y="3114745"/>
            <a:ext cx="6375400" cy="1047750"/>
            <a:chOff x="1557338" y="3074988"/>
            <a:chExt cx="6375400" cy="1047750"/>
          </a:xfrm>
        </p:grpSpPr>
        <p:sp>
          <p:nvSpPr>
            <p:cNvPr id="416" name="TextBox 232">
              <a:extLst>
                <a:ext uri="{FF2B5EF4-FFF2-40B4-BE49-F238E27FC236}">
                  <a16:creationId xmlns:a16="http://schemas.microsoft.com/office/drawing/2014/main" id="{97D7EB84-BAC0-D448-A55F-A56C30BB6A4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292975" y="3651250"/>
              <a:ext cx="595313" cy="4714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data</a:t>
              </a:r>
            </a:p>
            <a:p>
              <a:pPr marL="0" marR="0" lvl="0" indent="0" algn="ctr" defTabSz="914400" rtl="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plane</a:t>
              </a:r>
            </a:p>
          </p:txBody>
        </p:sp>
        <p:sp>
          <p:nvSpPr>
            <p:cNvPr id="417" name="TextBox 233">
              <a:extLst>
                <a:ext uri="{FF2B5EF4-FFF2-40B4-BE49-F238E27FC236}">
                  <a16:creationId xmlns:a16="http://schemas.microsoft.com/office/drawing/2014/main" id="{24A4F1C7-4BF4-EB42-A291-47BAC2502CD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224713" y="3074988"/>
              <a:ext cx="708025" cy="4714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control</a:t>
              </a:r>
            </a:p>
            <a:p>
              <a:pPr marL="0" marR="0" lvl="0" indent="0" algn="ctr" defTabSz="914400" rtl="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plane</a:t>
              </a:r>
            </a:p>
          </p:txBody>
        </p:sp>
        <p:cxnSp>
          <p:nvCxnSpPr>
            <p:cNvPr id="418" name="Straight Connector 417">
              <a:extLst>
                <a:ext uri="{FF2B5EF4-FFF2-40B4-BE49-F238E27FC236}">
                  <a16:creationId xmlns:a16="http://schemas.microsoft.com/office/drawing/2014/main" id="{61FEE5A3-FA87-164D-B072-015586DE3B9B}"/>
                </a:ext>
              </a:extLst>
            </p:cNvPr>
            <p:cNvCxnSpPr/>
            <p:nvPr/>
          </p:nvCxnSpPr>
          <p:spPr>
            <a:xfrm>
              <a:off x="1557338" y="3613150"/>
              <a:ext cx="6207125" cy="0"/>
            </a:xfrm>
            <a:prstGeom prst="line">
              <a:avLst/>
            </a:prstGeom>
            <a:noFill/>
            <a:ln w="25400" cap="flat" cmpd="sng" algn="ctr">
              <a:solidFill>
                <a:srgbClr val="000000"/>
              </a:solidFill>
              <a:prstDash val="dash"/>
            </a:ln>
            <a:effectLst/>
          </p:spPr>
        </p:cxnSp>
      </p:grpSp>
      <p:grpSp>
        <p:nvGrpSpPr>
          <p:cNvPr id="419" name="Group 418">
            <a:extLst>
              <a:ext uri="{FF2B5EF4-FFF2-40B4-BE49-F238E27FC236}">
                <a16:creationId xmlns:a16="http://schemas.microsoft.com/office/drawing/2014/main" id="{DB2133B7-0204-944D-9F85-D90FA61B1AAF}"/>
              </a:ext>
            </a:extLst>
          </p:cNvPr>
          <p:cNvGrpSpPr>
            <a:grpSpLocks/>
          </p:cNvGrpSpPr>
          <p:nvPr/>
        </p:nvGrpSpPr>
        <p:grpSpPr bwMode="auto">
          <a:xfrm>
            <a:off x="3419060" y="3741807"/>
            <a:ext cx="5126038" cy="1120775"/>
            <a:chOff x="-4746102" y="4471477"/>
            <a:chExt cx="5126173" cy="1120753"/>
          </a:xfrm>
        </p:grpSpPr>
        <p:pic>
          <p:nvPicPr>
            <p:cNvPr id="420" name="Picture 10" descr="fig42_table.pdf">
              <a:extLst>
                <a:ext uri="{FF2B5EF4-FFF2-40B4-BE49-F238E27FC236}">
                  <a16:creationId xmlns:a16="http://schemas.microsoft.com/office/drawing/2014/main" id="{B9B148BF-D420-D548-A8E4-2E44EE43547A}"/>
                </a:ext>
              </a:extLst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-4746102" y="4471477"/>
              <a:ext cx="966463" cy="966962"/>
            </a:xfrm>
            <a:prstGeom prst="rect">
              <a:avLst/>
            </a:prstGeom>
            <a:noFill/>
            <a:ln w="9525">
              <a:solidFill>
                <a:srgbClr val="CC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grpSp>
          <p:nvGrpSpPr>
            <p:cNvPr id="421" name="Group 25">
              <a:extLst>
                <a:ext uri="{FF2B5EF4-FFF2-40B4-BE49-F238E27FC236}">
                  <a16:creationId xmlns:a16="http://schemas.microsoft.com/office/drawing/2014/main" id="{6DCB3611-5B47-554A-AF9F-B20E8866BE3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3025264" y="5228984"/>
              <a:ext cx="3405335" cy="363246"/>
              <a:chOff x="-3025264" y="5228984"/>
              <a:chExt cx="3405335" cy="363246"/>
            </a:xfrm>
          </p:grpSpPr>
          <p:grpSp>
            <p:nvGrpSpPr>
              <p:cNvPr id="422" name="Group 241">
                <a:extLst>
                  <a:ext uri="{FF2B5EF4-FFF2-40B4-BE49-F238E27FC236}">
                    <a16:creationId xmlns:a16="http://schemas.microsoft.com/office/drawing/2014/main" id="{18B65E09-A0C2-A34F-9844-081D03E2EEE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-3025264" y="5262858"/>
                <a:ext cx="430360" cy="329372"/>
                <a:chOff x="2931664" y="3912603"/>
                <a:chExt cx="430450" cy="329314"/>
              </a:xfrm>
            </p:grpSpPr>
            <p:sp>
              <p:nvSpPr>
                <p:cNvPr id="438" name="Rectangle 437">
                  <a:extLst>
                    <a:ext uri="{FF2B5EF4-FFF2-40B4-BE49-F238E27FC236}">
                      <a16:creationId xmlns:a16="http://schemas.microsoft.com/office/drawing/2014/main" id="{510D7726-2281-144B-B722-F9A0F8992620}"/>
                    </a:ext>
                  </a:extLst>
                </p:cNvPr>
                <p:cNvSpPr/>
                <p:nvPr/>
              </p:nvSpPr>
              <p:spPr>
                <a:xfrm>
                  <a:off x="2936485" y="3908607"/>
                  <a:ext cx="425550" cy="333310"/>
                </a:xfrm>
                <a:prstGeom prst="rect">
                  <a:avLst/>
                </a:prstGeom>
                <a:solidFill>
                  <a:srgbClr val="FFFFFF"/>
                </a:solidFill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439" name="Straight Connector 438">
                  <a:extLst>
                    <a:ext uri="{FF2B5EF4-FFF2-40B4-BE49-F238E27FC236}">
                      <a16:creationId xmlns:a16="http://schemas.microsoft.com/office/drawing/2014/main" id="{B663A8A6-A483-9C45-9694-3F60B5B96577}"/>
                    </a:ext>
                  </a:extLst>
                </p:cNvPr>
                <p:cNvCxnSpPr/>
                <p:nvPr/>
              </p:nvCxnSpPr>
              <p:spPr>
                <a:xfrm>
                  <a:off x="2931721" y="4003838"/>
                  <a:ext cx="425550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440" name="Straight Connector 439">
                  <a:extLst>
                    <a:ext uri="{FF2B5EF4-FFF2-40B4-BE49-F238E27FC236}">
                      <a16:creationId xmlns:a16="http://schemas.microsoft.com/office/drawing/2014/main" id="{50FC0E77-85DF-A44F-A7EA-DB2E7EDC7F79}"/>
                    </a:ext>
                  </a:extLst>
                </p:cNvPr>
                <p:cNvCxnSpPr/>
                <p:nvPr/>
              </p:nvCxnSpPr>
              <p:spPr>
                <a:xfrm>
                  <a:off x="2931721" y="4067326"/>
                  <a:ext cx="425550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441" name="Straight Connector 440">
                  <a:extLst>
                    <a:ext uri="{FF2B5EF4-FFF2-40B4-BE49-F238E27FC236}">
                      <a16:creationId xmlns:a16="http://schemas.microsoft.com/office/drawing/2014/main" id="{6DCCCE94-F2A7-3D41-B0D1-67C30138A31B}"/>
                    </a:ext>
                  </a:extLst>
                </p:cNvPr>
                <p:cNvCxnSpPr>
                  <a:stCxn id="438" idx="2"/>
                </p:cNvCxnSpPr>
                <p:nvPr/>
              </p:nvCxnSpPr>
              <p:spPr>
                <a:xfrm flipH="1" flipV="1">
                  <a:off x="3147672" y="4003838"/>
                  <a:ext cx="1588" cy="238079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</p:grpSp>
          <p:grpSp>
            <p:nvGrpSpPr>
              <p:cNvPr id="423" name="Group 444">
                <a:extLst>
                  <a:ext uri="{FF2B5EF4-FFF2-40B4-BE49-F238E27FC236}">
                    <a16:creationId xmlns:a16="http://schemas.microsoft.com/office/drawing/2014/main" id="{80000B7B-1868-0545-96E2-2F3AE96E33E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-2217227" y="5261364"/>
                <a:ext cx="430361" cy="329307"/>
                <a:chOff x="2931664" y="3912603"/>
                <a:chExt cx="430450" cy="329314"/>
              </a:xfrm>
            </p:grpSpPr>
            <p:sp>
              <p:nvSpPr>
                <p:cNvPr id="434" name="Rectangle 433">
                  <a:extLst>
                    <a:ext uri="{FF2B5EF4-FFF2-40B4-BE49-F238E27FC236}">
                      <a16:creationId xmlns:a16="http://schemas.microsoft.com/office/drawing/2014/main" id="{152E459E-7CA1-E445-B3BA-7DCA2E4A2C56}"/>
                    </a:ext>
                  </a:extLst>
                </p:cNvPr>
                <p:cNvSpPr/>
                <p:nvPr/>
              </p:nvSpPr>
              <p:spPr>
                <a:xfrm>
                  <a:off x="2936506" y="3908513"/>
                  <a:ext cx="425549" cy="333376"/>
                </a:xfrm>
                <a:prstGeom prst="rect">
                  <a:avLst/>
                </a:prstGeom>
                <a:solidFill>
                  <a:srgbClr val="FFFFFF"/>
                </a:solidFill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435" name="Straight Connector 434">
                  <a:extLst>
                    <a:ext uri="{FF2B5EF4-FFF2-40B4-BE49-F238E27FC236}">
                      <a16:creationId xmlns:a16="http://schemas.microsoft.com/office/drawing/2014/main" id="{89A2E2E8-DA8D-6D49-B2DC-12FC2FC6D3C4}"/>
                    </a:ext>
                  </a:extLst>
                </p:cNvPr>
                <p:cNvCxnSpPr/>
                <p:nvPr/>
              </p:nvCxnSpPr>
              <p:spPr>
                <a:xfrm>
                  <a:off x="2931743" y="4003763"/>
                  <a:ext cx="425549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436" name="Straight Connector 435">
                  <a:extLst>
                    <a:ext uri="{FF2B5EF4-FFF2-40B4-BE49-F238E27FC236}">
                      <a16:creationId xmlns:a16="http://schemas.microsoft.com/office/drawing/2014/main" id="{D4FBE92F-02C8-4244-A63E-618F5A912844}"/>
                    </a:ext>
                  </a:extLst>
                </p:cNvPr>
                <p:cNvCxnSpPr/>
                <p:nvPr/>
              </p:nvCxnSpPr>
              <p:spPr>
                <a:xfrm>
                  <a:off x="2931743" y="4067263"/>
                  <a:ext cx="425549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437" name="Straight Connector 436">
                  <a:extLst>
                    <a:ext uri="{FF2B5EF4-FFF2-40B4-BE49-F238E27FC236}">
                      <a16:creationId xmlns:a16="http://schemas.microsoft.com/office/drawing/2014/main" id="{760EDE61-1AAF-D848-91CB-39C5F318690E}"/>
                    </a:ext>
                  </a:extLst>
                </p:cNvPr>
                <p:cNvCxnSpPr>
                  <a:stCxn id="434" idx="2"/>
                </p:cNvCxnSpPr>
                <p:nvPr/>
              </p:nvCxnSpPr>
              <p:spPr>
                <a:xfrm flipH="1" flipV="1">
                  <a:off x="3147693" y="4003763"/>
                  <a:ext cx="1587" cy="238126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</p:grpSp>
          <p:grpSp>
            <p:nvGrpSpPr>
              <p:cNvPr id="424" name="Group 473">
                <a:extLst>
                  <a:ext uri="{FF2B5EF4-FFF2-40B4-BE49-F238E27FC236}">
                    <a16:creationId xmlns:a16="http://schemas.microsoft.com/office/drawing/2014/main" id="{80D1C087-9836-C245-B670-1284428A4A6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-1034539" y="5261364"/>
                <a:ext cx="430360" cy="329307"/>
                <a:chOff x="2931664" y="3912603"/>
                <a:chExt cx="430450" cy="329314"/>
              </a:xfrm>
            </p:grpSpPr>
            <p:sp>
              <p:nvSpPr>
                <p:cNvPr id="430" name="Rectangle 429">
                  <a:extLst>
                    <a:ext uri="{FF2B5EF4-FFF2-40B4-BE49-F238E27FC236}">
                      <a16:creationId xmlns:a16="http://schemas.microsoft.com/office/drawing/2014/main" id="{C9A7D412-65DC-9649-A008-5ED26335CCA7}"/>
                    </a:ext>
                  </a:extLst>
                </p:cNvPr>
                <p:cNvSpPr/>
                <p:nvPr/>
              </p:nvSpPr>
              <p:spPr>
                <a:xfrm>
                  <a:off x="2936538" y="3908513"/>
                  <a:ext cx="425550" cy="333376"/>
                </a:xfrm>
                <a:prstGeom prst="rect">
                  <a:avLst/>
                </a:prstGeom>
                <a:solidFill>
                  <a:srgbClr val="FFFFFF"/>
                </a:solidFill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431" name="Straight Connector 430">
                  <a:extLst>
                    <a:ext uri="{FF2B5EF4-FFF2-40B4-BE49-F238E27FC236}">
                      <a16:creationId xmlns:a16="http://schemas.microsoft.com/office/drawing/2014/main" id="{2F282FB7-7000-B945-8F5A-E39A5A12E34F}"/>
                    </a:ext>
                  </a:extLst>
                </p:cNvPr>
                <p:cNvCxnSpPr/>
                <p:nvPr/>
              </p:nvCxnSpPr>
              <p:spPr>
                <a:xfrm>
                  <a:off x="2931774" y="4003763"/>
                  <a:ext cx="425550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432" name="Straight Connector 431">
                  <a:extLst>
                    <a:ext uri="{FF2B5EF4-FFF2-40B4-BE49-F238E27FC236}">
                      <a16:creationId xmlns:a16="http://schemas.microsoft.com/office/drawing/2014/main" id="{6613E38A-F502-9F4F-9071-21665BB1F3DD}"/>
                    </a:ext>
                  </a:extLst>
                </p:cNvPr>
                <p:cNvCxnSpPr/>
                <p:nvPr/>
              </p:nvCxnSpPr>
              <p:spPr>
                <a:xfrm>
                  <a:off x="2931774" y="4067263"/>
                  <a:ext cx="425550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433" name="Straight Connector 432">
                  <a:extLst>
                    <a:ext uri="{FF2B5EF4-FFF2-40B4-BE49-F238E27FC236}">
                      <a16:creationId xmlns:a16="http://schemas.microsoft.com/office/drawing/2014/main" id="{29B42128-C51A-6040-824E-C554F8EE3D12}"/>
                    </a:ext>
                  </a:extLst>
                </p:cNvPr>
                <p:cNvCxnSpPr>
                  <a:stCxn id="430" idx="2"/>
                </p:cNvCxnSpPr>
                <p:nvPr/>
              </p:nvCxnSpPr>
              <p:spPr>
                <a:xfrm flipH="1" flipV="1">
                  <a:off x="3147725" y="4003763"/>
                  <a:ext cx="1588" cy="238126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</p:grpSp>
          <p:grpSp>
            <p:nvGrpSpPr>
              <p:cNvPr id="425" name="Group 502">
                <a:extLst>
                  <a:ext uri="{FF2B5EF4-FFF2-40B4-BE49-F238E27FC236}">
                    <a16:creationId xmlns:a16="http://schemas.microsoft.com/office/drawing/2014/main" id="{C30D5DDC-A13E-034A-A1BA-1E146390EA7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-50289" y="5228984"/>
                <a:ext cx="430360" cy="350559"/>
                <a:chOff x="2931664" y="3912603"/>
                <a:chExt cx="430450" cy="329314"/>
              </a:xfrm>
            </p:grpSpPr>
            <p:sp>
              <p:nvSpPr>
                <p:cNvPr id="426" name="Rectangle 425">
                  <a:extLst>
                    <a:ext uri="{FF2B5EF4-FFF2-40B4-BE49-F238E27FC236}">
                      <a16:creationId xmlns:a16="http://schemas.microsoft.com/office/drawing/2014/main" id="{63A91007-6182-8647-9879-8292A71EAFEF}"/>
                    </a:ext>
                  </a:extLst>
                </p:cNvPr>
                <p:cNvSpPr/>
                <p:nvPr/>
              </p:nvSpPr>
              <p:spPr>
                <a:xfrm>
                  <a:off x="2936564" y="3912336"/>
                  <a:ext cx="425550" cy="329569"/>
                </a:xfrm>
                <a:prstGeom prst="rect">
                  <a:avLst/>
                </a:prstGeom>
                <a:solidFill>
                  <a:srgbClr val="FFFFFF"/>
                </a:solidFill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427" name="Straight Connector 426">
                  <a:extLst>
                    <a:ext uri="{FF2B5EF4-FFF2-40B4-BE49-F238E27FC236}">
                      <a16:creationId xmlns:a16="http://schemas.microsoft.com/office/drawing/2014/main" id="{0674F85B-15F4-F446-AD9E-DD534F9C342D}"/>
                    </a:ext>
                  </a:extLst>
                </p:cNvPr>
                <p:cNvCxnSpPr/>
                <p:nvPr/>
              </p:nvCxnSpPr>
              <p:spPr>
                <a:xfrm>
                  <a:off x="2931800" y="4003303"/>
                  <a:ext cx="425550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428" name="Straight Connector 427">
                  <a:extLst>
                    <a:ext uri="{FF2B5EF4-FFF2-40B4-BE49-F238E27FC236}">
                      <a16:creationId xmlns:a16="http://schemas.microsoft.com/office/drawing/2014/main" id="{60409E77-E63A-824F-A704-D7AE94C9BA5F}"/>
                    </a:ext>
                  </a:extLst>
                </p:cNvPr>
                <p:cNvCxnSpPr/>
                <p:nvPr/>
              </p:nvCxnSpPr>
              <p:spPr>
                <a:xfrm>
                  <a:off x="2931800" y="4067428"/>
                  <a:ext cx="425550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429" name="Straight Connector 428">
                  <a:extLst>
                    <a:ext uri="{FF2B5EF4-FFF2-40B4-BE49-F238E27FC236}">
                      <a16:creationId xmlns:a16="http://schemas.microsoft.com/office/drawing/2014/main" id="{76DF7BD3-201B-AE4F-909F-AB196C0CDB0D}"/>
                    </a:ext>
                  </a:extLst>
                </p:cNvPr>
                <p:cNvCxnSpPr>
                  <a:stCxn id="426" idx="2"/>
                </p:cNvCxnSpPr>
                <p:nvPr/>
              </p:nvCxnSpPr>
              <p:spPr>
                <a:xfrm flipH="1" flipV="1">
                  <a:off x="3147751" y="4003303"/>
                  <a:ext cx="1588" cy="238602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</p:grpSp>
        </p:grpSp>
      </p:grpSp>
      <p:grpSp>
        <p:nvGrpSpPr>
          <p:cNvPr id="442" name="Group 441">
            <a:extLst>
              <a:ext uri="{FF2B5EF4-FFF2-40B4-BE49-F238E27FC236}">
                <a16:creationId xmlns:a16="http://schemas.microsoft.com/office/drawing/2014/main" id="{DC317182-2E9B-354F-9E6B-904AD53D9670}"/>
              </a:ext>
            </a:extLst>
          </p:cNvPr>
          <p:cNvGrpSpPr>
            <a:grpSpLocks/>
          </p:cNvGrpSpPr>
          <p:nvPr/>
        </p:nvGrpSpPr>
        <p:grpSpPr bwMode="auto">
          <a:xfrm>
            <a:off x="3873085" y="2922657"/>
            <a:ext cx="4437063" cy="1577975"/>
            <a:chOff x="-4267279" y="3655204"/>
            <a:chExt cx="4437063" cy="1578510"/>
          </a:xfrm>
        </p:grpSpPr>
        <p:cxnSp>
          <p:nvCxnSpPr>
            <p:cNvPr id="443" name="Straight Arrow Connector 442">
              <a:extLst>
                <a:ext uri="{FF2B5EF4-FFF2-40B4-BE49-F238E27FC236}">
                  <a16:creationId xmlns:a16="http://schemas.microsoft.com/office/drawing/2014/main" id="{AEBEBCEA-9DEC-FC46-95E5-83FE63BD526A}"/>
                </a:ext>
              </a:extLst>
            </p:cNvPr>
            <p:cNvCxnSpPr/>
            <p:nvPr/>
          </p:nvCxnSpPr>
          <p:spPr bwMode="auto">
            <a:xfrm>
              <a:off x="-4267279" y="4047450"/>
              <a:ext cx="0" cy="422418"/>
            </a:xfrm>
            <a:prstGeom prst="straightConnector1">
              <a:avLst/>
            </a:prstGeom>
            <a:noFill/>
            <a:ln w="12700" cap="flat" cmpd="sng" algn="ctr">
              <a:solidFill>
                <a:srgbClr val="CC0000"/>
              </a:solidFill>
              <a:prstDash val="solid"/>
              <a:tailEnd type="triangle"/>
            </a:ln>
            <a:effectLst/>
          </p:spPr>
        </p:cxnSp>
        <p:cxnSp>
          <p:nvCxnSpPr>
            <p:cNvPr id="444" name="Straight Arrow Connector 443">
              <a:extLst>
                <a:ext uri="{FF2B5EF4-FFF2-40B4-BE49-F238E27FC236}">
                  <a16:creationId xmlns:a16="http://schemas.microsoft.com/office/drawing/2014/main" id="{8ADE9CEC-EEA0-A54D-AC1A-85CC293083F6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-2808366" y="4361882"/>
              <a:ext cx="0" cy="871832"/>
            </a:xfrm>
            <a:prstGeom prst="straightConnector1">
              <a:avLst/>
            </a:prstGeom>
            <a:noFill/>
            <a:ln w="6350">
              <a:solidFill>
                <a:srgbClr val="CC0000"/>
              </a:solidFill>
              <a:round/>
              <a:headEnd/>
              <a:tailEnd type="triangle" w="med" len="med"/>
            </a:ln>
            <a:effectLst>
              <a:outerShdw blurRad="40000" dist="20000" dir="5400000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445" name="Straight Arrow Connector 444">
              <a:extLst>
                <a:ext uri="{FF2B5EF4-FFF2-40B4-BE49-F238E27FC236}">
                  <a16:creationId xmlns:a16="http://schemas.microsoft.com/office/drawing/2014/main" id="{6391DEC8-23F8-A847-ACF3-AD06E6E59A69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-2006679" y="3655204"/>
              <a:ext cx="6350" cy="1576922"/>
            </a:xfrm>
            <a:prstGeom prst="straightConnector1">
              <a:avLst/>
            </a:prstGeom>
            <a:noFill/>
            <a:ln w="6350">
              <a:solidFill>
                <a:srgbClr val="CC0000"/>
              </a:solidFill>
              <a:round/>
              <a:headEnd/>
              <a:tailEnd type="triangle" w="med" len="med"/>
            </a:ln>
            <a:effectLst>
              <a:outerShdw blurRad="40000" dist="20000" dir="5400000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446" name="Straight Arrow Connector 445">
              <a:extLst>
                <a:ext uri="{FF2B5EF4-FFF2-40B4-BE49-F238E27FC236}">
                  <a16:creationId xmlns:a16="http://schemas.microsoft.com/office/drawing/2014/main" id="{C40B4987-DD61-E544-9ED1-243F1836BF7B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-823991" y="4326945"/>
              <a:ext cx="6350" cy="905182"/>
            </a:xfrm>
            <a:prstGeom prst="straightConnector1">
              <a:avLst/>
            </a:prstGeom>
            <a:noFill/>
            <a:ln w="6350">
              <a:solidFill>
                <a:srgbClr val="CC0000"/>
              </a:solidFill>
              <a:round/>
              <a:headEnd/>
              <a:tailEnd type="triangle" w="med" len="med"/>
            </a:ln>
            <a:effectLst>
              <a:outerShdw blurRad="40000" dist="20000" dir="5400000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447" name="Straight Arrow Connector 446">
              <a:extLst>
                <a:ext uri="{FF2B5EF4-FFF2-40B4-BE49-F238E27FC236}">
                  <a16:creationId xmlns:a16="http://schemas.microsoft.com/office/drawing/2014/main" id="{B6FD6F72-9B1A-9E49-BC03-FF4EB3F432F8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166609" y="3798127"/>
              <a:ext cx="3175" cy="1399062"/>
            </a:xfrm>
            <a:prstGeom prst="straightConnector1">
              <a:avLst/>
            </a:prstGeom>
            <a:noFill/>
            <a:ln w="6350">
              <a:solidFill>
                <a:srgbClr val="CC0000"/>
              </a:solidFill>
              <a:round/>
              <a:headEnd/>
              <a:tailEnd type="triangle" w="med" len="med"/>
            </a:ln>
            <a:effectLst>
              <a:outerShdw blurRad="40000" dist="20000" dir="5400000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cxnSp>
        <p:nvCxnSpPr>
          <p:cNvPr id="448" name="Straight Connector 447">
            <a:extLst>
              <a:ext uri="{FF2B5EF4-FFF2-40B4-BE49-F238E27FC236}">
                <a16:creationId xmlns:a16="http://schemas.microsoft.com/office/drawing/2014/main" id="{EBF459C0-AF75-AC4B-82FD-7B57E1803EDC}"/>
              </a:ext>
            </a:extLst>
          </p:cNvPr>
          <p:cNvCxnSpPr/>
          <p:nvPr/>
        </p:nvCxnSpPr>
        <p:spPr>
          <a:xfrm flipH="1">
            <a:off x="2872960" y="5842070"/>
            <a:ext cx="1508125" cy="1587"/>
          </a:xfrm>
          <a:prstGeom prst="line">
            <a:avLst/>
          </a:prstGeom>
          <a:noFill/>
          <a:ln w="9525" cap="flat" cmpd="sng" algn="ctr">
            <a:solidFill>
              <a:srgbClr val="000000"/>
            </a:solidFill>
            <a:prstDash val="solid"/>
          </a:ln>
          <a:effectLst/>
        </p:spPr>
      </p:cxnSp>
      <p:sp>
        <p:nvSpPr>
          <p:cNvPr id="449" name="TextBox 265">
            <a:extLst>
              <a:ext uri="{FF2B5EF4-FFF2-40B4-BE49-F238E27FC236}">
                <a16:creationId xmlns:a16="http://schemas.microsoft.com/office/drawing/2014/main" id="{8D6CC213-50D8-D143-AB2E-8A70AD0BD3D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789073" y="5513457"/>
            <a:ext cx="263525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1</a:t>
            </a:r>
          </a:p>
        </p:txBody>
      </p:sp>
      <p:sp>
        <p:nvSpPr>
          <p:cNvPr id="450" name="TextBox 281">
            <a:extLst>
              <a:ext uri="{FF2B5EF4-FFF2-40B4-BE49-F238E27FC236}">
                <a16:creationId xmlns:a16="http://schemas.microsoft.com/office/drawing/2014/main" id="{FD871173-63C8-004A-B893-95B0B94D0C3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963698" y="5800795"/>
            <a:ext cx="263525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2</a:t>
            </a:r>
          </a:p>
        </p:txBody>
      </p:sp>
      <p:grpSp>
        <p:nvGrpSpPr>
          <p:cNvPr id="451" name="Group 5">
            <a:extLst>
              <a:ext uri="{FF2B5EF4-FFF2-40B4-BE49-F238E27FC236}">
                <a16:creationId xmlns:a16="http://schemas.microsoft.com/office/drawing/2014/main" id="{57C14B28-467E-9240-8CC3-03FBD986B649}"/>
              </a:ext>
            </a:extLst>
          </p:cNvPr>
          <p:cNvGrpSpPr>
            <a:grpSpLocks/>
          </p:cNvGrpSpPr>
          <p:nvPr/>
        </p:nvGrpSpPr>
        <p:grpSpPr bwMode="auto">
          <a:xfrm>
            <a:off x="2528473" y="5276920"/>
            <a:ext cx="1616075" cy="487362"/>
            <a:chOff x="-4079003" y="2717403"/>
            <a:chExt cx="1616718" cy="488475"/>
          </a:xfrm>
        </p:grpSpPr>
        <p:sp>
          <p:nvSpPr>
            <p:cNvPr id="453" name="Rectangle 98">
              <a:extLst>
                <a:ext uri="{FF2B5EF4-FFF2-40B4-BE49-F238E27FC236}">
                  <a16:creationId xmlns:a16="http://schemas.microsoft.com/office/drawing/2014/main" id="{693A8054-41EF-F147-A07F-2F6F499255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4079003" y="2985994"/>
              <a:ext cx="1281675" cy="208750"/>
            </a:xfrm>
            <a:prstGeom prst="rect">
              <a:avLst/>
            </a:prstGeom>
            <a:solidFill>
              <a:srgbClr val="3333CC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>
              <a:outerShdw blurRad="50800" dist="38100" dir="18900000" algn="bl" rotWithShape="0">
                <a:prstClr val="black">
                  <a:alpha val="40000"/>
                </a:prstClr>
              </a:outerShdw>
            </a:effec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54" name="Line 99">
              <a:extLst>
                <a:ext uri="{FF2B5EF4-FFF2-40B4-BE49-F238E27FC236}">
                  <a16:creationId xmlns:a16="http://schemas.microsoft.com/office/drawing/2014/main" id="{F72989E1-2AE2-724E-BB5A-C3EDBBB6AF6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-2933828" y="3101502"/>
              <a:ext cx="471543" cy="0"/>
            </a:xfrm>
            <a:prstGeom prst="line">
              <a:avLst/>
            </a:prstGeom>
            <a:noFill/>
            <a:ln w="9525">
              <a:solidFill>
                <a:srgbClr val="3333CC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55" name="Rectangle 104">
              <a:extLst>
                <a:ext uri="{FF2B5EF4-FFF2-40B4-BE49-F238E27FC236}">
                  <a16:creationId xmlns:a16="http://schemas.microsoft.com/office/drawing/2014/main" id="{5AC95A09-8057-7147-9F57-6EFF2A5E53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3377007" y="2988777"/>
              <a:ext cx="476861" cy="210142"/>
            </a:xfrm>
            <a:prstGeom prst="rect">
              <a:avLst/>
            </a:prstGeom>
            <a:solidFill>
              <a:srgbClr val="00CC9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56" name="Text Box 105">
              <a:extLst>
                <a:ext uri="{FF2B5EF4-FFF2-40B4-BE49-F238E27FC236}">
                  <a16:creationId xmlns:a16="http://schemas.microsoft.com/office/drawing/2014/main" id="{47FDF11B-1F9E-D148-996F-69ECC9F11F2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-3430189" y="2965119"/>
              <a:ext cx="581451" cy="24075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0111</a:t>
              </a:r>
            </a:p>
          </p:txBody>
        </p:sp>
        <p:sp>
          <p:nvSpPr>
            <p:cNvPr id="457" name="Line 119">
              <a:extLst>
                <a:ext uri="{FF2B5EF4-FFF2-40B4-BE49-F238E27FC236}">
                  <a16:creationId xmlns:a16="http://schemas.microsoft.com/office/drawing/2014/main" id="{CD73CAA3-C367-7049-8128-3C09B270BBE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-3621642" y="2717403"/>
              <a:ext cx="405953" cy="30060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458" name="Freeform 120">
            <a:extLst>
              <a:ext uri="{FF2B5EF4-FFF2-40B4-BE49-F238E27FC236}">
                <a16:creationId xmlns:a16="http://schemas.microsoft.com/office/drawing/2014/main" id="{9B17F469-9813-DD46-ADCC-A6A37DCBE4CD}"/>
              </a:ext>
            </a:extLst>
          </p:cNvPr>
          <p:cNvSpPr>
            <a:spLocks/>
          </p:cNvSpPr>
          <p:nvPr/>
        </p:nvSpPr>
        <p:spPr bwMode="auto">
          <a:xfrm>
            <a:off x="4084223" y="5708720"/>
            <a:ext cx="982662" cy="233362"/>
          </a:xfrm>
          <a:custGeom>
            <a:avLst/>
            <a:gdLst>
              <a:gd name="T0" fmla="*/ 0 w 554"/>
              <a:gd name="T1" fmla="*/ 2147483647 h 167"/>
              <a:gd name="T2" fmla="*/ 2147483647 w 554"/>
              <a:gd name="T3" fmla="*/ 2147483647 h 167"/>
              <a:gd name="T4" fmla="*/ 2147483647 w 554"/>
              <a:gd name="T5" fmla="*/ 2147483647 h 167"/>
              <a:gd name="T6" fmla="*/ 0 60000 65536"/>
              <a:gd name="T7" fmla="*/ 0 60000 65536"/>
              <a:gd name="T8" fmla="*/ 0 60000 65536"/>
              <a:gd name="T9" fmla="*/ 0 w 554"/>
              <a:gd name="T10" fmla="*/ 0 h 167"/>
              <a:gd name="T11" fmla="*/ 554 w 554"/>
              <a:gd name="T12" fmla="*/ 167 h 167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554" h="167">
                <a:moveTo>
                  <a:pt x="0" y="10"/>
                </a:moveTo>
                <a:cubicBezTo>
                  <a:pt x="102" y="0"/>
                  <a:pt x="240" y="5"/>
                  <a:pt x="324" y="26"/>
                </a:cubicBezTo>
                <a:cubicBezTo>
                  <a:pt x="416" y="52"/>
                  <a:pt x="502" y="120"/>
                  <a:pt x="554" y="167"/>
                </a:cubicBezTo>
              </a:path>
            </a:pathLst>
          </a:custGeom>
          <a:noFill/>
          <a:ln w="57150" cmpd="sng">
            <a:solidFill>
              <a:srgbClr val="FF33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459" name="Group 357">
            <a:extLst>
              <a:ext uri="{FF2B5EF4-FFF2-40B4-BE49-F238E27FC236}">
                <a16:creationId xmlns:a16="http://schemas.microsoft.com/office/drawing/2014/main" id="{F5E5FC5C-1765-2446-9583-0A67B919000D}"/>
              </a:ext>
            </a:extLst>
          </p:cNvPr>
          <p:cNvGrpSpPr>
            <a:grpSpLocks/>
          </p:cNvGrpSpPr>
          <p:nvPr/>
        </p:nvGrpSpPr>
        <p:grpSpPr bwMode="auto">
          <a:xfrm>
            <a:off x="4304885" y="5699195"/>
            <a:ext cx="565150" cy="293687"/>
            <a:chOff x="1871277" y="1576300"/>
            <a:chExt cx="1128371" cy="437861"/>
          </a:xfrm>
        </p:grpSpPr>
        <p:sp>
          <p:nvSpPr>
            <p:cNvPr id="460" name="Oval 459">
              <a:extLst>
                <a:ext uri="{FF2B5EF4-FFF2-40B4-BE49-F238E27FC236}">
                  <a16:creationId xmlns:a16="http://schemas.microsoft.com/office/drawing/2014/main" id="{BE27647C-3DCE-C848-8559-90456AA1A4C1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448" y="1694641"/>
              <a:ext cx="1125200" cy="319520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61" name="Rectangle 460">
              <a:extLst>
                <a:ext uri="{FF2B5EF4-FFF2-40B4-BE49-F238E27FC236}">
                  <a16:creationId xmlns:a16="http://schemas.microsoft.com/office/drawing/2014/main" id="{59B28033-FF2E-0D49-AE8B-150A3DAC870E}"/>
                </a:ext>
              </a:extLst>
            </p:cNvPr>
            <p:cNvSpPr/>
            <p:nvPr/>
          </p:nvSpPr>
          <p:spPr bwMode="auto">
            <a:xfrm>
              <a:off x="1871277" y="1739610"/>
              <a:ext cx="1128371" cy="115975"/>
            </a:xfrm>
            <a:prstGeom prst="rect">
              <a:avLst/>
            </a:prstGeom>
            <a:gradFill rotWithShape="1">
              <a:gsLst>
                <a:gs pos="0">
                  <a:srgbClr val="3333CC">
                    <a:lumMod val="75000"/>
                  </a:srgbClr>
                </a:gs>
                <a:gs pos="53000">
                  <a:srgbClr val="3333CC">
                    <a:lumMod val="60000"/>
                    <a:lumOff val="40000"/>
                  </a:srgbClr>
                </a:gs>
                <a:gs pos="100000">
                  <a:srgbClr val="3333CC">
                    <a:lumMod val="75000"/>
                  </a:srgbClr>
                </a:gs>
              </a:gsLst>
              <a:lin ang="10800000" scaled="0"/>
            </a:gradFill>
            <a:ln w="25400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462" name="Oval 461">
              <a:extLst>
                <a:ext uri="{FF2B5EF4-FFF2-40B4-BE49-F238E27FC236}">
                  <a16:creationId xmlns:a16="http://schemas.microsoft.com/office/drawing/2014/main" id="{90E87BE2-8DD5-F949-9609-CEE42558EC64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202" cy="319520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63" name="Freeform 462">
              <a:extLst>
                <a:ext uri="{FF2B5EF4-FFF2-40B4-BE49-F238E27FC236}">
                  <a16:creationId xmlns:a16="http://schemas.microsoft.com/office/drawing/2014/main" id="{E67E4AB2-89E6-9547-93D2-34CED5D46ECE}"/>
                </a:ext>
              </a:extLst>
            </p:cNvPr>
            <p:cNvSpPr/>
            <p:nvPr/>
          </p:nvSpPr>
          <p:spPr bwMode="auto">
            <a:xfrm>
              <a:off x="2159710" y="1673339"/>
              <a:ext cx="548337" cy="160944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rgbClr val="3333CC">
                <a:lumMod val="60000"/>
                <a:lumOff val="40000"/>
              </a:srgbClr>
            </a:solidFill>
            <a:ln w="952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464" name="Freeform 463">
              <a:extLst>
                <a:ext uri="{FF2B5EF4-FFF2-40B4-BE49-F238E27FC236}">
                  <a16:creationId xmlns:a16="http://schemas.microsoft.com/office/drawing/2014/main" id="{E0013E89-2E09-C94F-888A-0764BFC4C3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657" y="1633104"/>
              <a:ext cx="662442" cy="111240"/>
            </a:xfrm>
            <a:custGeom>
              <a:avLst/>
              <a:gdLst>
                <a:gd name="T0" fmla="*/ 0 w 3723451"/>
                <a:gd name="T1" fmla="*/ 27215 h 932950"/>
                <a:gd name="T2" fmla="*/ 116561 w 3723451"/>
                <a:gd name="T3" fmla="*/ 321 h 932950"/>
                <a:gd name="T4" fmla="*/ 330163 w 3723451"/>
                <a:gd name="T5" fmla="*/ 62069 h 932950"/>
                <a:gd name="T6" fmla="*/ 533941 w 3723451"/>
                <a:gd name="T7" fmla="*/ 0 h 932950"/>
                <a:gd name="T8" fmla="*/ 662442 w 3723451"/>
                <a:gd name="T9" fmla="*/ 24699 h 932950"/>
                <a:gd name="T10" fmla="*/ 566838 w 3723451"/>
                <a:gd name="T11" fmla="*/ 55071 h 932950"/>
                <a:gd name="T12" fmla="*/ 536057 w 3723451"/>
                <a:gd name="T13" fmla="*/ 46883 h 932950"/>
                <a:gd name="T14" fmla="*/ 333916 w 3723451"/>
                <a:gd name="T15" fmla="*/ 111240 h 932950"/>
                <a:gd name="T16" fmla="*/ 126604 w 3723451"/>
                <a:gd name="T17" fmla="*/ 49250 h 932950"/>
                <a:gd name="T18" fmla="*/ 93085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65" name="Freeform 464">
              <a:extLst>
                <a:ext uri="{FF2B5EF4-FFF2-40B4-BE49-F238E27FC236}">
                  <a16:creationId xmlns:a16="http://schemas.microsoft.com/office/drawing/2014/main" id="{D4D31051-3F76-8D4A-A94B-F0DCA0AFF2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889" y="1727776"/>
              <a:ext cx="244059" cy="97039"/>
            </a:xfrm>
            <a:custGeom>
              <a:avLst/>
              <a:gdLst>
                <a:gd name="T0" fmla="*/ 0 w 1366596"/>
                <a:gd name="T1" fmla="*/ 0 h 809868"/>
                <a:gd name="T2" fmla="*/ 244059 w 1366596"/>
                <a:gd name="T3" fmla="*/ 74985 h 809868"/>
                <a:gd name="T4" fmla="*/ 154488 w 1366596"/>
                <a:gd name="T5" fmla="*/ 97039 h 809868"/>
                <a:gd name="T6" fmla="*/ 822 w 1366596"/>
                <a:gd name="T7" fmla="*/ 51276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66" name="Freeform 465">
              <a:extLst>
                <a:ext uri="{FF2B5EF4-FFF2-40B4-BE49-F238E27FC236}">
                  <a16:creationId xmlns:a16="http://schemas.microsoft.com/office/drawing/2014/main" id="{DFC93EA6-DE5D-3E40-831C-1084B477EA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9979" y="1730143"/>
              <a:ext cx="240888" cy="97040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6827 h 791462"/>
                <a:gd name="T4" fmla="*/ 87147 w 1348191"/>
                <a:gd name="T5" fmla="*/ 97040 h 791462"/>
                <a:gd name="T6" fmla="*/ 0 w 1348191"/>
                <a:gd name="T7" fmla="*/ 75037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cxnSp>
          <p:nvCxnSpPr>
            <p:cNvPr id="467" name="Straight Connector 466">
              <a:extLst>
                <a:ext uri="{FF2B5EF4-FFF2-40B4-BE49-F238E27FC236}">
                  <a16:creationId xmlns:a16="http://schemas.microsoft.com/office/drawing/2014/main" id="{4C149BB2-DFC7-984A-98E9-3C4AA2DDC501}"/>
                </a:ext>
              </a:extLst>
            </p:cNvPr>
            <p:cNvCxnSpPr>
              <a:cxnSpLocks noChangeShapeType="1"/>
              <a:endCxn id="462" idx="2"/>
            </p:cNvCxnSpPr>
            <p:nvPr/>
          </p:nvCxnSpPr>
          <p:spPr bwMode="auto">
            <a:xfrm flipH="1" flipV="1">
              <a:off x="1871277" y="1737244"/>
              <a:ext cx="3171" cy="123075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468" name="Straight Connector 467">
              <a:extLst>
                <a:ext uri="{FF2B5EF4-FFF2-40B4-BE49-F238E27FC236}">
                  <a16:creationId xmlns:a16="http://schemas.microsoft.com/office/drawing/2014/main" id="{7AD8C9C3-3ED3-FC4C-9678-8E0AF3B54004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479" y="1734876"/>
              <a:ext cx="3169" cy="123075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sp>
        <p:nvSpPr>
          <p:cNvPr id="469" name="TextBox 6">
            <a:extLst>
              <a:ext uri="{FF2B5EF4-FFF2-40B4-BE49-F238E27FC236}">
                <a16:creationId xmlns:a16="http://schemas.microsoft.com/office/drawing/2014/main" id="{EED866B1-9598-C54F-A0E0-D641030E175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87110" y="4943545"/>
            <a:ext cx="1992313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values in arriving 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packet header</a:t>
            </a:r>
            <a:endParaRPr kumimoji="0" lang="en-US" alt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470" name="TextBox 282">
            <a:extLst>
              <a:ext uri="{FF2B5EF4-FFF2-40B4-BE49-F238E27FC236}">
                <a16:creationId xmlns:a16="http://schemas.microsoft.com/office/drawing/2014/main" id="{CE2B3699-263C-CA42-8354-6E8A61868F0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58898" y="5902395"/>
            <a:ext cx="261937" cy="2778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3</a:t>
            </a:r>
          </a:p>
        </p:txBody>
      </p:sp>
      <p:sp>
        <p:nvSpPr>
          <p:cNvPr id="236" name="Slide Number Placeholder 4">
            <a:extLst>
              <a:ext uri="{FF2B5EF4-FFF2-40B4-BE49-F238E27FC236}">
                <a16:creationId xmlns:a16="http://schemas.microsoft.com/office/drawing/2014/main" id="{ED6517D9-F18B-5447-8ABE-90D9847B304D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Network Layer: 4-</a:t>
            </a:r>
            <a:fld id="{C4204591-24BD-A542-B9D5-F8D8A88D2FEE}" type="slidenum">
              <a:rPr kumimoji="0" lang="en-US" sz="1100" b="0" i="0" u="none" strike="noStrike" kern="1200" cap="none" spc="0" normalizeH="0" baseline="0" noProof="0" smtClean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68</a:t>
            </a:fld>
            <a:endParaRPr kumimoji="0" lang="en-US" sz="11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50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08365287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1000"/>
                                        <p:tgtEl>
                                          <p:spTgt spid="2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4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4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2" dur="500"/>
                                        <p:tgtEl>
                                          <p:spTgt spid="4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4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A53B46D7-DEDF-364B-99E9-3FB1F889B8A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17576" y="261255"/>
            <a:ext cx="11213592" cy="894622"/>
          </a:xfrm>
        </p:spPr>
        <p:txBody>
          <a:bodyPr>
            <a:normAutofit fontScale="90000"/>
          </a:bodyPr>
          <a:lstStyle/>
          <a:p>
            <a:r>
              <a:rPr lang="en-US" sz="4800" dirty="0"/>
              <a:t>Software-Defined Networking (SDN) control plane</a:t>
            </a:r>
          </a:p>
        </p:txBody>
      </p:sp>
      <p:sp>
        <p:nvSpPr>
          <p:cNvPr id="4" name="TextBox 257">
            <a:extLst>
              <a:ext uri="{FF2B5EF4-FFF2-40B4-BE49-F238E27FC236}">
                <a16:creationId xmlns:a16="http://schemas.microsoft.com/office/drawing/2014/main" id="{8EB40520-A927-A94E-975A-4093319F1CF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2609" y="1064529"/>
            <a:ext cx="11310730" cy="584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Remote controller computes, installs forwarding tables in routers</a:t>
            </a:r>
          </a:p>
        </p:txBody>
      </p:sp>
      <p:grpSp>
        <p:nvGrpSpPr>
          <p:cNvPr id="817" name="Group 816">
            <a:extLst>
              <a:ext uri="{FF2B5EF4-FFF2-40B4-BE49-F238E27FC236}">
                <a16:creationId xmlns:a16="http://schemas.microsoft.com/office/drawing/2014/main" id="{0035B262-335A-2042-8F0A-4D25C5CCAA4C}"/>
              </a:ext>
            </a:extLst>
          </p:cNvPr>
          <p:cNvGrpSpPr>
            <a:grpSpLocks/>
          </p:cNvGrpSpPr>
          <p:nvPr/>
        </p:nvGrpSpPr>
        <p:grpSpPr bwMode="auto">
          <a:xfrm>
            <a:off x="3203430" y="1967880"/>
            <a:ext cx="6027738" cy="1439862"/>
            <a:chOff x="1492879" y="2061336"/>
            <a:chExt cx="6027737" cy="1440135"/>
          </a:xfrm>
        </p:grpSpPr>
        <p:sp>
          <p:nvSpPr>
            <p:cNvPr id="818" name="Rectangle 817">
              <a:extLst>
                <a:ext uri="{FF2B5EF4-FFF2-40B4-BE49-F238E27FC236}">
                  <a16:creationId xmlns:a16="http://schemas.microsoft.com/office/drawing/2014/main" id="{2911F90D-6E6D-8D44-A029-2BB47782B47E}"/>
                </a:ext>
              </a:extLst>
            </p:cNvPr>
            <p:cNvSpPr/>
            <p:nvPr/>
          </p:nvSpPr>
          <p:spPr bwMode="auto">
            <a:xfrm>
              <a:off x="1929442" y="2064512"/>
              <a:ext cx="5043486" cy="1017780"/>
            </a:xfrm>
            <a:prstGeom prst="rect">
              <a:avLst/>
            </a:prstGeom>
            <a:solidFill>
              <a:srgbClr val="2D2DB9">
                <a:lumMod val="20000"/>
                <a:lumOff val="80000"/>
              </a:srgbClr>
            </a:solidFill>
            <a:ln w="317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819" name="Freeform 818">
              <a:extLst>
                <a:ext uri="{FF2B5EF4-FFF2-40B4-BE49-F238E27FC236}">
                  <a16:creationId xmlns:a16="http://schemas.microsoft.com/office/drawing/2014/main" id="{24B8DF14-13D1-7B4D-AA8E-6D4B866768A6}"/>
                </a:ext>
              </a:extLst>
            </p:cNvPr>
            <p:cNvSpPr/>
            <p:nvPr/>
          </p:nvSpPr>
          <p:spPr bwMode="auto">
            <a:xfrm>
              <a:off x="1740529" y="2067687"/>
              <a:ext cx="198438" cy="1386150"/>
            </a:xfrm>
            <a:custGeom>
              <a:avLst/>
              <a:gdLst>
                <a:gd name="connsiteX0" fmla="*/ 0 w 312616"/>
                <a:gd name="connsiteY0" fmla="*/ 644770 h 1367693"/>
                <a:gd name="connsiteX1" fmla="*/ 312616 w 312616"/>
                <a:gd name="connsiteY1" fmla="*/ 0 h 1367693"/>
                <a:gd name="connsiteX2" fmla="*/ 312616 w 312616"/>
                <a:gd name="connsiteY2" fmla="*/ 1016000 h 1367693"/>
                <a:gd name="connsiteX3" fmla="*/ 117231 w 312616"/>
                <a:gd name="connsiteY3" fmla="*/ 1367693 h 1367693"/>
                <a:gd name="connsiteX4" fmla="*/ 0 w 312616"/>
                <a:gd name="connsiteY4" fmla="*/ 644770 h 1367693"/>
                <a:gd name="connsiteX0" fmla="*/ 0 w 199855"/>
                <a:gd name="connsiteY0" fmla="*/ 733787 h 1367693"/>
                <a:gd name="connsiteX1" fmla="*/ 199855 w 199855"/>
                <a:gd name="connsiteY1" fmla="*/ 0 h 1367693"/>
                <a:gd name="connsiteX2" fmla="*/ 199855 w 199855"/>
                <a:gd name="connsiteY2" fmla="*/ 1016000 h 1367693"/>
                <a:gd name="connsiteX3" fmla="*/ 4470 w 199855"/>
                <a:gd name="connsiteY3" fmla="*/ 1367693 h 1367693"/>
                <a:gd name="connsiteX4" fmla="*/ 0 w 199855"/>
                <a:gd name="connsiteY4" fmla="*/ 733787 h 1367693"/>
                <a:gd name="connsiteX0" fmla="*/ 25203 w 225058"/>
                <a:gd name="connsiteY0" fmla="*/ 733787 h 1361758"/>
                <a:gd name="connsiteX1" fmla="*/ 225058 w 225058"/>
                <a:gd name="connsiteY1" fmla="*/ 0 h 1361758"/>
                <a:gd name="connsiteX2" fmla="*/ 225058 w 225058"/>
                <a:gd name="connsiteY2" fmla="*/ 1016000 h 1361758"/>
                <a:gd name="connsiteX3" fmla="*/ 0 w 225058"/>
                <a:gd name="connsiteY3" fmla="*/ 1361758 h 1361758"/>
                <a:gd name="connsiteX4" fmla="*/ 25203 w 225058"/>
                <a:gd name="connsiteY4" fmla="*/ 733787 h 1361758"/>
                <a:gd name="connsiteX0" fmla="*/ 25203 w 230992"/>
                <a:gd name="connsiteY0" fmla="*/ 787197 h 1415168"/>
                <a:gd name="connsiteX1" fmla="*/ 230992 w 230992"/>
                <a:gd name="connsiteY1" fmla="*/ 0 h 1415168"/>
                <a:gd name="connsiteX2" fmla="*/ 225058 w 230992"/>
                <a:gd name="connsiteY2" fmla="*/ 1069410 h 1415168"/>
                <a:gd name="connsiteX3" fmla="*/ 0 w 230992"/>
                <a:gd name="connsiteY3" fmla="*/ 1415168 h 1415168"/>
                <a:gd name="connsiteX4" fmla="*/ 25203 w 230992"/>
                <a:gd name="connsiteY4" fmla="*/ 787197 h 1415168"/>
                <a:gd name="connsiteX0" fmla="*/ 0 w 205789"/>
                <a:gd name="connsiteY0" fmla="*/ 787197 h 1427037"/>
                <a:gd name="connsiteX1" fmla="*/ 205789 w 205789"/>
                <a:gd name="connsiteY1" fmla="*/ 0 h 1427037"/>
                <a:gd name="connsiteX2" fmla="*/ 199855 w 205789"/>
                <a:gd name="connsiteY2" fmla="*/ 1069410 h 1427037"/>
                <a:gd name="connsiteX3" fmla="*/ 4471 w 205789"/>
                <a:gd name="connsiteY3" fmla="*/ 1427037 h 1427037"/>
                <a:gd name="connsiteX4" fmla="*/ 0 w 205789"/>
                <a:gd name="connsiteY4" fmla="*/ 787197 h 1427037"/>
                <a:gd name="connsiteX0" fmla="*/ 0 w 199855"/>
                <a:gd name="connsiteY0" fmla="*/ 745656 h 1385496"/>
                <a:gd name="connsiteX1" fmla="*/ 193920 w 199855"/>
                <a:gd name="connsiteY1" fmla="*/ 0 h 1385496"/>
                <a:gd name="connsiteX2" fmla="*/ 199855 w 199855"/>
                <a:gd name="connsiteY2" fmla="*/ 1027869 h 1385496"/>
                <a:gd name="connsiteX3" fmla="*/ 4471 w 199855"/>
                <a:gd name="connsiteY3" fmla="*/ 1385496 h 1385496"/>
                <a:gd name="connsiteX4" fmla="*/ 0 w 199855"/>
                <a:gd name="connsiteY4" fmla="*/ 745656 h 13854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9855" h="1385496">
                  <a:moveTo>
                    <a:pt x="0" y="745656"/>
                  </a:moveTo>
                  <a:lnTo>
                    <a:pt x="193920" y="0"/>
                  </a:lnTo>
                  <a:cubicBezTo>
                    <a:pt x="195898" y="342623"/>
                    <a:pt x="197877" y="685246"/>
                    <a:pt x="199855" y="1027869"/>
                  </a:cubicBezTo>
                  <a:lnTo>
                    <a:pt x="4471" y="1385496"/>
                  </a:lnTo>
                  <a:cubicBezTo>
                    <a:pt x="2981" y="1172216"/>
                    <a:pt x="1490" y="958936"/>
                    <a:pt x="0" y="745656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>
                    <a:lumMod val="95000"/>
                  </a:srgbClr>
                </a:gs>
                <a:gs pos="100000">
                  <a:srgbClr val="2D2DB9">
                    <a:lumMod val="20000"/>
                    <a:lumOff val="80000"/>
                  </a:srgbClr>
                </a:gs>
              </a:gsLst>
              <a:lin ang="0" scaled="0"/>
            </a:gradFill>
            <a:ln w="952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820" name="Freeform 819">
              <a:extLst>
                <a:ext uri="{FF2B5EF4-FFF2-40B4-BE49-F238E27FC236}">
                  <a16:creationId xmlns:a16="http://schemas.microsoft.com/office/drawing/2014/main" id="{B3477997-2171-D144-8F62-1363F13885FD}"/>
                </a:ext>
              </a:extLst>
            </p:cNvPr>
            <p:cNvSpPr/>
            <p:nvPr/>
          </p:nvSpPr>
          <p:spPr bwMode="auto">
            <a:xfrm flipH="1">
              <a:off x="6969753" y="2061336"/>
              <a:ext cx="219075" cy="1370272"/>
            </a:xfrm>
            <a:custGeom>
              <a:avLst/>
              <a:gdLst>
                <a:gd name="connsiteX0" fmla="*/ 0 w 312616"/>
                <a:gd name="connsiteY0" fmla="*/ 644770 h 1367693"/>
                <a:gd name="connsiteX1" fmla="*/ 312616 w 312616"/>
                <a:gd name="connsiteY1" fmla="*/ 0 h 1367693"/>
                <a:gd name="connsiteX2" fmla="*/ 312616 w 312616"/>
                <a:gd name="connsiteY2" fmla="*/ 1016000 h 1367693"/>
                <a:gd name="connsiteX3" fmla="*/ 117231 w 312616"/>
                <a:gd name="connsiteY3" fmla="*/ 1367693 h 1367693"/>
                <a:gd name="connsiteX4" fmla="*/ 0 w 312616"/>
                <a:gd name="connsiteY4" fmla="*/ 644770 h 1367693"/>
                <a:gd name="connsiteX0" fmla="*/ 0 w 199855"/>
                <a:gd name="connsiteY0" fmla="*/ 733787 h 1367693"/>
                <a:gd name="connsiteX1" fmla="*/ 199855 w 199855"/>
                <a:gd name="connsiteY1" fmla="*/ 0 h 1367693"/>
                <a:gd name="connsiteX2" fmla="*/ 199855 w 199855"/>
                <a:gd name="connsiteY2" fmla="*/ 1016000 h 1367693"/>
                <a:gd name="connsiteX3" fmla="*/ 4470 w 199855"/>
                <a:gd name="connsiteY3" fmla="*/ 1367693 h 1367693"/>
                <a:gd name="connsiteX4" fmla="*/ 0 w 199855"/>
                <a:gd name="connsiteY4" fmla="*/ 733787 h 1367693"/>
                <a:gd name="connsiteX0" fmla="*/ 25203 w 225058"/>
                <a:gd name="connsiteY0" fmla="*/ 733787 h 1361758"/>
                <a:gd name="connsiteX1" fmla="*/ 225058 w 225058"/>
                <a:gd name="connsiteY1" fmla="*/ 0 h 1361758"/>
                <a:gd name="connsiteX2" fmla="*/ 225058 w 225058"/>
                <a:gd name="connsiteY2" fmla="*/ 1016000 h 1361758"/>
                <a:gd name="connsiteX3" fmla="*/ 0 w 225058"/>
                <a:gd name="connsiteY3" fmla="*/ 1361758 h 1361758"/>
                <a:gd name="connsiteX4" fmla="*/ 25203 w 225058"/>
                <a:gd name="connsiteY4" fmla="*/ 733787 h 1361758"/>
                <a:gd name="connsiteX0" fmla="*/ 25203 w 230992"/>
                <a:gd name="connsiteY0" fmla="*/ 787197 h 1415168"/>
                <a:gd name="connsiteX1" fmla="*/ 230992 w 230992"/>
                <a:gd name="connsiteY1" fmla="*/ 0 h 1415168"/>
                <a:gd name="connsiteX2" fmla="*/ 225058 w 230992"/>
                <a:gd name="connsiteY2" fmla="*/ 1069410 h 1415168"/>
                <a:gd name="connsiteX3" fmla="*/ 0 w 230992"/>
                <a:gd name="connsiteY3" fmla="*/ 1415168 h 1415168"/>
                <a:gd name="connsiteX4" fmla="*/ 25203 w 230992"/>
                <a:gd name="connsiteY4" fmla="*/ 787197 h 1415168"/>
                <a:gd name="connsiteX0" fmla="*/ 0 w 205789"/>
                <a:gd name="connsiteY0" fmla="*/ 787197 h 1427037"/>
                <a:gd name="connsiteX1" fmla="*/ 205789 w 205789"/>
                <a:gd name="connsiteY1" fmla="*/ 0 h 1427037"/>
                <a:gd name="connsiteX2" fmla="*/ 199855 w 205789"/>
                <a:gd name="connsiteY2" fmla="*/ 1069410 h 1427037"/>
                <a:gd name="connsiteX3" fmla="*/ 4471 w 205789"/>
                <a:gd name="connsiteY3" fmla="*/ 1427037 h 1427037"/>
                <a:gd name="connsiteX4" fmla="*/ 0 w 205789"/>
                <a:gd name="connsiteY4" fmla="*/ 787197 h 1427037"/>
                <a:gd name="connsiteX0" fmla="*/ 0 w 199855"/>
                <a:gd name="connsiteY0" fmla="*/ 745656 h 1385496"/>
                <a:gd name="connsiteX1" fmla="*/ 193920 w 199855"/>
                <a:gd name="connsiteY1" fmla="*/ 0 h 1385496"/>
                <a:gd name="connsiteX2" fmla="*/ 199855 w 199855"/>
                <a:gd name="connsiteY2" fmla="*/ 1027869 h 1385496"/>
                <a:gd name="connsiteX3" fmla="*/ 4471 w 199855"/>
                <a:gd name="connsiteY3" fmla="*/ 1385496 h 1385496"/>
                <a:gd name="connsiteX4" fmla="*/ 0 w 199855"/>
                <a:gd name="connsiteY4" fmla="*/ 745656 h 1385496"/>
                <a:gd name="connsiteX0" fmla="*/ 0 w 219519"/>
                <a:gd name="connsiteY0" fmla="*/ 730359 h 1370199"/>
                <a:gd name="connsiteX1" fmla="*/ 219401 w 219519"/>
                <a:gd name="connsiteY1" fmla="*/ 0 h 1370199"/>
                <a:gd name="connsiteX2" fmla="*/ 199855 w 219519"/>
                <a:gd name="connsiteY2" fmla="*/ 1012572 h 1370199"/>
                <a:gd name="connsiteX3" fmla="*/ 4471 w 219519"/>
                <a:gd name="connsiteY3" fmla="*/ 1370199 h 1370199"/>
                <a:gd name="connsiteX4" fmla="*/ 0 w 219519"/>
                <a:gd name="connsiteY4" fmla="*/ 730359 h 1370199"/>
                <a:gd name="connsiteX0" fmla="*/ 0 w 219602"/>
                <a:gd name="connsiteY0" fmla="*/ 730359 h 1370199"/>
                <a:gd name="connsiteX1" fmla="*/ 219401 w 219602"/>
                <a:gd name="connsiteY1" fmla="*/ 0 h 1370199"/>
                <a:gd name="connsiteX2" fmla="*/ 210047 w 219602"/>
                <a:gd name="connsiteY2" fmla="*/ 1007473 h 1370199"/>
                <a:gd name="connsiteX3" fmla="*/ 4471 w 219602"/>
                <a:gd name="connsiteY3" fmla="*/ 1370199 h 1370199"/>
                <a:gd name="connsiteX4" fmla="*/ 0 w 219602"/>
                <a:gd name="connsiteY4" fmla="*/ 730359 h 1370199"/>
                <a:gd name="connsiteX0" fmla="*/ 0 w 220239"/>
                <a:gd name="connsiteY0" fmla="*/ 730359 h 1370199"/>
                <a:gd name="connsiteX1" fmla="*/ 219401 w 220239"/>
                <a:gd name="connsiteY1" fmla="*/ 0 h 1370199"/>
                <a:gd name="connsiteX2" fmla="*/ 220239 w 220239"/>
                <a:gd name="connsiteY2" fmla="*/ 1007473 h 1370199"/>
                <a:gd name="connsiteX3" fmla="*/ 4471 w 220239"/>
                <a:gd name="connsiteY3" fmla="*/ 1370199 h 1370199"/>
                <a:gd name="connsiteX4" fmla="*/ 0 w 220239"/>
                <a:gd name="connsiteY4" fmla="*/ 730359 h 13701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0239" h="1370199">
                  <a:moveTo>
                    <a:pt x="0" y="730359"/>
                  </a:moveTo>
                  <a:cubicBezTo>
                    <a:pt x="64640" y="481807"/>
                    <a:pt x="154761" y="248552"/>
                    <a:pt x="219401" y="0"/>
                  </a:cubicBezTo>
                  <a:cubicBezTo>
                    <a:pt x="221379" y="342623"/>
                    <a:pt x="218261" y="664850"/>
                    <a:pt x="220239" y="1007473"/>
                  </a:cubicBezTo>
                  <a:lnTo>
                    <a:pt x="4471" y="1370199"/>
                  </a:lnTo>
                  <a:cubicBezTo>
                    <a:pt x="2981" y="1156919"/>
                    <a:pt x="1490" y="943639"/>
                    <a:pt x="0" y="730359"/>
                  </a:cubicBezTo>
                  <a:close/>
                </a:path>
              </a:pathLst>
            </a:custGeom>
            <a:gradFill rotWithShape="1">
              <a:gsLst>
                <a:gs pos="0">
                  <a:srgbClr val="2D2DB9">
                    <a:lumMod val="20000"/>
                    <a:lumOff val="80000"/>
                  </a:srgbClr>
                </a:gs>
                <a:gs pos="100000">
                  <a:srgbClr val="FFFFFF"/>
                </a:gs>
              </a:gsLst>
              <a:lin ang="10800000" scaled="0"/>
            </a:gradFill>
            <a:ln w="952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grpSp>
          <p:nvGrpSpPr>
            <p:cNvPr id="821" name="Group 950">
              <a:extLst>
                <a:ext uri="{FF2B5EF4-FFF2-40B4-BE49-F238E27FC236}">
                  <a16:creationId xmlns:a16="http://schemas.microsoft.com/office/drawing/2014/main" id="{DB6AE1A4-24E9-664C-A51D-C17F6021B3E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492879" y="2820676"/>
              <a:ext cx="338137" cy="653816"/>
              <a:chOff x="4140" y="429"/>
              <a:chExt cx="1425" cy="2396"/>
            </a:xfrm>
          </p:grpSpPr>
          <p:sp>
            <p:nvSpPr>
              <p:cNvPr id="855" name="Freeform 951">
                <a:extLst>
                  <a:ext uri="{FF2B5EF4-FFF2-40B4-BE49-F238E27FC236}">
                    <a16:creationId xmlns:a16="http://schemas.microsoft.com/office/drawing/2014/main" id="{BFB37BD8-4427-2A47-AE85-B992137B4E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2 w 354"/>
                  <a:gd name="T1" fmla="*/ 0 h 2742"/>
                  <a:gd name="T2" fmla="*/ 8 w 354"/>
                  <a:gd name="T3" fmla="*/ 16 h 2742"/>
                  <a:gd name="T4" fmla="*/ 8 w 354"/>
                  <a:gd name="T5" fmla="*/ 119 h 2742"/>
                  <a:gd name="T6" fmla="*/ 0 w 354"/>
                  <a:gd name="T7" fmla="*/ 124 h 2742"/>
                  <a:gd name="T8" fmla="*/ 2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56" name="Rectangle 952">
                <a:extLst>
                  <a:ext uri="{FF2B5EF4-FFF2-40B4-BE49-F238E27FC236}">
                    <a16:creationId xmlns:a16="http://schemas.microsoft.com/office/drawing/2014/main" id="{D33ED3AE-893B-0641-B3D0-6332B98270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429"/>
                <a:ext cx="1046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57" name="Freeform 953">
                <a:extLst>
                  <a:ext uri="{FF2B5EF4-FFF2-40B4-BE49-F238E27FC236}">
                    <a16:creationId xmlns:a16="http://schemas.microsoft.com/office/drawing/2014/main" id="{7F8B5734-537E-2D40-ABC5-1153CA76F0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5 w 211"/>
                  <a:gd name="T3" fmla="*/ 11 h 2537"/>
                  <a:gd name="T4" fmla="*/ 2 w 211"/>
                  <a:gd name="T5" fmla="*/ 113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58" name="Freeform 954">
                <a:extLst>
                  <a:ext uri="{FF2B5EF4-FFF2-40B4-BE49-F238E27FC236}">
                    <a16:creationId xmlns:a16="http://schemas.microsoft.com/office/drawing/2014/main" id="{A27CC3E2-8472-FE49-B22C-8BAD36D3F1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7 w 328"/>
                  <a:gd name="T3" fmla="*/ 7 h 226"/>
                  <a:gd name="T4" fmla="*/ 7 w 328"/>
                  <a:gd name="T5" fmla="*/ 11 h 226"/>
                  <a:gd name="T6" fmla="*/ 0 w 328"/>
                  <a:gd name="T7" fmla="*/ 5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59" name="Rectangle 955">
                <a:extLst>
                  <a:ext uri="{FF2B5EF4-FFF2-40B4-BE49-F238E27FC236}">
                    <a16:creationId xmlns:a16="http://schemas.microsoft.com/office/drawing/2014/main" id="{11CD015D-401B-EC42-A713-37F4F58064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860" name="Group 956">
                <a:extLst>
                  <a:ext uri="{FF2B5EF4-FFF2-40B4-BE49-F238E27FC236}">
                    <a16:creationId xmlns:a16="http://schemas.microsoft.com/office/drawing/2014/main" id="{A208DF6A-EF9F-044D-8302-1B9476D1841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885" name="AutoShape 957">
                  <a:extLst>
                    <a:ext uri="{FF2B5EF4-FFF2-40B4-BE49-F238E27FC236}">
                      <a16:creationId xmlns:a16="http://schemas.microsoft.com/office/drawing/2014/main" id="{FCC50AD6-31B9-FD4A-9D12-E293AC79E31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1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886" name="AutoShape 958">
                  <a:extLst>
                    <a:ext uri="{FF2B5EF4-FFF2-40B4-BE49-F238E27FC236}">
                      <a16:creationId xmlns:a16="http://schemas.microsoft.com/office/drawing/2014/main" id="{9515A907-A38B-AC46-9351-9821F9262FD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1"/>
                  <a:ext cx="696" cy="11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861" name="Rectangle 959">
                <a:extLst>
                  <a:ext uri="{FF2B5EF4-FFF2-40B4-BE49-F238E27FC236}">
                    <a16:creationId xmlns:a16="http://schemas.microsoft.com/office/drawing/2014/main" id="{DA74175D-E323-954D-B321-A525406F9D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022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862" name="Group 960">
                <a:extLst>
                  <a:ext uri="{FF2B5EF4-FFF2-40B4-BE49-F238E27FC236}">
                    <a16:creationId xmlns:a16="http://schemas.microsoft.com/office/drawing/2014/main" id="{28DE356C-C6F7-BA40-87C6-C5B5BE6C2BF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883" name="AutoShape 961">
                  <a:extLst>
                    <a:ext uri="{FF2B5EF4-FFF2-40B4-BE49-F238E27FC236}">
                      <a16:creationId xmlns:a16="http://schemas.microsoft.com/office/drawing/2014/main" id="{9643844A-45E6-7443-A468-4BC3D1762A7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4"/>
                  <a:ext cx="721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884" name="AutoShape 962">
                  <a:extLst>
                    <a:ext uri="{FF2B5EF4-FFF2-40B4-BE49-F238E27FC236}">
                      <a16:creationId xmlns:a16="http://schemas.microsoft.com/office/drawing/2014/main" id="{60C84F35-0A59-8349-91F6-D5FECFED742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8" y="2581"/>
                  <a:ext cx="696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863" name="Rectangle 963">
                <a:extLst>
                  <a:ext uri="{FF2B5EF4-FFF2-40B4-BE49-F238E27FC236}">
                    <a16:creationId xmlns:a16="http://schemas.microsoft.com/office/drawing/2014/main" id="{92014399-9751-FC4F-9035-A395245BCD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354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64" name="Rectangle 964">
                <a:extLst>
                  <a:ext uri="{FF2B5EF4-FFF2-40B4-BE49-F238E27FC236}">
                    <a16:creationId xmlns:a16="http://schemas.microsoft.com/office/drawing/2014/main" id="{9B818A3E-FD1D-F04D-8158-62E78EE4B0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5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865" name="Group 965">
                <a:extLst>
                  <a:ext uri="{FF2B5EF4-FFF2-40B4-BE49-F238E27FC236}">
                    <a16:creationId xmlns:a16="http://schemas.microsoft.com/office/drawing/2014/main" id="{4CE95AA0-C88F-3D48-98E7-F3E038739D8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881" name="AutoShape 966">
                  <a:extLst>
                    <a:ext uri="{FF2B5EF4-FFF2-40B4-BE49-F238E27FC236}">
                      <a16:creationId xmlns:a16="http://schemas.microsoft.com/office/drawing/2014/main" id="{5B978760-D630-664D-941B-E0517C2034E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8" y="2586"/>
                  <a:ext cx="720" cy="124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882" name="AutoShape 967">
                  <a:extLst>
                    <a:ext uri="{FF2B5EF4-FFF2-40B4-BE49-F238E27FC236}">
                      <a16:creationId xmlns:a16="http://schemas.microsoft.com/office/drawing/2014/main" id="{66581CC6-E163-4349-98BB-7B8F11B5842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6"/>
                  <a:ext cx="695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866" name="Freeform 968">
                <a:extLst>
                  <a:ext uri="{FF2B5EF4-FFF2-40B4-BE49-F238E27FC236}">
                    <a16:creationId xmlns:a16="http://schemas.microsoft.com/office/drawing/2014/main" id="{0C578B43-7341-984A-8E2E-758C1FE627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7 w 328"/>
                  <a:gd name="T3" fmla="*/ 6 h 226"/>
                  <a:gd name="T4" fmla="*/ 7 w 328"/>
                  <a:gd name="T5" fmla="*/ 10 h 226"/>
                  <a:gd name="T6" fmla="*/ 0 w 328"/>
                  <a:gd name="T7" fmla="*/ 4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867" name="Group 969">
                <a:extLst>
                  <a:ext uri="{FF2B5EF4-FFF2-40B4-BE49-F238E27FC236}">
                    <a16:creationId xmlns:a16="http://schemas.microsoft.com/office/drawing/2014/main" id="{00F4A952-5D56-894B-BE04-57FD8D9A8FC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879" name="AutoShape 970">
                  <a:extLst>
                    <a:ext uri="{FF2B5EF4-FFF2-40B4-BE49-F238E27FC236}">
                      <a16:creationId xmlns:a16="http://schemas.microsoft.com/office/drawing/2014/main" id="{C6D2E1F8-9BE6-1340-A97F-25C96F4EA32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71"/>
                  <a:ext cx="732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880" name="AutoShape 971">
                  <a:extLst>
                    <a:ext uri="{FF2B5EF4-FFF2-40B4-BE49-F238E27FC236}">
                      <a16:creationId xmlns:a16="http://schemas.microsoft.com/office/drawing/2014/main" id="{076B7F4B-58FD-394A-A7D1-825421A0DDC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7"/>
                  <a:ext cx="720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868" name="Rectangle 972">
                <a:extLst>
                  <a:ext uri="{FF2B5EF4-FFF2-40B4-BE49-F238E27FC236}">
                    <a16:creationId xmlns:a16="http://schemas.microsoft.com/office/drawing/2014/main" id="{9CF6079F-A485-B34F-BAE1-E461B27BC0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6" y="429"/>
                <a:ext cx="70" cy="228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69" name="Freeform 973">
                <a:extLst>
                  <a:ext uri="{FF2B5EF4-FFF2-40B4-BE49-F238E27FC236}">
                    <a16:creationId xmlns:a16="http://schemas.microsoft.com/office/drawing/2014/main" id="{4D22F667-50F0-554D-A2A3-06E318F920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7 w 296"/>
                  <a:gd name="T3" fmla="*/ 6 h 256"/>
                  <a:gd name="T4" fmla="*/ 7 w 296"/>
                  <a:gd name="T5" fmla="*/ 11 h 256"/>
                  <a:gd name="T6" fmla="*/ 0 w 296"/>
                  <a:gd name="T7" fmla="*/ 4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70" name="Freeform 974">
                <a:extLst>
                  <a:ext uri="{FF2B5EF4-FFF2-40B4-BE49-F238E27FC236}">
                    <a16:creationId xmlns:a16="http://schemas.microsoft.com/office/drawing/2014/main" id="{FEA6AA77-7341-EC44-9A1C-8FF6D3429B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7 w 304"/>
                  <a:gd name="T3" fmla="*/ 8 h 288"/>
                  <a:gd name="T4" fmla="*/ 6 w 304"/>
                  <a:gd name="T5" fmla="*/ 13 h 288"/>
                  <a:gd name="T6" fmla="*/ 2 w 304"/>
                  <a:gd name="T7" fmla="*/ 6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71" name="Oval 975">
                <a:extLst>
                  <a:ext uri="{FF2B5EF4-FFF2-40B4-BE49-F238E27FC236}">
                    <a16:creationId xmlns:a16="http://schemas.microsoft.com/office/drawing/2014/main" id="{A02843C6-28FA-9945-9CEB-7717E68BC3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5" y="2611"/>
                <a:ext cx="50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72" name="Freeform 976">
                <a:extLst>
                  <a:ext uri="{FF2B5EF4-FFF2-40B4-BE49-F238E27FC236}">
                    <a16:creationId xmlns:a16="http://schemas.microsoft.com/office/drawing/2014/main" id="{B41467ED-71ED-774D-B5B1-0E498264B3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6 h 240"/>
                  <a:gd name="T2" fmla="*/ 2 w 306"/>
                  <a:gd name="T3" fmla="*/ 11 h 240"/>
                  <a:gd name="T4" fmla="*/ 7 w 306"/>
                  <a:gd name="T5" fmla="*/ 6 h 240"/>
                  <a:gd name="T6" fmla="*/ 7 w 306"/>
                  <a:gd name="T7" fmla="*/ 0 h 240"/>
                  <a:gd name="T8" fmla="*/ 0 w 306"/>
                  <a:gd name="T9" fmla="*/ 6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73" name="AutoShape 977">
                <a:extLst>
                  <a:ext uri="{FF2B5EF4-FFF2-40B4-BE49-F238E27FC236}">
                    <a16:creationId xmlns:a16="http://schemas.microsoft.com/office/drawing/2014/main" id="{9B5749F0-C743-D247-9288-DD5C4B670C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196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74" name="AutoShape 978">
                <a:extLst>
                  <a:ext uri="{FF2B5EF4-FFF2-40B4-BE49-F238E27FC236}">
                    <a16:creationId xmlns:a16="http://schemas.microsoft.com/office/drawing/2014/main" id="{990B835A-E601-8B4A-913C-86C2C6F75D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2714"/>
                <a:ext cx="1066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00"/>
                  </a:gs>
                  <a:gs pos="100000">
                    <a:srgbClr val="808080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75" name="Oval 979">
                <a:extLst>
                  <a:ext uri="{FF2B5EF4-FFF2-40B4-BE49-F238E27FC236}">
                    <a16:creationId xmlns:a16="http://schemas.microsoft.com/office/drawing/2014/main" id="{54D6634C-D1A9-6142-9854-19C444BA4C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9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76" name="Oval 980">
                <a:extLst>
                  <a:ext uri="{FF2B5EF4-FFF2-40B4-BE49-F238E27FC236}">
                    <a16:creationId xmlns:a16="http://schemas.microsoft.com/office/drawing/2014/main" id="{4B663C71-DBAC-684F-AC10-C3062136DE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9" y="2382"/>
                <a:ext cx="159" cy="142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77" name="Oval 981">
                <a:extLst>
                  <a:ext uri="{FF2B5EF4-FFF2-40B4-BE49-F238E27FC236}">
                    <a16:creationId xmlns:a16="http://schemas.microsoft.com/office/drawing/2014/main" id="{89DA651A-7990-3046-B6A9-BDF3A76B18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8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78" name="Rectangle 982">
                <a:extLst>
                  <a:ext uri="{FF2B5EF4-FFF2-40B4-BE49-F238E27FC236}">
                    <a16:creationId xmlns:a16="http://schemas.microsoft.com/office/drawing/2014/main" id="{97BCC976-FD19-5C44-A0F3-970A14677F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7" y="1837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822" name="Group 950">
              <a:extLst>
                <a:ext uri="{FF2B5EF4-FFF2-40B4-BE49-F238E27FC236}">
                  <a16:creationId xmlns:a16="http://schemas.microsoft.com/office/drawing/2014/main" id="{408FB985-1A5F-F147-891F-C6EE203F172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182479" y="2847655"/>
              <a:ext cx="338137" cy="653816"/>
              <a:chOff x="4140" y="429"/>
              <a:chExt cx="1425" cy="2396"/>
            </a:xfrm>
          </p:grpSpPr>
          <p:sp>
            <p:nvSpPr>
              <p:cNvPr id="823" name="Freeform 951">
                <a:extLst>
                  <a:ext uri="{FF2B5EF4-FFF2-40B4-BE49-F238E27FC236}">
                    <a16:creationId xmlns:a16="http://schemas.microsoft.com/office/drawing/2014/main" id="{E5433180-28F2-BE4A-AA7C-A7B21A6324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2 w 354"/>
                  <a:gd name="T1" fmla="*/ 0 h 2742"/>
                  <a:gd name="T2" fmla="*/ 8 w 354"/>
                  <a:gd name="T3" fmla="*/ 16 h 2742"/>
                  <a:gd name="T4" fmla="*/ 8 w 354"/>
                  <a:gd name="T5" fmla="*/ 119 h 2742"/>
                  <a:gd name="T6" fmla="*/ 0 w 354"/>
                  <a:gd name="T7" fmla="*/ 124 h 2742"/>
                  <a:gd name="T8" fmla="*/ 2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24" name="Rectangle 952">
                <a:extLst>
                  <a:ext uri="{FF2B5EF4-FFF2-40B4-BE49-F238E27FC236}">
                    <a16:creationId xmlns:a16="http://schemas.microsoft.com/office/drawing/2014/main" id="{8C5BD778-66FD-3945-B836-91E6ED4A0B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429"/>
                <a:ext cx="1046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25" name="Freeform 953">
                <a:extLst>
                  <a:ext uri="{FF2B5EF4-FFF2-40B4-BE49-F238E27FC236}">
                    <a16:creationId xmlns:a16="http://schemas.microsoft.com/office/drawing/2014/main" id="{2A91ACBD-8D41-DD4C-A2B1-048B348B9E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5 w 211"/>
                  <a:gd name="T3" fmla="*/ 11 h 2537"/>
                  <a:gd name="T4" fmla="*/ 2 w 211"/>
                  <a:gd name="T5" fmla="*/ 113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26" name="Freeform 954">
                <a:extLst>
                  <a:ext uri="{FF2B5EF4-FFF2-40B4-BE49-F238E27FC236}">
                    <a16:creationId xmlns:a16="http://schemas.microsoft.com/office/drawing/2014/main" id="{FD9AFB84-DB6D-6046-8467-AD372F4138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7 w 328"/>
                  <a:gd name="T3" fmla="*/ 7 h 226"/>
                  <a:gd name="T4" fmla="*/ 7 w 328"/>
                  <a:gd name="T5" fmla="*/ 11 h 226"/>
                  <a:gd name="T6" fmla="*/ 0 w 328"/>
                  <a:gd name="T7" fmla="*/ 5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27" name="Rectangle 955">
                <a:extLst>
                  <a:ext uri="{FF2B5EF4-FFF2-40B4-BE49-F238E27FC236}">
                    <a16:creationId xmlns:a16="http://schemas.microsoft.com/office/drawing/2014/main" id="{77DBE4BA-8D67-5B43-8297-B9D264FE9B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828" name="Group 956">
                <a:extLst>
                  <a:ext uri="{FF2B5EF4-FFF2-40B4-BE49-F238E27FC236}">
                    <a16:creationId xmlns:a16="http://schemas.microsoft.com/office/drawing/2014/main" id="{F3DA3736-9C54-FD40-9182-376547A2AE8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853" name="AutoShape 957">
                  <a:extLst>
                    <a:ext uri="{FF2B5EF4-FFF2-40B4-BE49-F238E27FC236}">
                      <a16:creationId xmlns:a16="http://schemas.microsoft.com/office/drawing/2014/main" id="{AF6DA2C1-3BA8-9F42-8082-1828FAC4EDA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1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854" name="AutoShape 958">
                  <a:extLst>
                    <a:ext uri="{FF2B5EF4-FFF2-40B4-BE49-F238E27FC236}">
                      <a16:creationId xmlns:a16="http://schemas.microsoft.com/office/drawing/2014/main" id="{7E65A1C9-4BD5-C648-BDA4-FE7A4B1268D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1"/>
                  <a:ext cx="696" cy="11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829" name="Rectangle 959">
                <a:extLst>
                  <a:ext uri="{FF2B5EF4-FFF2-40B4-BE49-F238E27FC236}">
                    <a16:creationId xmlns:a16="http://schemas.microsoft.com/office/drawing/2014/main" id="{EC0E4CD1-FF46-4441-8D14-832711884C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022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830" name="Group 960">
                <a:extLst>
                  <a:ext uri="{FF2B5EF4-FFF2-40B4-BE49-F238E27FC236}">
                    <a16:creationId xmlns:a16="http://schemas.microsoft.com/office/drawing/2014/main" id="{E64F3582-6063-6041-8631-63DD7426A47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851" name="AutoShape 961">
                  <a:extLst>
                    <a:ext uri="{FF2B5EF4-FFF2-40B4-BE49-F238E27FC236}">
                      <a16:creationId xmlns:a16="http://schemas.microsoft.com/office/drawing/2014/main" id="{C34EAECD-E1EF-8646-9F61-922B7F0EA0B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4"/>
                  <a:ext cx="721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852" name="AutoShape 962">
                  <a:extLst>
                    <a:ext uri="{FF2B5EF4-FFF2-40B4-BE49-F238E27FC236}">
                      <a16:creationId xmlns:a16="http://schemas.microsoft.com/office/drawing/2014/main" id="{9D855FB6-3F8B-4F48-BB63-40E93ACB20A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8" y="2581"/>
                  <a:ext cx="696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831" name="Rectangle 963">
                <a:extLst>
                  <a:ext uri="{FF2B5EF4-FFF2-40B4-BE49-F238E27FC236}">
                    <a16:creationId xmlns:a16="http://schemas.microsoft.com/office/drawing/2014/main" id="{F062D5F9-755C-724B-955A-7A2BDC06D5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354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32" name="Rectangle 964">
                <a:extLst>
                  <a:ext uri="{FF2B5EF4-FFF2-40B4-BE49-F238E27FC236}">
                    <a16:creationId xmlns:a16="http://schemas.microsoft.com/office/drawing/2014/main" id="{177A8ED0-5EFF-1249-9487-CD3CEB431A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5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833" name="Group 965">
                <a:extLst>
                  <a:ext uri="{FF2B5EF4-FFF2-40B4-BE49-F238E27FC236}">
                    <a16:creationId xmlns:a16="http://schemas.microsoft.com/office/drawing/2014/main" id="{A1DF88D1-CA38-D94A-B614-BF080EB3891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849" name="AutoShape 966">
                  <a:extLst>
                    <a:ext uri="{FF2B5EF4-FFF2-40B4-BE49-F238E27FC236}">
                      <a16:creationId xmlns:a16="http://schemas.microsoft.com/office/drawing/2014/main" id="{F38F11ED-A8CE-5249-99B7-BC200E46CAC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8" y="2586"/>
                  <a:ext cx="720" cy="124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850" name="AutoShape 967">
                  <a:extLst>
                    <a:ext uri="{FF2B5EF4-FFF2-40B4-BE49-F238E27FC236}">
                      <a16:creationId xmlns:a16="http://schemas.microsoft.com/office/drawing/2014/main" id="{BE8854EE-7F90-844A-B45E-E7DD53A00DD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6"/>
                  <a:ext cx="695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834" name="Freeform 968">
                <a:extLst>
                  <a:ext uri="{FF2B5EF4-FFF2-40B4-BE49-F238E27FC236}">
                    <a16:creationId xmlns:a16="http://schemas.microsoft.com/office/drawing/2014/main" id="{C685DB2D-2CAC-9042-82A0-DF8A8A5C76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7 w 328"/>
                  <a:gd name="T3" fmla="*/ 6 h 226"/>
                  <a:gd name="T4" fmla="*/ 7 w 328"/>
                  <a:gd name="T5" fmla="*/ 10 h 226"/>
                  <a:gd name="T6" fmla="*/ 0 w 328"/>
                  <a:gd name="T7" fmla="*/ 4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835" name="Group 969">
                <a:extLst>
                  <a:ext uri="{FF2B5EF4-FFF2-40B4-BE49-F238E27FC236}">
                    <a16:creationId xmlns:a16="http://schemas.microsoft.com/office/drawing/2014/main" id="{17E8E7C0-53DA-9845-A7EC-5C2E647C987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847" name="AutoShape 970">
                  <a:extLst>
                    <a:ext uri="{FF2B5EF4-FFF2-40B4-BE49-F238E27FC236}">
                      <a16:creationId xmlns:a16="http://schemas.microsoft.com/office/drawing/2014/main" id="{B5CA9A5E-F11C-004B-9937-AD191292AEA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71"/>
                  <a:ext cx="732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848" name="AutoShape 971">
                  <a:extLst>
                    <a:ext uri="{FF2B5EF4-FFF2-40B4-BE49-F238E27FC236}">
                      <a16:creationId xmlns:a16="http://schemas.microsoft.com/office/drawing/2014/main" id="{96386543-71E7-1D42-9624-7949180883C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7"/>
                  <a:ext cx="720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836" name="Rectangle 972">
                <a:extLst>
                  <a:ext uri="{FF2B5EF4-FFF2-40B4-BE49-F238E27FC236}">
                    <a16:creationId xmlns:a16="http://schemas.microsoft.com/office/drawing/2014/main" id="{C1AF9949-5911-9240-A6AD-91975A73F0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6" y="429"/>
                <a:ext cx="70" cy="228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37" name="Freeform 973">
                <a:extLst>
                  <a:ext uri="{FF2B5EF4-FFF2-40B4-BE49-F238E27FC236}">
                    <a16:creationId xmlns:a16="http://schemas.microsoft.com/office/drawing/2014/main" id="{27BBB8ED-9D76-4E4F-BF4D-5A7FF56435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7 w 296"/>
                  <a:gd name="T3" fmla="*/ 6 h 256"/>
                  <a:gd name="T4" fmla="*/ 7 w 296"/>
                  <a:gd name="T5" fmla="*/ 11 h 256"/>
                  <a:gd name="T6" fmla="*/ 0 w 296"/>
                  <a:gd name="T7" fmla="*/ 4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38" name="Freeform 974">
                <a:extLst>
                  <a:ext uri="{FF2B5EF4-FFF2-40B4-BE49-F238E27FC236}">
                    <a16:creationId xmlns:a16="http://schemas.microsoft.com/office/drawing/2014/main" id="{02E9A54F-05AA-404E-91E8-11085F7EBD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7 w 304"/>
                  <a:gd name="T3" fmla="*/ 8 h 288"/>
                  <a:gd name="T4" fmla="*/ 6 w 304"/>
                  <a:gd name="T5" fmla="*/ 13 h 288"/>
                  <a:gd name="T6" fmla="*/ 2 w 304"/>
                  <a:gd name="T7" fmla="*/ 6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39" name="Oval 975">
                <a:extLst>
                  <a:ext uri="{FF2B5EF4-FFF2-40B4-BE49-F238E27FC236}">
                    <a16:creationId xmlns:a16="http://schemas.microsoft.com/office/drawing/2014/main" id="{9AC3BA29-CFE0-7A41-866E-F884B95B87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5" y="2611"/>
                <a:ext cx="50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40" name="Freeform 976">
                <a:extLst>
                  <a:ext uri="{FF2B5EF4-FFF2-40B4-BE49-F238E27FC236}">
                    <a16:creationId xmlns:a16="http://schemas.microsoft.com/office/drawing/2014/main" id="{E7FFF245-8A0A-2749-A793-25B6F30E96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6 h 240"/>
                  <a:gd name="T2" fmla="*/ 2 w 306"/>
                  <a:gd name="T3" fmla="*/ 11 h 240"/>
                  <a:gd name="T4" fmla="*/ 7 w 306"/>
                  <a:gd name="T5" fmla="*/ 6 h 240"/>
                  <a:gd name="T6" fmla="*/ 7 w 306"/>
                  <a:gd name="T7" fmla="*/ 0 h 240"/>
                  <a:gd name="T8" fmla="*/ 0 w 306"/>
                  <a:gd name="T9" fmla="*/ 6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41" name="AutoShape 977">
                <a:extLst>
                  <a:ext uri="{FF2B5EF4-FFF2-40B4-BE49-F238E27FC236}">
                    <a16:creationId xmlns:a16="http://schemas.microsoft.com/office/drawing/2014/main" id="{774C1F7E-EF61-9041-A67B-B2D38BDB14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196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42" name="AutoShape 978">
                <a:extLst>
                  <a:ext uri="{FF2B5EF4-FFF2-40B4-BE49-F238E27FC236}">
                    <a16:creationId xmlns:a16="http://schemas.microsoft.com/office/drawing/2014/main" id="{8321AD11-FD38-2140-803F-0861F460D9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2714"/>
                <a:ext cx="1066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00"/>
                  </a:gs>
                  <a:gs pos="100000">
                    <a:srgbClr val="808080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43" name="Oval 979">
                <a:extLst>
                  <a:ext uri="{FF2B5EF4-FFF2-40B4-BE49-F238E27FC236}">
                    <a16:creationId xmlns:a16="http://schemas.microsoft.com/office/drawing/2014/main" id="{3B03DD16-3989-194B-BD6E-9FAE3F6CDA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9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44" name="Oval 980">
                <a:extLst>
                  <a:ext uri="{FF2B5EF4-FFF2-40B4-BE49-F238E27FC236}">
                    <a16:creationId xmlns:a16="http://schemas.microsoft.com/office/drawing/2014/main" id="{FB43C4D6-3355-2049-A335-F477077CE1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9" y="2382"/>
                <a:ext cx="159" cy="142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45" name="Oval 981">
                <a:extLst>
                  <a:ext uri="{FF2B5EF4-FFF2-40B4-BE49-F238E27FC236}">
                    <a16:creationId xmlns:a16="http://schemas.microsoft.com/office/drawing/2014/main" id="{8045FE53-47F3-754E-922B-AF14C03606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8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46" name="Rectangle 982">
                <a:extLst>
                  <a:ext uri="{FF2B5EF4-FFF2-40B4-BE49-F238E27FC236}">
                    <a16:creationId xmlns:a16="http://schemas.microsoft.com/office/drawing/2014/main" id="{970F4A74-CE34-AE4C-A565-ABAC41470B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7" y="1837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</p:grpSp>
      <p:sp>
        <p:nvSpPr>
          <p:cNvPr id="887" name="Freeform 2">
            <a:extLst>
              <a:ext uri="{FF2B5EF4-FFF2-40B4-BE49-F238E27FC236}">
                <a16:creationId xmlns:a16="http://schemas.microsoft.com/office/drawing/2014/main" id="{73B896A4-C009-EC47-9EB3-507C0C7CCB88}"/>
              </a:ext>
            </a:extLst>
          </p:cNvPr>
          <p:cNvSpPr>
            <a:spLocks/>
          </p:cNvSpPr>
          <p:nvPr/>
        </p:nvSpPr>
        <p:spPr bwMode="auto">
          <a:xfrm>
            <a:off x="4341668" y="5696917"/>
            <a:ext cx="4027487" cy="939800"/>
          </a:xfrm>
          <a:custGeom>
            <a:avLst/>
            <a:gdLst>
              <a:gd name="T0" fmla="*/ 2147483647 w 10001"/>
              <a:gd name="T1" fmla="*/ 2147483647 h 10125"/>
              <a:gd name="T2" fmla="*/ 2147483647 w 10001"/>
              <a:gd name="T3" fmla="*/ 2147483647 h 10125"/>
              <a:gd name="T4" fmla="*/ 2147483647 w 10001"/>
              <a:gd name="T5" fmla="*/ 2147483647 h 10125"/>
              <a:gd name="T6" fmla="*/ 2147483647 w 10001"/>
              <a:gd name="T7" fmla="*/ 0 h 10125"/>
              <a:gd name="T8" fmla="*/ 2147483647 w 10001"/>
              <a:gd name="T9" fmla="*/ 2147483647 h 10125"/>
              <a:gd name="T10" fmla="*/ 2147483647 w 10001"/>
              <a:gd name="T11" fmla="*/ 2147483647 h 10125"/>
              <a:gd name="T12" fmla="*/ 2147483647 w 10001"/>
              <a:gd name="T13" fmla="*/ 2147483647 h 10125"/>
              <a:gd name="T14" fmla="*/ 2147483647 w 10001"/>
              <a:gd name="T15" fmla="*/ 2147483647 h 10125"/>
              <a:gd name="T16" fmla="*/ 2147483647 w 10001"/>
              <a:gd name="T17" fmla="*/ 2147483647 h 10125"/>
              <a:gd name="T18" fmla="*/ 2147483647 w 10001"/>
              <a:gd name="T19" fmla="*/ 2147483647 h 10125"/>
              <a:gd name="T20" fmla="*/ 2147483647 w 10001"/>
              <a:gd name="T21" fmla="*/ 2147483647 h 10125"/>
              <a:gd name="T22" fmla="*/ 2147483647 w 10001"/>
              <a:gd name="T23" fmla="*/ 2147483647 h 10125"/>
              <a:gd name="T24" fmla="*/ 2147483647 w 10001"/>
              <a:gd name="T25" fmla="*/ 2147483647 h 10125"/>
              <a:gd name="T26" fmla="*/ 2147483647 w 10001"/>
              <a:gd name="T27" fmla="*/ 2147483647 h 10125"/>
              <a:gd name="T28" fmla="*/ 2147483647 w 10001"/>
              <a:gd name="T29" fmla="*/ 2147483647 h 10125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</a:gdLst>
            <a:ahLst/>
            <a:cxnLst>
              <a:cxn ang="T30">
                <a:pos x="T0" y="T1"/>
              </a:cxn>
              <a:cxn ang="T31">
                <a:pos x="T2" y="T3"/>
              </a:cxn>
              <a:cxn ang="T32">
                <a:pos x="T4" y="T5"/>
              </a:cxn>
              <a:cxn ang="T33">
                <a:pos x="T6" y="T7"/>
              </a:cxn>
              <a:cxn ang="T34">
                <a:pos x="T8" y="T9"/>
              </a:cxn>
              <a:cxn ang="T35">
                <a:pos x="T10" y="T11"/>
              </a:cxn>
              <a:cxn ang="T36">
                <a:pos x="T12" y="T13"/>
              </a:cxn>
              <a:cxn ang="T37">
                <a:pos x="T14" y="T15"/>
              </a:cxn>
              <a:cxn ang="T38">
                <a:pos x="T16" y="T17"/>
              </a:cxn>
              <a:cxn ang="T39">
                <a:pos x="T18" y="T19"/>
              </a:cxn>
              <a:cxn ang="T40">
                <a:pos x="T20" y="T21"/>
              </a:cxn>
              <a:cxn ang="T41">
                <a:pos x="T22" y="T23"/>
              </a:cxn>
              <a:cxn ang="T42">
                <a:pos x="T24" y="T25"/>
              </a:cxn>
              <a:cxn ang="T43">
                <a:pos x="T26" y="T27"/>
              </a:cxn>
              <a:cxn ang="T44">
                <a:pos x="T28" y="T29"/>
              </a:cxn>
            </a:cxnLst>
            <a:rect l="0" t="0" r="r" b="b"/>
            <a:pathLst>
              <a:path w="10001" h="10125">
                <a:moveTo>
                  <a:pt x="4" y="4039"/>
                </a:moveTo>
                <a:cubicBezTo>
                  <a:pt x="-29" y="2271"/>
                  <a:pt x="194" y="2100"/>
                  <a:pt x="715" y="1595"/>
                </a:cubicBezTo>
                <a:cubicBezTo>
                  <a:pt x="1236" y="1089"/>
                  <a:pt x="2417" y="1272"/>
                  <a:pt x="3130" y="1006"/>
                </a:cubicBezTo>
                <a:cubicBezTo>
                  <a:pt x="3843" y="740"/>
                  <a:pt x="4397" y="0"/>
                  <a:pt x="4995" y="0"/>
                </a:cubicBezTo>
                <a:cubicBezTo>
                  <a:pt x="5593" y="1"/>
                  <a:pt x="6206" y="926"/>
                  <a:pt x="6720" y="1009"/>
                </a:cubicBezTo>
                <a:cubicBezTo>
                  <a:pt x="7234" y="1092"/>
                  <a:pt x="7536" y="241"/>
                  <a:pt x="8082" y="497"/>
                </a:cubicBezTo>
                <a:cubicBezTo>
                  <a:pt x="8628" y="756"/>
                  <a:pt x="9854" y="442"/>
                  <a:pt x="9989" y="2989"/>
                </a:cubicBezTo>
                <a:cubicBezTo>
                  <a:pt x="10124" y="5536"/>
                  <a:pt x="9098" y="5742"/>
                  <a:pt x="8599" y="6797"/>
                </a:cubicBezTo>
                <a:cubicBezTo>
                  <a:pt x="8100" y="7852"/>
                  <a:pt x="7544" y="8981"/>
                  <a:pt x="6995" y="9322"/>
                </a:cubicBezTo>
                <a:cubicBezTo>
                  <a:pt x="6446" y="9663"/>
                  <a:pt x="5793" y="8957"/>
                  <a:pt x="5307" y="8843"/>
                </a:cubicBezTo>
                <a:cubicBezTo>
                  <a:pt x="4819" y="8726"/>
                  <a:pt x="4628" y="10048"/>
                  <a:pt x="4371" y="9912"/>
                </a:cubicBezTo>
                <a:cubicBezTo>
                  <a:pt x="4114" y="9775"/>
                  <a:pt x="3505" y="10355"/>
                  <a:pt x="3140" y="10019"/>
                </a:cubicBezTo>
                <a:cubicBezTo>
                  <a:pt x="2774" y="9683"/>
                  <a:pt x="2820" y="8138"/>
                  <a:pt x="2179" y="7895"/>
                </a:cubicBezTo>
                <a:cubicBezTo>
                  <a:pt x="1586" y="6800"/>
                  <a:pt x="1549" y="8137"/>
                  <a:pt x="1187" y="7495"/>
                </a:cubicBezTo>
                <a:cubicBezTo>
                  <a:pt x="825" y="6852"/>
                  <a:pt x="-7" y="6157"/>
                  <a:pt x="4" y="4039"/>
                </a:cubicBezTo>
                <a:close/>
              </a:path>
            </a:pathLst>
          </a:custGeom>
          <a:solidFill>
            <a:srgbClr val="66CC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cxnSp>
        <p:nvCxnSpPr>
          <p:cNvPr id="888" name="Straight Connector 887">
            <a:extLst>
              <a:ext uri="{FF2B5EF4-FFF2-40B4-BE49-F238E27FC236}">
                <a16:creationId xmlns:a16="http://schemas.microsoft.com/office/drawing/2014/main" id="{BFDE916B-AF97-DB4F-88E3-3211F74E07F5}"/>
              </a:ext>
            </a:extLst>
          </p:cNvPr>
          <p:cNvCxnSpPr/>
          <p:nvPr/>
        </p:nvCxnSpPr>
        <p:spPr>
          <a:xfrm flipV="1">
            <a:off x="5011593" y="5847730"/>
            <a:ext cx="1316037" cy="131762"/>
          </a:xfrm>
          <a:prstGeom prst="line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889" name="Straight Connector 888">
            <a:extLst>
              <a:ext uri="{FF2B5EF4-FFF2-40B4-BE49-F238E27FC236}">
                <a16:creationId xmlns:a16="http://schemas.microsoft.com/office/drawing/2014/main" id="{11A6A20F-5B1F-E34C-A889-7D7216BC52A6}"/>
              </a:ext>
            </a:extLst>
          </p:cNvPr>
          <p:cNvCxnSpPr/>
          <p:nvPr/>
        </p:nvCxnSpPr>
        <p:spPr>
          <a:xfrm>
            <a:off x="4900468" y="6035055"/>
            <a:ext cx="2259012" cy="298450"/>
          </a:xfrm>
          <a:prstGeom prst="line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890" name="Straight Connector 889">
            <a:extLst>
              <a:ext uri="{FF2B5EF4-FFF2-40B4-BE49-F238E27FC236}">
                <a16:creationId xmlns:a16="http://schemas.microsoft.com/office/drawing/2014/main" id="{EC3A188E-9403-584D-9DE4-BD063B6A9984}"/>
              </a:ext>
            </a:extLst>
          </p:cNvPr>
          <p:cNvCxnSpPr/>
          <p:nvPr/>
        </p:nvCxnSpPr>
        <p:spPr>
          <a:xfrm>
            <a:off x="4913168" y="6139830"/>
            <a:ext cx="714375" cy="276225"/>
          </a:xfrm>
          <a:prstGeom prst="line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891" name="Straight Connector 890">
            <a:extLst>
              <a:ext uri="{FF2B5EF4-FFF2-40B4-BE49-F238E27FC236}">
                <a16:creationId xmlns:a16="http://schemas.microsoft.com/office/drawing/2014/main" id="{CA8EFEA7-A8AA-F945-BA1D-4ACB721622E5}"/>
              </a:ext>
            </a:extLst>
          </p:cNvPr>
          <p:cNvCxnSpPr/>
          <p:nvPr/>
        </p:nvCxnSpPr>
        <p:spPr>
          <a:xfrm flipV="1">
            <a:off x="5930755" y="6333505"/>
            <a:ext cx="1247775" cy="82550"/>
          </a:xfrm>
          <a:prstGeom prst="line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892" name="Straight Connector 891">
            <a:extLst>
              <a:ext uri="{FF2B5EF4-FFF2-40B4-BE49-F238E27FC236}">
                <a16:creationId xmlns:a16="http://schemas.microsoft.com/office/drawing/2014/main" id="{B2D0340F-062D-4B43-ADB5-74954D542D1B}"/>
              </a:ext>
            </a:extLst>
          </p:cNvPr>
          <p:cNvCxnSpPr/>
          <p:nvPr/>
        </p:nvCxnSpPr>
        <p:spPr>
          <a:xfrm>
            <a:off x="6591155" y="5881067"/>
            <a:ext cx="1057275" cy="123825"/>
          </a:xfrm>
          <a:prstGeom prst="line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893" name="Straight Connector 892">
            <a:extLst>
              <a:ext uri="{FF2B5EF4-FFF2-40B4-BE49-F238E27FC236}">
                <a16:creationId xmlns:a16="http://schemas.microsoft.com/office/drawing/2014/main" id="{694966F7-E79E-AC42-A981-710223649ACC}"/>
              </a:ext>
            </a:extLst>
          </p:cNvPr>
          <p:cNvCxnSpPr/>
          <p:nvPr/>
        </p:nvCxnSpPr>
        <p:spPr>
          <a:xfrm flipV="1">
            <a:off x="5875193" y="6035055"/>
            <a:ext cx="1790700" cy="298450"/>
          </a:xfrm>
          <a:prstGeom prst="line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894" name="Straight Connector 893">
            <a:extLst>
              <a:ext uri="{FF2B5EF4-FFF2-40B4-BE49-F238E27FC236}">
                <a16:creationId xmlns:a16="http://schemas.microsoft.com/office/drawing/2014/main" id="{E084439A-562F-9047-916D-8BFA8D983C78}"/>
              </a:ext>
            </a:extLst>
          </p:cNvPr>
          <p:cNvCxnSpPr/>
          <p:nvPr/>
        </p:nvCxnSpPr>
        <p:spPr>
          <a:xfrm flipV="1">
            <a:off x="7202343" y="6063630"/>
            <a:ext cx="588962" cy="269875"/>
          </a:xfrm>
          <a:prstGeom prst="line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895" name="Straight Connector 894">
            <a:extLst>
              <a:ext uri="{FF2B5EF4-FFF2-40B4-BE49-F238E27FC236}">
                <a16:creationId xmlns:a16="http://schemas.microsoft.com/office/drawing/2014/main" id="{B834EF84-01CE-DB43-AA3A-31C4F6601F10}"/>
              </a:ext>
            </a:extLst>
          </p:cNvPr>
          <p:cNvCxnSpPr/>
          <p:nvPr/>
        </p:nvCxnSpPr>
        <p:spPr>
          <a:xfrm>
            <a:off x="6345093" y="5847730"/>
            <a:ext cx="814387" cy="401637"/>
          </a:xfrm>
          <a:prstGeom prst="line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</p:cxnSp>
      <p:grpSp>
        <p:nvGrpSpPr>
          <p:cNvPr id="896" name="Group 895">
            <a:extLst>
              <a:ext uri="{FF2B5EF4-FFF2-40B4-BE49-F238E27FC236}">
                <a16:creationId xmlns:a16="http://schemas.microsoft.com/office/drawing/2014/main" id="{711F93EB-336F-294F-9B30-EC65C9DC0F9C}"/>
              </a:ext>
            </a:extLst>
          </p:cNvPr>
          <p:cNvGrpSpPr>
            <a:grpSpLocks/>
          </p:cNvGrpSpPr>
          <p:nvPr/>
        </p:nvGrpSpPr>
        <p:grpSpPr bwMode="auto">
          <a:xfrm>
            <a:off x="3274868" y="2950542"/>
            <a:ext cx="6978650" cy="1096963"/>
            <a:chOff x="1526216" y="3003498"/>
            <a:chExt cx="6978041" cy="1096962"/>
          </a:xfrm>
        </p:grpSpPr>
        <p:sp>
          <p:nvSpPr>
            <p:cNvPr id="897" name="TextBox 399">
              <a:extLst>
                <a:ext uri="{FF2B5EF4-FFF2-40B4-BE49-F238E27FC236}">
                  <a16:creationId xmlns:a16="http://schemas.microsoft.com/office/drawing/2014/main" id="{02C371D3-2C1E-5244-9747-22984982BA7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714291" y="3628973"/>
              <a:ext cx="595313" cy="4714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data</a:t>
              </a:r>
            </a:p>
            <a:p>
              <a:pPr marL="0" marR="0" lvl="0" indent="0" algn="ctr" defTabSz="914400" rtl="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plane</a:t>
              </a:r>
            </a:p>
          </p:txBody>
        </p:sp>
        <p:sp>
          <p:nvSpPr>
            <p:cNvPr id="898" name="TextBox 400">
              <a:extLst>
                <a:ext uri="{FF2B5EF4-FFF2-40B4-BE49-F238E27FC236}">
                  <a16:creationId xmlns:a16="http://schemas.microsoft.com/office/drawing/2014/main" id="{E9FCEA42-739D-C647-B0B2-29DF6799176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728579" y="3003498"/>
              <a:ext cx="709612" cy="4714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control</a:t>
              </a:r>
            </a:p>
            <a:p>
              <a:pPr marL="0" marR="0" lvl="0" indent="0" algn="ctr" defTabSz="914400" rtl="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plane</a:t>
              </a:r>
            </a:p>
          </p:txBody>
        </p:sp>
        <p:cxnSp>
          <p:nvCxnSpPr>
            <p:cNvPr id="899" name="Straight Connector 898">
              <a:extLst>
                <a:ext uri="{FF2B5EF4-FFF2-40B4-BE49-F238E27FC236}">
                  <a16:creationId xmlns:a16="http://schemas.microsoft.com/office/drawing/2014/main" id="{B4D02647-EB69-3549-8B8C-C214B4362D0C}"/>
                </a:ext>
              </a:extLst>
            </p:cNvPr>
            <p:cNvCxnSpPr/>
            <p:nvPr/>
          </p:nvCxnSpPr>
          <p:spPr bwMode="auto">
            <a:xfrm flipV="1">
              <a:off x="1526216" y="3579760"/>
              <a:ext cx="6978041" cy="11112"/>
            </a:xfrm>
            <a:prstGeom prst="line">
              <a:avLst/>
            </a:prstGeom>
            <a:noFill/>
            <a:ln w="25400" cap="flat" cmpd="sng" algn="ctr">
              <a:solidFill>
                <a:srgbClr val="000000"/>
              </a:solidFill>
              <a:prstDash val="dash"/>
            </a:ln>
            <a:effectLst/>
          </p:spPr>
        </p:cxnSp>
      </p:grpSp>
      <p:grpSp>
        <p:nvGrpSpPr>
          <p:cNvPr id="900" name="Group 899">
            <a:extLst>
              <a:ext uri="{FF2B5EF4-FFF2-40B4-BE49-F238E27FC236}">
                <a16:creationId xmlns:a16="http://schemas.microsoft.com/office/drawing/2014/main" id="{D1C980A1-7A81-E64E-86E7-AE4ADB468ED3}"/>
              </a:ext>
            </a:extLst>
          </p:cNvPr>
          <p:cNvGrpSpPr>
            <a:grpSpLocks/>
          </p:cNvGrpSpPr>
          <p:nvPr/>
        </p:nvGrpSpPr>
        <p:grpSpPr bwMode="auto">
          <a:xfrm>
            <a:off x="4186093" y="2682255"/>
            <a:ext cx="4295775" cy="320675"/>
            <a:chOff x="2433511" y="2792111"/>
            <a:chExt cx="4296530" cy="320561"/>
          </a:xfrm>
        </p:grpSpPr>
        <p:grpSp>
          <p:nvGrpSpPr>
            <p:cNvPr id="901" name="Group 401">
              <a:extLst>
                <a:ext uri="{FF2B5EF4-FFF2-40B4-BE49-F238E27FC236}">
                  <a16:creationId xmlns:a16="http://schemas.microsoft.com/office/drawing/2014/main" id="{0C7ACA51-7903-9B4D-A9BA-79FE11C0D1D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433511" y="2794083"/>
              <a:ext cx="349250" cy="317387"/>
              <a:chOff x="2931664" y="3912603"/>
              <a:chExt cx="430450" cy="329314"/>
            </a:xfrm>
          </p:grpSpPr>
          <p:sp>
            <p:nvSpPr>
              <p:cNvPr id="922" name="Rectangle 921">
                <a:extLst>
                  <a:ext uri="{FF2B5EF4-FFF2-40B4-BE49-F238E27FC236}">
                    <a16:creationId xmlns:a16="http://schemas.microsoft.com/office/drawing/2014/main" id="{4D33FA09-AAF7-044A-A5A8-F3F23C68AF3C}"/>
                  </a:ext>
                </a:extLst>
              </p:cNvPr>
              <p:cNvSpPr/>
              <p:nvPr/>
            </p:nvSpPr>
            <p:spPr>
              <a:xfrm>
                <a:off x="2937534" y="3912203"/>
                <a:ext cx="424655" cy="329314"/>
              </a:xfrm>
              <a:prstGeom prst="rect">
                <a:avLst/>
              </a:prstGeom>
              <a:solidFill>
                <a:srgbClr val="FFFFFF"/>
              </a:solidFill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923" name="Straight Connector 922">
                <a:extLst>
                  <a:ext uri="{FF2B5EF4-FFF2-40B4-BE49-F238E27FC236}">
                    <a16:creationId xmlns:a16="http://schemas.microsoft.com/office/drawing/2014/main" id="{C201AD05-8A56-4949-B304-A2A9AB5DD587}"/>
                  </a:ext>
                </a:extLst>
              </p:cNvPr>
              <p:cNvCxnSpPr/>
              <p:nvPr/>
            </p:nvCxnSpPr>
            <p:spPr>
              <a:xfrm>
                <a:off x="2931664" y="4004411"/>
                <a:ext cx="424654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924" name="Straight Connector 923">
                <a:extLst>
                  <a:ext uri="{FF2B5EF4-FFF2-40B4-BE49-F238E27FC236}">
                    <a16:creationId xmlns:a16="http://schemas.microsoft.com/office/drawing/2014/main" id="{ED7C9AD7-08A8-D942-BF3A-F53E94AF4B95}"/>
                  </a:ext>
                </a:extLst>
              </p:cNvPr>
              <p:cNvCxnSpPr/>
              <p:nvPr/>
            </p:nvCxnSpPr>
            <p:spPr>
              <a:xfrm>
                <a:off x="2931664" y="4066980"/>
                <a:ext cx="424654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925" name="Straight Connector 924">
                <a:extLst>
                  <a:ext uri="{FF2B5EF4-FFF2-40B4-BE49-F238E27FC236}">
                    <a16:creationId xmlns:a16="http://schemas.microsoft.com/office/drawing/2014/main" id="{143A10B8-06CC-D647-AEF7-2670CD772003}"/>
                  </a:ext>
                </a:extLst>
              </p:cNvPr>
              <p:cNvCxnSpPr>
                <a:stCxn id="922" idx="2"/>
              </p:cNvCxnSpPr>
              <p:nvPr/>
            </p:nvCxnSpPr>
            <p:spPr>
              <a:xfrm flipH="1" flipV="1">
                <a:off x="3148883" y="4004411"/>
                <a:ext cx="0" cy="237106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</p:grpSp>
        <p:grpSp>
          <p:nvGrpSpPr>
            <p:cNvPr id="902" name="Group 406">
              <a:extLst>
                <a:ext uri="{FF2B5EF4-FFF2-40B4-BE49-F238E27FC236}">
                  <a16:creationId xmlns:a16="http://schemas.microsoft.com/office/drawing/2014/main" id="{508A07A5-EEA9-904C-A972-4C4DADB5268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348666" y="2792111"/>
              <a:ext cx="350838" cy="317387"/>
              <a:chOff x="2931664" y="3912603"/>
              <a:chExt cx="430450" cy="329314"/>
            </a:xfrm>
          </p:grpSpPr>
          <p:sp>
            <p:nvSpPr>
              <p:cNvPr id="918" name="Rectangle 917">
                <a:extLst>
                  <a:ext uri="{FF2B5EF4-FFF2-40B4-BE49-F238E27FC236}">
                    <a16:creationId xmlns:a16="http://schemas.microsoft.com/office/drawing/2014/main" id="{3F286581-2453-1F47-8CC7-5657614015DB}"/>
                  </a:ext>
                </a:extLst>
              </p:cNvPr>
              <p:cNvSpPr/>
              <p:nvPr/>
            </p:nvSpPr>
            <p:spPr>
              <a:xfrm>
                <a:off x="2936779" y="3912603"/>
                <a:ext cx="424681" cy="329314"/>
              </a:xfrm>
              <a:prstGeom prst="rect">
                <a:avLst/>
              </a:prstGeom>
              <a:solidFill>
                <a:srgbClr val="FFFFFF"/>
              </a:solidFill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919" name="Straight Connector 918">
                <a:extLst>
                  <a:ext uri="{FF2B5EF4-FFF2-40B4-BE49-F238E27FC236}">
                    <a16:creationId xmlns:a16="http://schemas.microsoft.com/office/drawing/2014/main" id="{30F55D65-689B-184E-A7EE-17D45743B000}"/>
                  </a:ext>
                </a:extLst>
              </p:cNvPr>
              <p:cNvCxnSpPr/>
              <p:nvPr/>
            </p:nvCxnSpPr>
            <p:spPr>
              <a:xfrm>
                <a:off x="2930935" y="4004811"/>
                <a:ext cx="424681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920" name="Straight Connector 919">
                <a:extLst>
                  <a:ext uri="{FF2B5EF4-FFF2-40B4-BE49-F238E27FC236}">
                    <a16:creationId xmlns:a16="http://schemas.microsoft.com/office/drawing/2014/main" id="{076ADE22-2AEF-5040-9FA3-121B2C370E3A}"/>
                  </a:ext>
                </a:extLst>
              </p:cNvPr>
              <p:cNvCxnSpPr/>
              <p:nvPr/>
            </p:nvCxnSpPr>
            <p:spPr>
              <a:xfrm>
                <a:off x="2930935" y="4067381"/>
                <a:ext cx="424681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921" name="Straight Connector 920">
                <a:extLst>
                  <a:ext uri="{FF2B5EF4-FFF2-40B4-BE49-F238E27FC236}">
                    <a16:creationId xmlns:a16="http://schemas.microsoft.com/office/drawing/2014/main" id="{F2B6C973-6DE4-2349-9A6A-64B1F7541845}"/>
                  </a:ext>
                </a:extLst>
              </p:cNvPr>
              <p:cNvCxnSpPr>
                <a:stCxn id="918" idx="2"/>
              </p:cNvCxnSpPr>
              <p:nvPr/>
            </p:nvCxnSpPr>
            <p:spPr>
              <a:xfrm flipH="1" flipV="1">
                <a:off x="3147171" y="4004811"/>
                <a:ext cx="1949" cy="237106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</p:grpSp>
        <p:grpSp>
          <p:nvGrpSpPr>
            <p:cNvPr id="903" name="Group 411">
              <a:extLst>
                <a:ext uri="{FF2B5EF4-FFF2-40B4-BE49-F238E27FC236}">
                  <a16:creationId xmlns:a16="http://schemas.microsoft.com/office/drawing/2014/main" id="{AB449866-D0BC-6B4F-801B-0FA210DD832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182104" y="2792111"/>
              <a:ext cx="350837" cy="317387"/>
              <a:chOff x="2931664" y="3912603"/>
              <a:chExt cx="430450" cy="329314"/>
            </a:xfrm>
          </p:grpSpPr>
          <p:sp>
            <p:nvSpPr>
              <p:cNvPr id="914" name="Rectangle 913">
                <a:extLst>
                  <a:ext uri="{FF2B5EF4-FFF2-40B4-BE49-F238E27FC236}">
                    <a16:creationId xmlns:a16="http://schemas.microsoft.com/office/drawing/2014/main" id="{4E4F9BC1-F5BE-B344-A249-E838C680C739}"/>
                  </a:ext>
                </a:extLst>
              </p:cNvPr>
              <p:cNvSpPr/>
              <p:nvPr/>
            </p:nvSpPr>
            <p:spPr>
              <a:xfrm>
                <a:off x="2936958" y="3912603"/>
                <a:ext cx="424682" cy="329314"/>
              </a:xfrm>
              <a:prstGeom prst="rect">
                <a:avLst/>
              </a:prstGeom>
              <a:solidFill>
                <a:srgbClr val="FFFFFF"/>
              </a:solidFill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915" name="Straight Connector 914">
                <a:extLst>
                  <a:ext uri="{FF2B5EF4-FFF2-40B4-BE49-F238E27FC236}">
                    <a16:creationId xmlns:a16="http://schemas.microsoft.com/office/drawing/2014/main" id="{DB20F410-274B-C043-A0B4-75FDB2F514FF}"/>
                  </a:ext>
                </a:extLst>
              </p:cNvPr>
              <p:cNvCxnSpPr/>
              <p:nvPr/>
            </p:nvCxnSpPr>
            <p:spPr>
              <a:xfrm>
                <a:off x="2931113" y="4004811"/>
                <a:ext cx="424682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916" name="Straight Connector 915">
                <a:extLst>
                  <a:ext uri="{FF2B5EF4-FFF2-40B4-BE49-F238E27FC236}">
                    <a16:creationId xmlns:a16="http://schemas.microsoft.com/office/drawing/2014/main" id="{7E028785-0101-4B45-BBD3-8308680B4792}"/>
                  </a:ext>
                </a:extLst>
              </p:cNvPr>
              <p:cNvCxnSpPr/>
              <p:nvPr/>
            </p:nvCxnSpPr>
            <p:spPr>
              <a:xfrm>
                <a:off x="2931113" y="4067381"/>
                <a:ext cx="424682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917" name="Straight Connector 916">
                <a:extLst>
                  <a:ext uri="{FF2B5EF4-FFF2-40B4-BE49-F238E27FC236}">
                    <a16:creationId xmlns:a16="http://schemas.microsoft.com/office/drawing/2014/main" id="{A47B9AA0-7155-B643-A937-D99E939A959D}"/>
                  </a:ext>
                </a:extLst>
              </p:cNvPr>
              <p:cNvCxnSpPr>
                <a:stCxn id="914" idx="2"/>
              </p:cNvCxnSpPr>
              <p:nvPr/>
            </p:nvCxnSpPr>
            <p:spPr>
              <a:xfrm flipH="1" flipV="1">
                <a:off x="3147351" y="4004811"/>
                <a:ext cx="1947" cy="237106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</p:grpSp>
        <p:grpSp>
          <p:nvGrpSpPr>
            <p:cNvPr id="904" name="Group 416">
              <a:extLst>
                <a:ext uri="{FF2B5EF4-FFF2-40B4-BE49-F238E27FC236}">
                  <a16:creationId xmlns:a16="http://schemas.microsoft.com/office/drawing/2014/main" id="{6CFC219B-7363-534F-BBB9-2940C18F6DD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374316" y="2795285"/>
              <a:ext cx="349250" cy="317387"/>
              <a:chOff x="2931664" y="3912603"/>
              <a:chExt cx="430450" cy="329314"/>
            </a:xfrm>
          </p:grpSpPr>
          <p:sp>
            <p:nvSpPr>
              <p:cNvPr id="910" name="Rectangle 909">
                <a:extLst>
                  <a:ext uri="{FF2B5EF4-FFF2-40B4-BE49-F238E27FC236}">
                    <a16:creationId xmlns:a16="http://schemas.microsoft.com/office/drawing/2014/main" id="{A90F17FE-7DC7-C744-AC85-74012E165AB3}"/>
                  </a:ext>
                </a:extLst>
              </p:cNvPr>
              <p:cNvSpPr/>
              <p:nvPr/>
            </p:nvSpPr>
            <p:spPr>
              <a:xfrm>
                <a:off x="2937241" y="3912603"/>
                <a:ext cx="424655" cy="329314"/>
              </a:xfrm>
              <a:prstGeom prst="rect">
                <a:avLst/>
              </a:prstGeom>
              <a:solidFill>
                <a:srgbClr val="FFFFFF"/>
              </a:solidFill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911" name="Straight Connector 910">
                <a:extLst>
                  <a:ext uri="{FF2B5EF4-FFF2-40B4-BE49-F238E27FC236}">
                    <a16:creationId xmlns:a16="http://schemas.microsoft.com/office/drawing/2014/main" id="{493DE14E-A2F1-A249-AD60-B96754D395E1}"/>
                  </a:ext>
                </a:extLst>
              </p:cNvPr>
              <p:cNvCxnSpPr/>
              <p:nvPr/>
            </p:nvCxnSpPr>
            <p:spPr>
              <a:xfrm>
                <a:off x="2931371" y="4004811"/>
                <a:ext cx="424654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912" name="Straight Connector 911">
                <a:extLst>
                  <a:ext uri="{FF2B5EF4-FFF2-40B4-BE49-F238E27FC236}">
                    <a16:creationId xmlns:a16="http://schemas.microsoft.com/office/drawing/2014/main" id="{8DFE02DA-2A86-4844-B164-F4DC02A4123A}"/>
                  </a:ext>
                </a:extLst>
              </p:cNvPr>
              <p:cNvCxnSpPr/>
              <p:nvPr/>
            </p:nvCxnSpPr>
            <p:spPr>
              <a:xfrm>
                <a:off x="2931371" y="4067381"/>
                <a:ext cx="424654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913" name="Straight Connector 912">
                <a:extLst>
                  <a:ext uri="{FF2B5EF4-FFF2-40B4-BE49-F238E27FC236}">
                    <a16:creationId xmlns:a16="http://schemas.microsoft.com/office/drawing/2014/main" id="{C4AA7EE7-5C2E-8D48-989F-F7194666A353}"/>
                  </a:ext>
                </a:extLst>
              </p:cNvPr>
              <p:cNvCxnSpPr>
                <a:stCxn id="910" idx="2"/>
              </p:cNvCxnSpPr>
              <p:nvPr/>
            </p:nvCxnSpPr>
            <p:spPr>
              <a:xfrm flipH="1" flipV="1">
                <a:off x="3148590" y="4004811"/>
                <a:ext cx="0" cy="237106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</p:grpSp>
        <p:grpSp>
          <p:nvGrpSpPr>
            <p:cNvPr id="905" name="Group 421">
              <a:extLst>
                <a:ext uri="{FF2B5EF4-FFF2-40B4-BE49-F238E27FC236}">
                  <a16:creationId xmlns:a16="http://schemas.microsoft.com/office/drawing/2014/main" id="{1FA36B18-95B0-CB4E-95BE-59E9718161E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379204" y="2792111"/>
              <a:ext cx="350837" cy="317387"/>
              <a:chOff x="2931664" y="3912603"/>
              <a:chExt cx="430450" cy="329314"/>
            </a:xfrm>
          </p:grpSpPr>
          <p:sp>
            <p:nvSpPr>
              <p:cNvPr id="906" name="Rectangle 905">
                <a:extLst>
                  <a:ext uri="{FF2B5EF4-FFF2-40B4-BE49-F238E27FC236}">
                    <a16:creationId xmlns:a16="http://schemas.microsoft.com/office/drawing/2014/main" id="{EE684161-8E76-E041-95F6-E692F09DB739}"/>
                  </a:ext>
                </a:extLst>
              </p:cNvPr>
              <p:cNvSpPr/>
              <p:nvPr/>
            </p:nvSpPr>
            <p:spPr>
              <a:xfrm>
                <a:off x="2937432" y="3912603"/>
                <a:ext cx="424682" cy="329314"/>
              </a:xfrm>
              <a:prstGeom prst="rect">
                <a:avLst/>
              </a:prstGeom>
              <a:solidFill>
                <a:srgbClr val="FFFFFF"/>
              </a:solidFill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907" name="Straight Connector 906">
                <a:extLst>
                  <a:ext uri="{FF2B5EF4-FFF2-40B4-BE49-F238E27FC236}">
                    <a16:creationId xmlns:a16="http://schemas.microsoft.com/office/drawing/2014/main" id="{7927B3EE-2CC2-B44C-94F1-B69CA0A815A2}"/>
                  </a:ext>
                </a:extLst>
              </p:cNvPr>
              <p:cNvCxnSpPr/>
              <p:nvPr/>
            </p:nvCxnSpPr>
            <p:spPr>
              <a:xfrm>
                <a:off x="2931587" y="4004811"/>
                <a:ext cx="424682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908" name="Straight Connector 907">
                <a:extLst>
                  <a:ext uri="{FF2B5EF4-FFF2-40B4-BE49-F238E27FC236}">
                    <a16:creationId xmlns:a16="http://schemas.microsoft.com/office/drawing/2014/main" id="{89B6595F-CFF0-3B40-B47C-ADB86E974281}"/>
                  </a:ext>
                </a:extLst>
              </p:cNvPr>
              <p:cNvCxnSpPr/>
              <p:nvPr/>
            </p:nvCxnSpPr>
            <p:spPr>
              <a:xfrm>
                <a:off x="2931587" y="4067381"/>
                <a:ext cx="424682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909" name="Straight Connector 908">
                <a:extLst>
                  <a:ext uri="{FF2B5EF4-FFF2-40B4-BE49-F238E27FC236}">
                    <a16:creationId xmlns:a16="http://schemas.microsoft.com/office/drawing/2014/main" id="{C551D2B6-035F-CE4D-A43A-5FFB5AFCEED5}"/>
                  </a:ext>
                </a:extLst>
              </p:cNvPr>
              <p:cNvCxnSpPr>
                <a:stCxn id="906" idx="2"/>
              </p:cNvCxnSpPr>
              <p:nvPr/>
            </p:nvCxnSpPr>
            <p:spPr>
              <a:xfrm flipH="1" flipV="1">
                <a:off x="3147825" y="4004811"/>
                <a:ext cx="1947" cy="237106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</p:grpSp>
      </p:grpSp>
      <p:grpSp>
        <p:nvGrpSpPr>
          <p:cNvPr id="926" name="Group 925">
            <a:extLst>
              <a:ext uri="{FF2B5EF4-FFF2-40B4-BE49-F238E27FC236}">
                <a16:creationId xmlns:a16="http://schemas.microsoft.com/office/drawing/2014/main" id="{A988FEAF-222E-2C4B-8C38-8B6C17D4D63D}"/>
              </a:ext>
            </a:extLst>
          </p:cNvPr>
          <p:cNvGrpSpPr>
            <a:grpSpLocks/>
          </p:cNvGrpSpPr>
          <p:nvPr/>
        </p:nvGrpSpPr>
        <p:grpSpPr bwMode="auto">
          <a:xfrm>
            <a:off x="3605068" y="3656980"/>
            <a:ext cx="5211762" cy="2740025"/>
            <a:chOff x="1856416" y="3709935"/>
            <a:chExt cx="5211763" cy="2739614"/>
          </a:xfrm>
        </p:grpSpPr>
        <p:sp>
          <p:nvSpPr>
            <p:cNvPr id="927" name="Freeform 926">
              <a:extLst>
                <a:ext uri="{FF2B5EF4-FFF2-40B4-BE49-F238E27FC236}">
                  <a16:creationId xmlns:a16="http://schemas.microsoft.com/office/drawing/2014/main" id="{875BCAC4-B573-D54B-BF32-094096F89D98}"/>
                </a:ext>
              </a:extLst>
            </p:cNvPr>
            <p:cNvSpPr/>
            <p:nvPr/>
          </p:nvSpPr>
          <p:spPr>
            <a:xfrm>
              <a:off x="1877053" y="5330529"/>
              <a:ext cx="1281113" cy="758711"/>
            </a:xfrm>
            <a:custGeom>
              <a:avLst/>
              <a:gdLst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418712 w 1040633"/>
                <a:gd name="connsiteY4" fmla="*/ 1189324 h 1219697"/>
                <a:gd name="connsiteX5" fmla="*/ 139870 w 1040633"/>
                <a:gd name="connsiteY5" fmla="*/ 1191723 h 1219697"/>
                <a:gd name="connsiteX0" fmla="*/ 139870 w 1040633"/>
                <a:gd name="connsiteY0" fmla="*/ 1191723 h 1355926"/>
                <a:gd name="connsiteX1" fmla="*/ 0 w 1040633"/>
                <a:gd name="connsiteY1" fmla="*/ 0 h 1355926"/>
                <a:gd name="connsiteX2" fmla="*/ 1040633 w 1040633"/>
                <a:gd name="connsiteY2" fmla="*/ 16785 h 1355926"/>
                <a:gd name="connsiteX3" fmla="*/ 833625 w 1040633"/>
                <a:gd name="connsiteY3" fmla="*/ 1219697 h 1355926"/>
                <a:gd name="connsiteX4" fmla="*/ 139870 w 1040633"/>
                <a:gd name="connsiteY4" fmla="*/ 1191723 h 1355926"/>
                <a:gd name="connsiteX0" fmla="*/ 139870 w 1040633"/>
                <a:gd name="connsiteY0" fmla="*/ 1191723 h 1289901"/>
                <a:gd name="connsiteX1" fmla="*/ 0 w 1040633"/>
                <a:gd name="connsiteY1" fmla="*/ 0 h 1289901"/>
                <a:gd name="connsiteX2" fmla="*/ 1040633 w 1040633"/>
                <a:gd name="connsiteY2" fmla="*/ 16785 h 1289901"/>
                <a:gd name="connsiteX3" fmla="*/ 833625 w 1040633"/>
                <a:gd name="connsiteY3" fmla="*/ 1219697 h 1289901"/>
                <a:gd name="connsiteX4" fmla="*/ 139870 w 1040633"/>
                <a:gd name="connsiteY4" fmla="*/ 1191723 h 1289901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191723"/>
                <a:gd name="connsiteX1" fmla="*/ 0 w 1040633"/>
                <a:gd name="connsiteY1" fmla="*/ 0 h 1191723"/>
                <a:gd name="connsiteX2" fmla="*/ 1040633 w 1040633"/>
                <a:gd name="connsiteY2" fmla="*/ 16785 h 1191723"/>
                <a:gd name="connsiteX3" fmla="*/ 671988 w 1040633"/>
                <a:gd name="connsiteY3" fmla="*/ 1158121 h 1191723"/>
                <a:gd name="connsiteX4" fmla="*/ 139870 w 1040633"/>
                <a:gd name="connsiteY4" fmla="*/ 1191723 h 1191723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363082 w 1040633"/>
                <a:gd name="connsiteY4" fmla="*/ 1160935 h 1160935"/>
                <a:gd name="connsiteX0" fmla="*/ 448507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448507 w 1040633"/>
                <a:gd name="connsiteY4" fmla="*/ 1160935 h 1160935"/>
                <a:gd name="connsiteX0" fmla="*/ 448507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448507 w 1040633"/>
                <a:gd name="connsiteY4" fmla="*/ 1160935 h 1160935"/>
                <a:gd name="connsiteX0" fmla="*/ 448507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448507 w 1040633"/>
                <a:gd name="connsiteY4" fmla="*/ 1160935 h 1160935"/>
                <a:gd name="connsiteX0" fmla="*/ 448507 w 1325315"/>
                <a:gd name="connsiteY0" fmla="*/ 1160935 h 1160935"/>
                <a:gd name="connsiteX1" fmla="*/ 0 w 1325315"/>
                <a:gd name="connsiteY1" fmla="*/ 0 h 1160935"/>
                <a:gd name="connsiteX2" fmla="*/ 1040633 w 1325315"/>
                <a:gd name="connsiteY2" fmla="*/ 16785 h 1160935"/>
                <a:gd name="connsiteX3" fmla="*/ 1214315 w 1325315"/>
                <a:gd name="connsiteY3" fmla="*/ 1064597 h 1160935"/>
                <a:gd name="connsiteX4" fmla="*/ 448507 w 1325315"/>
                <a:gd name="connsiteY4" fmla="*/ 1160935 h 1160935"/>
                <a:gd name="connsiteX0" fmla="*/ 448507 w 1214315"/>
                <a:gd name="connsiteY0" fmla="*/ 1160935 h 1160935"/>
                <a:gd name="connsiteX1" fmla="*/ 0 w 1214315"/>
                <a:gd name="connsiteY1" fmla="*/ 0 h 1160935"/>
                <a:gd name="connsiteX2" fmla="*/ 1040633 w 1214315"/>
                <a:gd name="connsiteY2" fmla="*/ 16785 h 1160935"/>
                <a:gd name="connsiteX3" fmla="*/ 1214315 w 1214315"/>
                <a:gd name="connsiteY3" fmla="*/ 1064597 h 1160935"/>
                <a:gd name="connsiteX4" fmla="*/ 448507 w 1214315"/>
                <a:gd name="connsiteY4" fmla="*/ 1160935 h 1160935"/>
                <a:gd name="connsiteX0" fmla="*/ 448507 w 1214315"/>
                <a:gd name="connsiteY0" fmla="*/ 1160935 h 1160935"/>
                <a:gd name="connsiteX1" fmla="*/ 0 w 1214315"/>
                <a:gd name="connsiteY1" fmla="*/ 0 h 1160935"/>
                <a:gd name="connsiteX2" fmla="*/ 1040633 w 1214315"/>
                <a:gd name="connsiteY2" fmla="*/ 16785 h 1160935"/>
                <a:gd name="connsiteX3" fmla="*/ 1214315 w 1214315"/>
                <a:gd name="connsiteY3" fmla="*/ 1064597 h 1160935"/>
                <a:gd name="connsiteX4" fmla="*/ 448507 w 1214315"/>
                <a:gd name="connsiteY4" fmla="*/ 1160935 h 1160935"/>
                <a:gd name="connsiteX0" fmla="*/ 1053964 w 1214315"/>
                <a:gd name="connsiteY0" fmla="*/ 1136323 h 1136323"/>
                <a:gd name="connsiteX1" fmla="*/ 0 w 1214315"/>
                <a:gd name="connsiteY1" fmla="*/ 0 h 1136323"/>
                <a:gd name="connsiteX2" fmla="*/ 1040633 w 1214315"/>
                <a:gd name="connsiteY2" fmla="*/ 16785 h 1136323"/>
                <a:gd name="connsiteX3" fmla="*/ 1214315 w 1214315"/>
                <a:gd name="connsiteY3" fmla="*/ 1064597 h 1136323"/>
                <a:gd name="connsiteX4" fmla="*/ 1053964 w 1214315"/>
                <a:gd name="connsiteY4" fmla="*/ 1136323 h 1136323"/>
                <a:gd name="connsiteX0" fmla="*/ 1053964 w 1214315"/>
                <a:gd name="connsiteY0" fmla="*/ 1136323 h 1136323"/>
                <a:gd name="connsiteX1" fmla="*/ 0 w 1214315"/>
                <a:gd name="connsiteY1" fmla="*/ 0 h 1136323"/>
                <a:gd name="connsiteX2" fmla="*/ 1040633 w 1214315"/>
                <a:gd name="connsiteY2" fmla="*/ 16785 h 1136323"/>
                <a:gd name="connsiteX3" fmla="*/ 1214315 w 1214315"/>
                <a:gd name="connsiteY3" fmla="*/ 1064597 h 1136323"/>
                <a:gd name="connsiteX4" fmla="*/ 1053964 w 1214315"/>
                <a:gd name="connsiteY4" fmla="*/ 1136323 h 1136323"/>
                <a:gd name="connsiteX0" fmla="*/ 1053964 w 1214315"/>
                <a:gd name="connsiteY0" fmla="*/ 1136323 h 1136323"/>
                <a:gd name="connsiteX1" fmla="*/ 0 w 1214315"/>
                <a:gd name="connsiteY1" fmla="*/ 0 h 1136323"/>
                <a:gd name="connsiteX2" fmla="*/ 1040633 w 1214315"/>
                <a:gd name="connsiteY2" fmla="*/ 16785 h 1136323"/>
                <a:gd name="connsiteX3" fmla="*/ 1214315 w 1214315"/>
                <a:gd name="connsiteY3" fmla="*/ 1064597 h 1136323"/>
                <a:gd name="connsiteX4" fmla="*/ 1053964 w 1214315"/>
                <a:gd name="connsiteY4" fmla="*/ 1136323 h 1136323"/>
                <a:gd name="connsiteX0" fmla="*/ 1060159 w 1220510"/>
                <a:gd name="connsiteY0" fmla="*/ 1119627 h 1119627"/>
                <a:gd name="connsiteX1" fmla="*/ 0 w 1220510"/>
                <a:gd name="connsiteY1" fmla="*/ 249694 h 1119627"/>
                <a:gd name="connsiteX2" fmla="*/ 1046828 w 1220510"/>
                <a:gd name="connsiteY2" fmla="*/ 89 h 1119627"/>
                <a:gd name="connsiteX3" fmla="*/ 1220510 w 1220510"/>
                <a:gd name="connsiteY3" fmla="*/ 1047901 h 1119627"/>
                <a:gd name="connsiteX4" fmla="*/ 1060159 w 1220510"/>
                <a:gd name="connsiteY4" fmla="*/ 1119627 h 1119627"/>
                <a:gd name="connsiteX0" fmla="*/ 1060159 w 1220510"/>
                <a:gd name="connsiteY0" fmla="*/ 1119627 h 1119627"/>
                <a:gd name="connsiteX1" fmla="*/ 0 w 1220510"/>
                <a:gd name="connsiteY1" fmla="*/ 249694 h 1119627"/>
                <a:gd name="connsiteX2" fmla="*/ 1046828 w 1220510"/>
                <a:gd name="connsiteY2" fmla="*/ 89 h 1119627"/>
                <a:gd name="connsiteX3" fmla="*/ 1220510 w 1220510"/>
                <a:gd name="connsiteY3" fmla="*/ 1047901 h 1119627"/>
                <a:gd name="connsiteX4" fmla="*/ 1060159 w 1220510"/>
                <a:gd name="connsiteY4" fmla="*/ 1119627 h 1119627"/>
                <a:gd name="connsiteX0" fmla="*/ 1060159 w 1220510"/>
                <a:gd name="connsiteY0" fmla="*/ 1119627 h 1119627"/>
                <a:gd name="connsiteX1" fmla="*/ 0 w 1220510"/>
                <a:gd name="connsiteY1" fmla="*/ 249694 h 1119627"/>
                <a:gd name="connsiteX2" fmla="*/ 1046828 w 1220510"/>
                <a:gd name="connsiteY2" fmla="*/ 89 h 1119627"/>
                <a:gd name="connsiteX3" fmla="*/ 1220510 w 1220510"/>
                <a:gd name="connsiteY3" fmla="*/ 1047901 h 1119627"/>
                <a:gd name="connsiteX4" fmla="*/ 1060159 w 1220510"/>
                <a:gd name="connsiteY4" fmla="*/ 1119627 h 1119627"/>
                <a:gd name="connsiteX0" fmla="*/ 1060159 w 1220510"/>
                <a:gd name="connsiteY0" fmla="*/ 921649 h 921649"/>
                <a:gd name="connsiteX1" fmla="*/ 0 w 1220510"/>
                <a:gd name="connsiteY1" fmla="*/ 51716 h 921649"/>
                <a:gd name="connsiteX2" fmla="*/ 1059218 w 1220510"/>
                <a:gd name="connsiteY2" fmla="*/ 355 h 921649"/>
                <a:gd name="connsiteX3" fmla="*/ 1220510 w 1220510"/>
                <a:gd name="connsiteY3" fmla="*/ 849923 h 921649"/>
                <a:gd name="connsiteX4" fmla="*/ 1060159 w 1220510"/>
                <a:gd name="connsiteY4" fmla="*/ 921649 h 921649"/>
                <a:gd name="connsiteX0" fmla="*/ 1060159 w 1220510"/>
                <a:gd name="connsiteY0" fmla="*/ 921649 h 921649"/>
                <a:gd name="connsiteX1" fmla="*/ 0 w 1220510"/>
                <a:gd name="connsiteY1" fmla="*/ 51716 h 921649"/>
                <a:gd name="connsiteX2" fmla="*/ 1059218 w 1220510"/>
                <a:gd name="connsiteY2" fmla="*/ 355 h 921649"/>
                <a:gd name="connsiteX3" fmla="*/ 1220510 w 1220510"/>
                <a:gd name="connsiteY3" fmla="*/ 849923 h 921649"/>
                <a:gd name="connsiteX4" fmla="*/ 1060159 w 1220510"/>
                <a:gd name="connsiteY4" fmla="*/ 921649 h 921649"/>
                <a:gd name="connsiteX0" fmla="*/ 1060159 w 1220510"/>
                <a:gd name="connsiteY0" fmla="*/ 921649 h 921649"/>
                <a:gd name="connsiteX1" fmla="*/ 0 w 1220510"/>
                <a:gd name="connsiteY1" fmla="*/ 51716 h 921649"/>
                <a:gd name="connsiteX2" fmla="*/ 1059218 w 1220510"/>
                <a:gd name="connsiteY2" fmla="*/ 355 h 921649"/>
                <a:gd name="connsiteX3" fmla="*/ 1220510 w 1220510"/>
                <a:gd name="connsiteY3" fmla="*/ 849923 h 921649"/>
                <a:gd name="connsiteX4" fmla="*/ 1060159 w 1220510"/>
                <a:gd name="connsiteY4" fmla="*/ 921649 h 921649"/>
                <a:gd name="connsiteX0" fmla="*/ 1060159 w 1340486"/>
                <a:gd name="connsiteY0" fmla="*/ 921649 h 921649"/>
                <a:gd name="connsiteX1" fmla="*/ 0 w 1340486"/>
                <a:gd name="connsiteY1" fmla="*/ 51716 h 921649"/>
                <a:gd name="connsiteX2" fmla="*/ 1059218 w 1340486"/>
                <a:gd name="connsiteY2" fmla="*/ 355 h 921649"/>
                <a:gd name="connsiteX3" fmla="*/ 1340486 w 1340486"/>
                <a:gd name="connsiteY3" fmla="*/ 709789 h 921649"/>
                <a:gd name="connsiteX4" fmla="*/ 1060159 w 1340486"/>
                <a:gd name="connsiteY4" fmla="*/ 921649 h 921649"/>
                <a:gd name="connsiteX0" fmla="*/ 1060159 w 1340486"/>
                <a:gd name="connsiteY0" fmla="*/ 921649 h 921649"/>
                <a:gd name="connsiteX1" fmla="*/ 0 w 1340486"/>
                <a:gd name="connsiteY1" fmla="*/ 51716 h 921649"/>
                <a:gd name="connsiteX2" fmla="*/ 1059218 w 1340486"/>
                <a:gd name="connsiteY2" fmla="*/ 355 h 921649"/>
                <a:gd name="connsiteX3" fmla="*/ 1340486 w 1340486"/>
                <a:gd name="connsiteY3" fmla="*/ 709789 h 921649"/>
                <a:gd name="connsiteX4" fmla="*/ 1060159 w 1340486"/>
                <a:gd name="connsiteY4" fmla="*/ 921649 h 921649"/>
                <a:gd name="connsiteX0" fmla="*/ 1060159 w 1340486"/>
                <a:gd name="connsiteY0" fmla="*/ 921649 h 921649"/>
                <a:gd name="connsiteX1" fmla="*/ 0 w 1340486"/>
                <a:gd name="connsiteY1" fmla="*/ 51716 h 921649"/>
                <a:gd name="connsiteX2" fmla="*/ 1059218 w 1340486"/>
                <a:gd name="connsiteY2" fmla="*/ 355 h 921649"/>
                <a:gd name="connsiteX3" fmla="*/ 1340486 w 1340486"/>
                <a:gd name="connsiteY3" fmla="*/ 709789 h 921649"/>
                <a:gd name="connsiteX4" fmla="*/ 1060159 w 1340486"/>
                <a:gd name="connsiteY4" fmla="*/ 921649 h 921649"/>
                <a:gd name="connsiteX0" fmla="*/ 1025166 w 1340486"/>
                <a:gd name="connsiteY0" fmla="*/ 746482 h 746482"/>
                <a:gd name="connsiteX1" fmla="*/ 0 w 1340486"/>
                <a:gd name="connsiteY1" fmla="*/ 51716 h 746482"/>
                <a:gd name="connsiteX2" fmla="*/ 1059218 w 1340486"/>
                <a:gd name="connsiteY2" fmla="*/ 355 h 746482"/>
                <a:gd name="connsiteX3" fmla="*/ 1340486 w 1340486"/>
                <a:gd name="connsiteY3" fmla="*/ 709789 h 746482"/>
                <a:gd name="connsiteX4" fmla="*/ 1025166 w 1340486"/>
                <a:gd name="connsiteY4" fmla="*/ 746482 h 746482"/>
                <a:gd name="connsiteX0" fmla="*/ 1025166 w 1340486"/>
                <a:gd name="connsiteY0" fmla="*/ 746482 h 746482"/>
                <a:gd name="connsiteX1" fmla="*/ 0 w 1340486"/>
                <a:gd name="connsiteY1" fmla="*/ 51716 h 746482"/>
                <a:gd name="connsiteX2" fmla="*/ 1059218 w 1340486"/>
                <a:gd name="connsiteY2" fmla="*/ 355 h 746482"/>
                <a:gd name="connsiteX3" fmla="*/ 1340486 w 1340486"/>
                <a:gd name="connsiteY3" fmla="*/ 709789 h 746482"/>
                <a:gd name="connsiteX4" fmla="*/ 1025166 w 1340486"/>
                <a:gd name="connsiteY4" fmla="*/ 746482 h 746482"/>
                <a:gd name="connsiteX0" fmla="*/ 965179 w 1280499"/>
                <a:gd name="connsiteY0" fmla="*/ 759828 h 759828"/>
                <a:gd name="connsiteX1" fmla="*/ 0 w 1280499"/>
                <a:gd name="connsiteY1" fmla="*/ 0 h 759828"/>
                <a:gd name="connsiteX2" fmla="*/ 999231 w 1280499"/>
                <a:gd name="connsiteY2" fmla="*/ 13701 h 759828"/>
                <a:gd name="connsiteX3" fmla="*/ 1280499 w 1280499"/>
                <a:gd name="connsiteY3" fmla="*/ 723135 h 759828"/>
                <a:gd name="connsiteX4" fmla="*/ 965179 w 1280499"/>
                <a:gd name="connsiteY4" fmla="*/ 759828 h 759828"/>
                <a:gd name="connsiteX0" fmla="*/ 965179 w 1280499"/>
                <a:gd name="connsiteY0" fmla="*/ 759828 h 759828"/>
                <a:gd name="connsiteX1" fmla="*/ 0 w 1280499"/>
                <a:gd name="connsiteY1" fmla="*/ 0 h 759828"/>
                <a:gd name="connsiteX2" fmla="*/ 999231 w 1280499"/>
                <a:gd name="connsiteY2" fmla="*/ 13701 h 759828"/>
                <a:gd name="connsiteX3" fmla="*/ 1280499 w 1280499"/>
                <a:gd name="connsiteY3" fmla="*/ 723135 h 759828"/>
                <a:gd name="connsiteX4" fmla="*/ 965179 w 1280499"/>
                <a:gd name="connsiteY4" fmla="*/ 759828 h 759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80499" h="759828">
                  <a:moveTo>
                    <a:pt x="965179" y="759828"/>
                  </a:moveTo>
                  <a:cubicBezTo>
                    <a:pt x="301565" y="231725"/>
                    <a:pt x="628999" y="498939"/>
                    <a:pt x="0" y="0"/>
                  </a:cubicBezTo>
                  <a:lnTo>
                    <a:pt x="999231" y="13701"/>
                  </a:lnTo>
                  <a:cubicBezTo>
                    <a:pt x="1112985" y="379881"/>
                    <a:pt x="1055867" y="236107"/>
                    <a:pt x="1280499" y="723135"/>
                  </a:cubicBezTo>
                  <a:cubicBezTo>
                    <a:pt x="1186079" y="728668"/>
                    <a:pt x="1127207" y="701414"/>
                    <a:pt x="965179" y="759828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>
                    <a:lumMod val="95000"/>
                  </a:srgbClr>
                </a:gs>
                <a:gs pos="100000">
                  <a:srgbClr val="FFFFFF">
                    <a:lumMod val="7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FFFFFF">
                  <a:lumMod val="75000"/>
                </a:srgbClr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928" name="Freeform 927">
              <a:extLst>
                <a:ext uri="{FF2B5EF4-FFF2-40B4-BE49-F238E27FC236}">
                  <a16:creationId xmlns:a16="http://schemas.microsoft.com/office/drawing/2014/main" id="{0D857BEA-FC6F-1449-A5C0-C21CC8BC5CED}"/>
                </a:ext>
              </a:extLst>
            </p:cNvPr>
            <p:cNvSpPr/>
            <p:nvPr/>
          </p:nvSpPr>
          <p:spPr>
            <a:xfrm>
              <a:off x="6202992" y="5428939"/>
              <a:ext cx="865187" cy="553955"/>
            </a:xfrm>
            <a:custGeom>
              <a:avLst/>
              <a:gdLst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418712 w 1040633"/>
                <a:gd name="connsiteY4" fmla="*/ 1189324 h 1219697"/>
                <a:gd name="connsiteX5" fmla="*/ 139870 w 1040633"/>
                <a:gd name="connsiteY5" fmla="*/ 1191723 h 1219697"/>
                <a:gd name="connsiteX0" fmla="*/ 139870 w 1040633"/>
                <a:gd name="connsiteY0" fmla="*/ 1191723 h 1355926"/>
                <a:gd name="connsiteX1" fmla="*/ 0 w 1040633"/>
                <a:gd name="connsiteY1" fmla="*/ 0 h 1355926"/>
                <a:gd name="connsiteX2" fmla="*/ 1040633 w 1040633"/>
                <a:gd name="connsiteY2" fmla="*/ 16785 h 1355926"/>
                <a:gd name="connsiteX3" fmla="*/ 833625 w 1040633"/>
                <a:gd name="connsiteY3" fmla="*/ 1219697 h 1355926"/>
                <a:gd name="connsiteX4" fmla="*/ 139870 w 1040633"/>
                <a:gd name="connsiteY4" fmla="*/ 1191723 h 1355926"/>
                <a:gd name="connsiteX0" fmla="*/ 139870 w 1040633"/>
                <a:gd name="connsiteY0" fmla="*/ 1191723 h 1289901"/>
                <a:gd name="connsiteX1" fmla="*/ 0 w 1040633"/>
                <a:gd name="connsiteY1" fmla="*/ 0 h 1289901"/>
                <a:gd name="connsiteX2" fmla="*/ 1040633 w 1040633"/>
                <a:gd name="connsiteY2" fmla="*/ 16785 h 1289901"/>
                <a:gd name="connsiteX3" fmla="*/ 833625 w 1040633"/>
                <a:gd name="connsiteY3" fmla="*/ 1219697 h 1289901"/>
                <a:gd name="connsiteX4" fmla="*/ 139870 w 1040633"/>
                <a:gd name="connsiteY4" fmla="*/ 1191723 h 1289901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191723"/>
                <a:gd name="connsiteX1" fmla="*/ 0 w 1040633"/>
                <a:gd name="connsiteY1" fmla="*/ 0 h 1191723"/>
                <a:gd name="connsiteX2" fmla="*/ 1040633 w 1040633"/>
                <a:gd name="connsiteY2" fmla="*/ 16785 h 1191723"/>
                <a:gd name="connsiteX3" fmla="*/ 671988 w 1040633"/>
                <a:gd name="connsiteY3" fmla="*/ 1158121 h 1191723"/>
                <a:gd name="connsiteX4" fmla="*/ 139870 w 1040633"/>
                <a:gd name="connsiteY4" fmla="*/ 1191723 h 1191723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71988 w 778664"/>
                <a:gd name="connsiteY3" fmla="*/ 1158121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23004 w 954755"/>
                <a:gd name="connsiteY0" fmla="*/ 943771 h 976186"/>
                <a:gd name="connsiteX1" fmla="*/ 455145 w 954755"/>
                <a:gd name="connsiteY1" fmla="*/ 11688 h 976186"/>
                <a:gd name="connsiteX2" fmla="*/ 954755 w 954755"/>
                <a:gd name="connsiteY2" fmla="*/ 0 h 976186"/>
                <a:gd name="connsiteX3" fmla="*/ 728484 w 954755"/>
                <a:gd name="connsiteY3" fmla="*/ 976186 h 976186"/>
                <a:gd name="connsiteX4" fmla="*/ 23004 w 954755"/>
                <a:gd name="connsiteY4" fmla="*/ 943771 h 976186"/>
                <a:gd name="connsiteX0" fmla="*/ 0 w 931751"/>
                <a:gd name="connsiteY0" fmla="*/ 943771 h 976186"/>
                <a:gd name="connsiteX1" fmla="*/ 432141 w 931751"/>
                <a:gd name="connsiteY1" fmla="*/ 11688 h 976186"/>
                <a:gd name="connsiteX2" fmla="*/ 931751 w 931751"/>
                <a:gd name="connsiteY2" fmla="*/ 0 h 976186"/>
                <a:gd name="connsiteX3" fmla="*/ 705480 w 931751"/>
                <a:gd name="connsiteY3" fmla="*/ 976186 h 976186"/>
                <a:gd name="connsiteX4" fmla="*/ 0 w 931751"/>
                <a:gd name="connsiteY4" fmla="*/ 943771 h 976186"/>
                <a:gd name="connsiteX0" fmla="*/ 0 w 931751"/>
                <a:gd name="connsiteY0" fmla="*/ 943771 h 976186"/>
                <a:gd name="connsiteX1" fmla="*/ 432141 w 931751"/>
                <a:gd name="connsiteY1" fmla="*/ 11688 h 976186"/>
                <a:gd name="connsiteX2" fmla="*/ 931751 w 931751"/>
                <a:gd name="connsiteY2" fmla="*/ 0 h 976186"/>
                <a:gd name="connsiteX3" fmla="*/ 705480 w 931751"/>
                <a:gd name="connsiteY3" fmla="*/ 976186 h 976186"/>
                <a:gd name="connsiteX4" fmla="*/ 0 w 931751"/>
                <a:gd name="connsiteY4" fmla="*/ 943771 h 976186"/>
                <a:gd name="connsiteX0" fmla="*/ 0 w 931751"/>
                <a:gd name="connsiteY0" fmla="*/ 943771 h 976186"/>
                <a:gd name="connsiteX1" fmla="*/ 432141 w 931751"/>
                <a:gd name="connsiteY1" fmla="*/ 11688 h 976186"/>
                <a:gd name="connsiteX2" fmla="*/ 931751 w 931751"/>
                <a:gd name="connsiteY2" fmla="*/ 0 h 976186"/>
                <a:gd name="connsiteX3" fmla="*/ 705480 w 931751"/>
                <a:gd name="connsiteY3" fmla="*/ 976186 h 976186"/>
                <a:gd name="connsiteX4" fmla="*/ 0 w 931751"/>
                <a:gd name="connsiteY4" fmla="*/ 943771 h 976186"/>
                <a:gd name="connsiteX0" fmla="*/ 0 w 931751"/>
                <a:gd name="connsiteY0" fmla="*/ 943771 h 966342"/>
                <a:gd name="connsiteX1" fmla="*/ 432141 w 931751"/>
                <a:gd name="connsiteY1" fmla="*/ 11688 h 966342"/>
                <a:gd name="connsiteX2" fmla="*/ 931751 w 931751"/>
                <a:gd name="connsiteY2" fmla="*/ 0 h 966342"/>
                <a:gd name="connsiteX3" fmla="*/ 183705 w 931751"/>
                <a:gd name="connsiteY3" fmla="*/ 966342 h 966342"/>
                <a:gd name="connsiteX4" fmla="*/ 0 w 931751"/>
                <a:gd name="connsiteY4" fmla="*/ 943771 h 966342"/>
                <a:gd name="connsiteX0" fmla="*/ 0 w 931751"/>
                <a:gd name="connsiteY0" fmla="*/ 943771 h 966342"/>
                <a:gd name="connsiteX1" fmla="*/ 432141 w 931751"/>
                <a:gd name="connsiteY1" fmla="*/ 11688 h 966342"/>
                <a:gd name="connsiteX2" fmla="*/ 931751 w 931751"/>
                <a:gd name="connsiteY2" fmla="*/ 0 h 966342"/>
                <a:gd name="connsiteX3" fmla="*/ 183705 w 931751"/>
                <a:gd name="connsiteY3" fmla="*/ 966342 h 966342"/>
                <a:gd name="connsiteX4" fmla="*/ 0 w 931751"/>
                <a:gd name="connsiteY4" fmla="*/ 943771 h 966342"/>
                <a:gd name="connsiteX0" fmla="*/ 0 w 931751"/>
                <a:gd name="connsiteY0" fmla="*/ 943771 h 966342"/>
                <a:gd name="connsiteX1" fmla="*/ 432141 w 931751"/>
                <a:gd name="connsiteY1" fmla="*/ 11688 h 966342"/>
                <a:gd name="connsiteX2" fmla="*/ 931751 w 931751"/>
                <a:gd name="connsiteY2" fmla="*/ 0 h 966342"/>
                <a:gd name="connsiteX3" fmla="*/ 183705 w 931751"/>
                <a:gd name="connsiteY3" fmla="*/ 966342 h 966342"/>
                <a:gd name="connsiteX4" fmla="*/ 0 w 931751"/>
                <a:gd name="connsiteY4" fmla="*/ 943771 h 966342"/>
                <a:gd name="connsiteX0" fmla="*/ 0 w 956363"/>
                <a:gd name="connsiteY0" fmla="*/ 932083 h 954654"/>
                <a:gd name="connsiteX1" fmla="*/ 432141 w 956363"/>
                <a:gd name="connsiteY1" fmla="*/ 0 h 954654"/>
                <a:gd name="connsiteX2" fmla="*/ 956363 w 956363"/>
                <a:gd name="connsiteY2" fmla="*/ 12924 h 954654"/>
                <a:gd name="connsiteX3" fmla="*/ 183705 w 956363"/>
                <a:gd name="connsiteY3" fmla="*/ 954654 h 954654"/>
                <a:gd name="connsiteX4" fmla="*/ 0 w 956363"/>
                <a:gd name="connsiteY4" fmla="*/ 932083 h 954654"/>
                <a:gd name="connsiteX0" fmla="*/ 0 w 956363"/>
                <a:gd name="connsiteY0" fmla="*/ 919226 h 941797"/>
                <a:gd name="connsiteX1" fmla="*/ 405840 w 956363"/>
                <a:gd name="connsiteY1" fmla="*/ 197551 h 941797"/>
                <a:gd name="connsiteX2" fmla="*/ 956363 w 956363"/>
                <a:gd name="connsiteY2" fmla="*/ 67 h 941797"/>
                <a:gd name="connsiteX3" fmla="*/ 183705 w 956363"/>
                <a:gd name="connsiteY3" fmla="*/ 941797 h 941797"/>
                <a:gd name="connsiteX4" fmla="*/ 0 w 956363"/>
                <a:gd name="connsiteY4" fmla="*/ 919226 h 941797"/>
                <a:gd name="connsiteX0" fmla="*/ 0 w 956363"/>
                <a:gd name="connsiteY0" fmla="*/ 919226 h 941797"/>
                <a:gd name="connsiteX1" fmla="*/ 405840 w 956363"/>
                <a:gd name="connsiteY1" fmla="*/ 197551 h 941797"/>
                <a:gd name="connsiteX2" fmla="*/ 956363 w 956363"/>
                <a:gd name="connsiteY2" fmla="*/ 67 h 941797"/>
                <a:gd name="connsiteX3" fmla="*/ 183705 w 956363"/>
                <a:gd name="connsiteY3" fmla="*/ 941797 h 941797"/>
                <a:gd name="connsiteX4" fmla="*/ 0 w 956363"/>
                <a:gd name="connsiteY4" fmla="*/ 919226 h 941797"/>
                <a:gd name="connsiteX0" fmla="*/ 0 w 956363"/>
                <a:gd name="connsiteY0" fmla="*/ 919226 h 941797"/>
                <a:gd name="connsiteX1" fmla="*/ 405840 w 956363"/>
                <a:gd name="connsiteY1" fmla="*/ 197551 h 941797"/>
                <a:gd name="connsiteX2" fmla="*/ 956363 w 956363"/>
                <a:gd name="connsiteY2" fmla="*/ 67 h 941797"/>
                <a:gd name="connsiteX3" fmla="*/ 183705 w 956363"/>
                <a:gd name="connsiteY3" fmla="*/ 941797 h 941797"/>
                <a:gd name="connsiteX4" fmla="*/ 0 w 956363"/>
                <a:gd name="connsiteY4" fmla="*/ 919226 h 941797"/>
                <a:gd name="connsiteX0" fmla="*/ 0 w 926304"/>
                <a:gd name="connsiteY0" fmla="*/ 735614 h 758185"/>
                <a:gd name="connsiteX1" fmla="*/ 405840 w 926304"/>
                <a:gd name="connsiteY1" fmla="*/ 13939 h 758185"/>
                <a:gd name="connsiteX2" fmla="*/ 926304 w 926304"/>
                <a:gd name="connsiteY2" fmla="*/ 563 h 758185"/>
                <a:gd name="connsiteX3" fmla="*/ 183705 w 926304"/>
                <a:gd name="connsiteY3" fmla="*/ 758185 h 758185"/>
                <a:gd name="connsiteX4" fmla="*/ 0 w 926304"/>
                <a:gd name="connsiteY4" fmla="*/ 735614 h 758185"/>
                <a:gd name="connsiteX0" fmla="*/ 0 w 926304"/>
                <a:gd name="connsiteY0" fmla="*/ 735614 h 758185"/>
                <a:gd name="connsiteX1" fmla="*/ 405840 w 926304"/>
                <a:gd name="connsiteY1" fmla="*/ 13939 h 758185"/>
                <a:gd name="connsiteX2" fmla="*/ 926304 w 926304"/>
                <a:gd name="connsiteY2" fmla="*/ 563 h 758185"/>
                <a:gd name="connsiteX3" fmla="*/ 183705 w 926304"/>
                <a:gd name="connsiteY3" fmla="*/ 758185 h 758185"/>
                <a:gd name="connsiteX4" fmla="*/ 0 w 926304"/>
                <a:gd name="connsiteY4" fmla="*/ 735614 h 758185"/>
                <a:gd name="connsiteX0" fmla="*/ 0 w 926304"/>
                <a:gd name="connsiteY0" fmla="*/ 735614 h 758185"/>
                <a:gd name="connsiteX1" fmla="*/ 405840 w 926304"/>
                <a:gd name="connsiteY1" fmla="*/ 13939 h 758185"/>
                <a:gd name="connsiteX2" fmla="*/ 926304 w 926304"/>
                <a:gd name="connsiteY2" fmla="*/ 563 h 758185"/>
                <a:gd name="connsiteX3" fmla="*/ 183705 w 926304"/>
                <a:gd name="connsiteY3" fmla="*/ 758185 h 758185"/>
                <a:gd name="connsiteX4" fmla="*/ 0 w 926304"/>
                <a:gd name="connsiteY4" fmla="*/ 735614 h 758185"/>
                <a:gd name="connsiteX0" fmla="*/ 0 w 926304"/>
                <a:gd name="connsiteY0" fmla="*/ 735614 h 758185"/>
                <a:gd name="connsiteX1" fmla="*/ 405840 w 926304"/>
                <a:gd name="connsiteY1" fmla="*/ 13939 h 758185"/>
                <a:gd name="connsiteX2" fmla="*/ 926304 w 926304"/>
                <a:gd name="connsiteY2" fmla="*/ 563 h 758185"/>
                <a:gd name="connsiteX3" fmla="*/ 183705 w 926304"/>
                <a:gd name="connsiteY3" fmla="*/ 758185 h 758185"/>
                <a:gd name="connsiteX4" fmla="*/ 0 w 926304"/>
                <a:gd name="connsiteY4" fmla="*/ 735614 h 758185"/>
                <a:gd name="connsiteX0" fmla="*/ 0 w 1011379"/>
                <a:gd name="connsiteY0" fmla="*/ 605727 h 758185"/>
                <a:gd name="connsiteX1" fmla="*/ 490915 w 1011379"/>
                <a:gd name="connsiteY1" fmla="*/ 13939 h 758185"/>
                <a:gd name="connsiteX2" fmla="*/ 1011379 w 1011379"/>
                <a:gd name="connsiteY2" fmla="*/ 563 h 758185"/>
                <a:gd name="connsiteX3" fmla="*/ 268780 w 1011379"/>
                <a:gd name="connsiteY3" fmla="*/ 758185 h 758185"/>
                <a:gd name="connsiteX4" fmla="*/ 0 w 1011379"/>
                <a:gd name="connsiteY4" fmla="*/ 605727 h 758185"/>
                <a:gd name="connsiteX0" fmla="*/ 0 w 1011379"/>
                <a:gd name="connsiteY0" fmla="*/ 605727 h 648280"/>
                <a:gd name="connsiteX1" fmla="*/ 490915 w 1011379"/>
                <a:gd name="connsiteY1" fmla="*/ 13939 h 648280"/>
                <a:gd name="connsiteX2" fmla="*/ 1011379 w 1011379"/>
                <a:gd name="connsiteY2" fmla="*/ 563 h 648280"/>
                <a:gd name="connsiteX3" fmla="*/ 198718 w 1011379"/>
                <a:gd name="connsiteY3" fmla="*/ 648280 h 648280"/>
                <a:gd name="connsiteX4" fmla="*/ 0 w 1011379"/>
                <a:gd name="connsiteY4" fmla="*/ 605727 h 648280"/>
                <a:gd name="connsiteX0" fmla="*/ 0 w 1011379"/>
                <a:gd name="connsiteY0" fmla="*/ 605727 h 648280"/>
                <a:gd name="connsiteX1" fmla="*/ 490915 w 1011379"/>
                <a:gd name="connsiteY1" fmla="*/ 13939 h 648280"/>
                <a:gd name="connsiteX2" fmla="*/ 1011379 w 1011379"/>
                <a:gd name="connsiteY2" fmla="*/ 563 h 648280"/>
                <a:gd name="connsiteX3" fmla="*/ 198718 w 1011379"/>
                <a:gd name="connsiteY3" fmla="*/ 648280 h 648280"/>
                <a:gd name="connsiteX4" fmla="*/ 0 w 1011379"/>
                <a:gd name="connsiteY4" fmla="*/ 605727 h 648280"/>
                <a:gd name="connsiteX0" fmla="*/ 0 w 1011379"/>
                <a:gd name="connsiteY0" fmla="*/ 605727 h 648280"/>
                <a:gd name="connsiteX1" fmla="*/ 490915 w 1011379"/>
                <a:gd name="connsiteY1" fmla="*/ 13939 h 648280"/>
                <a:gd name="connsiteX2" fmla="*/ 1011379 w 1011379"/>
                <a:gd name="connsiteY2" fmla="*/ 563 h 648280"/>
                <a:gd name="connsiteX3" fmla="*/ 198718 w 1011379"/>
                <a:gd name="connsiteY3" fmla="*/ 648280 h 648280"/>
                <a:gd name="connsiteX4" fmla="*/ 0 w 1011379"/>
                <a:gd name="connsiteY4" fmla="*/ 605727 h 648280"/>
                <a:gd name="connsiteX0" fmla="*/ 0 w 1011379"/>
                <a:gd name="connsiteY0" fmla="*/ 605727 h 605727"/>
                <a:gd name="connsiteX1" fmla="*/ 490915 w 1011379"/>
                <a:gd name="connsiteY1" fmla="*/ 13939 h 605727"/>
                <a:gd name="connsiteX2" fmla="*/ 1011379 w 1011379"/>
                <a:gd name="connsiteY2" fmla="*/ 563 h 605727"/>
                <a:gd name="connsiteX3" fmla="*/ 318823 w 1011379"/>
                <a:gd name="connsiteY3" fmla="*/ 553361 h 605727"/>
                <a:gd name="connsiteX4" fmla="*/ 0 w 1011379"/>
                <a:gd name="connsiteY4" fmla="*/ 605727 h 605727"/>
                <a:gd name="connsiteX0" fmla="*/ 0 w 866251"/>
                <a:gd name="connsiteY0" fmla="*/ 540783 h 553361"/>
                <a:gd name="connsiteX1" fmla="*/ 345787 w 866251"/>
                <a:gd name="connsiteY1" fmla="*/ 13939 h 553361"/>
                <a:gd name="connsiteX2" fmla="*/ 866251 w 866251"/>
                <a:gd name="connsiteY2" fmla="*/ 563 h 553361"/>
                <a:gd name="connsiteX3" fmla="*/ 173695 w 866251"/>
                <a:gd name="connsiteY3" fmla="*/ 553361 h 553361"/>
                <a:gd name="connsiteX4" fmla="*/ 0 w 866251"/>
                <a:gd name="connsiteY4" fmla="*/ 540783 h 553361"/>
                <a:gd name="connsiteX0" fmla="*/ 0 w 866251"/>
                <a:gd name="connsiteY0" fmla="*/ 540783 h 553361"/>
                <a:gd name="connsiteX1" fmla="*/ 345787 w 866251"/>
                <a:gd name="connsiteY1" fmla="*/ 13939 h 553361"/>
                <a:gd name="connsiteX2" fmla="*/ 866251 w 866251"/>
                <a:gd name="connsiteY2" fmla="*/ 563 h 553361"/>
                <a:gd name="connsiteX3" fmla="*/ 173695 w 866251"/>
                <a:gd name="connsiteY3" fmla="*/ 553361 h 553361"/>
                <a:gd name="connsiteX4" fmla="*/ 0 w 866251"/>
                <a:gd name="connsiteY4" fmla="*/ 540783 h 553361"/>
                <a:gd name="connsiteX0" fmla="*/ 0 w 866251"/>
                <a:gd name="connsiteY0" fmla="*/ 540783 h 553361"/>
                <a:gd name="connsiteX1" fmla="*/ 345787 w 866251"/>
                <a:gd name="connsiteY1" fmla="*/ 13939 h 553361"/>
                <a:gd name="connsiteX2" fmla="*/ 866251 w 866251"/>
                <a:gd name="connsiteY2" fmla="*/ 563 h 553361"/>
                <a:gd name="connsiteX3" fmla="*/ 173695 w 866251"/>
                <a:gd name="connsiteY3" fmla="*/ 553361 h 553361"/>
                <a:gd name="connsiteX4" fmla="*/ 0 w 866251"/>
                <a:gd name="connsiteY4" fmla="*/ 540783 h 5533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6251" h="553361">
                  <a:moveTo>
                    <a:pt x="0" y="540783"/>
                  </a:moveTo>
                  <a:cubicBezTo>
                    <a:pt x="274887" y="134762"/>
                    <a:pt x="159176" y="337938"/>
                    <a:pt x="345787" y="13939"/>
                  </a:cubicBezTo>
                  <a:cubicBezTo>
                    <a:pt x="520528" y="18247"/>
                    <a:pt x="691510" y="-3745"/>
                    <a:pt x="866251" y="563"/>
                  </a:cubicBezTo>
                  <a:cubicBezTo>
                    <a:pt x="252709" y="502795"/>
                    <a:pt x="640047" y="209256"/>
                    <a:pt x="173695" y="553361"/>
                  </a:cubicBezTo>
                  <a:cubicBezTo>
                    <a:pt x="39410" y="524725"/>
                    <a:pt x="196198" y="539317"/>
                    <a:pt x="0" y="540783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>
                    <a:lumMod val="95000"/>
                    <a:alpha val="55000"/>
                  </a:srgbClr>
                </a:gs>
                <a:gs pos="100000">
                  <a:srgbClr val="FFFFFF">
                    <a:lumMod val="7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FFFFFF">
                  <a:lumMod val="75000"/>
                </a:srgbClr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929" name="Freeform 928">
              <a:extLst>
                <a:ext uri="{FF2B5EF4-FFF2-40B4-BE49-F238E27FC236}">
                  <a16:creationId xmlns:a16="http://schemas.microsoft.com/office/drawing/2014/main" id="{218DF382-E11C-A94A-ABF5-F93EB0534196}"/>
                </a:ext>
              </a:extLst>
            </p:cNvPr>
            <p:cNvSpPr/>
            <p:nvPr/>
          </p:nvSpPr>
          <p:spPr>
            <a:xfrm>
              <a:off x="5377492" y="5449574"/>
              <a:ext cx="676275" cy="896802"/>
            </a:xfrm>
            <a:custGeom>
              <a:avLst/>
              <a:gdLst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418712 w 1040633"/>
                <a:gd name="connsiteY4" fmla="*/ 1189324 h 1219697"/>
                <a:gd name="connsiteX5" fmla="*/ 139870 w 1040633"/>
                <a:gd name="connsiteY5" fmla="*/ 1191723 h 1219697"/>
                <a:gd name="connsiteX0" fmla="*/ 139870 w 1040633"/>
                <a:gd name="connsiteY0" fmla="*/ 1191723 h 1355926"/>
                <a:gd name="connsiteX1" fmla="*/ 0 w 1040633"/>
                <a:gd name="connsiteY1" fmla="*/ 0 h 1355926"/>
                <a:gd name="connsiteX2" fmla="*/ 1040633 w 1040633"/>
                <a:gd name="connsiteY2" fmla="*/ 16785 h 1355926"/>
                <a:gd name="connsiteX3" fmla="*/ 833625 w 1040633"/>
                <a:gd name="connsiteY3" fmla="*/ 1219697 h 1355926"/>
                <a:gd name="connsiteX4" fmla="*/ 139870 w 1040633"/>
                <a:gd name="connsiteY4" fmla="*/ 1191723 h 1355926"/>
                <a:gd name="connsiteX0" fmla="*/ 139870 w 1040633"/>
                <a:gd name="connsiteY0" fmla="*/ 1191723 h 1289901"/>
                <a:gd name="connsiteX1" fmla="*/ 0 w 1040633"/>
                <a:gd name="connsiteY1" fmla="*/ 0 h 1289901"/>
                <a:gd name="connsiteX2" fmla="*/ 1040633 w 1040633"/>
                <a:gd name="connsiteY2" fmla="*/ 16785 h 1289901"/>
                <a:gd name="connsiteX3" fmla="*/ 833625 w 1040633"/>
                <a:gd name="connsiteY3" fmla="*/ 1219697 h 1289901"/>
                <a:gd name="connsiteX4" fmla="*/ 139870 w 1040633"/>
                <a:gd name="connsiteY4" fmla="*/ 1191723 h 1289901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191723"/>
                <a:gd name="connsiteX1" fmla="*/ 0 w 1040633"/>
                <a:gd name="connsiteY1" fmla="*/ 0 h 1191723"/>
                <a:gd name="connsiteX2" fmla="*/ 1040633 w 1040633"/>
                <a:gd name="connsiteY2" fmla="*/ 16785 h 1191723"/>
                <a:gd name="connsiteX3" fmla="*/ 671988 w 1040633"/>
                <a:gd name="connsiteY3" fmla="*/ 1158121 h 1191723"/>
                <a:gd name="connsiteX4" fmla="*/ 139870 w 1040633"/>
                <a:gd name="connsiteY4" fmla="*/ 1191723 h 1191723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71988 w 778664"/>
                <a:gd name="connsiteY3" fmla="*/ 1158121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27977 w 802211"/>
                <a:gd name="connsiteY0" fmla="*/ 815791 h 976186"/>
                <a:gd name="connsiteX1" fmla="*/ 302601 w 802211"/>
                <a:gd name="connsiteY1" fmla="*/ 11688 h 976186"/>
                <a:gd name="connsiteX2" fmla="*/ 802211 w 802211"/>
                <a:gd name="connsiteY2" fmla="*/ 0 h 976186"/>
                <a:gd name="connsiteX3" fmla="*/ 575940 w 802211"/>
                <a:gd name="connsiteY3" fmla="*/ 976186 h 976186"/>
                <a:gd name="connsiteX4" fmla="*/ 27977 w 802211"/>
                <a:gd name="connsiteY4" fmla="*/ 815791 h 976186"/>
                <a:gd name="connsiteX0" fmla="*/ 27977 w 802211"/>
                <a:gd name="connsiteY0" fmla="*/ 815791 h 815791"/>
                <a:gd name="connsiteX1" fmla="*/ 302601 w 802211"/>
                <a:gd name="connsiteY1" fmla="*/ 11688 h 815791"/>
                <a:gd name="connsiteX2" fmla="*/ 802211 w 802211"/>
                <a:gd name="connsiteY2" fmla="*/ 0 h 815791"/>
                <a:gd name="connsiteX3" fmla="*/ 236294 w 802211"/>
                <a:gd name="connsiteY3" fmla="*/ 808828 h 815791"/>
                <a:gd name="connsiteX4" fmla="*/ 27977 w 802211"/>
                <a:gd name="connsiteY4" fmla="*/ 815791 h 815791"/>
                <a:gd name="connsiteX0" fmla="*/ 27977 w 802211"/>
                <a:gd name="connsiteY0" fmla="*/ 815791 h 815791"/>
                <a:gd name="connsiteX1" fmla="*/ 302601 w 802211"/>
                <a:gd name="connsiteY1" fmla="*/ 11688 h 815791"/>
                <a:gd name="connsiteX2" fmla="*/ 802211 w 802211"/>
                <a:gd name="connsiteY2" fmla="*/ 0 h 815791"/>
                <a:gd name="connsiteX3" fmla="*/ 236294 w 802211"/>
                <a:gd name="connsiteY3" fmla="*/ 808828 h 815791"/>
                <a:gd name="connsiteX4" fmla="*/ 27977 w 802211"/>
                <a:gd name="connsiteY4" fmla="*/ 815791 h 815791"/>
                <a:gd name="connsiteX0" fmla="*/ 27977 w 802211"/>
                <a:gd name="connsiteY0" fmla="*/ 815791 h 815791"/>
                <a:gd name="connsiteX1" fmla="*/ 302601 w 802211"/>
                <a:gd name="connsiteY1" fmla="*/ 11688 h 815791"/>
                <a:gd name="connsiteX2" fmla="*/ 802211 w 802211"/>
                <a:gd name="connsiteY2" fmla="*/ 0 h 815791"/>
                <a:gd name="connsiteX3" fmla="*/ 236294 w 802211"/>
                <a:gd name="connsiteY3" fmla="*/ 808828 h 815791"/>
                <a:gd name="connsiteX4" fmla="*/ 27977 w 802211"/>
                <a:gd name="connsiteY4" fmla="*/ 815791 h 815791"/>
                <a:gd name="connsiteX0" fmla="*/ 27977 w 802211"/>
                <a:gd name="connsiteY0" fmla="*/ 828714 h 828714"/>
                <a:gd name="connsiteX1" fmla="*/ 302601 w 802211"/>
                <a:gd name="connsiteY1" fmla="*/ 0 h 828714"/>
                <a:gd name="connsiteX2" fmla="*/ 802211 w 802211"/>
                <a:gd name="connsiteY2" fmla="*/ 12923 h 828714"/>
                <a:gd name="connsiteX3" fmla="*/ 236294 w 802211"/>
                <a:gd name="connsiteY3" fmla="*/ 821751 h 828714"/>
                <a:gd name="connsiteX4" fmla="*/ 27977 w 802211"/>
                <a:gd name="connsiteY4" fmla="*/ 828714 h 828714"/>
                <a:gd name="connsiteX0" fmla="*/ 56213 w 830447"/>
                <a:gd name="connsiteY0" fmla="*/ 828714 h 828714"/>
                <a:gd name="connsiteX1" fmla="*/ 330837 w 830447"/>
                <a:gd name="connsiteY1" fmla="*/ 0 h 828714"/>
                <a:gd name="connsiteX2" fmla="*/ 830447 w 830447"/>
                <a:gd name="connsiteY2" fmla="*/ 12923 h 828714"/>
                <a:gd name="connsiteX3" fmla="*/ 264530 w 830447"/>
                <a:gd name="connsiteY3" fmla="*/ 821751 h 828714"/>
                <a:gd name="connsiteX4" fmla="*/ 56213 w 830447"/>
                <a:gd name="connsiteY4" fmla="*/ 828714 h 828714"/>
                <a:gd name="connsiteX0" fmla="*/ 64130 w 789139"/>
                <a:gd name="connsiteY0" fmla="*/ 794258 h 821751"/>
                <a:gd name="connsiteX1" fmla="*/ 289529 w 789139"/>
                <a:gd name="connsiteY1" fmla="*/ 0 h 821751"/>
                <a:gd name="connsiteX2" fmla="*/ 789139 w 789139"/>
                <a:gd name="connsiteY2" fmla="*/ 12923 h 821751"/>
                <a:gd name="connsiteX3" fmla="*/ 223222 w 789139"/>
                <a:gd name="connsiteY3" fmla="*/ 821751 h 821751"/>
                <a:gd name="connsiteX4" fmla="*/ 64130 w 789139"/>
                <a:gd name="connsiteY4" fmla="*/ 794258 h 821751"/>
                <a:gd name="connsiteX0" fmla="*/ 0 w 725009"/>
                <a:gd name="connsiteY0" fmla="*/ 794258 h 821751"/>
                <a:gd name="connsiteX1" fmla="*/ 225399 w 725009"/>
                <a:gd name="connsiteY1" fmla="*/ 0 h 821751"/>
                <a:gd name="connsiteX2" fmla="*/ 725009 w 725009"/>
                <a:gd name="connsiteY2" fmla="*/ 12923 h 821751"/>
                <a:gd name="connsiteX3" fmla="*/ 159092 w 725009"/>
                <a:gd name="connsiteY3" fmla="*/ 821751 h 821751"/>
                <a:gd name="connsiteX4" fmla="*/ 0 w 725009"/>
                <a:gd name="connsiteY4" fmla="*/ 794258 h 821751"/>
                <a:gd name="connsiteX0" fmla="*/ 0 w 725009"/>
                <a:gd name="connsiteY0" fmla="*/ 1203768 h 1231261"/>
                <a:gd name="connsiteX1" fmla="*/ 225399 w 725009"/>
                <a:gd name="connsiteY1" fmla="*/ 0 h 1231261"/>
                <a:gd name="connsiteX2" fmla="*/ 725009 w 725009"/>
                <a:gd name="connsiteY2" fmla="*/ 422433 h 1231261"/>
                <a:gd name="connsiteX3" fmla="*/ 159092 w 725009"/>
                <a:gd name="connsiteY3" fmla="*/ 1231261 h 1231261"/>
                <a:gd name="connsiteX4" fmla="*/ 0 w 725009"/>
                <a:gd name="connsiteY4" fmla="*/ 1203768 h 1231261"/>
                <a:gd name="connsiteX0" fmla="*/ 0 w 725009"/>
                <a:gd name="connsiteY0" fmla="*/ 1217334 h 1244827"/>
                <a:gd name="connsiteX1" fmla="*/ 225399 w 725009"/>
                <a:gd name="connsiteY1" fmla="*/ 13566 h 1244827"/>
                <a:gd name="connsiteX2" fmla="*/ 725009 w 725009"/>
                <a:gd name="connsiteY2" fmla="*/ 571 h 1244827"/>
                <a:gd name="connsiteX3" fmla="*/ 159092 w 725009"/>
                <a:gd name="connsiteY3" fmla="*/ 1244827 h 1244827"/>
                <a:gd name="connsiteX4" fmla="*/ 0 w 725009"/>
                <a:gd name="connsiteY4" fmla="*/ 1217334 h 1244827"/>
                <a:gd name="connsiteX0" fmla="*/ 0 w 725009"/>
                <a:gd name="connsiteY0" fmla="*/ 1217334 h 1244827"/>
                <a:gd name="connsiteX1" fmla="*/ 225399 w 725009"/>
                <a:gd name="connsiteY1" fmla="*/ 13566 h 1244827"/>
                <a:gd name="connsiteX2" fmla="*/ 725009 w 725009"/>
                <a:gd name="connsiteY2" fmla="*/ 571 h 1244827"/>
                <a:gd name="connsiteX3" fmla="*/ 159092 w 725009"/>
                <a:gd name="connsiteY3" fmla="*/ 1244827 h 1244827"/>
                <a:gd name="connsiteX4" fmla="*/ 0 w 725009"/>
                <a:gd name="connsiteY4" fmla="*/ 1217334 h 1244827"/>
                <a:gd name="connsiteX0" fmla="*/ 0 w 725009"/>
                <a:gd name="connsiteY0" fmla="*/ 1217334 h 1244827"/>
                <a:gd name="connsiteX1" fmla="*/ 225399 w 725009"/>
                <a:gd name="connsiteY1" fmla="*/ 13566 h 1244827"/>
                <a:gd name="connsiteX2" fmla="*/ 725009 w 725009"/>
                <a:gd name="connsiteY2" fmla="*/ 571 h 1244827"/>
                <a:gd name="connsiteX3" fmla="*/ 159092 w 725009"/>
                <a:gd name="connsiteY3" fmla="*/ 1244827 h 1244827"/>
                <a:gd name="connsiteX4" fmla="*/ 0 w 725009"/>
                <a:gd name="connsiteY4" fmla="*/ 1217334 h 1244827"/>
                <a:gd name="connsiteX0" fmla="*/ 0 w 725009"/>
                <a:gd name="connsiteY0" fmla="*/ 1217334 h 1244827"/>
                <a:gd name="connsiteX1" fmla="*/ 225399 w 725009"/>
                <a:gd name="connsiteY1" fmla="*/ 13566 h 1244827"/>
                <a:gd name="connsiteX2" fmla="*/ 725009 w 725009"/>
                <a:gd name="connsiteY2" fmla="*/ 571 h 1244827"/>
                <a:gd name="connsiteX3" fmla="*/ 159092 w 725009"/>
                <a:gd name="connsiteY3" fmla="*/ 1244827 h 1244827"/>
                <a:gd name="connsiteX4" fmla="*/ 0 w 725009"/>
                <a:gd name="connsiteY4" fmla="*/ 1217334 h 1244827"/>
                <a:gd name="connsiteX0" fmla="*/ 0 w 725009"/>
                <a:gd name="connsiteY0" fmla="*/ 1217334 h 1244827"/>
                <a:gd name="connsiteX1" fmla="*/ 225399 w 725009"/>
                <a:gd name="connsiteY1" fmla="*/ 13566 h 1244827"/>
                <a:gd name="connsiteX2" fmla="*/ 725009 w 725009"/>
                <a:gd name="connsiteY2" fmla="*/ 571 h 1244827"/>
                <a:gd name="connsiteX3" fmla="*/ 159092 w 725009"/>
                <a:gd name="connsiteY3" fmla="*/ 1244827 h 1244827"/>
                <a:gd name="connsiteX4" fmla="*/ 0 w 725009"/>
                <a:gd name="connsiteY4" fmla="*/ 1217334 h 1244827"/>
                <a:gd name="connsiteX0" fmla="*/ 0 w 725009"/>
                <a:gd name="connsiteY0" fmla="*/ 1217334 h 1244827"/>
                <a:gd name="connsiteX1" fmla="*/ 225399 w 725009"/>
                <a:gd name="connsiteY1" fmla="*/ 13566 h 1244827"/>
                <a:gd name="connsiteX2" fmla="*/ 725009 w 725009"/>
                <a:gd name="connsiteY2" fmla="*/ 571 h 1244827"/>
                <a:gd name="connsiteX3" fmla="*/ 159092 w 725009"/>
                <a:gd name="connsiteY3" fmla="*/ 1244827 h 1244827"/>
                <a:gd name="connsiteX4" fmla="*/ 0 w 725009"/>
                <a:gd name="connsiteY4" fmla="*/ 1217334 h 1244827"/>
                <a:gd name="connsiteX0" fmla="*/ 0 w 725009"/>
                <a:gd name="connsiteY0" fmla="*/ 1203768 h 1231261"/>
                <a:gd name="connsiteX1" fmla="*/ 225399 w 725009"/>
                <a:gd name="connsiteY1" fmla="*/ 0 h 1231261"/>
                <a:gd name="connsiteX2" fmla="*/ 725009 w 725009"/>
                <a:gd name="connsiteY2" fmla="*/ 129782 h 1231261"/>
                <a:gd name="connsiteX3" fmla="*/ 159092 w 725009"/>
                <a:gd name="connsiteY3" fmla="*/ 1231261 h 1231261"/>
                <a:gd name="connsiteX4" fmla="*/ 0 w 725009"/>
                <a:gd name="connsiteY4" fmla="*/ 1203768 h 1231261"/>
                <a:gd name="connsiteX0" fmla="*/ 0 w 725009"/>
                <a:gd name="connsiteY0" fmla="*/ 1203768 h 1231261"/>
                <a:gd name="connsiteX1" fmla="*/ 225399 w 725009"/>
                <a:gd name="connsiteY1" fmla="*/ 0 h 1231261"/>
                <a:gd name="connsiteX2" fmla="*/ 725009 w 725009"/>
                <a:gd name="connsiteY2" fmla="*/ 129782 h 1231261"/>
                <a:gd name="connsiteX3" fmla="*/ 159092 w 725009"/>
                <a:gd name="connsiteY3" fmla="*/ 1231261 h 1231261"/>
                <a:gd name="connsiteX4" fmla="*/ 0 w 725009"/>
                <a:gd name="connsiteY4" fmla="*/ 1203768 h 1231261"/>
                <a:gd name="connsiteX0" fmla="*/ 0 w 725009"/>
                <a:gd name="connsiteY0" fmla="*/ 1203768 h 1231261"/>
                <a:gd name="connsiteX1" fmla="*/ 225399 w 725009"/>
                <a:gd name="connsiteY1" fmla="*/ 0 h 1231261"/>
                <a:gd name="connsiteX2" fmla="*/ 725009 w 725009"/>
                <a:gd name="connsiteY2" fmla="*/ 129782 h 1231261"/>
                <a:gd name="connsiteX3" fmla="*/ 159092 w 725009"/>
                <a:gd name="connsiteY3" fmla="*/ 1231261 h 1231261"/>
                <a:gd name="connsiteX4" fmla="*/ 0 w 725009"/>
                <a:gd name="connsiteY4" fmla="*/ 1203768 h 1231261"/>
                <a:gd name="connsiteX0" fmla="*/ 0 w 725497"/>
                <a:gd name="connsiteY0" fmla="*/ 1279028 h 1306521"/>
                <a:gd name="connsiteX1" fmla="*/ 225399 w 725497"/>
                <a:gd name="connsiteY1" fmla="*/ 75260 h 1306521"/>
                <a:gd name="connsiteX2" fmla="*/ 396193 w 725497"/>
                <a:gd name="connsiteY2" fmla="*/ 156799 h 1306521"/>
                <a:gd name="connsiteX3" fmla="*/ 725009 w 725497"/>
                <a:gd name="connsiteY3" fmla="*/ 205042 h 1306521"/>
                <a:gd name="connsiteX4" fmla="*/ 159092 w 725497"/>
                <a:gd name="connsiteY4" fmla="*/ 1306521 h 1306521"/>
                <a:gd name="connsiteX5" fmla="*/ 0 w 725497"/>
                <a:gd name="connsiteY5" fmla="*/ 1279028 h 1306521"/>
                <a:gd name="connsiteX0" fmla="*/ 0 w 725239"/>
                <a:gd name="connsiteY0" fmla="*/ 1295668 h 1323161"/>
                <a:gd name="connsiteX1" fmla="*/ 225399 w 725239"/>
                <a:gd name="connsiteY1" fmla="*/ 91900 h 1323161"/>
                <a:gd name="connsiteX2" fmla="*/ 725009 w 725239"/>
                <a:gd name="connsiteY2" fmla="*/ 221682 h 1323161"/>
                <a:gd name="connsiteX3" fmla="*/ 159092 w 725239"/>
                <a:gd name="connsiteY3" fmla="*/ 1323161 h 1323161"/>
                <a:gd name="connsiteX4" fmla="*/ 0 w 725239"/>
                <a:gd name="connsiteY4" fmla="*/ 1295668 h 1323161"/>
                <a:gd name="connsiteX0" fmla="*/ 0 w 725221"/>
                <a:gd name="connsiteY0" fmla="*/ 1210552 h 1238045"/>
                <a:gd name="connsiteX1" fmla="*/ 191583 w 725221"/>
                <a:gd name="connsiteY1" fmla="*/ 153319 h 1238045"/>
                <a:gd name="connsiteX2" fmla="*/ 725009 w 725221"/>
                <a:gd name="connsiteY2" fmla="*/ 136566 h 1238045"/>
                <a:gd name="connsiteX3" fmla="*/ 159092 w 725221"/>
                <a:gd name="connsiteY3" fmla="*/ 1238045 h 1238045"/>
                <a:gd name="connsiteX4" fmla="*/ 0 w 725221"/>
                <a:gd name="connsiteY4" fmla="*/ 1210552 h 1238045"/>
                <a:gd name="connsiteX0" fmla="*/ 0 w 725305"/>
                <a:gd name="connsiteY0" fmla="*/ 1158512 h 1186005"/>
                <a:gd name="connsiteX1" fmla="*/ 191583 w 725305"/>
                <a:gd name="connsiteY1" fmla="*/ 101279 h 1186005"/>
                <a:gd name="connsiteX2" fmla="*/ 725009 w 725305"/>
                <a:gd name="connsiteY2" fmla="*/ 84526 h 1186005"/>
                <a:gd name="connsiteX3" fmla="*/ 159092 w 725305"/>
                <a:gd name="connsiteY3" fmla="*/ 1186005 h 1186005"/>
                <a:gd name="connsiteX4" fmla="*/ 0 w 725305"/>
                <a:gd name="connsiteY4" fmla="*/ 1158512 h 1186005"/>
                <a:gd name="connsiteX0" fmla="*/ 0 w 725009"/>
                <a:gd name="connsiteY0" fmla="*/ 1073986 h 1101479"/>
                <a:gd name="connsiteX1" fmla="*/ 191583 w 725009"/>
                <a:gd name="connsiteY1" fmla="*/ 16753 h 1101479"/>
                <a:gd name="connsiteX2" fmla="*/ 725009 w 725009"/>
                <a:gd name="connsiteY2" fmla="*/ 0 h 1101479"/>
                <a:gd name="connsiteX3" fmla="*/ 159092 w 725009"/>
                <a:gd name="connsiteY3" fmla="*/ 1101479 h 1101479"/>
                <a:gd name="connsiteX4" fmla="*/ 0 w 725009"/>
                <a:gd name="connsiteY4" fmla="*/ 1073986 h 1101479"/>
                <a:gd name="connsiteX0" fmla="*/ 0 w 725009"/>
                <a:gd name="connsiteY0" fmla="*/ 1073986 h 1101479"/>
                <a:gd name="connsiteX1" fmla="*/ 206612 w 725009"/>
                <a:gd name="connsiteY1" fmla="*/ 1724 h 1101479"/>
                <a:gd name="connsiteX2" fmla="*/ 725009 w 725009"/>
                <a:gd name="connsiteY2" fmla="*/ 0 h 1101479"/>
                <a:gd name="connsiteX3" fmla="*/ 159092 w 725009"/>
                <a:gd name="connsiteY3" fmla="*/ 1101479 h 1101479"/>
                <a:gd name="connsiteX4" fmla="*/ 0 w 725009"/>
                <a:gd name="connsiteY4" fmla="*/ 1073986 h 1101479"/>
                <a:gd name="connsiteX0" fmla="*/ 0 w 725009"/>
                <a:gd name="connsiteY0" fmla="*/ 1073986 h 1101479"/>
                <a:gd name="connsiteX1" fmla="*/ 206612 w 725009"/>
                <a:gd name="connsiteY1" fmla="*/ 1724 h 1101479"/>
                <a:gd name="connsiteX2" fmla="*/ 725009 w 725009"/>
                <a:gd name="connsiteY2" fmla="*/ 0 h 1101479"/>
                <a:gd name="connsiteX3" fmla="*/ 159092 w 725009"/>
                <a:gd name="connsiteY3" fmla="*/ 1101479 h 1101479"/>
                <a:gd name="connsiteX4" fmla="*/ 0 w 725009"/>
                <a:gd name="connsiteY4" fmla="*/ 1073986 h 1101479"/>
                <a:gd name="connsiteX0" fmla="*/ 0 w 725009"/>
                <a:gd name="connsiteY0" fmla="*/ 1073986 h 1101479"/>
                <a:gd name="connsiteX1" fmla="*/ 206612 w 725009"/>
                <a:gd name="connsiteY1" fmla="*/ 1724 h 1101479"/>
                <a:gd name="connsiteX2" fmla="*/ 725009 w 725009"/>
                <a:gd name="connsiteY2" fmla="*/ 0 h 1101479"/>
                <a:gd name="connsiteX3" fmla="*/ 159092 w 725009"/>
                <a:gd name="connsiteY3" fmla="*/ 1101479 h 1101479"/>
                <a:gd name="connsiteX4" fmla="*/ 0 w 725009"/>
                <a:gd name="connsiteY4" fmla="*/ 1073986 h 1101479"/>
                <a:gd name="connsiteX0" fmla="*/ 0 w 725009"/>
                <a:gd name="connsiteY0" fmla="*/ 1073986 h 1074607"/>
                <a:gd name="connsiteX1" fmla="*/ 206612 w 725009"/>
                <a:gd name="connsiteY1" fmla="*/ 1724 h 1074607"/>
                <a:gd name="connsiteX2" fmla="*/ 725009 w 725009"/>
                <a:gd name="connsiteY2" fmla="*/ 0 h 1074607"/>
                <a:gd name="connsiteX3" fmla="*/ 229048 w 725009"/>
                <a:gd name="connsiteY3" fmla="*/ 886531 h 1074607"/>
                <a:gd name="connsiteX4" fmla="*/ 0 w 725009"/>
                <a:gd name="connsiteY4" fmla="*/ 1073986 h 1074607"/>
                <a:gd name="connsiteX0" fmla="*/ 0 w 725009"/>
                <a:gd name="connsiteY0" fmla="*/ 1073986 h 1074607"/>
                <a:gd name="connsiteX1" fmla="*/ 206612 w 725009"/>
                <a:gd name="connsiteY1" fmla="*/ 1724 h 1074607"/>
                <a:gd name="connsiteX2" fmla="*/ 725009 w 725009"/>
                <a:gd name="connsiteY2" fmla="*/ 0 h 1074607"/>
                <a:gd name="connsiteX3" fmla="*/ 229048 w 725009"/>
                <a:gd name="connsiteY3" fmla="*/ 886531 h 1074607"/>
                <a:gd name="connsiteX4" fmla="*/ 0 w 725009"/>
                <a:gd name="connsiteY4" fmla="*/ 1073986 h 1074607"/>
                <a:gd name="connsiteX0" fmla="*/ 0 w 675040"/>
                <a:gd name="connsiteY0" fmla="*/ 894029 h 896577"/>
                <a:gd name="connsiteX1" fmla="*/ 156643 w 675040"/>
                <a:gd name="connsiteY1" fmla="*/ 1724 h 896577"/>
                <a:gd name="connsiteX2" fmla="*/ 675040 w 675040"/>
                <a:gd name="connsiteY2" fmla="*/ 0 h 896577"/>
                <a:gd name="connsiteX3" fmla="*/ 179079 w 675040"/>
                <a:gd name="connsiteY3" fmla="*/ 886531 h 896577"/>
                <a:gd name="connsiteX4" fmla="*/ 0 w 675040"/>
                <a:gd name="connsiteY4" fmla="*/ 894029 h 896577"/>
                <a:gd name="connsiteX0" fmla="*/ 0 w 675040"/>
                <a:gd name="connsiteY0" fmla="*/ 894029 h 896577"/>
                <a:gd name="connsiteX1" fmla="*/ 186623 w 675040"/>
                <a:gd name="connsiteY1" fmla="*/ 1724 h 896577"/>
                <a:gd name="connsiteX2" fmla="*/ 675040 w 675040"/>
                <a:gd name="connsiteY2" fmla="*/ 0 h 896577"/>
                <a:gd name="connsiteX3" fmla="*/ 179079 w 675040"/>
                <a:gd name="connsiteY3" fmla="*/ 886531 h 896577"/>
                <a:gd name="connsiteX4" fmla="*/ 0 w 675040"/>
                <a:gd name="connsiteY4" fmla="*/ 894029 h 8965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75040" h="896577">
                  <a:moveTo>
                    <a:pt x="0" y="894029"/>
                  </a:moveTo>
                  <a:cubicBezTo>
                    <a:pt x="95638" y="409857"/>
                    <a:pt x="76811" y="618448"/>
                    <a:pt x="186623" y="1724"/>
                  </a:cubicBezTo>
                  <a:cubicBezTo>
                    <a:pt x="431451" y="14348"/>
                    <a:pt x="449377" y="35256"/>
                    <a:pt x="675040" y="0"/>
                  </a:cubicBezTo>
                  <a:cubicBezTo>
                    <a:pt x="276172" y="749497"/>
                    <a:pt x="462801" y="344746"/>
                    <a:pt x="179079" y="886531"/>
                  </a:cubicBezTo>
                  <a:cubicBezTo>
                    <a:pt x="44794" y="857895"/>
                    <a:pt x="92525" y="908114"/>
                    <a:pt x="0" y="894029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>
                    <a:lumMod val="95000"/>
                    <a:alpha val="55000"/>
                  </a:srgbClr>
                </a:gs>
                <a:gs pos="100000">
                  <a:srgbClr val="FFFFFF">
                    <a:lumMod val="7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FFFFFF">
                  <a:lumMod val="75000"/>
                </a:srgbClr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930" name="Freeform 929">
              <a:extLst>
                <a:ext uri="{FF2B5EF4-FFF2-40B4-BE49-F238E27FC236}">
                  <a16:creationId xmlns:a16="http://schemas.microsoft.com/office/drawing/2014/main" id="{BD4E8E8A-5281-2546-8825-0786245B15DA}"/>
                </a:ext>
              </a:extLst>
            </p:cNvPr>
            <p:cNvSpPr/>
            <p:nvPr/>
          </p:nvSpPr>
          <p:spPr>
            <a:xfrm>
              <a:off x="4340853" y="5470208"/>
              <a:ext cx="514350" cy="401578"/>
            </a:xfrm>
            <a:custGeom>
              <a:avLst/>
              <a:gdLst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418712 w 1040633"/>
                <a:gd name="connsiteY4" fmla="*/ 1189324 h 1219697"/>
                <a:gd name="connsiteX5" fmla="*/ 139870 w 1040633"/>
                <a:gd name="connsiteY5" fmla="*/ 1191723 h 1219697"/>
                <a:gd name="connsiteX0" fmla="*/ 139870 w 1040633"/>
                <a:gd name="connsiteY0" fmla="*/ 1191723 h 1355926"/>
                <a:gd name="connsiteX1" fmla="*/ 0 w 1040633"/>
                <a:gd name="connsiteY1" fmla="*/ 0 h 1355926"/>
                <a:gd name="connsiteX2" fmla="*/ 1040633 w 1040633"/>
                <a:gd name="connsiteY2" fmla="*/ 16785 h 1355926"/>
                <a:gd name="connsiteX3" fmla="*/ 833625 w 1040633"/>
                <a:gd name="connsiteY3" fmla="*/ 1219697 h 1355926"/>
                <a:gd name="connsiteX4" fmla="*/ 139870 w 1040633"/>
                <a:gd name="connsiteY4" fmla="*/ 1191723 h 1355926"/>
                <a:gd name="connsiteX0" fmla="*/ 139870 w 1040633"/>
                <a:gd name="connsiteY0" fmla="*/ 1191723 h 1289901"/>
                <a:gd name="connsiteX1" fmla="*/ 0 w 1040633"/>
                <a:gd name="connsiteY1" fmla="*/ 0 h 1289901"/>
                <a:gd name="connsiteX2" fmla="*/ 1040633 w 1040633"/>
                <a:gd name="connsiteY2" fmla="*/ 16785 h 1289901"/>
                <a:gd name="connsiteX3" fmla="*/ 833625 w 1040633"/>
                <a:gd name="connsiteY3" fmla="*/ 1219697 h 1289901"/>
                <a:gd name="connsiteX4" fmla="*/ 139870 w 1040633"/>
                <a:gd name="connsiteY4" fmla="*/ 1191723 h 1289901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191723"/>
                <a:gd name="connsiteX1" fmla="*/ 0 w 1040633"/>
                <a:gd name="connsiteY1" fmla="*/ 0 h 1191723"/>
                <a:gd name="connsiteX2" fmla="*/ 1040633 w 1040633"/>
                <a:gd name="connsiteY2" fmla="*/ 16785 h 1191723"/>
                <a:gd name="connsiteX3" fmla="*/ 671988 w 1040633"/>
                <a:gd name="connsiteY3" fmla="*/ 1158121 h 1191723"/>
                <a:gd name="connsiteX4" fmla="*/ 139870 w 1040633"/>
                <a:gd name="connsiteY4" fmla="*/ 1191723 h 1191723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71988 w 778664"/>
                <a:gd name="connsiteY3" fmla="*/ 1158121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503138"/>
                <a:gd name="connsiteY0" fmla="*/ 961687 h 964568"/>
                <a:gd name="connsiteX1" fmla="*/ 0 w 503138"/>
                <a:gd name="connsiteY1" fmla="*/ 70 h 964568"/>
                <a:gd name="connsiteX2" fmla="*/ 503138 w 503138"/>
                <a:gd name="connsiteY2" fmla="*/ 154187 h 964568"/>
                <a:gd name="connsiteX3" fmla="*/ 273339 w 503138"/>
                <a:gd name="connsiteY3" fmla="*/ 964568 h 964568"/>
                <a:gd name="connsiteX4" fmla="*/ 197928 w 503138"/>
                <a:gd name="connsiteY4" fmla="*/ 961687 h 964568"/>
                <a:gd name="connsiteX0" fmla="*/ 201456 w 506666"/>
                <a:gd name="connsiteY0" fmla="*/ 807500 h 810381"/>
                <a:gd name="connsiteX1" fmla="*/ 0 w 506666"/>
                <a:gd name="connsiteY1" fmla="*/ 15216 h 810381"/>
                <a:gd name="connsiteX2" fmla="*/ 506666 w 506666"/>
                <a:gd name="connsiteY2" fmla="*/ 0 h 810381"/>
                <a:gd name="connsiteX3" fmla="*/ 276867 w 506666"/>
                <a:gd name="connsiteY3" fmla="*/ 810381 h 810381"/>
                <a:gd name="connsiteX4" fmla="*/ 201456 w 506666"/>
                <a:gd name="connsiteY4" fmla="*/ 807500 h 810381"/>
                <a:gd name="connsiteX0" fmla="*/ 201456 w 506666"/>
                <a:gd name="connsiteY0" fmla="*/ 807500 h 811593"/>
                <a:gd name="connsiteX1" fmla="*/ 0 w 506666"/>
                <a:gd name="connsiteY1" fmla="*/ 15216 h 811593"/>
                <a:gd name="connsiteX2" fmla="*/ 506666 w 506666"/>
                <a:gd name="connsiteY2" fmla="*/ 0 h 811593"/>
                <a:gd name="connsiteX3" fmla="*/ 276867 w 506666"/>
                <a:gd name="connsiteY3" fmla="*/ 810381 h 811593"/>
                <a:gd name="connsiteX4" fmla="*/ 201456 w 506666"/>
                <a:gd name="connsiteY4" fmla="*/ 807500 h 811593"/>
                <a:gd name="connsiteX0" fmla="*/ 135576 w 506666"/>
                <a:gd name="connsiteY0" fmla="*/ 818480 h 818480"/>
                <a:gd name="connsiteX1" fmla="*/ 0 w 506666"/>
                <a:gd name="connsiteY1" fmla="*/ 15216 h 818480"/>
                <a:gd name="connsiteX2" fmla="*/ 506666 w 506666"/>
                <a:gd name="connsiteY2" fmla="*/ 0 h 818480"/>
                <a:gd name="connsiteX3" fmla="*/ 276867 w 506666"/>
                <a:gd name="connsiteY3" fmla="*/ 810381 h 818480"/>
                <a:gd name="connsiteX4" fmla="*/ 135576 w 506666"/>
                <a:gd name="connsiteY4" fmla="*/ 818480 h 818480"/>
                <a:gd name="connsiteX0" fmla="*/ 135576 w 506666"/>
                <a:gd name="connsiteY0" fmla="*/ 818480 h 818480"/>
                <a:gd name="connsiteX1" fmla="*/ 0 w 506666"/>
                <a:gd name="connsiteY1" fmla="*/ 15216 h 818480"/>
                <a:gd name="connsiteX2" fmla="*/ 506666 w 506666"/>
                <a:gd name="connsiteY2" fmla="*/ 0 h 818480"/>
                <a:gd name="connsiteX3" fmla="*/ 331766 w 506666"/>
                <a:gd name="connsiteY3" fmla="*/ 803061 h 818480"/>
                <a:gd name="connsiteX4" fmla="*/ 135576 w 506666"/>
                <a:gd name="connsiteY4" fmla="*/ 818480 h 818480"/>
                <a:gd name="connsiteX0" fmla="*/ 135576 w 506666"/>
                <a:gd name="connsiteY0" fmla="*/ 818480 h 818480"/>
                <a:gd name="connsiteX1" fmla="*/ 0 w 506666"/>
                <a:gd name="connsiteY1" fmla="*/ 15216 h 818480"/>
                <a:gd name="connsiteX2" fmla="*/ 506666 w 506666"/>
                <a:gd name="connsiteY2" fmla="*/ 0 h 818480"/>
                <a:gd name="connsiteX3" fmla="*/ 331766 w 506666"/>
                <a:gd name="connsiteY3" fmla="*/ 803061 h 818480"/>
                <a:gd name="connsiteX4" fmla="*/ 135576 w 506666"/>
                <a:gd name="connsiteY4" fmla="*/ 818480 h 818480"/>
                <a:gd name="connsiteX0" fmla="*/ 135576 w 506666"/>
                <a:gd name="connsiteY0" fmla="*/ 818480 h 818480"/>
                <a:gd name="connsiteX1" fmla="*/ 0 w 506666"/>
                <a:gd name="connsiteY1" fmla="*/ 15216 h 818480"/>
                <a:gd name="connsiteX2" fmla="*/ 506666 w 506666"/>
                <a:gd name="connsiteY2" fmla="*/ 0 h 818480"/>
                <a:gd name="connsiteX3" fmla="*/ 331766 w 506666"/>
                <a:gd name="connsiteY3" fmla="*/ 803061 h 818480"/>
                <a:gd name="connsiteX4" fmla="*/ 135576 w 506666"/>
                <a:gd name="connsiteY4" fmla="*/ 818480 h 818480"/>
                <a:gd name="connsiteX0" fmla="*/ 135576 w 506666"/>
                <a:gd name="connsiteY0" fmla="*/ 818480 h 818480"/>
                <a:gd name="connsiteX1" fmla="*/ 0 w 506666"/>
                <a:gd name="connsiteY1" fmla="*/ 7896 h 818480"/>
                <a:gd name="connsiteX2" fmla="*/ 506666 w 506666"/>
                <a:gd name="connsiteY2" fmla="*/ 0 h 818480"/>
                <a:gd name="connsiteX3" fmla="*/ 331766 w 506666"/>
                <a:gd name="connsiteY3" fmla="*/ 803061 h 818480"/>
                <a:gd name="connsiteX4" fmla="*/ 135576 w 506666"/>
                <a:gd name="connsiteY4" fmla="*/ 818480 h 818480"/>
                <a:gd name="connsiteX0" fmla="*/ 135576 w 506666"/>
                <a:gd name="connsiteY0" fmla="*/ 818480 h 818480"/>
                <a:gd name="connsiteX1" fmla="*/ 0 w 506666"/>
                <a:gd name="connsiteY1" fmla="*/ 7896 h 818480"/>
                <a:gd name="connsiteX2" fmla="*/ 506666 w 506666"/>
                <a:gd name="connsiteY2" fmla="*/ 0 h 818480"/>
                <a:gd name="connsiteX3" fmla="*/ 331766 w 506666"/>
                <a:gd name="connsiteY3" fmla="*/ 803061 h 818480"/>
                <a:gd name="connsiteX4" fmla="*/ 135576 w 506666"/>
                <a:gd name="connsiteY4" fmla="*/ 818480 h 818480"/>
                <a:gd name="connsiteX0" fmla="*/ 45472 w 559302"/>
                <a:gd name="connsiteY0" fmla="*/ 807500 h 807500"/>
                <a:gd name="connsiteX1" fmla="*/ 52636 w 559302"/>
                <a:gd name="connsiteY1" fmla="*/ 7896 h 807500"/>
                <a:gd name="connsiteX2" fmla="*/ 559302 w 559302"/>
                <a:gd name="connsiteY2" fmla="*/ 0 h 807500"/>
                <a:gd name="connsiteX3" fmla="*/ 384402 w 559302"/>
                <a:gd name="connsiteY3" fmla="*/ 803061 h 807500"/>
                <a:gd name="connsiteX4" fmla="*/ 45472 w 559302"/>
                <a:gd name="connsiteY4" fmla="*/ 807500 h 807500"/>
                <a:gd name="connsiteX0" fmla="*/ 21974 w 535804"/>
                <a:gd name="connsiteY0" fmla="*/ 807500 h 807500"/>
                <a:gd name="connsiteX1" fmla="*/ 29138 w 535804"/>
                <a:gd name="connsiteY1" fmla="*/ 7896 h 807500"/>
                <a:gd name="connsiteX2" fmla="*/ 535804 w 535804"/>
                <a:gd name="connsiteY2" fmla="*/ 0 h 807500"/>
                <a:gd name="connsiteX3" fmla="*/ 360904 w 535804"/>
                <a:gd name="connsiteY3" fmla="*/ 803061 h 807500"/>
                <a:gd name="connsiteX4" fmla="*/ 21974 w 535804"/>
                <a:gd name="connsiteY4" fmla="*/ 807500 h 807500"/>
                <a:gd name="connsiteX0" fmla="*/ 128256 w 506666"/>
                <a:gd name="connsiteY0" fmla="*/ 829461 h 829461"/>
                <a:gd name="connsiteX1" fmla="*/ 0 w 506666"/>
                <a:gd name="connsiteY1" fmla="*/ 7896 h 829461"/>
                <a:gd name="connsiteX2" fmla="*/ 506666 w 506666"/>
                <a:gd name="connsiteY2" fmla="*/ 0 h 829461"/>
                <a:gd name="connsiteX3" fmla="*/ 331766 w 506666"/>
                <a:gd name="connsiteY3" fmla="*/ 803061 h 829461"/>
                <a:gd name="connsiteX4" fmla="*/ 128256 w 506666"/>
                <a:gd name="connsiteY4" fmla="*/ 829461 h 829461"/>
                <a:gd name="connsiteX0" fmla="*/ 128256 w 506666"/>
                <a:gd name="connsiteY0" fmla="*/ 829461 h 829461"/>
                <a:gd name="connsiteX1" fmla="*/ 0 w 506666"/>
                <a:gd name="connsiteY1" fmla="*/ 7896 h 829461"/>
                <a:gd name="connsiteX2" fmla="*/ 506666 w 506666"/>
                <a:gd name="connsiteY2" fmla="*/ 0 h 829461"/>
                <a:gd name="connsiteX3" fmla="*/ 331766 w 506666"/>
                <a:gd name="connsiteY3" fmla="*/ 803061 h 829461"/>
                <a:gd name="connsiteX4" fmla="*/ 128256 w 506666"/>
                <a:gd name="connsiteY4" fmla="*/ 829461 h 829461"/>
                <a:gd name="connsiteX0" fmla="*/ 128256 w 506666"/>
                <a:gd name="connsiteY0" fmla="*/ 829461 h 829461"/>
                <a:gd name="connsiteX1" fmla="*/ 0 w 506666"/>
                <a:gd name="connsiteY1" fmla="*/ 7896 h 829461"/>
                <a:gd name="connsiteX2" fmla="*/ 506666 w 506666"/>
                <a:gd name="connsiteY2" fmla="*/ 0 h 829461"/>
                <a:gd name="connsiteX3" fmla="*/ 331766 w 506666"/>
                <a:gd name="connsiteY3" fmla="*/ 803061 h 829461"/>
                <a:gd name="connsiteX4" fmla="*/ 128256 w 506666"/>
                <a:gd name="connsiteY4" fmla="*/ 829461 h 829461"/>
                <a:gd name="connsiteX0" fmla="*/ 128256 w 506666"/>
                <a:gd name="connsiteY0" fmla="*/ 829461 h 830473"/>
                <a:gd name="connsiteX1" fmla="*/ 0 w 506666"/>
                <a:gd name="connsiteY1" fmla="*/ 7896 h 830473"/>
                <a:gd name="connsiteX2" fmla="*/ 506666 w 506666"/>
                <a:gd name="connsiteY2" fmla="*/ 0 h 830473"/>
                <a:gd name="connsiteX3" fmla="*/ 331766 w 506666"/>
                <a:gd name="connsiteY3" fmla="*/ 828681 h 830473"/>
                <a:gd name="connsiteX4" fmla="*/ 128256 w 506666"/>
                <a:gd name="connsiteY4" fmla="*/ 829461 h 830473"/>
                <a:gd name="connsiteX0" fmla="*/ 128256 w 506666"/>
                <a:gd name="connsiteY0" fmla="*/ 829461 h 830473"/>
                <a:gd name="connsiteX1" fmla="*/ 0 w 506666"/>
                <a:gd name="connsiteY1" fmla="*/ 7896 h 830473"/>
                <a:gd name="connsiteX2" fmla="*/ 506666 w 506666"/>
                <a:gd name="connsiteY2" fmla="*/ 0 h 830473"/>
                <a:gd name="connsiteX3" fmla="*/ 331766 w 506666"/>
                <a:gd name="connsiteY3" fmla="*/ 828681 h 830473"/>
                <a:gd name="connsiteX4" fmla="*/ 128256 w 506666"/>
                <a:gd name="connsiteY4" fmla="*/ 829461 h 830473"/>
                <a:gd name="connsiteX0" fmla="*/ 128256 w 506666"/>
                <a:gd name="connsiteY0" fmla="*/ 821565 h 822577"/>
                <a:gd name="connsiteX1" fmla="*/ 0 w 506666"/>
                <a:gd name="connsiteY1" fmla="*/ 0 h 822577"/>
                <a:gd name="connsiteX2" fmla="*/ 506666 w 506666"/>
                <a:gd name="connsiteY2" fmla="*/ 255115 h 822577"/>
                <a:gd name="connsiteX3" fmla="*/ 331766 w 506666"/>
                <a:gd name="connsiteY3" fmla="*/ 820785 h 822577"/>
                <a:gd name="connsiteX4" fmla="*/ 128256 w 506666"/>
                <a:gd name="connsiteY4" fmla="*/ 821565 h 822577"/>
                <a:gd name="connsiteX0" fmla="*/ 128256 w 506666"/>
                <a:gd name="connsiteY0" fmla="*/ 821565 h 822577"/>
                <a:gd name="connsiteX1" fmla="*/ 0 w 506666"/>
                <a:gd name="connsiteY1" fmla="*/ 0 h 822577"/>
                <a:gd name="connsiteX2" fmla="*/ 506666 w 506666"/>
                <a:gd name="connsiteY2" fmla="*/ 255115 h 822577"/>
                <a:gd name="connsiteX3" fmla="*/ 331766 w 506666"/>
                <a:gd name="connsiteY3" fmla="*/ 820785 h 822577"/>
                <a:gd name="connsiteX4" fmla="*/ 128256 w 506666"/>
                <a:gd name="connsiteY4" fmla="*/ 821565 h 822577"/>
                <a:gd name="connsiteX0" fmla="*/ 128256 w 506666"/>
                <a:gd name="connsiteY0" fmla="*/ 821565 h 822577"/>
                <a:gd name="connsiteX1" fmla="*/ 0 w 506666"/>
                <a:gd name="connsiteY1" fmla="*/ 0 h 822577"/>
                <a:gd name="connsiteX2" fmla="*/ 506666 w 506666"/>
                <a:gd name="connsiteY2" fmla="*/ 255115 h 822577"/>
                <a:gd name="connsiteX3" fmla="*/ 331766 w 506666"/>
                <a:gd name="connsiteY3" fmla="*/ 820785 h 822577"/>
                <a:gd name="connsiteX4" fmla="*/ 128256 w 506666"/>
                <a:gd name="connsiteY4" fmla="*/ 821565 h 822577"/>
                <a:gd name="connsiteX0" fmla="*/ 135770 w 514180"/>
                <a:gd name="connsiteY0" fmla="*/ 577341 h 578353"/>
                <a:gd name="connsiteX1" fmla="*/ 0 w 514180"/>
                <a:gd name="connsiteY1" fmla="*/ 0 h 578353"/>
                <a:gd name="connsiteX2" fmla="*/ 514180 w 514180"/>
                <a:gd name="connsiteY2" fmla="*/ 10891 h 578353"/>
                <a:gd name="connsiteX3" fmla="*/ 339280 w 514180"/>
                <a:gd name="connsiteY3" fmla="*/ 576561 h 578353"/>
                <a:gd name="connsiteX4" fmla="*/ 135770 w 514180"/>
                <a:gd name="connsiteY4" fmla="*/ 577341 h 578353"/>
                <a:gd name="connsiteX0" fmla="*/ 135770 w 514180"/>
                <a:gd name="connsiteY0" fmla="*/ 577341 h 578353"/>
                <a:gd name="connsiteX1" fmla="*/ 0 w 514180"/>
                <a:gd name="connsiteY1" fmla="*/ 0 h 578353"/>
                <a:gd name="connsiteX2" fmla="*/ 514180 w 514180"/>
                <a:gd name="connsiteY2" fmla="*/ 10891 h 578353"/>
                <a:gd name="connsiteX3" fmla="*/ 339280 w 514180"/>
                <a:gd name="connsiteY3" fmla="*/ 576561 h 578353"/>
                <a:gd name="connsiteX4" fmla="*/ 135770 w 514180"/>
                <a:gd name="connsiteY4" fmla="*/ 577341 h 578353"/>
                <a:gd name="connsiteX0" fmla="*/ 135770 w 514180"/>
                <a:gd name="connsiteY0" fmla="*/ 577341 h 578353"/>
                <a:gd name="connsiteX1" fmla="*/ 0 w 514180"/>
                <a:gd name="connsiteY1" fmla="*/ 0 h 578353"/>
                <a:gd name="connsiteX2" fmla="*/ 514180 w 514180"/>
                <a:gd name="connsiteY2" fmla="*/ 10891 h 578353"/>
                <a:gd name="connsiteX3" fmla="*/ 339280 w 514180"/>
                <a:gd name="connsiteY3" fmla="*/ 576561 h 578353"/>
                <a:gd name="connsiteX4" fmla="*/ 135770 w 514180"/>
                <a:gd name="connsiteY4" fmla="*/ 577341 h 578353"/>
                <a:gd name="connsiteX0" fmla="*/ 135770 w 514180"/>
                <a:gd name="connsiteY0" fmla="*/ 577341 h 577341"/>
                <a:gd name="connsiteX1" fmla="*/ 0 w 514180"/>
                <a:gd name="connsiteY1" fmla="*/ 0 h 577341"/>
                <a:gd name="connsiteX2" fmla="*/ 514180 w 514180"/>
                <a:gd name="connsiteY2" fmla="*/ 10891 h 577341"/>
                <a:gd name="connsiteX3" fmla="*/ 404259 w 514180"/>
                <a:gd name="connsiteY3" fmla="*/ 386400 h 577341"/>
                <a:gd name="connsiteX4" fmla="*/ 135770 w 514180"/>
                <a:gd name="connsiteY4" fmla="*/ 577341 h 577341"/>
                <a:gd name="connsiteX0" fmla="*/ 100781 w 514180"/>
                <a:gd name="connsiteY0" fmla="*/ 432218 h 432218"/>
                <a:gd name="connsiteX1" fmla="*/ 0 w 514180"/>
                <a:gd name="connsiteY1" fmla="*/ 0 h 432218"/>
                <a:gd name="connsiteX2" fmla="*/ 514180 w 514180"/>
                <a:gd name="connsiteY2" fmla="*/ 10891 h 432218"/>
                <a:gd name="connsiteX3" fmla="*/ 404259 w 514180"/>
                <a:gd name="connsiteY3" fmla="*/ 386400 h 432218"/>
                <a:gd name="connsiteX4" fmla="*/ 100781 w 514180"/>
                <a:gd name="connsiteY4" fmla="*/ 432218 h 432218"/>
                <a:gd name="connsiteX0" fmla="*/ 100781 w 514180"/>
                <a:gd name="connsiteY0" fmla="*/ 432218 h 432218"/>
                <a:gd name="connsiteX1" fmla="*/ 0 w 514180"/>
                <a:gd name="connsiteY1" fmla="*/ 0 h 432218"/>
                <a:gd name="connsiteX2" fmla="*/ 514180 w 514180"/>
                <a:gd name="connsiteY2" fmla="*/ 10891 h 432218"/>
                <a:gd name="connsiteX3" fmla="*/ 404259 w 514180"/>
                <a:gd name="connsiteY3" fmla="*/ 386400 h 432218"/>
                <a:gd name="connsiteX4" fmla="*/ 100781 w 514180"/>
                <a:gd name="connsiteY4" fmla="*/ 432218 h 432218"/>
                <a:gd name="connsiteX0" fmla="*/ 100781 w 514180"/>
                <a:gd name="connsiteY0" fmla="*/ 402193 h 402193"/>
                <a:gd name="connsiteX1" fmla="*/ 0 w 514180"/>
                <a:gd name="connsiteY1" fmla="*/ 0 h 402193"/>
                <a:gd name="connsiteX2" fmla="*/ 514180 w 514180"/>
                <a:gd name="connsiteY2" fmla="*/ 10891 h 402193"/>
                <a:gd name="connsiteX3" fmla="*/ 404259 w 514180"/>
                <a:gd name="connsiteY3" fmla="*/ 386400 h 402193"/>
                <a:gd name="connsiteX4" fmla="*/ 100781 w 514180"/>
                <a:gd name="connsiteY4" fmla="*/ 402193 h 4021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14180" h="402193">
                  <a:moveTo>
                    <a:pt x="100781" y="402193"/>
                  </a:moveTo>
                  <a:cubicBezTo>
                    <a:pt x="60584" y="194221"/>
                    <a:pt x="96631" y="442038"/>
                    <a:pt x="0" y="0"/>
                  </a:cubicBezTo>
                  <a:lnTo>
                    <a:pt x="514180" y="10891"/>
                  </a:lnTo>
                  <a:cubicBezTo>
                    <a:pt x="417353" y="348331"/>
                    <a:pt x="491637" y="89943"/>
                    <a:pt x="404259" y="386400"/>
                  </a:cubicBezTo>
                  <a:cubicBezTo>
                    <a:pt x="357814" y="390704"/>
                    <a:pt x="168880" y="400727"/>
                    <a:pt x="100781" y="402193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>
                    <a:lumMod val="95000"/>
                    <a:alpha val="55000"/>
                  </a:srgbClr>
                </a:gs>
                <a:gs pos="100000">
                  <a:srgbClr val="FFFFFF">
                    <a:lumMod val="7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FFFFFF">
                  <a:lumMod val="75000"/>
                </a:srgbClr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931" name="Freeform 930">
              <a:extLst>
                <a:ext uri="{FF2B5EF4-FFF2-40B4-BE49-F238E27FC236}">
                  <a16:creationId xmlns:a16="http://schemas.microsoft.com/office/drawing/2014/main" id="{E78920D8-D684-1642-B41B-2CC538B9202E}"/>
                </a:ext>
              </a:extLst>
            </p:cNvPr>
            <p:cNvSpPr/>
            <p:nvPr/>
          </p:nvSpPr>
          <p:spPr>
            <a:xfrm>
              <a:off x="3561391" y="5433701"/>
              <a:ext cx="573087" cy="1015848"/>
            </a:xfrm>
            <a:custGeom>
              <a:avLst/>
              <a:gdLst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418712 w 1040633"/>
                <a:gd name="connsiteY4" fmla="*/ 1189324 h 1219697"/>
                <a:gd name="connsiteX5" fmla="*/ 139870 w 1040633"/>
                <a:gd name="connsiteY5" fmla="*/ 1191723 h 1219697"/>
                <a:gd name="connsiteX0" fmla="*/ 139870 w 1040633"/>
                <a:gd name="connsiteY0" fmla="*/ 1191723 h 1355926"/>
                <a:gd name="connsiteX1" fmla="*/ 0 w 1040633"/>
                <a:gd name="connsiteY1" fmla="*/ 0 h 1355926"/>
                <a:gd name="connsiteX2" fmla="*/ 1040633 w 1040633"/>
                <a:gd name="connsiteY2" fmla="*/ 16785 h 1355926"/>
                <a:gd name="connsiteX3" fmla="*/ 833625 w 1040633"/>
                <a:gd name="connsiteY3" fmla="*/ 1219697 h 1355926"/>
                <a:gd name="connsiteX4" fmla="*/ 139870 w 1040633"/>
                <a:gd name="connsiteY4" fmla="*/ 1191723 h 1355926"/>
                <a:gd name="connsiteX0" fmla="*/ 139870 w 1040633"/>
                <a:gd name="connsiteY0" fmla="*/ 1191723 h 1289901"/>
                <a:gd name="connsiteX1" fmla="*/ 0 w 1040633"/>
                <a:gd name="connsiteY1" fmla="*/ 0 h 1289901"/>
                <a:gd name="connsiteX2" fmla="*/ 1040633 w 1040633"/>
                <a:gd name="connsiteY2" fmla="*/ 16785 h 1289901"/>
                <a:gd name="connsiteX3" fmla="*/ 833625 w 1040633"/>
                <a:gd name="connsiteY3" fmla="*/ 1219697 h 1289901"/>
                <a:gd name="connsiteX4" fmla="*/ 139870 w 1040633"/>
                <a:gd name="connsiteY4" fmla="*/ 1191723 h 1289901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191723"/>
                <a:gd name="connsiteX1" fmla="*/ 0 w 1040633"/>
                <a:gd name="connsiteY1" fmla="*/ 0 h 1191723"/>
                <a:gd name="connsiteX2" fmla="*/ 1040633 w 1040633"/>
                <a:gd name="connsiteY2" fmla="*/ 16785 h 1191723"/>
                <a:gd name="connsiteX3" fmla="*/ 671988 w 1040633"/>
                <a:gd name="connsiteY3" fmla="*/ 1158121 h 1191723"/>
                <a:gd name="connsiteX4" fmla="*/ 139870 w 1040633"/>
                <a:gd name="connsiteY4" fmla="*/ 1191723 h 1191723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71988 w 778664"/>
                <a:gd name="connsiteY3" fmla="*/ 1158121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621064"/>
                <a:gd name="connsiteY0" fmla="*/ 973305 h 973305"/>
                <a:gd name="connsiteX1" fmla="*/ 0 w 621064"/>
                <a:gd name="connsiteY1" fmla="*/ 11688 h 973305"/>
                <a:gd name="connsiteX2" fmla="*/ 499610 w 621064"/>
                <a:gd name="connsiteY2" fmla="*/ 0 h 973305"/>
                <a:gd name="connsiteX3" fmla="*/ 558839 w 621064"/>
                <a:gd name="connsiteY3" fmla="*/ 754682 h 973305"/>
                <a:gd name="connsiteX4" fmla="*/ 197928 w 621064"/>
                <a:gd name="connsiteY4" fmla="*/ 973305 h 973305"/>
                <a:gd name="connsiteX0" fmla="*/ 197928 w 558839"/>
                <a:gd name="connsiteY0" fmla="*/ 973305 h 973305"/>
                <a:gd name="connsiteX1" fmla="*/ 0 w 558839"/>
                <a:gd name="connsiteY1" fmla="*/ 11688 h 973305"/>
                <a:gd name="connsiteX2" fmla="*/ 499610 w 558839"/>
                <a:gd name="connsiteY2" fmla="*/ 0 h 973305"/>
                <a:gd name="connsiteX3" fmla="*/ 558839 w 558839"/>
                <a:gd name="connsiteY3" fmla="*/ 754682 h 973305"/>
                <a:gd name="connsiteX4" fmla="*/ 197928 w 558839"/>
                <a:gd name="connsiteY4" fmla="*/ 973305 h 973305"/>
                <a:gd name="connsiteX0" fmla="*/ 197928 w 558839"/>
                <a:gd name="connsiteY0" fmla="*/ 973305 h 973305"/>
                <a:gd name="connsiteX1" fmla="*/ 0 w 558839"/>
                <a:gd name="connsiteY1" fmla="*/ 11688 h 973305"/>
                <a:gd name="connsiteX2" fmla="*/ 499610 w 558839"/>
                <a:gd name="connsiteY2" fmla="*/ 0 h 973305"/>
                <a:gd name="connsiteX3" fmla="*/ 558839 w 558839"/>
                <a:gd name="connsiteY3" fmla="*/ 754682 h 973305"/>
                <a:gd name="connsiteX4" fmla="*/ 197928 w 558839"/>
                <a:gd name="connsiteY4" fmla="*/ 973305 h 973305"/>
                <a:gd name="connsiteX0" fmla="*/ 370213 w 558839"/>
                <a:gd name="connsiteY0" fmla="*/ 796102 h 796102"/>
                <a:gd name="connsiteX1" fmla="*/ 0 w 558839"/>
                <a:gd name="connsiteY1" fmla="*/ 11688 h 796102"/>
                <a:gd name="connsiteX2" fmla="*/ 499610 w 558839"/>
                <a:gd name="connsiteY2" fmla="*/ 0 h 796102"/>
                <a:gd name="connsiteX3" fmla="*/ 558839 w 558839"/>
                <a:gd name="connsiteY3" fmla="*/ 754682 h 796102"/>
                <a:gd name="connsiteX4" fmla="*/ 370213 w 558839"/>
                <a:gd name="connsiteY4" fmla="*/ 796102 h 796102"/>
                <a:gd name="connsiteX0" fmla="*/ 370213 w 558839"/>
                <a:gd name="connsiteY0" fmla="*/ 796102 h 796102"/>
                <a:gd name="connsiteX1" fmla="*/ 0 w 558839"/>
                <a:gd name="connsiteY1" fmla="*/ 11688 h 796102"/>
                <a:gd name="connsiteX2" fmla="*/ 499610 w 558839"/>
                <a:gd name="connsiteY2" fmla="*/ 0 h 796102"/>
                <a:gd name="connsiteX3" fmla="*/ 558839 w 558839"/>
                <a:gd name="connsiteY3" fmla="*/ 754682 h 796102"/>
                <a:gd name="connsiteX4" fmla="*/ 370213 w 558839"/>
                <a:gd name="connsiteY4" fmla="*/ 796102 h 796102"/>
                <a:gd name="connsiteX0" fmla="*/ 370213 w 558839"/>
                <a:gd name="connsiteY0" fmla="*/ 796102 h 796102"/>
                <a:gd name="connsiteX1" fmla="*/ 0 w 558839"/>
                <a:gd name="connsiteY1" fmla="*/ 11688 h 796102"/>
                <a:gd name="connsiteX2" fmla="*/ 499610 w 558839"/>
                <a:gd name="connsiteY2" fmla="*/ 0 h 796102"/>
                <a:gd name="connsiteX3" fmla="*/ 558839 w 558839"/>
                <a:gd name="connsiteY3" fmla="*/ 754682 h 796102"/>
                <a:gd name="connsiteX4" fmla="*/ 370213 w 558839"/>
                <a:gd name="connsiteY4" fmla="*/ 796102 h 796102"/>
                <a:gd name="connsiteX0" fmla="*/ 370213 w 558839"/>
                <a:gd name="connsiteY0" fmla="*/ 1315828 h 1315828"/>
                <a:gd name="connsiteX1" fmla="*/ 0 w 558839"/>
                <a:gd name="connsiteY1" fmla="*/ 531414 h 1315828"/>
                <a:gd name="connsiteX2" fmla="*/ 506930 w 558839"/>
                <a:gd name="connsiteY2" fmla="*/ 0 h 1315828"/>
                <a:gd name="connsiteX3" fmla="*/ 558839 w 558839"/>
                <a:gd name="connsiteY3" fmla="*/ 1274408 h 1315828"/>
                <a:gd name="connsiteX4" fmla="*/ 370213 w 558839"/>
                <a:gd name="connsiteY4" fmla="*/ 1315828 h 1315828"/>
                <a:gd name="connsiteX0" fmla="*/ 384853 w 573479"/>
                <a:gd name="connsiteY0" fmla="*/ 1326654 h 1326654"/>
                <a:gd name="connsiteX1" fmla="*/ 0 w 573479"/>
                <a:gd name="connsiteY1" fmla="*/ 554 h 1326654"/>
                <a:gd name="connsiteX2" fmla="*/ 521570 w 573479"/>
                <a:gd name="connsiteY2" fmla="*/ 10826 h 1326654"/>
                <a:gd name="connsiteX3" fmla="*/ 573479 w 573479"/>
                <a:gd name="connsiteY3" fmla="*/ 1285234 h 1326654"/>
                <a:gd name="connsiteX4" fmla="*/ 384853 w 573479"/>
                <a:gd name="connsiteY4" fmla="*/ 1326654 h 1326654"/>
                <a:gd name="connsiteX0" fmla="*/ 384853 w 573479"/>
                <a:gd name="connsiteY0" fmla="*/ 1326654 h 1326654"/>
                <a:gd name="connsiteX1" fmla="*/ 0 w 573479"/>
                <a:gd name="connsiteY1" fmla="*/ 554 h 1326654"/>
                <a:gd name="connsiteX2" fmla="*/ 521570 w 573479"/>
                <a:gd name="connsiteY2" fmla="*/ 10826 h 1326654"/>
                <a:gd name="connsiteX3" fmla="*/ 573479 w 573479"/>
                <a:gd name="connsiteY3" fmla="*/ 1285234 h 1326654"/>
                <a:gd name="connsiteX4" fmla="*/ 384853 w 573479"/>
                <a:gd name="connsiteY4" fmla="*/ 1326654 h 1326654"/>
                <a:gd name="connsiteX0" fmla="*/ 384853 w 573479"/>
                <a:gd name="connsiteY0" fmla="*/ 1326654 h 1326654"/>
                <a:gd name="connsiteX1" fmla="*/ 0 w 573479"/>
                <a:gd name="connsiteY1" fmla="*/ 554 h 1326654"/>
                <a:gd name="connsiteX2" fmla="*/ 521570 w 573479"/>
                <a:gd name="connsiteY2" fmla="*/ 10826 h 1326654"/>
                <a:gd name="connsiteX3" fmla="*/ 573479 w 573479"/>
                <a:gd name="connsiteY3" fmla="*/ 1285234 h 1326654"/>
                <a:gd name="connsiteX4" fmla="*/ 384853 w 573479"/>
                <a:gd name="connsiteY4" fmla="*/ 1326654 h 1326654"/>
                <a:gd name="connsiteX0" fmla="*/ 384853 w 573479"/>
                <a:gd name="connsiteY0" fmla="*/ 1326654 h 1326654"/>
                <a:gd name="connsiteX1" fmla="*/ 0 w 573479"/>
                <a:gd name="connsiteY1" fmla="*/ 554 h 1326654"/>
                <a:gd name="connsiteX2" fmla="*/ 521570 w 573479"/>
                <a:gd name="connsiteY2" fmla="*/ 10826 h 1326654"/>
                <a:gd name="connsiteX3" fmla="*/ 573479 w 573479"/>
                <a:gd name="connsiteY3" fmla="*/ 1285234 h 1326654"/>
                <a:gd name="connsiteX4" fmla="*/ 384853 w 573479"/>
                <a:gd name="connsiteY4" fmla="*/ 1326654 h 1326654"/>
                <a:gd name="connsiteX0" fmla="*/ 384853 w 573479"/>
                <a:gd name="connsiteY0" fmla="*/ 1326654 h 1326654"/>
                <a:gd name="connsiteX1" fmla="*/ 0 w 573479"/>
                <a:gd name="connsiteY1" fmla="*/ 554 h 1326654"/>
                <a:gd name="connsiteX2" fmla="*/ 521570 w 573479"/>
                <a:gd name="connsiteY2" fmla="*/ 10826 h 1326654"/>
                <a:gd name="connsiteX3" fmla="*/ 573479 w 573479"/>
                <a:gd name="connsiteY3" fmla="*/ 1285234 h 1326654"/>
                <a:gd name="connsiteX4" fmla="*/ 384853 w 573479"/>
                <a:gd name="connsiteY4" fmla="*/ 1326654 h 1326654"/>
                <a:gd name="connsiteX0" fmla="*/ 384853 w 573479"/>
                <a:gd name="connsiteY0" fmla="*/ 1326654 h 1326654"/>
                <a:gd name="connsiteX1" fmla="*/ 0 w 573479"/>
                <a:gd name="connsiteY1" fmla="*/ 554 h 1326654"/>
                <a:gd name="connsiteX2" fmla="*/ 521570 w 573479"/>
                <a:gd name="connsiteY2" fmla="*/ 10826 h 1326654"/>
                <a:gd name="connsiteX3" fmla="*/ 573479 w 573479"/>
                <a:gd name="connsiteY3" fmla="*/ 1285234 h 1326654"/>
                <a:gd name="connsiteX4" fmla="*/ 384853 w 573479"/>
                <a:gd name="connsiteY4" fmla="*/ 1326654 h 1326654"/>
                <a:gd name="connsiteX0" fmla="*/ 384853 w 588119"/>
                <a:gd name="connsiteY0" fmla="*/ 1326654 h 1326654"/>
                <a:gd name="connsiteX1" fmla="*/ 0 w 588119"/>
                <a:gd name="connsiteY1" fmla="*/ 554 h 1326654"/>
                <a:gd name="connsiteX2" fmla="*/ 521570 w 588119"/>
                <a:gd name="connsiteY2" fmla="*/ 10826 h 1326654"/>
                <a:gd name="connsiteX3" fmla="*/ 588119 w 588119"/>
                <a:gd name="connsiteY3" fmla="*/ 1321835 h 1326654"/>
                <a:gd name="connsiteX4" fmla="*/ 384853 w 588119"/>
                <a:gd name="connsiteY4" fmla="*/ 1326654 h 1326654"/>
                <a:gd name="connsiteX0" fmla="*/ 384853 w 588119"/>
                <a:gd name="connsiteY0" fmla="*/ 1326654 h 1326654"/>
                <a:gd name="connsiteX1" fmla="*/ 0 w 588119"/>
                <a:gd name="connsiteY1" fmla="*/ 554 h 1326654"/>
                <a:gd name="connsiteX2" fmla="*/ 521570 w 588119"/>
                <a:gd name="connsiteY2" fmla="*/ 10826 h 1326654"/>
                <a:gd name="connsiteX3" fmla="*/ 588119 w 588119"/>
                <a:gd name="connsiteY3" fmla="*/ 1321835 h 1326654"/>
                <a:gd name="connsiteX4" fmla="*/ 384853 w 588119"/>
                <a:gd name="connsiteY4" fmla="*/ 1326654 h 1326654"/>
                <a:gd name="connsiteX0" fmla="*/ 384853 w 588119"/>
                <a:gd name="connsiteY0" fmla="*/ 1326148 h 1326148"/>
                <a:gd name="connsiteX1" fmla="*/ 0 w 588119"/>
                <a:gd name="connsiteY1" fmla="*/ 48 h 1326148"/>
                <a:gd name="connsiteX2" fmla="*/ 521570 w 588119"/>
                <a:gd name="connsiteY2" fmla="*/ 228243 h 1326148"/>
                <a:gd name="connsiteX3" fmla="*/ 588119 w 588119"/>
                <a:gd name="connsiteY3" fmla="*/ 1321329 h 1326148"/>
                <a:gd name="connsiteX4" fmla="*/ 384853 w 588119"/>
                <a:gd name="connsiteY4" fmla="*/ 1326148 h 1326148"/>
                <a:gd name="connsiteX0" fmla="*/ 384853 w 588119"/>
                <a:gd name="connsiteY0" fmla="*/ 1326148 h 1326148"/>
                <a:gd name="connsiteX1" fmla="*/ 0 w 588119"/>
                <a:gd name="connsiteY1" fmla="*/ 48 h 1326148"/>
                <a:gd name="connsiteX2" fmla="*/ 521570 w 588119"/>
                <a:gd name="connsiteY2" fmla="*/ 228243 h 1326148"/>
                <a:gd name="connsiteX3" fmla="*/ 588119 w 588119"/>
                <a:gd name="connsiteY3" fmla="*/ 1321329 h 1326148"/>
                <a:gd name="connsiteX4" fmla="*/ 384853 w 588119"/>
                <a:gd name="connsiteY4" fmla="*/ 1326148 h 1326148"/>
                <a:gd name="connsiteX0" fmla="*/ 384853 w 588119"/>
                <a:gd name="connsiteY0" fmla="*/ 1326148 h 1326148"/>
                <a:gd name="connsiteX1" fmla="*/ 0 w 588119"/>
                <a:gd name="connsiteY1" fmla="*/ 48 h 1326148"/>
                <a:gd name="connsiteX2" fmla="*/ 521570 w 588119"/>
                <a:gd name="connsiteY2" fmla="*/ 228243 h 1326148"/>
                <a:gd name="connsiteX3" fmla="*/ 588119 w 588119"/>
                <a:gd name="connsiteY3" fmla="*/ 1321329 h 1326148"/>
                <a:gd name="connsiteX4" fmla="*/ 384853 w 588119"/>
                <a:gd name="connsiteY4" fmla="*/ 1326148 h 1326148"/>
                <a:gd name="connsiteX0" fmla="*/ 366066 w 569332"/>
                <a:gd name="connsiteY0" fmla="*/ 1097905 h 1097905"/>
                <a:gd name="connsiteX1" fmla="*/ 0 w 569332"/>
                <a:gd name="connsiteY1" fmla="*/ 4757 h 1097905"/>
                <a:gd name="connsiteX2" fmla="*/ 502783 w 569332"/>
                <a:gd name="connsiteY2" fmla="*/ 0 h 1097905"/>
                <a:gd name="connsiteX3" fmla="*/ 569332 w 569332"/>
                <a:gd name="connsiteY3" fmla="*/ 1093086 h 1097905"/>
                <a:gd name="connsiteX4" fmla="*/ 366066 w 569332"/>
                <a:gd name="connsiteY4" fmla="*/ 1097905 h 1097905"/>
                <a:gd name="connsiteX0" fmla="*/ 366066 w 569332"/>
                <a:gd name="connsiteY0" fmla="*/ 1097905 h 1097905"/>
                <a:gd name="connsiteX1" fmla="*/ 0 w 569332"/>
                <a:gd name="connsiteY1" fmla="*/ 4757 h 1097905"/>
                <a:gd name="connsiteX2" fmla="*/ 502783 w 569332"/>
                <a:gd name="connsiteY2" fmla="*/ 0 h 1097905"/>
                <a:gd name="connsiteX3" fmla="*/ 569332 w 569332"/>
                <a:gd name="connsiteY3" fmla="*/ 1093086 h 1097905"/>
                <a:gd name="connsiteX4" fmla="*/ 366066 w 569332"/>
                <a:gd name="connsiteY4" fmla="*/ 1097905 h 1097905"/>
                <a:gd name="connsiteX0" fmla="*/ 366066 w 569332"/>
                <a:gd name="connsiteY0" fmla="*/ 1097905 h 1097905"/>
                <a:gd name="connsiteX1" fmla="*/ 0 w 569332"/>
                <a:gd name="connsiteY1" fmla="*/ 4757 h 1097905"/>
                <a:gd name="connsiteX2" fmla="*/ 502783 w 569332"/>
                <a:gd name="connsiteY2" fmla="*/ 0 h 1097905"/>
                <a:gd name="connsiteX3" fmla="*/ 569332 w 569332"/>
                <a:gd name="connsiteY3" fmla="*/ 1093086 h 1097905"/>
                <a:gd name="connsiteX4" fmla="*/ 366066 w 569332"/>
                <a:gd name="connsiteY4" fmla="*/ 1097905 h 1097905"/>
                <a:gd name="connsiteX0" fmla="*/ 366066 w 594113"/>
                <a:gd name="connsiteY0" fmla="*/ 1097905 h 1179971"/>
                <a:gd name="connsiteX1" fmla="*/ 0 w 594113"/>
                <a:gd name="connsiteY1" fmla="*/ 4757 h 1179971"/>
                <a:gd name="connsiteX2" fmla="*/ 502783 w 594113"/>
                <a:gd name="connsiteY2" fmla="*/ 0 h 1179971"/>
                <a:gd name="connsiteX3" fmla="*/ 594113 w 594113"/>
                <a:gd name="connsiteY3" fmla="*/ 1179818 h 1179971"/>
                <a:gd name="connsiteX4" fmla="*/ 366066 w 594113"/>
                <a:gd name="connsiteY4" fmla="*/ 1097905 h 1179971"/>
                <a:gd name="connsiteX0" fmla="*/ 403236 w 594113"/>
                <a:gd name="connsiteY0" fmla="*/ 1215612 h 1215612"/>
                <a:gd name="connsiteX1" fmla="*/ 0 w 594113"/>
                <a:gd name="connsiteY1" fmla="*/ 4757 h 1215612"/>
                <a:gd name="connsiteX2" fmla="*/ 502783 w 594113"/>
                <a:gd name="connsiteY2" fmla="*/ 0 h 1215612"/>
                <a:gd name="connsiteX3" fmla="*/ 594113 w 594113"/>
                <a:gd name="connsiteY3" fmla="*/ 1179818 h 1215612"/>
                <a:gd name="connsiteX4" fmla="*/ 403236 w 594113"/>
                <a:gd name="connsiteY4" fmla="*/ 1215612 h 1215612"/>
                <a:gd name="connsiteX0" fmla="*/ 403236 w 574100"/>
                <a:gd name="connsiteY0" fmla="*/ 1215612 h 1215612"/>
                <a:gd name="connsiteX1" fmla="*/ 0 w 574100"/>
                <a:gd name="connsiteY1" fmla="*/ 4757 h 1215612"/>
                <a:gd name="connsiteX2" fmla="*/ 502783 w 574100"/>
                <a:gd name="connsiteY2" fmla="*/ 0 h 1215612"/>
                <a:gd name="connsiteX3" fmla="*/ 574100 w 574100"/>
                <a:gd name="connsiteY3" fmla="*/ 1014877 h 1215612"/>
                <a:gd name="connsiteX4" fmla="*/ 403236 w 574100"/>
                <a:gd name="connsiteY4" fmla="*/ 1215612 h 1215612"/>
                <a:gd name="connsiteX0" fmla="*/ 333190 w 574100"/>
                <a:gd name="connsiteY0" fmla="*/ 985695 h 1015244"/>
                <a:gd name="connsiteX1" fmla="*/ 0 w 574100"/>
                <a:gd name="connsiteY1" fmla="*/ 4757 h 1015244"/>
                <a:gd name="connsiteX2" fmla="*/ 502783 w 574100"/>
                <a:gd name="connsiteY2" fmla="*/ 0 h 1015244"/>
                <a:gd name="connsiteX3" fmla="*/ 574100 w 574100"/>
                <a:gd name="connsiteY3" fmla="*/ 1014877 h 1015244"/>
                <a:gd name="connsiteX4" fmla="*/ 333190 w 574100"/>
                <a:gd name="connsiteY4" fmla="*/ 985695 h 10152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74100" h="1015244">
                  <a:moveTo>
                    <a:pt x="333190" y="985695"/>
                  </a:moveTo>
                  <a:cubicBezTo>
                    <a:pt x="153901" y="433090"/>
                    <a:pt x="295574" y="908506"/>
                    <a:pt x="0" y="4757"/>
                  </a:cubicBezTo>
                  <a:cubicBezTo>
                    <a:pt x="166537" y="861"/>
                    <a:pt x="336246" y="3896"/>
                    <a:pt x="502783" y="0"/>
                  </a:cubicBezTo>
                  <a:cubicBezTo>
                    <a:pt x="555943" y="995541"/>
                    <a:pt x="537473" y="350120"/>
                    <a:pt x="574100" y="1014877"/>
                  </a:cubicBezTo>
                  <a:cubicBezTo>
                    <a:pt x="476415" y="1019182"/>
                    <a:pt x="529388" y="984229"/>
                    <a:pt x="333190" y="985695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>
                    <a:lumMod val="95000"/>
                    <a:alpha val="55000"/>
                  </a:srgbClr>
                </a:gs>
                <a:gs pos="100000">
                  <a:srgbClr val="FFFFFF">
                    <a:lumMod val="7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FFFFFF">
                  <a:lumMod val="75000"/>
                </a:srgbClr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grpSp>
          <p:nvGrpSpPr>
            <p:cNvPr id="932" name="Group 28">
              <a:extLst>
                <a:ext uri="{FF2B5EF4-FFF2-40B4-BE49-F238E27FC236}">
                  <a16:creationId xmlns:a16="http://schemas.microsoft.com/office/drawing/2014/main" id="{088ACE2A-7A5D-4F42-921C-CF157C28809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856416" y="3709935"/>
              <a:ext cx="1049338" cy="1739900"/>
              <a:chOff x="1856416" y="3709935"/>
              <a:chExt cx="1049338" cy="1739900"/>
            </a:xfrm>
          </p:grpSpPr>
          <p:sp>
            <p:nvSpPr>
              <p:cNvPr id="1017" name="Rectangle 1016">
                <a:extLst>
                  <a:ext uri="{FF2B5EF4-FFF2-40B4-BE49-F238E27FC236}">
                    <a16:creationId xmlns:a16="http://schemas.microsoft.com/office/drawing/2014/main" id="{F031C840-E404-B943-9DD7-6487F36B8BC7}"/>
                  </a:ext>
                </a:extLst>
              </p:cNvPr>
              <p:cNvSpPr/>
              <p:nvPr/>
            </p:nvSpPr>
            <p:spPr bwMode="auto">
              <a:xfrm rot="10800000">
                <a:off x="1867528" y="3957548"/>
                <a:ext cx="1027113" cy="611095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grpSp>
            <p:nvGrpSpPr>
              <p:cNvPr id="1018" name="Group 498">
                <a:extLst>
                  <a:ext uri="{FF2B5EF4-FFF2-40B4-BE49-F238E27FC236}">
                    <a16:creationId xmlns:a16="http://schemas.microsoft.com/office/drawing/2014/main" id="{11E4B476-A94C-6141-A48C-F22AAD7C573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858805" y="5088863"/>
                <a:ext cx="1035373" cy="360972"/>
                <a:chOff x="4128636" y="3606589"/>
                <a:chExt cx="568145" cy="338667"/>
              </a:xfrm>
            </p:grpSpPr>
            <p:sp>
              <p:nvSpPr>
                <p:cNvPr id="1032" name="Oval 1031">
                  <a:extLst>
                    <a:ext uri="{FF2B5EF4-FFF2-40B4-BE49-F238E27FC236}">
                      <a16:creationId xmlns:a16="http://schemas.microsoft.com/office/drawing/2014/main" id="{6285E922-4389-6747-873A-ED742F93B7B8}"/>
                    </a:ext>
                  </a:extLst>
                </p:cNvPr>
                <p:cNvSpPr/>
                <p:nvPr/>
              </p:nvSpPr>
              <p:spPr>
                <a:xfrm>
                  <a:off x="4129067" y="3720144"/>
                  <a:ext cx="567968" cy="224867"/>
                </a:xfrm>
                <a:prstGeom prst="ellipse">
                  <a:avLst/>
                </a:prstGeom>
                <a:solidFill>
                  <a:srgbClr val="3333CC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033" name="Rectangle 1032">
                  <a:extLst>
                    <a:ext uri="{FF2B5EF4-FFF2-40B4-BE49-F238E27FC236}">
                      <a16:creationId xmlns:a16="http://schemas.microsoft.com/office/drawing/2014/main" id="{681399F7-9F7D-8247-A86B-B0C42C17B7BD}"/>
                    </a:ext>
                  </a:extLst>
                </p:cNvPr>
                <p:cNvSpPr/>
                <p:nvPr/>
              </p:nvSpPr>
              <p:spPr>
                <a:xfrm>
                  <a:off x="4129067" y="3720144"/>
                  <a:ext cx="567968" cy="111689"/>
                </a:xfrm>
                <a:prstGeom prst="rect">
                  <a:avLst/>
                </a:pr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034" name="Oval 1033">
                  <a:extLst>
                    <a:ext uri="{FF2B5EF4-FFF2-40B4-BE49-F238E27FC236}">
                      <a16:creationId xmlns:a16="http://schemas.microsoft.com/office/drawing/2014/main" id="{22EC9AA8-544A-8B4A-88A6-2074F49F53D4}"/>
                    </a:ext>
                  </a:extLst>
                </p:cNvPr>
                <p:cNvSpPr/>
                <p:nvPr/>
              </p:nvSpPr>
              <p:spPr>
                <a:xfrm>
                  <a:off x="4129067" y="3606966"/>
                  <a:ext cx="567968" cy="224867"/>
                </a:xfrm>
                <a:prstGeom prst="ellipse">
                  <a:avLst/>
                </a:prstGeom>
                <a:solidFill>
                  <a:srgbClr val="3333CC">
                    <a:lumMod val="60000"/>
                    <a:lumOff val="40000"/>
                    <a:alpha val="7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1035" name="Straight Connector 1034">
                  <a:extLst>
                    <a:ext uri="{FF2B5EF4-FFF2-40B4-BE49-F238E27FC236}">
                      <a16:creationId xmlns:a16="http://schemas.microsoft.com/office/drawing/2014/main" id="{C98CC5A1-6137-AD47-8DAD-1CE3995E4F4E}"/>
                    </a:ext>
                  </a:extLst>
                </p:cNvPr>
                <p:cNvCxnSpPr/>
                <p:nvPr/>
              </p:nvCxnSpPr>
              <p:spPr>
                <a:xfrm>
                  <a:off x="4697035" y="3720144"/>
                  <a:ext cx="0" cy="111689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1036" name="Straight Connector 1035">
                  <a:extLst>
                    <a:ext uri="{FF2B5EF4-FFF2-40B4-BE49-F238E27FC236}">
                      <a16:creationId xmlns:a16="http://schemas.microsoft.com/office/drawing/2014/main" id="{D6DBD6DE-4277-6E43-8F0F-101EA88CC186}"/>
                    </a:ext>
                  </a:extLst>
                </p:cNvPr>
                <p:cNvCxnSpPr/>
                <p:nvPr/>
              </p:nvCxnSpPr>
              <p:spPr>
                <a:xfrm>
                  <a:off x="4129067" y="3720144"/>
                  <a:ext cx="0" cy="111689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</p:grpSp>
          <p:sp>
            <p:nvSpPr>
              <p:cNvPr id="1019" name="Rectangle 1018">
                <a:extLst>
                  <a:ext uri="{FF2B5EF4-FFF2-40B4-BE49-F238E27FC236}">
                    <a16:creationId xmlns:a16="http://schemas.microsoft.com/office/drawing/2014/main" id="{511198B5-F79E-C74D-B56E-01ADB1EAA4C1}"/>
                  </a:ext>
                </a:extLst>
              </p:cNvPr>
              <p:cNvSpPr/>
              <p:nvPr/>
            </p:nvSpPr>
            <p:spPr bwMode="auto">
              <a:xfrm>
                <a:off x="1877053" y="4705148"/>
                <a:ext cx="1028700" cy="522210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40000"/>
                      <a:lumOff val="6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1020" name="Straight Connector 1019">
                <a:extLst>
                  <a:ext uri="{FF2B5EF4-FFF2-40B4-BE49-F238E27FC236}">
                    <a16:creationId xmlns:a16="http://schemas.microsoft.com/office/drawing/2014/main" id="{D3ADC60A-D45A-1346-84AC-B4714AE1CB27}"/>
                  </a:ext>
                </a:extLst>
              </p:cNvPr>
              <p:cNvCxnSpPr/>
              <p:nvPr/>
            </p:nvCxnSpPr>
            <p:spPr bwMode="auto">
              <a:xfrm>
                <a:off x="1861178" y="3981356"/>
                <a:ext cx="17463" cy="1301555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cxnSp>
            <p:nvCxnSpPr>
              <p:cNvPr id="1021" name="Straight Connector 1020">
                <a:extLst>
                  <a:ext uri="{FF2B5EF4-FFF2-40B4-BE49-F238E27FC236}">
                    <a16:creationId xmlns:a16="http://schemas.microsoft.com/office/drawing/2014/main" id="{8C732665-0AF3-514A-8491-058D584AA66C}"/>
                  </a:ext>
                </a:extLst>
              </p:cNvPr>
              <p:cNvCxnSpPr/>
              <p:nvPr/>
            </p:nvCxnSpPr>
            <p:spPr bwMode="auto">
              <a:xfrm flipH="1">
                <a:off x="2894641" y="3971833"/>
                <a:ext cx="6350" cy="1269810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1022" name="Group 504">
                <a:extLst>
                  <a:ext uri="{FF2B5EF4-FFF2-40B4-BE49-F238E27FC236}">
                    <a16:creationId xmlns:a16="http://schemas.microsoft.com/office/drawing/2014/main" id="{87E38306-3DC6-B044-991D-BEE6F6FD2E7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856416" y="3709935"/>
                <a:ext cx="1044712" cy="399063"/>
                <a:chOff x="2183302" y="1574638"/>
                <a:chExt cx="1200154" cy="430218"/>
              </a:xfrm>
            </p:grpSpPr>
            <p:sp>
              <p:nvSpPr>
                <p:cNvPr id="1023" name="Oval 1022">
                  <a:extLst>
                    <a:ext uri="{FF2B5EF4-FFF2-40B4-BE49-F238E27FC236}">
                      <a16:creationId xmlns:a16="http://schemas.microsoft.com/office/drawing/2014/main" id="{55E5FA1C-CAB4-8341-8DAA-EDAE9CFD84E2}"/>
                    </a:ext>
                  </a:extLst>
                </p:cNvPr>
                <p:cNvSpPr/>
                <p:nvPr/>
              </p:nvSpPr>
              <p:spPr bwMode="auto">
                <a:xfrm flipV="1">
                  <a:off x="2185125" y="1689286"/>
                  <a:ext cx="1196349" cy="314857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31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20000"/>
                        <a:lumOff val="80000"/>
                      </a:srgbClr>
                    </a:gs>
                  </a:gsLst>
                  <a:lin ang="16200000" scaled="0"/>
                  <a:tileRect/>
                </a:gradFill>
                <a:ln w="635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024" name="Rectangle 1023">
                  <a:extLst>
                    <a:ext uri="{FF2B5EF4-FFF2-40B4-BE49-F238E27FC236}">
                      <a16:creationId xmlns:a16="http://schemas.microsoft.com/office/drawing/2014/main" id="{44108165-9E65-5F4A-BAAB-C6ACE38D3C65}"/>
                    </a:ext>
                  </a:extLst>
                </p:cNvPr>
                <p:cNvSpPr/>
                <p:nvPr/>
              </p:nvSpPr>
              <p:spPr bwMode="auto">
                <a:xfrm>
                  <a:off x="2183302" y="1735489"/>
                  <a:ext cx="1198172" cy="112938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40000"/>
                        <a:lumOff val="60000"/>
                      </a:srgbClr>
                    </a:gs>
                    <a:gs pos="54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62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025" name="Oval 1024">
                  <a:extLst>
                    <a:ext uri="{FF2B5EF4-FFF2-40B4-BE49-F238E27FC236}">
                      <a16:creationId xmlns:a16="http://schemas.microsoft.com/office/drawing/2014/main" id="{5220D9A0-FC71-C848-AA4B-AC3EAD73DB6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flipV="1">
                  <a:off x="2183302" y="1574638"/>
                  <a:ext cx="1196349" cy="314857"/>
                </a:xfrm>
                <a:prstGeom prst="ellipse">
                  <a:avLst/>
                </a:prstGeom>
                <a:solidFill>
                  <a:srgbClr val="BFBFBF"/>
                </a:solidFill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0" dist="23000" dir="5400000" rotWithShape="0">
                    <a:srgbClr val="808080">
                      <a:alpha val="34999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026" name="Freeform 1025">
                  <a:extLst>
                    <a:ext uri="{FF2B5EF4-FFF2-40B4-BE49-F238E27FC236}">
                      <a16:creationId xmlns:a16="http://schemas.microsoft.com/office/drawing/2014/main" id="{0E8501FC-8102-1648-8958-E425AC1A0FB8}"/>
                    </a:ext>
                  </a:extLst>
                </p:cNvPr>
                <p:cNvSpPr/>
                <p:nvPr/>
              </p:nvSpPr>
              <p:spPr bwMode="auto">
                <a:xfrm>
                  <a:off x="2489684" y="1670464"/>
                  <a:ext cx="581761" cy="157429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027" name="Freeform 1026">
                  <a:extLst>
                    <a:ext uri="{FF2B5EF4-FFF2-40B4-BE49-F238E27FC236}">
                      <a16:creationId xmlns:a16="http://schemas.microsoft.com/office/drawing/2014/main" id="{AF49A14A-FE33-EB4B-ADEA-BA7B348615C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29501" y="1629396"/>
                  <a:ext cx="703949" cy="111226"/>
                </a:xfrm>
                <a:custGeom>
                  <a:avLst/>
                  <a:gdLst>
                    <a:gd name="T0" fmla="*/ 0 w 3723451"/>
                    <a:gd name="T1" fmla="*/ 27211 h 932950"/>
                    <a:gd name="T2" fmla="*/ 123865 w 3723451"/>
                    <a:gd name="T3" fmla="*/ 321 h 932950"/>
                    <a:gd name="T4" fmla="*/ 350850 w 3723451"/>
                    <a:gd name="T5" fmla="*/ 62061 h 932950"/>
                    <a:gd name="T6" fmla="*/ 567397 w 3723451"/>
                    <a:gd name="T7" fmla="*/ 0 h 932950"/>
                    <a:gd name="T8" fmla="*/ 703949 w 3723451"/>
                    <a:gd name="T9" fmla="*/ 24696 h 932950"/>
                    <a:gd name="T10" fmla="*/ 602354 w 3723451"/>
                    <a:gd name="T11" fmla="*/ 55064 h 932950"/>
                    <a:gd name="T12" fmla="*/ 569645 w 3723451"/>
                    <a:gd name="T13" fmla="*/ 46877 h 932950"/>
                    <a:gd name="T14" fmla="*/ 354838 w 3723451"/>
                    <a:gd name="T15" fmla="*/ 111226 h 932950"/>
                    <a:gd name="T16" fmla="*/ 134536 w 3723451"/>
                    <a:gd name="T17" fmla="*/ 49244 h 932950"/>
                    <a:gd name="T18" fmla="*/ 98918 w 3723451"/>
                    <a:gd name="T19" fmla="*/ 55934 h 932950"/>
                    <a:gd name="T20" fmla="*/ 0 w 3723451"/>
                    <a:gd name="T21" fmla="*/ 27211 h 932950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028" name="Freeform 1027">
                  <a:extLst>
                    <a:ext uri="{FF2B5EF4-FFF2-40B4-BE49-F238E27FC236}">
                      <a16:creationId xmlns:a16="http://schemas.microsoft.com/office/drawing/2014/main" id="{FEBE179E-02E9-C64E-89FC-F45503783F7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2722" y="1723510"/>
                  <a:ext cx="257143" cy="95826"/>
                </a:xfrm>
                <a:custGeom>
                  <a:avLst/>
                  <a:gdLst>
                    <a:gd name="T0" fmla="*/ 0 w 1366596"/>
                    <a:gd name="T1" fmla="*/ 0 h 809868"/>
                    <a:gd name="T2" fmla="*/ 257143 w 1366596"/>
                    <a:gd name="T3" fmla="*/ 74047 h 809868"/>
                    <a:gd name="T4" fmla="*/ 162771 w 1366596"/>
                    <a:gd name="T5" fmla="*/ 95826 h 809868"/>
                    <a:gd name="T6" fmla="*/ 866 w 1366596"/>
                    <a:gd name="T7" fmla="*/ 50635 h 809868"/>
                    <a:gd name="T8" fmla="*/ 0 w 1366596"/>
                    <a:gd name="T9" fmla="*/ 0 h 8098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029" name="Freeform 1028">
                  <a:extLst>
                    <a:ext uri="{FF2B5EF4-FFF2-40B4-BE49-F238E27FC236}">
                      <a16:creationId xmlns:a16="http://schemas.microsoft.com/office/drawing/2014/main" id="{56DF1AAD-D538-1C44-A286-465AD81A046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16736" y="1725222"/>
                  <a:ext cx="255318" cy="94114"/>
                </a:xfrm>
                <a:custGeom>
                  <a:avLst/>
                  <a:gdLst>
                    <a:gd name="T0" fmla="*/ 251832 w 1348191"/>
                    <a:gd name="T1" fmla="*/ 0 h 791462"/>
                    <a:gd name="T2" fmla="*/ 255318 w 1348191"/>
                    <a:gd name="T3" fmla="*/ 45415 h 791462"/>
                    <a:gd name="T4" fmla="*/ 92368 w 1348191"/>
                    <a:gd name="T5" fmla="*/ 94114 h 791462"/>
                    <a:gd name="T6" fmla="*/ 0 w 1348191"/>
                    <a:gd name="T7" fmla="*/ 72774 h 791462"/>
                    <a:gd name="T8" fmla="*/ 251832 w 1348191"/>
                    <a:gd name="T9" fmla="*/ 0 h 79146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cxnSp>
              <p:nvCxnSpPr>
                <p:cNvPr id="1030" name="Straight Connector 1029">
                  <a:extLst>
                    <a:ext uri="{FF2B5EF4-FFF2-40B4-BE49-F238E27FC236}">
                      <a16:creationId xmlns:a16="http://schemas.microsoft.com/office/drawing/2014/main" id="{60701F8E-3F5A-734C-A498-AA55BCD5CFE1}"/>
                    </a:ext>
                  </a:extLst>
                </p:cNvPr>
                <p:cNvCxnSpPr>
                  <a:cxnSpLocks noChangeShapeType="1"/>
                  <a:endCxn id="1025" idx="2"/>
                </p:cNvCxnSpPr>
                <p:nvPr/>
              </p:nvCxnSpPr>
              <p:spPr bwMode="auto">
                <a:xfrm flipH="1" flipV="1">
                  <a:off x="2183302" y="1732067"/>
                  <a:ext cx="1823" cy="121493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1031" name="Straight Connector 1030">
                  <a:extLst>
                    <a:ext uri="{FF2B5EF4-FFF2-40B4-BE49-F238E27FC236}">
                      <a16:creationId xmlns:a16="http://schemas.microsoft.com/office/drawing/2014/main" id="{299ED768-B7C5-C447-A0CA-015C1D4D47F2}"/>
                    </a:ext>
                  </a:extLst>
                </p:cNvPr>
                <p:cNvCxnSpPr>
                  <a:cxnSpLocks noChangeShapeType="1"/>
                </p:cNvCxnSpPr>
                <p:nvPr/>
              </p:nvCxnSpPr>
              <p:spPr bwMode="auto">
                <a:xfrm flipH="1" flipV="1">
                  <a:off x="3381474" y="1728644"/>
                  <a:ext cx="1824" cy="121493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</p:grpSp>
        </p:grpSp>
        <p:grpSp>
          <p:nvGrpSpPr>
            <p:cNvPr id="933" name="Group 29">
              <a:extLst>
                <a:ext uri="{FF2B5EF4-FFF2-40B4-BE49-F238E27FC236}">
                  <a16:creationId xmlns:a16="http://schemas.microsoft.com/office/drawing/2014/main" id="{BE1E7CEF-FBEC-2040-A3E0-0EBB60746AF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66154" y="3862335"/>
              <a:ext cx="514350" cy="1670050"/>
              <a:chOff x="3566154" y="3862335"/>
              <a:chExt cx="514350" cy="1670050"/>
            </a:xfrm>
          </p:grpSpPr>
          <p:sp>
            <p:nvSpPr>
              <p:cNvPr id="997" name="Rectangle 996">
                <a:extLst>
                  <a:ext uri="{FF2B5EF4-FFF2-40B4-BE49-F238E27FC236}">
                    <a16:creationId xmlns:a16="http://schemas.microsoft.com/office/drawing/2014/main" id="{7F242236-8B77-9144-8038-81B9BCAB1509}"/>
                  </a:ext>
                </a:extLst>
              </p:cNvPr>
              <p:cNvSpPr/>
              <p:nvPr/>
            </p:nvSpPr>
            <p:spPr bwMode="auto">
              <a:xfrm rot="10800000">
                <a:off x="3569201" y="3946092"/>
                <a:ext cx="498084" cy="628647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998" name="Straight Connector 997">
                <a:extLst>
                  <a:ext uri="{FF2B5EF4-FFF2-40B4-BE49-F238E27FC236}">
                    <a16:creationId xmlns:a16="http://schemas.microsoft.com/office/drawing/2014/main" id="{855E433C-9E28-D243-A7F8-5DC166631717}"/>
                  </a:ext>
                </a:extLst>
              </p:cNvPr>
              <p:cNvCxnSpPr/>
              <p:nvPr/>
            </p:nvCxnSpPr>
            <p:spPr bwMode="auto">
              <a:xfrm flipH="1">
                <a:off x="4078916" y="4019450"/>
                <a:ext cx="1587" cy="1365045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999" name="Group 552">
                <a:extLst>
                  <a:ext uri="{FF2B5EF4-FFF2-40B4-BE49-F238E27FC236}">
                    <a16:creationId xmlns:a16="http://schemas.microsoft.com/office/drawing/2014/main" id="{2095E3B0-B1DF-9747-A4B6-739AFCB17CA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571302" y="5310688"/>
                <a:ext cx="507588" cy="221697"/>
                <a:chOff x="4128636" y="3606589"/>
                <a:chExt cx="568145" cy="338667"/>
              </a:xfrm>
            </p:grpSpPr>
            <p:sp>
              <p:nvSpPr>
                <p:cNvPr id="1012" name="Oval 1011">
                  <a:extLst>
                    <a:ext uri="{FF2B5EF4-FFF2-40B4-BE49-F238E27FC236}">
                      <a16:creationId xmlns:a16="http://schemas.microsoft.com/office/drawing/2014/main" id="{77BE98D0-B8F8-0542-81BA-550DCDDBED58}"/>
                    </a:ext>
                  </a:extLst>
                </p:cNvPr>
                <p:cNvSpPr/>
                <p:nvPr/>
              </p:nvSpPr>
              <p:spPr>
                <a:xfrm>
                  <a:off x="4128204" y="3719337"/>
                  <a:ext cx="568606" cy="225500"/>
                </a:xfrm>
                <a:prstGeom prst="ellipse">
                  <a:avLst/>
                </a:prstGeom>
                <a:solidFill>
                  <a:srgbClr val="3333CC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013" name="Rectangle 1012">
                  <a:extLst>
                    <a:ext uri="{FF2B5EF4-FFF2-40B4-BE49-F238E27FC236}">
                      <a16:creationId xmlns:a16="http://schemas.microsoft.com/office/drawing/2014/main" id="{FF81DF11-B403-0242-9BBF-4028E5002511}"/>
                    </a:ext>
                  </a:extLst>
                </p:cNvPr>
                <p:cNvSpPr/>
                <p:nvPr/>
              </p:nvSpPr>
              <p:spPr>
                <a:xfrm>
                  <a:off x="4128204" y="3719337"/>
                  <a:ext cx="568606" cy="111537"/>
                </a:xfrm>
                <a:prstGeom prst="rect">
                  <a:avLst/>
                </a:pr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014" name="Oval 1013">
                  <a:extLst>
                    <a:ext uri="{FF2B5EF4-FFF2-40B4-BE49-F238E27FC236}">
                      <a16:creationId xmlns:a16="http://schemas.microsoft.com/office/drawing/2014/main" id="{DA7CD07E-7BFA-EA40-A63C-19BD545F9FBB}"/>
                    </a:ext>
                  </a:extLst>
                </p:cNvPr>
                <p:cNvSpPr/>
                <p:nvPr/>
              </p:nvSpPr>
              <p:spPr>
                <a:xfrm>
                  <a:off x="4128204" y="3600527"/>
                  <a:ext cx="568606" cy="230348"/>
                </a:xfrm>
                <a:prstGeom prst="ellipse">
                  <a:avLst/>
                </a:prstGeom>
                <a:solidFill>
                  <a:srgbClr val="3333CC">
                    <a:lumMod val="40000"/>
                    <a:lumOff val="60000"/>
                    <a:alpha val="5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1015" name="Straight Connector 1014">
                  <a:extLst>
                    <a:ext uri="{FF2B5EF4-FFF2-40B4-BE49-F238E27FC236}">
                      <a16:creationId xmlns:a16="http://schemas.microsoft.com/office/drawing/2014/main" id="{B2F8B11B-A555-1F4E-A7E6-540E16F7A0A8}"/>
                    </a:ext>
                  </a:extLst>
                </p:cNvPr>
                <p:cNvCxnSpPr/>
                <p:nvPr/>
              </p:nvCxnSpPr>
              <p:spPr>
                <a:xfrm>
                  <a:off x="4696810" y="3719337"/>
                  <a:ext cx="0" cy="111537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1016" name="Straight Connector 1015">
                  <a:extLst>
                    <a:ext uri="{FF2B5EF4-FFF2-40B4-BE49-F238E27FC236}">
                      <a16:creationId xmlns:a16="http://schemas.microsoft.com/office/drawing/2014/main" id="{DC5D2573-EDE8-D044-BD08-61DD678EC15B}"/>
                    </a:ext>
                  </a:extLst>
                </p:cNvPr>
                <p:cNvCxnSpPr/>
                <p:nvPr/>
              </p:nvCxnSpPr>
              <p:spPr>
                <a:xfrm>
                  <a:off x="4128204" y="3719337"/>
                  <a:ext cx="0" cy="111537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</p:grpSp>
          <p:sp>
            <p:nvSpPr>
              <p:cNvPr id="1000" name="Rectangle 999">
                <a:extLst>
                  <a:ext uri="{FF2B5EF4-FFF2-40B4-BE49-F238E27FC236}">
                    <a16:creationId xmlns:a16="http://schemas.microsoft.com/office/drawing/2014/main" id="{1CD2ADDF-DE6E-274D-9173-D493921DFE9F}"/>
                  </a:ext>
                </a:extLst>
              </p:cNvPr>
              <p:cNvSpPr/>
              <p:nvPr/>
            </p:nvSpPr>
            <p:spPr bwMode="auto">
              <a:xfrm>
                <a:off x="3572503" y="4574992"/>
                <a:ext cx="496888" cy="812678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1001" name="Straight Connector 1000">
                <a:extLst>
                  <a:ext uri="{FF2B5EF4-FFF2-40B4-BE49-F238E27FC236}">
                    <a16:creationId xmlns:a16="http://schemas.microsoft.com/office/drawing/2014/main" id="{3926DE25-E9FB-D540-98B7-27C7DBB56A43}"/>
                  </a:ext>
                </a:extLst>
              </p:cNvPr>
              <p:cNvCxnSpPr/>
              <p:nvPr/>
            </p:nvCxnSpPr>
            <p:spPr bwMode="auto">
              <a:xfrm flipH="1">
                <a:off x="3566153" y="4027387"/>
                <a:ext cx="3175" cy="1450757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1002" name="Group 538">
                <a:extLst>
                  <a:ext uri="{FF2B5EF4-FFF2-40B4-BE49-F238E27FC236}">
                    <a16:creationId xmlns:a16="http://schemas.microsoft.com/office/drawing/2014/main" id="{FA32E138-3569-9943-8F38-8BFBBEE94E0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568667" y="3862335"/>
                <a:ext cx="503828" cy="248249"/>
                <a:chOff x="2183302" y="1564542"/>
                <a:chExt cx="1200154" cy="440314"/>
              </a:xfrm>
            </p:grpSpPr>
            <p:sp>
              <p:nvSpPr>
                <p:cNvPr id="1003" name="Oval 1002">
                  <a:extLst>
                    <a:ext uri="{FF2B5EF4-FFF2-40B4-BE49-F238E27FC236}">
                      <a16:creationId xmlns:a16="http://schemas.microsoft.com/office/drawing/2014/main" id="{172BF76E-3582-364D-ACA4-688518FFF091}"/>
                    </a:ext>
                  </a:extLst>
                </p:cNvPr>
                <p:cNvSpPr/>
                <p:nvPr/>
              </p:nvSpPr>
              <p:spPr bwMode="auto">
                <a:xfrm flipV="1">
                  <a:off x="2188659" y="1691189"/>
                  <a:ext cx="1194966" cy="312499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31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FFFFFF"/>
                    </a:gs>
                  </a:gsLst>
                  <a:lin ang="16200000" scaled="0"/>
                  <a:tileRect/>
                </a:gradFill>
                <a:ln w="635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004" name="Rectangle 1003">
                  <a:extLst>
                    <a:ext uri="{FF2B5EF4-FFF2-40B4-BE49-F238E27FC236}">
                      <a16:creationId xmlns:a16="http://schemas.microsoft.com/office/drawing/2014/main" id="{3A78A2F4-E393-6E42-BE3F-0FCA6714AEB4}"/>
                    </a:ext>
                  </a:extLst>
                </p:cNvPr>
                <p:cNvSpPr/>
                <p:nvPr/>
              </p:nvSpPr>
              <p:spPr bwMode="auto">
                <a:xfrm>
                  <a:off x="2184877" y="1736233"/>
                  <a:ext cx="1198749" cy="112612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40000"/>
                        <a:lumOff val="60000"/>
                      </a:srgbClr>
                    </a:gs>
                    <a:gs pos="54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62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005" name="Oval 1004">
                  <a:extLst>
                    <a:ext uri="{FF2B5EF4-FFF2-40B4-BE49-F238E27FC236}">
                      <a16:creationId xmlns:a16="http://schemas.microsoft.com/office/drawing/2014/main" id="{940143FD-143D-914C-BE2C-37F2F665D24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flipV="1">
                  <a:off x="2184877" y="1564501"/>
                  <a:ext cx="1194966" cy="312497"/>
                </a:xfrm>
                <a:prstGeom prst="ellipse">
                  <a:avLst/>
                </a:prstGeom>
                <a:solidFill>
                  <a:srgbClr val="BFBFBF"/>
                </a:solidFill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0" dist="23000" dir="5400000" rotWithShape="0">
                    <a:srgbClr val="808080">
                      <a:alpha val="34999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006" name="Freeform 1005">
                  <a:extLst>
                    <a:ext uri="{FF2B5EF4-FFF2-40B4-BE49-F238E27FC236}">
                      <a16:creationId xmlns:a16="http://schemas.microsoft.com/office/drawing/2014/main" id="{E3E8B10C-6B82-EC4C-A959-82D1FA770D43}"/>
                    </a:ext>
                  </a:extLst>
                </p:cNvPr>
                <p:cNvSpPr/>
                <p:nvPr/>
              </p:nvSpPr>
              <p:spPr bwMode="auto">
                <a:xfrm>
                  <a:off x="2491182" y="1671482"/>
                  <a:ext cx="582357" cy="154840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007" name="Freeform 1006">
                  <a:extLst>
                    <a:ext uri="{FF2B5EF4-FFF2-40B4-BE49-F238E27FC236}">
                      <a16:creationId xmlns:a16="http://schemas.microsoft.com/office/drawing/2014/main" id="{0B23900C-40C2-5447-A8A5-DB9E4C1FBD2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30678" y="1629252"/>
                  <a:ext cx="703366" cy="109797"/>
                </a:xfrm>
                <a:custGeom>
                  <a:avLst/>
                  <a:gdLst>
                    <a:gd name="T0" fmla="*/ 0 w 3723451"/>
                    <a:gd name="T1" fmla="*/ 26862 h 932950"/>
                    <a:gd name="T2" fmla="*/ 123762 w 3723451"/>
                    <a:gd name="T3" fmla="*/ 317 h 932950"/>
                    <a:gd name="T4" fmla="*/ 350560 w 3723451"/>
                    <a:gd name="T5" fmla="*/ 61264 h 932950"/>
                    <a:gd name="T6" fmla="*/ 566927 w 3723451"/>
                    <a:gd name="T7" fmla="*/ 0 h 932950"/>
                    <a:gd name="T8" fmla="*/ 703366 w 3723451"/>
                    <a:gd name="T9" fmla="*/ 24379 h 932950"/>
                    <a:gd name="T10" fmla="*/ 601856 w 3723451"/>
                    <a:gd name="T11" fmla="*/ 54357 h 932950"/>
                    <a:gd name="T12" fmla="*/ 569173 w 3723451"/>
                    <a:gd name="T13" fmla="*/ 46275 h 932950"/>
                    <a:gd name="T14" fmla="*/ 354544 w 3723451"/>
                    <a:gd name="T15" fmla="*/ 109797 h 932950"/>
                    <a:gd name="T16" fmla="*/ 134425 w 3723451"/>
                    <a:gd name="T17" fmla="*/ 48612 h 932950"/>
                    <a:gd name="T18" fmla="*/ 98836 w 3723451"/>
                    <a:gd name="T19" fmla="*/ 55215 h 932950"/>
                    <a:gd name="T20" fmla="*/ 0 w 3723451"/>
                    <a:gd name="T21" fmla="*/ 26862 h 932950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008" name="Freeform 1007">
                  <a:extLst>
                    <a:ext uri="{FF2B5EF4-FFF2-40B4-BE49-F238E27FC236}">
                      <a16:creationId xmlns:a16="http://schemas.microsoft.com/office/drawing/2014/main" id="{8EDB510B-0DD2-AE4F-82C5-7A7D8DC924A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2025" y="1722158"/>
                  <a:ext cx="260925" cy="95720"/>
                </a:xfrm>
                <a:custGeom>
                  <a:avLst/>
                  <a:gdLst>
                    <a:gd name="T0" fmla="*/ 0 w 1366596"/>
                    <a:gd name="T1" fmla="*/ 0 h 809868"/>
                    <a:gd name="T2" fmla="*/ 260925 w 1366596"/>
                    <a:gd name="T3" fmla="*/ 73965 h 809868"/>
                    <a:gd name="T4" fmla="*/ 165165 w 1366596"/>
                    <a:gd name="T5" fmla="*/ 95720 h 809868"/>
                    <a:gd name="T6" fmla="*/ 878 w 1366596"/>
                    <a:gd name="T7" fmla="*/ 50579 h 809868"/>
                    <a:gd name="T8" fmla="*/ 0 w 1366596"/>
                    <a:gd name="T9" fmla="*/ 0 h 8098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009" name="Freeform 1008">
                  <a:extLst>
                    <a:ext uri="{FF2B5EF4-FFF2-40B4-BE49-F238E27FC236}">
                      <a16:creationId xmlns:a16="http://schemas.microsoft.com/office/drawing/2014/main" id="{8DBE17FA-57C2-EB4B-A9B7-514F4336E29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19332" y="1724972"/>
                  <a:ext cx="253364" cy="95720"/>
                </a:xfrm>
                <a:custGeom>
                  <a:avLst/>
                  <a:gdLst>
                    <a:gd name="T0" fmla="*/ 249905 w 1348191"/>
                    <a:gd name="T1" fmla="*/ 0 h 791462"/>
                    <a:gd name="T2" fmla="*/ 253364 w 1348191"/>
                    <a:gd name="T3" fmla="*/ 46190 h 791462"/>
                    <a:gd name="T4" fmla="*/ 91661 w 1348191"/>
                    <a:gd name="T5" fmla="*/ 95720 h 791462"/>
                    <a:gd name="T6" fmla="*/ 0 w 1348191"/>
                    <a:gd name="T7" fmla="*/ 74016 h 791462"/>
                    <a:gd name="T8" fmla="*/ 249905 w 1348191"/>
                    <a:gd name="T9" fmla="*/ 0 h 79146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cxnSp>
              <p:nvCxnSpPr>
                <p:cNvPr id="1010" name="Straight Connector 1009">
                  <a:extLst>
                    <a:ext uri="{FF2B5EF4-FFF2-40B4-BE49-F238E27FC236}">
                      <a16:creationId xmlns:a16="http://schemas.microsoft.com/office/drawing/2014/main" id="{6D72BFF1-097B-E940-AAD0-E8A2E1D2A096}"/>
                    </a:ext>
                  </a:extLst>
                </p:cNvPr>
                <p:cNvCxnSpPr>
                  <a:cxnSpLocks noChangeShapeType="1"/>
                  <a:endCxn id="1005" idx="2"/>
                </p:cNvCxnSpPr>
                <p:nvPr/>
              </p:nvCxnSpPr>
              <p:spPr bwMode="auto">
                <a:xfrm flipH="1" flipV="1">
                  <a:off x="2184877" y="1722158"/>
                  <a:ext cx="3783" cy="121057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1011" name="Straight Connector 1010">
                  <a:extLst>
                    <a:ext uri="{FF2B5EF4-FFF2-40B4-BE49-F238E27FC236}">
                      <a16:creationId xmlns:a16="http://schemas.microsoft.com/office/drawing/2014/main" id="{088863E0-982B-8A4D-853F-851CE3F1F144}"/>
                    </a:ext>
                  </a:extLst>
                </p:cNvPr>
                <p:cNvCxnSpPr>
                  <a:cxnSpLocks noChangeShapeType="1"/>
                </p:cNvCxnSpPr>
                <p:nvPr/>
              </p:nvCxnSpPr>
              <p:spPr bwMode="auto">
                <a:xfrm flipH="1" flipV="1">
                  <a:off x="3379842" y="1727788"/>
                  <a:ext cx="3783" cy="121057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</p:grpSp>
        </p:grpSp>
        <p:grpSp>
          <p:nvGrpSpPr>
            <p:cNvPr id="934" name="Group 30">
              <a:extLst>
                <a:ext uri="{FF2B5EF4-FFF2-40B4-BE49-F238E27FC236}">
                  <a16:creationId xmlns:a16="http://schemas.microsoft.com/office/drawing/2014/main" id="{B108AACE-03DC-254D-AC34-727FF075B85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48791" y="3867098"/>
              <a:ext cx="514350" cy="1670050"/>
              <a:chOff x="4348791" y="3867098"/>
              <a:chExt cx="514350" cy="1670050"/>
            </a:xfrm>
          </p:grpSpPr>
          <p:sp>
            <p:nvSpPr>
              <p:cNvPr id="977" name="Rectangle 976">
                <a:extLst>
                  <a:ext uri="{FF2B5EF4-FFF2-40B4-BE49-F238E27FC236}">
                    <a16:creationId xmlns:a16="http://schemas.microsoft.com/office/drawing/2014/main" id="{B0F9C3E9-A467-3F42-B81A-4399A9B977B8}"/>
                  </a:ext>
                </a:extLst>
              </p:cNvPr>
              <p:cNvSpPr/>
              <p:nvPr/>
            </p:nvSpPr>
            <p:spPr bwMode="auto">
              <a:xfrm rot="10800000">
                <a:off x="4351838" y="3950855"/>
                <a:ext cx="498084" cy="628647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978" name="Straight Connector 977">
                <a:extLst>
                  <a:ext uri="{FF2B5EF4-FFF2-40B4-BE49-F238E27FC236}">
                    <a16:creationId xmlns:a16="http://schemas.microsoft.com/office/drawing/2014/main" id="{20B4E373-A127-2049-BBD2-5D8AFBDD7F00}"/>
                  </a:ext>
                </a:extLst>
              </p:cNvPr>
              <p:cNvCxnSpPr/>
              <p:nvPr/>
            </p:nvCxnSpPr>
            <p:spPr bwMode="auto">
              <a:xfrm flipH="1">
                <a:off x="4861553" y="4024212"/>
                <a:ext cx="1588" cy="1365045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979" name="Group 580">
                <a:extLst>
                  <a:ext uri="{FF2B5EF4-FFF2-40B4-BE49-F238E27FC236}">
                    <a16:creationId xmlns:a16="http://schemas.microsoft.com/office/drawing/2014/main" id="{3A9D8F64-E0EA-B742-94C4-1BEB4135EA8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53939" y="5315451"/>
                <a:ext cx="507588" cy="221697"/>
                <a:chOff x="4128636" y="3606589"/>
                <a:chExt cx="568145" cy="338667"/>
              </a:xfrm>
            </p:grpSpPr>
            <p:sp>
              <p:nvSpPr>
                <p:cNvPr id="992" name="Oval 991">
                  <a:extLst>
                    <a:ext uri="{FF2B5EF4-FFF2-40B4-BE49-F238E27FC236}">
                      <a16:creationId xmlns:a16="http://schemas.microsoft.com/office/drawing/2014/main" id="{74425C53-433E-6F47-8B0C-9F4C8E916E2E}"/>
                    </a:ext>
                  </a:extLst>
                </p:cNvPr>
                <p:cNvSpPr/>
                <p:nvPr/>
              </p:nvSpPr>
              <p:spPr>
                <a:xfrm>
                  <a:off x="4128204" y="3719336"/>
                  <a:ext cx="568606" cy="225498"/>
                </a:xfrm>
                <a:prstGeom prst="ellipse">
                  <a:avLst/>
                </a:prstGeom>
                <a:solidFill>
                  <a:srgbClr val="3333CC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93" name="Rectangle 992">
                  <a:extLst>
                    <a:ext uri="{FF2B5EF4-FFF2-40B4-BE49-F238E27FC236}">
                      <a16:creationId xmlns:a16="http://schemas.microsoft.com/office/drawing/2014/main" id="{A0400564-35E9-0947-9C64-641EDF9EEAFA}"/>
                    </a:ext>
                  </a:extLst>
                </p:cNvPr>
                <p:cNvSpPr/>
                <p:nvPr/>
              </p:nvSpPr>
              <p:spPr>
                <a:xfrm>
                  <a:off x="4128204" y="3719336"/>
                  <a:ext cx="568606" cy="111537"/>
                </a:xfrm>
                <a:prstGeom prst="rect">
                  <a:avLst/>
                </a:pr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94" name="Oval 993">
                  <a:extLst>
                    <a:ext uri="{FF2B5EF4-FFF2-40B4-BE49-F238E27FC236}">
                      <a16:creationId xmlns:a16="http://schemas.microsoft.com/office/drawing/2014/main" id="{56DE4CA9-0BD6-4744-AD30-73684267516E}"/>
                    </a:ext>
                  </a:extLst>
                </p:cNvPr>
                <p:cNvSpPr/>
                <p:nvPr/>
              </p:nvSpPr>
              <p:spPr>
                <a:xfrm>
                  <a:off x="4128204" y="3600524"/>
                  <a:ext cx="568606" cy="230349"/>
                </a:xfrm>
                <a:prstGeom prst="ellipse">
                  <a:avLst/>
                </a:prstGeom>
                <a:solidFill>
                  <a:srgbClr val="3333CC">
                    <a:lumMod val="40000"/>
                    <a:lumOff val="60000"/>
                    <a:alpha val="5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995" name="Straight Connector 994">
                  <a:extLst>
                    <a:ext uri="{FF2B5EF4-FFF2-40B4-BE49-F238E27FC236}">
                      <a16:creationId xmlns:a16="http://schemas.microsoft.com/office/drawing/2014/main" id="{0A9628A0-82B0-154A-AC0C-91A2584C6F9D}"/>
                    </a:ext>
                  </a:extLst>
                </p:cNvPr>
                <p:cNvCxnSpPr/>
                <p:nvPr/>
              </p:nvCxnSpPr>
              <p:spPr>
                <a:xfrm>
                  <a:off x="4696810" y="3719336"/>
                  <a:ext cx="0" cy="111537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996" name="Straight Connector 995">
                  <a:extLst>
                    <a:ext uri="{FF2B5EF4-FFF2-40B4-BE49-F238E27FC236}">
                      <a16:creationId xmlns:a16="http://schemas.microsoft.com/office/drawing/2014/main" id="{88F83DD9-96B0-3640-BF70-6737E76C9760}"/>
                    </a:ext>
                  </a:extLst>
                </p:cNvPr>
                <p:cNvCxnSpPr/>
                <p:nvPr/>
              </p:nvCxnSpPr>
              <p:spPr>
                <a:xfrm>
                  <a:off x="4128204" y="3719336"/>
                  <a:ext cx="0" cy="111537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</p:grpSp>
          <p:sp>
            <p:nvSpPr>
              <p:cNvPr id="980" name="Rectangle 979">
                <a:extLst>
                  <a:ext uri="{FF2B5EF4-FFF2-40B4-BE49-F238E27FC236}">
                    <a16:creationId xmlns:a16="http://schemas.microsoft.com/office/drawing/2014/main" id="{F00ED881-B944-FC48-9E88-0D81D2145925}"/>
                  </a:ext>
                </a:extLst>
              </p:cNvPr>
              <p:cNvSpPr/>
              <p:nvPr/>
            </p:nvSpPr>
            <p:spPr bwMode="auto">
              <a:xfrm>
                <a:off x="4355141" y="4579754"/>
                <a:ext cx="496887" cy="812678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981" name="Straight Connector 980">
                <a:extLst>
                  <a:ext uri="{FF2B5EF4-FFF2-40B4-BE49-F238E27FC236}">
                    <a16:creationId xmlns:a16="http://schemas.microsoft.com/office/drawing/2014/main" id="{7CCAB184-9AE2-7B4C-80D2-9640964D0371}"/>
                  </a:ext>
                </a:extLst>
              </p:cNvPr>
              <p:cNvCxnSpPr/>
              <p:nvPr/>
            </p:nvCxnSpPr>
            <p:spPr bwMode="auto">
              <a:xfrm flipH="1">
                <a:off x="4348791" y="4032148"/>
                <a:ext cx="3175" cy="1450757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982" name="Group 568">
                <a:extLst>
                  <a:ext uri="{FF2B5EF4-FFF2-40B4-BE49-F238E27FC236}">
                    <a16:creationId xmlns:a16="http://schemas.microsoft.com/office/drawing/2014/main" id="{2939B129-2D0A-934E-82CE-DFAE38C58EB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51304" y="3867098"/>
                <a:ext cx="503828" cy="248249"/>
                <a:chOff x="2183302" y="1564542"/>
                <a:chExt cx="1200154" cy="440314"/>
              </a:xfrm>
            </p:grpSpPr>
            <p:sp>
              <p:nvSpPr>
                <p:cNvPr id="983" name="Oval 982">
                  <a:extLst>
                    <a:ext uri="{FF2B5EF4-FFF2-40B4-BE49-F238E27FC236}">
                      <a16:creationId xmlns:a16="http://schemas.microsoft.com/office/drawing/2014/main" id="{6A8F745B-1D4E-4F4F-BEFA-6144E5BDE2F6}"/>
                    </a:ext>
                  </a:extLst>
                </p:cNvPr>
                <p:cNvSpPr/>
                <p:nvPr/>
              </p:nvSpPr>
              <p:spPr bwMode="auto">
                <a:xfrm flipV="1">
                  <a:off x="2188659" y="1691187"/>
                  <a:ext cx="1194966" cy="312497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31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FFFFFF"/>
                    </a:gs>
                  </a:gsLst>
                  <a:lin ang="16200000" scaled="0"/>
                  <a:tileRect/>
                </a:gradFill>
                <a:ln w="635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84" name="Rectangle 983">
                  <a:extLst>
                    <a:ext uri="{FF2B5EF4-FFF2-40B4-BE49-F238E27FC236}">
                      <a16:creationId xmlns:a16="http://schemas.microsoft.com/office/drawing/2014/main" id="{9C90A1F3-B2A8-9548-8E8B-D7BD57307905}"/>
                    </a:ext>
                  </a:extLst>
                </p:cNvPr>
                <p:cNvSpPr/>
                <p:nvPr/>
              </p:nvSpPr>
              <p:spPr bwMode="auto">
                <a:xfrm>
                  <a:off x="2184879" y="1736232"/>
                  <a:ext cx="1198746" cy="112612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40000"/>
                        <a:lumOff val="60000"/>
                      </a:srgbClr>
                    </a:gs>
                    <a:gs pos="54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62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85" name="Oval 984">
                  <a:extLst>
                    <a:ext uri="{FF2B5EF4-FFF2-40B4-BE49-F238E27FC236}">
                      <a16:creationId xmlns:a16="http://schemas.microsoft.com/office/drawing/2014/main" id="{629F401F-84D1-3A47-827D-8D943652DA3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flipV="1">
                  <a:off x="2184879" y="1564498"/>
                  <a:ext cx="1194966" cy="312499"/>
                </a:xfrm>
                <a:prstGeom prst="ellipse">
                  <a:avLst/>
                </a:prstGeom>
                <a:solidFill>
                  <a:srgbClr val="BFBFBF"/>
                </a:solidFill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0" dist="23000" dir="5400000" rotWithShape="0">
                    <a:srgbClr val="808080">
                      <a:alpha val="34999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986" name="Freeform 985">
                  <a:extLst>
                    <a:ext uri="{FF2B5EF4-FFF2-40B4-BE49-F238E27FC236}">
                      <a16:creationId xmlns:a16="http://schemas.microsoft.com/office/drawing/2014/main" id="{FF593AC5-08BE-8844-905E-205731B1D7EF}"/>
                    </a:ext>
                  </a:extLst>
                </p:cNvPr>
                <p:cNvSpPr/>
                <p:nvPr/>
              </p:nvSpPr>
              <p:spPr bwMode="auto">
                <a:xfrm>
                  <a:off x="2491182" y="1671479"/>
                  <a:ext cx="582357" cy="154842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87" name="Freeform 986">
                  <a:extLst>
                    <a:ext uri="{FF2B5EF4-FFF2-40B4-BE49-F238E27FC236}">
                      <a16:creationId xmlns:a16="http://schemas.microsoft.com/office/drawing/2014/main" id="{F0D77977-1A67-AA45-AB94-A8428B06120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30678" y="1629250"/>
                  <a:ext cx="703366" cy="109796"/>
                </a:xfrm>
                <a:custGeom>
                  <a:avLst/>
                  <a:gdLst>
                    <a:gd name="T0" fmla="*/ 0 w 3723451"/>
                    <a:gd name="T1" fmla="*/ 26862 h 932950"/>
                    <a:gd name="T2" fmla="*/ 123762 w 3723451"/>
                    <a:gd name="T3" fmla="*/ 317 h 932950"/>
                    <a:gd name="T4" fmla="*/ 350560 w 3723451"/>
                    <a:gd name="T5" fmla="*/ 61263 h 932950"/>
                    <a:gd name="T6" fmla="*/ 566927 w 3723451"/>
                    <a:gd name="T7" fmla="*/ 0 h 932950"/>
                    <a:gd name="T8" fmla="*/ 703366 w 3723451"/>
                    <a:gd name="T9" fmla="*/ 24379 h 932950"/>
                    <a:gd name="T10" fmla="*/ 601856 w 3723451"/>
                    <a:gd name="T11" fmla="*/ 54357 h 932950"/>
                    <a:gd name="T12" fmla="*/ 569173 w 3723451"/>
                    <a:gd name="T13" fmla="*/ 46274 h 932950"/>
                    <a:gd name="T14" fmla="*/ 354544 w 3723451"/>
                    <a:gd name="T15" fmla="*/ 109796 h 932950"/>
                    <a:gd name="T16" fmla="*/ 134425 w 3723451"/>
                    <a:gd name="T17" fmla="*/ 48611 h 932950"/>
                    <a:gd name="T18" fmla="*/ 98836 w 3723451"/>
                    <a:gd name="T19" fmla="*/ 55215 h 932950"/>
                    <a:gd name="T20" fmla="*/ 0 w 3723451"/>
                    <a:gd name="T21" fmla="*/ 26862 h 932950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988" name="Freeform 987">
                  <a:extLst>
                    <a:ext uri="{FF2B5EF4-FFF2-40B4-BE49-F238E27FC236}">
                      <a16:creationId xmlns:a16="http://schemas.microsoft.com/office/drawing/2014/main" id="{4A24255A-B649-9D44-AB80-CACD0B0D1B3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2025" y="1722154"/>
                  <a:ext cx="260927" cy="95720"/>
                </a:xfrm>
                <a:custGeom>
                  <a:avLst/>
                  <a:gdLst>
                    <a:gd name="T0" fmla="*/ 0 w 1366596"/>
                    <a:gd name="T1" fmla="*/ 0 h 809868"/>
                    <a:gd name="T2" fmla="*/ 260927 w 1366596"/>
                    <a:gd name="T3" fmla="*/ 73965 h 809868"/>
                    <a:gd name="T4" fmla="*/ 165166 w 1366596"/>
                    <a:gd name="T5" fmla="*/ 95720 h 809868"/>
                    <a:gd name="T6" fmla="*/ 878 w 1366596"/>
                    <a:gd name="T7" fmla="*/ 50579 h 809868"/>
                    <a:gd name="T8" fmla="*/ 0 w 1366596"/>
                    <a:gd name="T9" fmla="*/ 0 h 8098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989" name="Freeform 988">
                  <a:extLst>
                    <a:ext uri="{FF2B5EF4-FFF2-40B4-BE49-F238E27FC236}">
                      <a16:creationId xmlns:a16="http://schemas.microsoft.com/office/drawing/2014/main" id="{21311582-6B5F-4441-B6D0-5D1DEBA1CB8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19334" y="1724970"/>
                  <a:ext cx="253362" cy="95720"/>
                </a:xfrm>
                <a:custGeom>
                  <a:avLst/>
                  <a:gdLst>
                    <a:gd name="T0" fmla="*/ 249903 w 1348191"/>
                    <a:gd name="T1" fmla="*/ 0 h 791462"/>
                    <a:gd name="T2" fmla="*/ 253362 w 1348191"/>
                    <a:gd name="T3" fmla="*/ 46190 h 791462"/>
                    <a:gd name="T4" fmla="*/ 91660 w 1348191"/>
                    <a:gd name="T5" fmla="*/ 95720 h 791462"/>
                    <a:gd name="T6" fmla="*/ 0 w 1348191"/>
                    <a:gd name="T7" fmla="*/ 74016 h 791462"/>
                    <a:gd name="T8" fmla="*/ 249903 w 1348191"/>
                    <a:gd name="T9" fmla="*/ 0 h 79146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cxnSp>
              <p:nvCxnSpPr>
                <p:cNvPr id="990" name="Straight Connector 989">
                  <a:extLst>
                    <a:ext uri="{FF2B5EF4-FFF2-40B4-BE49-F238E27FC236}">
                      <a16:creationId xmlns:a16="http://schemas.microsoft.com/office/drawing/2014/main" id="{C0FC5468-8C4C-AB42-AC33-6B20FED82305}"/>
                    </a:ext>
                  </a:extLst>
                </p:cNvPr>
                <p:cNvCxnSpPr>
                  <a:cxnSpLocks noChangeShapeType="1"/>
                  <a:endCxn id="985" idx="2"/>
                </p:cNvCxnSpPr>
                <p:nvPr/>
              </p:nvCxnSpPr>
              <p:spPr bwMode="auto">
                <a:xfrm flipH="1" flipV="1">
                  <a:off x="2184879" y="1722154"/>
                  <a:ext cx="3780" cy="121059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991" name="Straight Connector 990">
                  <a:extLst>
                    <a:ext uri="{FF2B5EF4-FFF2-40B4-BE49-F238E27FC236}">
                      <a16:creationId xmlns:a16="http://schemas.microsoft.com/office/drawing/2014/main" id="{0641688B-D837-D241-8726-C138E7CF2444}"/>
                    </a:ext>
                  </a:extLst>
                </p:cNvPr>
                <p:cNvCxnSpPr>
                  <a:cxnSpLocks noChangeShapeType="1"/>
                </p:cNvCxnSpPr>
                <p:nvPr/>
              </p:nvCxnSpPr>
              <p:spPr bwMode="auto">
                <a:xfrm flipH="1" flipV="1">
                  <a:off x="3379845" y="1727785"/>
                  <a:ext cx="3780" cy="121059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</p:grpSp>
        </p:grpSp>
        <p:grpSp>
          <p:nvGrpSpPr>
            <p:cNvPr id="935" name="Group 48257">
              <a:extLst>
                <a:ext uri="{FF2B5EF4-FFF2-40B4-BE49-F238E27FC236}">
                  <a16:creationId xmlns:a16="http://schemas.microsoft.com/office/drawing/2014/main" id="{DFD8AD38-F69C-AE4E-A7C6-58BC92264C2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552116" y="3849635"/>
              <a:ext cx="514350" cy="1670050"/>
              <a:chOff x="5552116" y="3849635"/>
              <a:chExt cx="514350" cy="1670050"/>
            </a:xfrm>
          </p:grpSpPr>
          <p:sp>
            <p:nvSpPr>
              <p:cNvPr id="957" name="Rectangle 956">
                <a:extLst>
                  <a:ext uri="{FF2B5EF4-FFF2-40B4-BE49-F238E27FC236}">
                    <a16:creationId xmlns:a16="http://schemas.microsoft.com/office/drawing/2014/main" id="{B13372F6-7422-A24B-A223-1174A9270D3C}"/>
                  </a:ext>
                </a:extLst>
              </p:cNvPr>
              <p:cNvSpPr/>
              <p:nvPr/>
            </p:nvSpPr>
            <p:spPr bwMode="auto">
              <a:xfrm rot="10800000">
                <a:off x="5555163" y="3933392"/>
                <a:ext cx="498084" cy="628647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958" name="Straight Connector 957">
                <a:extLst>
                  <a:ext uri="{FF2B5EF4-FFF2-40B4-BE49-F238E27FC236}">
                    <a16:creationId xmlns:a16="http://schemas.microsoft.com/office/drawing/2014/main" id="{E33D11D1-8D4D-F14F-B9FC-6D2FB093890B}"/>
                  </a:ext>
                </a:extLst>
              </p:cNvPr>
              <p:cNvCxnSpPr/>
              <p:nvPr/>
            </p:nvCxnSpPr>
            <p:spPr bwMode="auto">
              <a:xfrm flipH="1">
                <a:off x="6064879" y="4006752"/>
                <a:ext cx="1588" cy="1365045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959" name="Group 607">
                <a:extLst>
                  <a:ext uri="{FF2B5EF4-FFF2-40B4-BE49-F238E27FC236}">
                    <a16:creationId xmlns:a16="http://schemas.microsoft.com/office/drawing/2014/main" id="{12AC3864-6986-E84A-85C7-6895574A880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557264" y="5297988"/>
                <a:ext cx="507588" cy="221697"/>
                <a:chOff x="4128636" y="3606589"/>
                <a:chExt cx="568145" cy="338667"/>
              </a:xfrm>
            </p:grpSpPr>
            <p:sp>
              <p:nvSpPr>
                <p:cNvPr id="972" name="Oval 971">
                  <a:extLst>
                    <a:ext uri="{FF2B5EF4-FFF2-40B4-BE49-F238E27FC236}">
                      <a16:creationId xmlns:a16="http://schemas.microsoft.com/office/drawing/2014/main" id="{1C323077-6C9C-1746-A411-C1B91269146D}"/>
                    </a:ext>
                  </a:extLst>
                </p:cNvPr>
                <p:cNvSpPr/>
                <p:nvPr/>
              </p:nvSpPr>
              <p:spPr>
                <a:xfrm>
                  <a:off x="4128205" y="3719341"/>
                  <a:ext cx="568606" cy="225500"/>
                </a:xfrm>
                <a:prstGeom prst="ellipse">
                  <a:avLst/>
                </a:prstGeom>
                <a:solidFill>
                  <a:srgbClr val="3333CC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73" name="Rectangle 972">
                  <a:extLst>
                    <a:ext uri="{FF2B5EF4-FFF2-40B4-BE49-F238E27FC236}">
                      <a16:creationId xmlns:a16="http://schemas.microsoft.com/office/drawing/2014/main" id="{EE440552-5BF2-324D-8F4B-CBBAD5E25F28}"/>
                    </a:ext>
                  </a:extLst>
                </p:cNvPr>
                <p:cNvSpPr/>
                <p:nvPr/>
              </p:nvSpPr>
              <p:spPr>
                <a:xfrm>
                  <a:off x="4128205" y="3719341"/>
                  <a:ext cx="568606" cy="111537"/>
                </a:xfrm>
                <a:prstGeom prst="rect">
                  <a:avLst/>
                </a:pr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74" name="Oval 973">
                  <a:extLst>
                    <a:ext uri="{FF2B5EF4-FFF2-40B4-BE49-F238E27FC236}">
                      <a16:creationId xmlns:a16="http://schemas.microsoft.com/office/drawing/2014/main" id="{352AAEDD-5767-E14C-A897-289B1F7E9906}"/>
                    </a:ext>
                  </a:extLst>
                </p:cNvPr>
                <p:cNvSpPr/>
                <p:nvPr/>
              </p:nvSpPr>
              <p:spPr>
                <a:xfrm>
                  <a:off x="4128205" y="3600530"/>
                  <a:ext cx="568606" cy="230348"/>
                </a:xfrm>
                <a:prstGeom prst="ellipse">
                  <a:avLst/>
                </a:prstGeom>
                <a:solidFill>
                  <a:srgbClr val="3333CC">
                    <a:lumMod val="40000"/>
                    <a:lumOff val="60000"/>
                    <a:alpha val="5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975" name="Straight Connector 974">
                  <a:extLst>
                    <a:ext uri="{FF2B5EF4-FFF2-40B4-BE49-F238E27FC236}">
                      <a16:creationId xmlns:a16="http://schemas.microsoft.com/office/drawing/2014/main" id="{703AA525-DABB-0145-AB73-1F4B2D918977}"/>
                    </a:ext>
                  </a:extLst>
                </p:cNvPr>
                <p:cNvCxnSpPr/>
                <p:nvPr/>
              </p:nvCxnSpPr>
              <p:spPr>
                <a:xfrm>
                  <a:off x="4696811" y="3719341"/>
                  <a:ext cx="0" cy="111537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976" name="Straight Connector 975">
                  <a:extLst>
                    <a:ext uri="{FF2B5EF4-FFF2-40B4-BE49-F238E27FC236}">
                      <a16:creationId xmlns:a16="http://schemas.microsoft.com/office/drawing/2014/main" id="{4325B995-3B4C-0C4D-A71A-517823605523}"/>
                    </a:ext>
                  </a:extLst>
                </p:cNvPr>
                <p:cNvCxnSpPr/>
                <p:nvPr/>
              </p:nvCxnSpPr>
              <p:spPr>
                <a:xfrm>
                  <a:off x="4128205" y="3719341"/>
                  <a:ext cx="0" cy="111537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</p:grpSp>
          <p:sp>
            <p:nvSpPr>
              <p:cNvPr id="960" name="Rectangle 959">
                <a:extLst>
                  <a:ext uri="{FF2B5EF4-FFF2-40B4-BE49-F238E27FC236}">
                    <a16:creationId xmlns:a16="http://schemas.microsoft.com/office/drawing/2014/main" id="{67DB7B11-56CE-334A-ADC8-5DC41B2B2B31}"/>
                  </a:ext>
                </a:extLst>
              </p:cNvPr>
              <p:cNvSpPr/>
              <p:nvPr/>
            </p:nvSpPr>
            <p:spPr bwMode="auto">
              <a:xfrm>
                <a:off x="5558467" y="4562294"/>
                <a:ext cx="496887" cy="812678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961" name="Straight Connector 960">
                <a:extLst>
                  <a:ext uri="{FF2B5EF4-FFF2-40B4-BE49-F238E27FC236}">
                    <a16:creationId xmlns:a16="http://schemas.microsoft.com/office/drawing/2014/main" id="{A04F27FE-A553-BA4D-8784-D3F9D239406C}"/>
                  </a:ext>
                </a:extLst>
              </p:cNvPr>
              <p:cNvCxnSpPr/>
              <p:nvPr/>
            </p:nvCxnSpPr>
            <p:spPr bwMode="auto">
              <a:xfrm flipH="1">
                <a:off x="5552117" y="4014689"/>
                <a:ext cx="3175" cy="1450757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962" name="Group 595">
                <a:extLst>
                  <a:ext uri="{FF2B5EF4-FFF2-40B4-BE49-F238E27FC236}">
                    <a16:creationId xmlns:a16="http://schemas.microsoft.com/office/drawing/2014/main" id="{7A9DFB75-AD21-E042-816D-12C833D0B14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554629" y="3849635"/>
                <a:ext cx="503828" cy="248249"/>
                <a:chOff x="2183302" y="1564542"/>
                <a:chExt cx="1200154" cy="440314"/>
              </a:xfrm>
            </p:grpSpPr>
            <p:sp>
              <p:nvSpPr>
                <p:cNvPr id="963" name="Oval 962">
                  <a:extLst>
                    <a:ext uri="{FF2B5EF4-FFF2-40B4-BE49-F238E27FC236}">
                      <a16:creationId xmlns:a16="http://schemas.microsoft.com/office/drawing/2014/main" id="{EBC1A268-4FE6-7C48-A7EB-5B88F961348E}"/>
                    </a:ext>
                  </a:extLst>
                </p:cNvPr>
                <p:cNvSpPr/>
                <p:nvPr/>
              </p:nvSpPr>
              <p:spPr bwMode="auto">
                <a:xfrm flipV="1">
                  <a:off x="2188662" y="1691192"/>
                  <a:ext cx="1194966" cy="312499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31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FFFFFF"/>
                    </a:gs>
                  </a:gsLst>
                  <a:lin ang="16200000" scaled="0"/>
                  <a:tileRect/>
                </a:gradFill>
                <a:ln w="635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64" name="Rectangle 963">
                  <a:extLst>
                    <a:ext uri="{FF2B5EF4-FFF2-40B4-BE49-F238E27FC236}">
                      <a16:creationId xmlns:a16="http://schemas.microsoft.com/office/drawing/2014/main" id="{7E5BFB83-4F66-5340-A6C8-AE2EA6969B5D}"/>
                    </a:ext>
                  </a:extLst>
                </p:cNvPr>
                <p:cNvSpPr/>
                <p:nvPr/>
              </p:nvSpPr>
              <p:spPr bwMode="auto">
                <a:xfrm>
                  <a:off x="2184881" y="1736237"/>
                  <a:ext cx="1198746" cy="112612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40000"/>
                        <a:lumOff val="60000"/>
                      </a:srgbClr>
                    </a:gs>
                    <a:gs pos="54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62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65" name="Oval 964">
                  <a:extLst>
                    <a:ext uri="{FF2B5EF4-FFF2-40B4-BE49-F238E27FC236}">
                      <a16:creationId xmlns:a16="http://schemas.microsoft.com/office/drawing/2014/main" id="{835B3555-2BFA-4345-AEDE-3AFF012D165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flipV="1">
                  <a:off x="2184881" y="1564505"/>
                  <a:ext cx="1194966" cy="312497"/>
                </a:xfrm>
                <a:prstGeom prst="ellipse">
                  <a:avLst/>
                </a:prstGeom>
                <a:solidFill>
                  <a:srgbClr val="BFBFBF"/>
                </a:solidFill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0" dist="23000" dir="5400000" rotWithShape="0">
                    <a:srgbClr val="808080">
                      <a:alpha val="34999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966" name="Freeform 965">
                  <a:extLst>
                    <a:ext uri="{FF2B5EF4-FFF2-40B4-BE49-F238E27FC236}">
                      <a16:creationId xmlns:a16="http://schemas.microsoft.com/office/drawing/2014/main" id="{9C54B396-F12D-CD4B-97BD-8CD97DC9CB69}"/>
                    </a:ext>
                  </a:extLst>
                </p:cNvPr>
                <p:cNvSpPr/>
                <p:nvPr/>
              </p:nvSpPr>
              <p:spPr bwMode="auto">
                <a:xfrm>
                  <a:off x="2491185" y="1671486"/>
                  <a:ext cx="582357" cy="154840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67" name="Freeform 966">
                  <a:extLst>
                    <a:ext uri="{FF2B5EF4-FFF2-40B4-BE49-F238E27FC236}">
                      <a16:creationId xmlns:a16="http://schemas.microsoft.com/office/drawing/2014/main" id="{74A5A762-7F2A-7146-9F8E-38B680D0FAE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30680" y="1629256"/>
                  <a:ext cx="703366" cy="109797"/>
                </a:xfrm>
                <a:custGeom>
                  <a:avLst/>
                  <a:gdLst>
                    <a:gd name="T0" fmla="*/ 0 w 3723451"/>
                    <a:gd name="T1" fmla="*/ 26862 h 932950"/>
                    <a:gd name="T2" fmla="*/ 123762 w 3723451"/>
                    <a:gd name="T3" fmla="*/ 317 h 932950"/>
                    <a:gd name="T4" fmla="*/ 350560 w 3723451"/>
                    <a:gd name="T5" fmla="*/ 61264 h 932950"/>
                    <a:gd name="T6" fmla="*/ 566927 w 3723451"/>
                    <a:gd name="T7" fmla="*/ 0 h 932950"/>
                    <a:gd name="T8" fmla="*/ 703366 w 3723451"/>
                    <a:gd name="T9" fmla="*/ 24379 h 932950"/>
                    <a:gd name="T10" fmla="*/ 601856 w 3723451"/>
                    <a:gd name="T11" fmla="*/ 54357 h 932950"/>
                    <a:gd name="T12" fmla="*/ 569173 w 3723451"/>
                    <a:gd name="T13" fmla="*/ 46275 h 932950"/>
                    <a:gd name="T14" fmla="*/ 354544 w 3723451"/>
                    <a:gd name="T15" fmla="*/ 109797 h 932950"/>
                    <a:gd name="T16" fmla="*/ 134425 w 3723451"/>
                    <a:gd name="T17" fmla="*/ 48612 h 932950"/>
                    <a:gd name="T18" fmla="*/ 98836 w 3723451"/>
                    <a:gd name="T19" fmla="*/ 55215 h 932950"/>
                    <a:gd name="T20" fmla="*/ 0 w 3723451"/>
                    <a:gd name="T21" fmla="*/ 26862 h 932950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968" name="Freeform 967">
                  <a:extLst>
                    <a:ext uri="{FF2B5EF4-FFF2-40B4-BE49-F238E27FC236}">
                      <a16:creationId xmlns:a16="http://schemas.microsoft.com/office/drawing/2014/main" id="{2A01FA01-3AF8-6C49-B347-15EC8DD1FCD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2028" y="1722161"/>
                  <a:ext cx="260927" cy="95720"/>
                </a:xfrm>
                <a:custGeom>
                  <a:avLst/>
                  <a:gdLst>
                    <a:gd name="T0" fmla="*/ 0 w 1366596"/>
                    <a:gd name="T1" fmla="*/ 0 h 809868"/>
                    <a:gd name="T2" fmla="*/ 260927 w 1366596"/>
                    <a:gd name="T3" fmla="*/ 73965 h 809868"/>
                    <a:gd name="T4" fmla="*/ 165166 w 1366596"/>
                    <a:gd name="T5" fmla="*/ 95720 h 809868"/>
                    <a:gd name="T6" fmla="*/ 878 w 1366596"/>
                    <a:gd name="T7" fmla="*/ 50579 h 809868"/>
                    <a:gd name="T8" fmla="*/ 0 w 1366596"/>
                    <a:gd name="T9" fmla="*/ 0 h 8098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969" name="Freeform 968">
                  <a:extLst>
                    <a:ext uri="{FF2B5EF4-FFF2-40B4-BE49-F238E27FC236}">
                      <a16:creationId xmlns:a16="http://schemas.microsoft.com/office/drawing/2014/main" id="{45B074FE-A579-4E44-9C72-7EC6937937B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19337" y="1724976"/>
                  <a:ext cx="253362" cy="95720"/>
                </a:xfrm>
                <a:custGeom>
                  <a:avLst/>
                  <a:gdLst>
                    <a:gd name="T0" fmla="*/ 249903 w 1348191"/>
                    <a:gd name="T1" fmla="*/ 0 h 791462"/>
                    <a:gd name="T2" fmla="*/ 253362 w 1348191"/>
                    <a:gd name="T3" fmla="*/ 46190 h 791462"/>
                    <a:gd name="T4" fmla="*/ 91660 w 1348191"/>
                    <a:gd name="T5" fmla="*/ 95720 h 791462"/>
                    <a:gd name="T6" fmla="*/ 0 w 1348191"/>
                    <a:gd name="T7" fmla="*/ 74016 h 791462"/>
                    <a:gd name="T8" fmla="*/ 249903 w 1348191"/>
                    <a:gd name="T9" fmla="*/ 0 h 79146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cxnSp>
              <p:nvCxnSpPr>
                <p:cNvPr id="970" name="Straight Connector 969">
                  <a:extLst>
                    <a:ext uri="{FF2B5EF4-FFF2-40B4-BE49-F238E27FC236}">
                      <a16:creationId xmlns:a16="http://schemas.microsoft.com/office/drawing/2014/main" id="{D7BA177F-687A-5349-B8D9-E812C7AD3962}"/>
                    </a:ext>
                  </a:extLst>
                </p:cNvPr>
                <p:cNvCxnSpPr>
                  <a:cxnSpLocks noChangeShapeType="1"/>
                  <a:endCxn id="965" idx="2"/>
                </p:cNvCxnSpPr>
                <p:nvPr/>
              </p:nvCxnSpPr>
              <p:spPr bwMode="auto">
                <a:xfrm flipH="1" flipV="1">
                  <a:off x="2184881" y="1722161"/>
                  <a:ext cx="3780" cy="121057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971" name="Straight Connector 970">
                  <a:extLst>
                    <a:ext uri="{FF2B5EF4-FFF2-40B4-BE49-F238E27FC236}">
                      <a16:creationId xmlns:a16="http://schemas.microsoft.com/office/drawing/2014/main" id="{2708807E-0266-644C-A6E9-061ABB06D12B}"/>
                    </a:ext>
                  </a:extLst>
                </p:cNvPr>
                <p:cNvCxnSpPr>
                  <a:cxnSpLocks noChangeShapeType="1"/>
                </p:cNvCxnSpPr>
                <p:nvPr/>
              </p:nvCxnSpPr>
              <p:spPr bwMode="auto">
                <a:xfrm flipH="1" flipV="1">
                  <a:off x="3379847" y="1727792"/>
                  <a:ext cx="3780" cy="121057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</p:grpSp>
        </p:grpSp>
        <p:grpSp>
          <p:nvGrpSpPr>
            <p:cNvPr id="936" name="Group 48258">
              <a:extLst>
                <a:ext uri="{FF2B5EF4-FFF2-40B4-BE49-F238E27FC236}">
                  <a16:creationId xmlns:a16="http://schemas.microsoft.com/office/drawing/2014/main" id="{47B32372-CF84-404F-9FD0-9ACFAC4EE60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547479" y="3836935"/>
              <a:ext cx="514350" cy="1671638"/>
              <a:chOff x="6547479" y="3836935"/>
              <a:chExt cx="514350" cy="1671638"/>
            </a:xfrm>
          </p:grpSpPr>
          <p:sp>
            <p:nvSpPr>
              <p:cNvPr id="937" name="Rectangle 936">
                <a:extLst>
                  <a:ext uri="{FF2B5EF4-FFF2-40B4-BE49-F238E27FC236}">
                    <a16:creationId xmlns:a16="http://schemas.microsoft.com/office/drawing/2014/main" id="{73DDF967-9AF3-2A4F-AE8E-6BE3B9FF2E91}"/>
                  </a:ext>
                </a:extLst>
              </p:cNvPr>
              <p:cNvSpPr/>
              <p:nvPr/>
            </p:nvSpPr>
            <p:spPr bwMode="auto">
              <a:xfrm rot="10800000">
                <a:off x="6550526" y="3920772"/>
                <a:ext cx="498084" cy="629245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938" name="Straight Connector 937">
                <a:extLst>
                  <a:ext uri="{FF2B5EF4-FFF2-40B4-BE49-F238E27FC236}">
                    <a16:creationId xmlns:a16="http://schemas.microsoft.com/office/drawing/2014/main" id="{4E2A68FE-149D-DD45-B62C-268C2B480787}"/>
                  </a:ext>
                </a:extLst>
              </p:cNvPr>
              <p:cNvCxnSpPr/>
              <p:nvPr/>
            </p:nvCxnSpPr>
            <p:spPr bwMode="auto">
              <a:xfrm flipH="1">
                <a:off x="7060242" y="3994054"/>
                <a:ext cx="1587" cy="1366633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939" name="Group 634">
                <a:extLst>
                  <a:ext uri="{FF2B5EF4-FFF2-40B4-BE49-F238E27FC236}">
                    <a16:creationId xmlns:a16="http://schemas.microsoft.com/office/drawing/2014/main" id="{EA89FBDD-115D-B744-8C40-278D9ECECBF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552627" y="5286665"/>
                <a:ext cx="507588" cy="221908"/>
                <a:chOff x="4128636" y="3606589"/>
                <a:chExt cx="568145" cy="338667"/>
              </a:xfrm>
            </p:grpSpPr>
            <p:sp>
              <p:nvSpPr>
                <p:cNvPr id="952" name="Oval 951">
                  <a:extLst>
                    <a:ext uri="{FF2B5EF4-FFF2-40B4-BE49-F238E27FC236}">
                      <a16:creationId xmlns:a16="http://schemas.microsoft.com/office/drawing/2014/main" id="{ADD15AEA-0E06-3444-AA78-D1D680AED400}"/>
                    </a:ext>
                  </a:extLst>
                </p:cNvPr>
                <p:cNvSpPr/>
                <p:nvPr/>
              </p:nvSpPr>
              <p:spPr>
                <a:xfrm>
                  <a:off x="4128205" y="3719558"/>
                  <a:ext cx="568606" cy="225284"/>
                </a:xfrm>
                <a:prstGeom prst="ellipse">
                  <a:avLst/>
                </a:prstGeom>
                <a:solidFill>
                  <a:srgbClr val="3333CC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53" name="Rectangle 952">
                  <a:extLst>
                    <a:ext uri="{FF2B5EF4-FFF2-40B4-BE49-F238E27FC236}">
                      <a16:creationId xmlns:a16="http://schemas.microsoft.com/office/drawing/2014/main" id="{CBDCEDCB-60F4-7D47-8AE9-D843D17AF39C}"/>
                    </a:ext>
                  </a:extLst>
                </p:cNvPr>
                <p:cNvSpPr/>
                <p:nvPr/>
              </p:nvSpPr>
              <p:spPr>
                <a:xfrm>
                  <a:off x="4128205" y="3719558"/>
                  <a:ext cx="568606" cy="111431"/>
                </a:xfrm>
                <a:prstGeom prst="rect">
                  <a:avLst/>
                </a:pr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54" name="Oval 953">
                  <a:extLst>
                    <a:ext uri="{FF2B5EF4-FFF2-40B4-BE49-F238E27FC236}">
                      <a16:creationId xmlns:a16="http://schemas.microsoft.com/office/drawing/2014/main" id="{96CC10B3-D82A-D340-B795-8505902BBB5B}"/>
                    </a:ext>
                  </a:extLst>
                </p:cNvPr>
                <p:cNvSpPr/>
                <p:nvPr/>
              </p:nvSpPr>
              <p:spPr>
                <a:xfrm>
                  <a:off x="4128205" y="3605704"/>
                  <a:ext cx="568606" cy="225286"/>
                </a:xfrm>
                <a:prstGeom prst="ellipse">
                  <a:avLst/>
                </a:prstGeom>
                <a:solidFill>
                  <a:srgbClr val="3333CC">
                    <a:lumMod val="40000"/>
                    <a:lumOff val="60000"/>
                    <a:alpha val="5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955" name="Straight Connector 954">
                  <a:extLst>
                    <a:ext uri="{FF2B5EF4-FFF2-40B4-BE49-F238E27FC236}">
                      <a16:creationId xmlns:a16="http://schemas.microsoft.com/office/drawing/2014/main" id="{3B133DA9-A713-2849-A8D7-EDE46E681761}"/>
                    </a:ext>
                  </a:extLst>
                </p:cNvPr>
                <p:cNvCxnSpPr/>
                <p:nvPr/>
              </p:nvCxnSpPr>
              <p:spPr>
                <a:xfrm>
                  <a:off x="4696811" y="3719558"/>
                  <a:ext cx="0" cy="111431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956" name="Straight Connector 955">
                  <a:extLst>
                    <a:ext uri="{FF2B5EF4-FFF2-40B4-BE49-F238E27FC236}">
                      <a16:creationId xmlns:a16="http://schemas.microsoft.com/office/drawing/2014/main" id="{BC22357C-1B49-FD47-A8E1-4EE9363277E0}"/>
                    </a:ext>
                  </a:extLst>
                </p:cNvPr>
                <p:cNvCxnSpPr/>
                <p:nvPr/>
              </p:nvCxnSpPr>
              <p:spPr>
                <a:xfrm>
                  <a:off x="4128205" y="3719558"/>
                  <a:ext cx="0" cy="111431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</p:grpSp>
          <p:sp>
            <p:nvSpPr>
              <p:cNvPr id="940" name="Rectangle 939">
                <a:extLst>
                  <a:ext uri="{FF2B5EF4-FFF2-40B4-BE49-F238E27FC236}">
                    <a16:creationId xmlns:a16="http://schemas.microsoft.com/office/drawing/2014/main" id="{8A75ED0D-201E-C349-9238-A2D94F02D3E1}"/>
                  </a:ext>
                </a:extLst>
              </p:cNvPr>
              <p:cNvSpPr/>
              <p:nvPr/>
            </p:nvSpPr>
            <p:spPr bwMode="auto">
              <a:xfrm>
                <a:off x="6553829" y="4551184"/>
                <a:ext cx="496888" cy="812678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941" name="Straight Connector 940">
                <a:extLst>
                  <a:ext uri="{FF2B5EF4-FFF2-40B4-BE49-F238E27FC236}">
                    <a16:creationId xmlns:a16="http://schemas.microsoft.com/office/drawing/2014/main" id="{690B7076-D7BF-A64B-A741-7A1AB99BC7BD}"/>
                  </a:ext>
                </a:extLst>
              </p:cNvPr>
              <p:cNvCxnSpPr/>
              <p:nvPr/>
            </p:nvCxnSpPr>
            <p:spPr bwMode="auto">
              <a:xfrm flipH="1">
                <a:off x="6547479" y="4001991"/>
                <a:ext cx="3175" cy="1452344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942" name="Group 622">
                <a:extLst>
                  <a:ext uri="{FF2B5EF4-FFF2-40B4-BE49-F238E27FC236}">
                    <a16:creationId xmlns:a16="http://schemas.microsoft.com/office/drawing/2014/main" id="{536C1E87-C19D-B549-A398-BDAA53318FF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549992" y="3836935"/>
                <a:ext cx="503828" cy="248485"/>
                <a:chOff x="2183302" y="1564542"/>
                <a:chExt cx="1200154" cy="440314"/>
              </a:xfrm>
            </p:grpSpPr>
            <p:sp>
              <p:nvSpPr>
                <p:cNvPr id="943" name="Oval 942">
                  <a:extLst>
                    <a:ext uri="{FF2B5EF4-FFF2-40B4-BE49-F238E27FC236}">
                      <a16:creationId xmlns:a16="http://schemas.microsoft.com/office/drawing/2014/main" id="{2FA609ED-2E63-804A-8736-890A528B12F8}"/>
                    </a:ext>
                  </a:extLst>
                </p:cNvPr>
                <p:cNvSpPr/>
                <p:nvPr/>
              </p:nvSpPr>
              <p:spPr bwMode="auto">
                <a:xfrm flipV="1">
                  <a:off x="2188662" y="1691075"/>
                  <a:ext cx="1194966" cy="315014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31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FFFFFF"/>
                    </a:gs>
                  </a:gsLst>
                  <a:lin ang="16200000" scaled="0"/>
                  <a:tileRect/>
                </a:gradFill>
                <a:ln w="635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44" name="Rectangle 943">
                  <a:extLst>
                    <a:ext uri="{FF2B5EF4-FFF2-40B4-BE49-F238E27FC236}">
                      <a16:creationId xmlns:a16="http://schemas.microsoft.com/office/drawing/2014/main" id="{355D3E63-F907-0E45-8C46-4E02D5408E65}"/>
                    </a:ext>
                  </a:extLst>
                </p:cNvPr>
                <p:cNvSpPr/>
                <p:nvPr/>
              </p:nvSpPr>
              <p:spPr bwMode="auto">
                <a:xfrm>
                  <a:off x="2184879" y="1736077"/>
                  <a:ext cx="1198749" cy="11250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40000"/>
                        <a:lumOff val="60000"/>
                      </a:srgbClr>
                    </a:gs>
                    <a:gs pos="54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62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45" name="Oval 944">
                  <a:extLst>
                    <a:ext uri="{FF2B5EF4-FFF2-40B4-BE49-F238E27FC236}">
                      <a16:creationId xmlns:a16="http://schemas.microsoft.com/office/drawing/2014/main" id="{575934DF-B322-274A-92BC-3407CBF5947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flipV="1">
                  <a:off x="2184879" y="1564508"/>
                  <a:ext cx="1194966" cy="315014"/>
                </a:xfrm>
                <a:prstGeom prst="ellipse">
                  <a:avLst/>
                </a:prstGeom>
                <a:solidFill>
                  <a:srgbClr val="BFBFBF"/>
                </a:solidFill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0" dist="23000" dir="5400000" rotWithShape="0">
                    <a:srgbClr val="808080">
                      <a:alpha val="34999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946" name="Freeform 945">
                  <a:extLst>
                    <a:ext uri="{FF2B5EF4-FFF2-40B4-BE49-F238E27FC236}">
                      <a16:creationId xmlns:a16="http://schemas.microsoft.com/office/drawing/2014/main" id="{CBF18B9D-FBE2-C54E-A32D-C409E6C62912}"/>
                    </a:ext>
                  </a:extLst>
                </p:cNvPr>
                <p:cNvSpPr/>
                <p:nvPr/>
              </p:nvSpPr>
              <p:spPr bwMode="auto">
                <a:xfrm>
                  <a:off x="2491185" y="1671388"/>
                  <a:ext cx="582357" cy="157507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47" name="Freeform 946">
                  <a:extLst>
                    <a:ext uri="{FF2B5EF4-FFF2-40B4-BE49-F238E27FC236}">
                      <a16:creationId xmlns:a16="http://schemas.microsoft.com/office/drawing/2014/main" id="{E96DBFA6-2771-A54D-B845-79612A3939C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30680" y="1629198"/>
                  <a:ext cx="703366" cy="112505"/>
                </a:xfrm>
                <a:custGeom>
                  <a:avLst/>
                  <a:gdLst>
                    <a:gd name="T0" fmla="*/ 0 w 3723451"/>
                    <a:gd name="T1" fmla="*/ 27524 h 932950"/>
                    <a:gd name="T2" fmla="*/ 123762 w 3723451"/>
                    <a:gd name="T3" fmla="*/ 324 h 932950"/>
                    <a:gd name="T4" fmla="*/ 350560 w 3723451"/>
                    <a:gd name="T5" fmla="*/ 62775 h 932950"/>
                    <a:gd name="T6" fmla="*/ 566927 w 3723451"/>
                    <a:gd name="T7" fmla="*/ 0 h 932950"/>
                    <a:gd name="T8" fmla="*/ 703366 w 3723451"/>
                    <a:gd name="T9" fmla="*/ 24980 h 932950"/>
                    <a:gd name="T10" fmla="*/ 601856 w 3723451"/>
                    <a:gd name="T11" fmla="*/ 55698 h 932950"/>
                    <a:gd name="T12" fmla="*/ 569173 w 3723451"/>
                    <a:gd name="T13" fmla="*/ 47416 h 932950"/>
                    <a:gd name="T14" fmla="*/ 354544 w 3723451"/>
                    <a:gd name="T15" fmla="*/ 112505 h 932950"/>
                    <a:gd name="T16" fmla="*/ 134425 w 3723451"/>
                    <a:gd name="T17" fmla="*/ 49811 h 932950"/>
                    <a:gd name="T18" fmla="*/ 98836 w 3723451"/>
                    <a:gd name="T19" fmla="*/ 56577 h 932950"/>
                    <a:gd name="T20" fmla="*/ 0 w 3723451"/>
                    <a:gd name="T21" fmla="*/ 27524 h 932950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948" name="Freeform 947">
                  <a:extLst>
                    <a:ext uri="{FF2B5EF4-FFF2-40B4-BE49-F238E27FC236}">
                      <a16:creationId xmlns:a16="http://schemas.microsoft.com/office/drawing/2014/main" id="{02B4EA66-7954-AA46-ABFF-843F0F91393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2028" y="1724827"/>
                  <a:ext cx="260925" cy="95629"/>
                </a:xfrm>
                <a:custGeom>
                  <a:avLst/>
                  <a:gdLst>
                    <a:gd name="T0" fmla="*/ 0 w 1366596"/>
                    <a:gd name="T1" fmla="*/ 0 h 809868"/>
                    <a:gd name="T2" fmla="*/ 260925 w 1366596"/>
                    <a:gd name="T3" fmla="*/ 73895 h 809868"/>
                    <a:gd name="T4" fmla="*/ 165165 w 1366596"/>
                    <a:gd name="T5" fmla="*/ 95629 h 809868"/>
                    <a:gd name="T6" fmla="*/ 878 w 1366596"/>
                    <a:gd name="T7" fmla="*/ 50531 h 809868"/>
                    <a:gd name="T8" fmla="*/ 0 w 1366596"/>
                    <a:gd name="T9" fmla="*/ 0 h 8098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949" name="Freeform 948">
                  <a:extLst>
                    <a:ext uri="{FF2B5EF4-FFF2-40B4-BE49-F238E27FC236}">
                      <a16:creationId xmlns:a16="http://schemas.microsoft.com/office/drawing/2014/main" id="{F20F445F-471B-7448-AAA1-96643F81BE1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19334" y="1727640"/>
                  <a:ext cx="253364" cy="92816"/>
                </a:xfrm>
                <a:custGeom>
                  <a:avLst/>
                  <a:gdLst>
                    <a:gd name="T0" fmla="*/ 249905 w 1348191"/>
                    <a:gd name="T1" fmla="*/ 0 h 791462"/>
                    <a:gd name="T2" fmla="*/ 253364 w 1348191"/>
                    <a:gd name="T3" fmla="*/ 44789 h 791462"/>
                    <a:gd name="T4" fmla="*/ 91661 w 1348191"/>
                    <a:gd name="T5" fmla="*/ 92816 h 791462"/>
                    <a:gd name="T6" fmla="*/ 0 w 1348191"/>
                    <a:gd name="T7" fmla="*/ 71770 h 791462"/>
                    <a:gd name="T8" fmla="*/ 249905 w 1348191"/>
                    <a:gd name="T9" fmla="*/ 0 h 79146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cxnSp>
              <p:nvCxnSpPr>
                <p:cNvPr id="950" name="Straight Connector 949">
                  <a:extLst>
                    <a:ext uri="{FF2B5EF4-FFF2-40B4-BE49-F238E27FC236}">
                      <a16:creationId xmlns:a16="http://schemas.microsoft.com/office/drawing/2014/main" id="{4BDF3FD2-413B-0D4C-9A59-50D44FBEA121}"/>
                    </a:ext>
                  </a:extLst>
                </p:cNvPr>
                <p:cNvCxnSpPr>
                  <a:cxnSpLocks noChangeShapeType="1"/>
                  <a:endCxn id="945" idx="2"/>
                </p:cNvCxnSpPr>
                <p:nvPr/>
              </p:nvCxnSpPr>
              <p:spPr bwMode="auto">
                <a:xfrm flipH="1" flipV="1">
                  <a:off x="2184879" y="1722015"/>
                  <a:ext cx="3783" cy="120942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951" name="Straight Connector 950">
                  <a:extLst>
                    <a:ext uri="{FF2B5EF4-FFF2-40B4-BE49-F238E27FC236}">
                      <a16:creationId xmlns:a16="http://schemas.microsoft.com/office/drawing/2014/main" id="{71DA60AE-C589-FA44-94AB-B21A49C15239}"/>
                    </a:ext>
                  </a:extLst>
                </p:cNvPr>
                <p:cNvCxnSpPr>
                  <a:cxnSpLocks noChangeShapeType="1"/>
                </p:cNvCxnSpPr>
                <p:nvPr/>
              </p:nvCxnSpPr>
              <p:spPr bwMode="auto">
                <a:xfrm flipH="1" flipV="1">
                  <a:off x="3379845" y="1730452"/>
                  <a:ext cx="3783" cy="120944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</p:grpSp>
        </p:grpSp>
      </p:grpSp>
      <p:grpSp>
        <p:nvGrpSpPr>
          <p:cNvPr id="1037" name="Group 1036">
            <a:extLst>
              <a:ext uri="{FF2B5EF4-FFF2-40B4-BE49-F238E27FC236}">
                <a16:creationId xmlns:a16="http://schemas.microsoft.com/office/drawing/2014/main" id="{B91F629B-CF25-F443-9115-62469DD7E55B}"/>
              </a:ext>
            </a:extLst>
          </p:cNvPr>
          <p:cNvGrpSpPr>
            <a:grpSpLocks/>
          </p:cNvGrpSpPr>
          <p:nvPr/>
        </p:nvGrpSpPr>
        <p:grpSpPr bwMode="auto">
          <a:xfrm>
            <a:off x="4130530" y="2423492"/>
            <a:ext cx="4416425" cy="2314575"/>
            <a:chOff x="2381956" y="2435173"/>
            <a:chExt cx="4415330" cy="2315048"/>
          </a:xfrm>
        </p:grpSpPr>
        <p:sp>
          <p:nvSpPr>
            <p:cNvPr id="1038" name="Freeform 1037">
              <a:extLst>
                <a:ext uri="{FF2B5EF4-FFF2-40B4-BE49-F238E27FC236}">
                  <a16:creationId xmlns:a16="http://schemas.microsoft.com/office/drawing/2014/main" id="{9766E8B3-28C0-B742-8340-745064581E4E}"/>
                </a:ext>
              </a:extLst>
            </p:cNvPr>
            <p:cNvSpPr/>
            <p:nvPr/>
          </p:nvSpPr>
          <p:spPr>
            <a:xfrm>
              <a:off x="2381956" y="2439937"/>
              <a:ext cx="296789" cy="1743431"/>
            </a:xfrm>
            <a:custGeom>
              <a:avLst/>
              <a:gdLst>
                <a:gd name="connsiteX0" fmla="*/ 307275 w 307275"/>
                <a:gd name="connsiteY0" fmla="*/ 0 h 1659441"/>
                <a:gd name="connsiteX1" fmla="*/ 0 w 307275"/>
                <a:gd name="connsiteY1" fmla="*/ 0 h 1659441"/>
                <a:gd name="connsiteX2" fmla="*/ 0 w 307275"/>
                <a:gd name="connsiteY2" fmla="*/ 1659441 h 1659441"/>
                <a:gd name="connsiteX0" fmla="*/ 307275 w 307275"/>
                <a:gd name="connsiteY0" fmla="*/ 0 h 2015941"/>
                <a:gd name="connsiteX1" fmla="*/ 0 w 307275"/>
                <a:gd name="connsiteY1" fmla="*/ 0 h 2015941"/>
                <a:gd name="connsiteX2" fmla="*/ 0 w 307275"/>
                <a:gd name="connsiteY2" fmla="*/ 2015941 h 2015941"/>
                <a:gd name="connsiteX0" fmla="*/ 228538 w 228538"/>
                <a:gd name="connsiteY0" fmla="*/ 0 h 2022548"/>
                <a:gd name="connsiteX1" fmla="*/ 0 w 228538"/>
                <a:gd name="connsiteY1" fmla="*/ 6607 h 2022548"/>
                <a:gd name="connsiteX2" fmla="*/ 0 w 228538"/>
                <a:gd name="connsiteY2" fmla="*/ 2022548 h 20225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8538" h="2022548">
                  <a:moveTo>
                    <a:pt x="228538" y="0"/>
                  </a:moveTo>
                  <a:lnTo>
                    <a:pt x="0" y="6607"/>
                  </a:lnTo>
                  <a:lnTo>
                    <a:pt x="0" y="2022548"/>
                  </a:lnTo>
                </a:path>
              </a:pathLst>
            </a:custGeom>
            <a:noFill/>
            <a:ln w="31750" cap="flat" cmpd="sng" algn="ctr">
              <a:solidFill>
                <a:srgbClr val="CC0000"/>
              </a:solidFill>
              <a:prstDash val="solid"/>
              <a:headEnd type="triangle"/>
              <a:tailEnd type="triangle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1039" name="Freeform 1038">
              <a:extLst>
                <a:ext uri="{FF2B5EF4-FFF2-40B4-BE49-F238E27FC236}">
                  <a16:creationId xmlns:a16="http://schemas.microsoft.com/office/drawing/2014/main" id="{CDF62C6F-3C23-F349-9A9F-804273D0BA51}"/>
                </a:ext>
              </a:extLst>
            </p:cNvPr>
            <p:cNvSpPr/>
            <p:nvPr/>
          </p:nvSpPr>
          <p:spPr>
            <a:xfrm flipH="1">
              <a:off x="6411620" y="2435173"/>
              <a:ext cx="385666" cy="2300758"/>
            </a:xfrm>
            <a:custGeom>
              <a:avLst/>
              <a:gdLst>
                <a:gd name="connsiteX0" fmla="*/ 307275 w 307275"/>
                <a:gd name="connsiteY0" fmla="*/ 0 h 1659441"/>
                <a:gd name="connsiteX1" fmla="*/ 0 w 307275"/>
                <a:gd name="connsiteY1" fmla="*/ 0 h 1659441"/>
                <a:gd name="connsiteX2" fmla="*/ 0 w 307275"/>
                <a:gd name="connsiteY2" fmla="*/ 1659441 h 1659441"/>
                <a:gd name="connsiteX0" fmla="*/ 307275 w 307275"/>
                <a:gd name="connsiteY0" fmla="*/ 0 h 2117725"/>
                <a:gd name="connsiteX1" fmla="*/ 0 w 307275"/>
                <a:gd name="connsiteY1" fmla="*/ 0 h 2117725"/>
                <a:gd name="connsiteX2" fmla="*/ 0 w 307275"/>
                <a:gd name="connsiteY2" fmla="*/ 2117725 h 2117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07275" h="2117725">
                  <a:moveTo>
                    <a:pt x="307275" y="0"/>
                  </a:moveTo>
                  <a:lnTo>
                    <a:pt x="0" y="0"/>
                  </a:lnTo>
                  <a:lnTo>
                    <a:pt x="0" y="2117725"/>
                  </a:lnTo>
                </a:path>
              </a:pathLst>
            </a:custGeom>
            <a:noFill/>
            <a:ln w="31750" cap="flat" cmpd="sng" algn="ctr">
              <a:solidFill>
                <a:srgbClr val="CC0000"/>
              </a:solidFill>
              <a:prstDash val="solid"/>
              <a:headEnd type="triangle"/>
              <a:tailEnd type="triangle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cxnSp>
          <p:nvCxnSpPr>
            <p:cNvPr id="1040" name="Straight Arrow Connector 1039">
              <a:extLst>
                <a:ext uri="{FF2B5EF4-FFF2-40B4-BE49-F238E27FC236}">
                  <a16:creationId xmlns:a16="http://schemas.microsoft.com/office/drawing/2014/main" id="{497E72DF-A12C-4044-A2D6-B881FE41D269}"/>
                </a:ext>
              </a:extLst>
            </p:cNvPr>
            <p:cNvCxnSpPr/>
            <p:nvPr/>
          </p:nvCxnSpPr>
          <p:spPr>
            <a:xfrm flipV="1">
              <a:off x="5791061" y="2687638"/>
              <a:ext cx="7936" cy="2062583"/>
            </a:xfrm>
            <a:prstGeom prst="straightConnector1">
              <a:avLst/>
            </a:prstGeom>
            <a:noFill/>
            <a:ln w="31750" cap="flat" cmpd="sng" algn="ctr">
              <a:solidFill>
                <a:srgbClr val="CC0000"/>
              </a:solidFill>
              <a:prstDash val="solid"/>
              <a:headEnd type="triangle"/>
              <a:tailEnd type="triangle"/>
            </a:ln>
            <a:effectLst/>
          </p:spPr>
        </p:cxnSp>
        <p:cxnSp>
          <p:nvCxnSpPr>
            <p:cNvPr id="1041" name="Straight Arrow Connector 1040">
              <a:extLst>
                <a:ext uri="{FF2B5EF4-FFF2-40B4-BE49-F238E27FC236}">
                  <a16:creationId xmlns:a16="http://schemas.microsoft.com/office/drawing/2014/main" id="{EF8C79E1-BE27-8F43-B34B-79F8C5338E4E}"/>
                </a:ext>
              </a:extLst>
            </p:cNvPr>
            <p:cNvCxnSpPr/>
            <p:nvPr/>
          </p:nvCxnSpPr>
          <p:spPr>
            <a:xfrm flipV="1">
              <a:off x="4599144" y="2708279"/>
              <a:ext cx="17458" cy="2037179"/>
            </a:xfrm>
            <a:prstGeom prst="straightConnector1">
              <a:avLst/>
            </a:prstGeom>
            <a:noFill/>
            <a:ln w="31750" cap="flat" cmpd="sng" algn="ctr">
              <a:solidFill>
                <a:srgbClr val="CC0000"/>
              </a:solidFill>
              <a:prstDash val="solid"/>
              <a:headEnd type="triangle"/>
              <a:tailEnd type="triangle"/>
            </a:ln>
            <a:effectLst/>
          </p:spPr>
        </p:cxnSp>
        <p:cxnSp>
          <p:nvCxnSpPr>
            <p:cNvPr id="1042" name="Straight Arrow Connector 1041">
              <a:extLst>
                <a:ext uri="{FF2B5EF4-FFF2-40B4-BE49-F238E27FC236}">
                  <a16:creationId xmlns:a16="http://schemas.microsoft.com/office/drawing/2014/main" id="{4B55563F-765E-CC4D-92B4-D17FBE1B08A6}"/>
                </a:ext>
              </a:extLst>
            </p:cNvPr>
            <p:cNvCxnSpPr/>
            <p:nvPr/>
          </p:nvCxnSpPr>
          <p:spPr>
            <a:xfrm flipH="1" flipV="1">
              <a:off x="3807178" y="2762265"/>
              <a:ext cx="9523" cy="1983193"/>
            </a:xfrm>
            <a:prstGeom prst="straightConnector1">
              <a:avLst/>
            </a:prstGeom>
            <a:noFill/>
            <a:ln w="31750" cap="flat" cmpd="sng" algn="ctr">
              <a:solidFill>
                <a:srgbClr val="CC0000"/>
              </a:solidFill>
              <a:prstDash val="solid"/>
              <a:headEnd type="triangle"/>
              <a:tailEnd type="triangle"/>
            </a:ln>
            <a:effectLst/>
          </p:spPr>
        </p:cxnSp>
      </p:grpSp>
      <p:grpSp>
        <p:nvGrpSpPr>
          <p:cNvPr id="1043" name="Group 1042">
            <a:extLst>
              <a:ext uri="{FF2B5EF4-FFF2-40B4-BE49-F238E27FC236}">
                <a16:creationId xmlns:a16="http://schemas.microsoft.com/office/drawing/2014/main" id="{B5756541-DE04-D343-ADA3-E578917497B6}"/>
              </a:ext>
            </a:extLst>
          </p:cNvPr>
          <p:cNvGrpSpPr>
            <a:grpSpLocks/>
          </p:cNvGrpSpPr>
          <p:nvPr/>
        </p:nvGrpSpPr>
        <p:grpSpPr bwMode="auto">
          <a:xfrm>
            <a:off x="3805093" y="4634880"/>
            <a:ext cx="4957762" cy="693737"/>
            <a:chOff x="2055070" y="4690247"/>
            <a:chExt cx="4956877" cy="694339"/>
          </a:xfrm>
        </p:grpSpPr>
        <p:grpSp>
          <p:nvGrpSpPr>
            <p:cNvPr id="1044" name="Group 554">
              <a:extLst>
                <a:ext uri="{FF2B5EF4-FFF2-40B4-BE49-F238E27FC236}">
                  <a16:creationId xmlns:a16="http://schemas.microsoft.com/office/drawing/2014/main" id="{368CBAA7-B3CD-B447-8953-FE800957AF6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605320" y="5055434"/>
              <a:ext cx="430131" cy="329152"/>
              <a:chOff x="2931664" y="3912603"/>
              <a:chExt cx="430450" cy="329314"/>
            </a:xfrm>
          </p:grpSpPr>
          <p:sp>
            <p:nvSpPr>
              <p:cNvPr id="1065" name="Rectangle 1064">
                <a:extLst>
                  <a:ext uri="{FF2B5EF4-FFF2-40B4-BE49-F238E27FC236}">
                    <a16:creationId xmlns:a16="http://schemas.microsoft.com/office/drawing/2014/main" id="{C71DD82B-ED54-9D40-848F-40B6802EC749}"/>
                  </a:ext>
                </a:extLst>
              </p:cNvPr>
              <p:cNvSpPr/>
              <p:nvPr/>
            </p:nvSpPr>
            <p:spPr>
              <a:xfrm>
                <a:off x="2936890" y="3912858"/>
                <a:ext cx="425689" cy="329059"/>
              </a:xfrm>
              <a:prstGeom prst="rect">
                <a:avLst/>
              </a:prstGeom>
              <a:solidFill>
                <a:srgbClr val="FFFFFF"/>
              </a:solidFill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1066" name="Straight Connector 1065">
                <a:extLst>
                  <a:ext uri="{FF2B5EF4-FFF2-40B4-BE49-F238E27FC236}">
                    <a16:creationId xmlns:a16="http://schemas.microsoft.com/office/drawing/2014/main" id="{5A2CCD06-A52B-594C-895E-DE5616109835}"/>
                  </a:ext>
                </a:extLst>
              </p:cNvPr>
              <p:cNvCxnSpPr/>
              <p:nvPr/>
            </p:nvCxnSpPr>
            <p:spPr>
              <a:xfrm>
                <a:off x="2932124" y="4005058"/>
                <a:ext cx="425689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1067" name="Straight Connector 1066">
                <a:extLst>
                  <a:ext uri="{FF2B5EF4-FFF2-40B4-BE49-F238E27FC236}">
                    <a16:creationId xmlns:a16="http://schemas.microsoft.com/office/drawing/2014/main" id="{CAE78986-A47E-684D-AC0D-81B0C9B79A88}"/>
                  </a:ext>
                </a:extLst>
              </p:cNvPr>
              <p:cNvCxnSpPr/>
              <p:nvPr/>
            </p:nvCxnSpPr>
            <p:spPr>
              <a:xfrm>
                <a:off x="2932124" y="4068645"/>
                <a:ext cx="425689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1068" name="Straight Connector 1067">
                <a:extLst>
                  <a:ext uri="{FF2B5EF4-FFF2-40B4-BE49-F238E27FC236}">
                    <a16:creationId xmlns:a16="http://schemas.microsoft.com/office/drawing/2014/main" id="{CEA4CB24-3526-B94F-BDC2-D6FC123FF46E}"/>
                  </a:ext>
                </a:extLst>
              </p:cNvPr>
              <p:cNvCxnSpPr>
                <a:stCxn id="1065" idx="2"/>
              </p:cNvCxnSpPr>
              <p:nvPr/>
            </p:nvCxnSpPr>
            <p:spPr>
              <a:xfrm flipH="1" flipV="1">
                <a:off x="3148146" y="4005058"/>
                <a:ext cx="1589" cy="236859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</p:grpSp>
        <p:grpSp>
          <p:nvGrpSpPr>
            <p:cNvPr id="1045" name="Group 582">
              <a:extLst>
                <a:ext uri="{FF2B5EF4-FFF2-40B4-BE49-F238E27FC236}">
                  <a16:creationId xmlns:a16="http://schemas.microsoft.com/office/drawing/2014/main" id="{813A6CA3-90B1-754D-8C2A-B486DE6440E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87957" y="5055368"/>
              <a:ext cx="430131" cy="329152"/>
              <a:chOff x="2931664" y="3912603"/>
              <a:chExt cx="430450" cy="329314"/>
            </a:xfrm>
          </p:grpSpPr>
          <p:sp>
            <p:nvSpPr>
              <p:cNvPr id="1061" name="Rectangle 1060">
                <a:extLst>
                  <a:ext uri="{FF2B5EF4-FFF2-40B4-BE49-F238E27FC236}">
                    <a16:creationId xmlns:a16="http://schemas.microsoft.com/office/drawing/2014/main" id="{CDA497B5-1F53-4B4A-B52C-8AF25ACDEA7D}"/>
                  </a:ext>
                </a:extLst>
              </p:cNvPr>
              <p:cNvSpPr/>
              <p:nvPr/>
            </p:nvSpPr>
            <p:spPr>
              <a:xfrm>
                <a:off x="2936750" y="3912924"/>
                <a:ext cx="425689" cy="329059"/>
              </a:xfrm>
              <a:prstGeom prst="rect">
                <a:avLst/>
              </a:prstGeom>
              <a:solidFill>
                <a:srgbClr val="FFFFFF"/>
              </a:solidFill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1062" name="Straight Connector 1061">
                <a:extLst>
                  <a:ext uri="{FF2B5EF4-FFF2-40B4-BE49-F238E27FC236}">
                    <a16:creationId xmlns:a16="http://schemas.microsoft.com/office/drawing/2014/main" id="{1FEFA7AF-47D6-9044-B6BA-FCC567BC9B9F}"/>
                  </a:ext>
                </a:extLst>
              </p:cNvPr>
              <p:cNvCxnSpPr/>
              <p:nvPr/>
            </p:nvCxnSpPr>
            <p:spPr>
              <a:xfrm>
                <a:off x="2931985" y="4005125"/>
                <a:ext cx="425689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1063" name="Straight Connector 1062">
                <a:extLst>
                  <a:ext uri="{FF2B5EF4-FFF2-40B4-BE49-F238E27FC236}">
                    <a16:creationId xmlns:a16="http://schemas.microsoft.com/office/drawing/2014/main" id="{F2F3585A-E53E-A040-84F7-9123881B9F28}"/>
                  </a:ext>
                </a:extLst>
              </p:cNvPr>
              <p:cNvCxnSpPr/>
              <p:nvPr/>
            </p:nvCxnSpPr>
            <p:spPr>
              <a:xfrm>
                <a:off x="2931985" y="4068711"/>
                <a:ext cx="425689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1064" name="Straight Connector 1063">
                <a:extLst>
                  <a:ext uri="{FF2B5EF4-FFF2-40B4-BE49-F238E27FC236}">
                    <a16:creationId xmlns:a16="http://schemas.microsoft.com/office/drawing/2014/main" id="{F72283CD-AFD3-8E4E-9857-F6D589080734}"/>
                  </a:ext>
                </a:extLst>
              </p:cNvPr>
              <p:cNvCxnSpPr>
                <a:stCxn id="1061" idx="2"/>
              </p:cNvCxnSpPr>
              <p:nvPr/>
            </p:nvCxnSpPr>
            <p:spPr>
              <a:xfrm flipH="1" flipV="1">
                <a:off x="3148007" y="4005125"/>
                <a:ext cx="1588" cy="236859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</p:grpSp>
        <p:grpSp>
          <p:nvGrpSpPr>
            <p:cNvPr id="1046" name="Group 609">
              <a:extLst>
                <a:ext uri="{FF2B5EF4-FFF2-40B4-BE49-F238E27FC236}">
                  <a16:creationId xmlns:a16="http://schemas.microsoft.com/office/drawing/2014/main" id="{89D38A41-C0E7-004E-889C-35371BDB490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591804" y="5053093"/>
              <a:ext cx="430212" cy="328614"/>
              <a:chOff x="2932186" y="3913304"/>
              <a:chExt cx="430531" cy="328775"/>
            </a:xfrm>
          </p:grpSpPr>
          <p:sp>
            <p:nvSpPr>
              <p:cNvPr id="1057" name="Rectangle 1056">
                <a:extLst>
                  <a:ext uri="{FF2B5EF4-FFF2-40B4-BE49-F238E27FC236}">
                    <a16:creationId xmlns:a16="http://schemas.microsoft.com/office/drawing/2014/main" id="{7E038D77-DD73-D34F-AE34-D667F6E9B9F0}"/>
                  </a:ext>
                </a:extLst>
              </p:cNvPr>
              <p:cNvSpPr/>
              <p:nvPr/>
            </p:nvSpPr>
            <p:spPr>
              <a:xfrm>
                <a:off x="2936535" y="3912722"/>
                <a:ext cx="425689" cy="329058"/>
              </a:xfrm>
              <a:prstGeom prst="rect">
                <a:avLst/>
              </a:prstGeom>
              <a:solidFill>
                <a:srgbClr val="FFFFFF"/>
              </a:solidFill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1058" name="Straight Connector 1057">
                <a:extLst>
                  <a:ext uri="{FF2B5EF4-FFF2-40B4-BE49-F238E27FC236}">
                    <a16:creationId xmlns:a16="http://schemas.microsoft.com/office/drawing/2014/main" id="{D2968903-9149-5948-9F49-8F05AE95D6F0}"/>
                  </a:ext>
                </a:extLst>
              </p:cNvPr>
              <p:cNvCxnSpPr/>
              <p:nvPr/>
            </p:nvCxnSpPr>
            <p:spPr>
              <a:xfrm>
                <a:off x="2931771" y="4004922"/>
                <a:ext cx="425689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1059" name="Straight Connector 1058">
                <a:extLst>
                  <a:ext uri="{FF2B5EF4-FFF2-40B4-BE49-F238E27FC236}">
                    <a16:creationId xmlns:a16="http://schemas.microsoft.com/office/drawing/2014/main" id="{6B45A1AF-6B67-DD42-AEDE-F73D064563E4}"/>
                  </a:ext>
                </a:extLst>
              </p:cNvPr>
              <p:cNvCxnSpPr/>
              <p:nvPr/>
            </p:nvCxnSpPr>
            <p:spPr>
              <a:xfrm>
                <a:off x="2931771" y="4068509"/>
                <a:ext cx="425689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1060" name="Straight Connector 1059">
                <a:extLst>
                  <a:ext uri="{FF2B5EF4-FFF2-40B4-BE49-F238E27FC236}">
                    <a16:creationId xmlns:a16="http://schemas.microsoft.com/office/drawing/2014/main" id="{0FF66FC3-DA6A-CB44-8117-4648AAEC93ED}"/>
                  </a:ext>
                </a:extLst>
              </p:cNvPr>
              <p:cNvCxnSpPr>
                <a:stCxn id="1057" idx="2"/>
              </p:cNvCxnSpPr>
              <p:nvPr/>
            </p:nvCxnSpPr>
            <p:spPr>
              <a:xfrm flipH="1" flipV="1">
                <a:off x="3147792" y="4004922"/>
                <a:ext cx="1588" cy="236858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</p:grpSp>
        <p:grpSp>
          <p:nvGrpSpPr>
            <p:cNvPr id="1047" name="Group 636">
              <a:extLst>
                <a:ext uri="{FF2B5EF4-FFF2-40B4-BE49-F238E27FC236}">
                  <a16:creationId xmlns:a16="http://schemas.microsoft.com/office/drawing/2014/main" id="{6DF58C37-21E3-AF4F-B080-530FD985E91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581816" y="5045656"/>
              <a:ext cx="430131" cy="329465"/>
              <a:chOff x="2931664" y="3912603"/>
              <a:chExt cx="430450" cy="329314"/>
            </a:xfrm>
          </p:grpSpPr>
          <p:sp>
            <p:nvSpPr>
              <p:cNvPr id="1053" name="Rectangle 1052">
                <a:extLst>
                  <a:ext uri="{FF2B5EF4-FFF2-40B4-BE49-F238E27FC236}">
                    <a16:creationId xmlns:a16="http://schemas.microsoft.com/office/drawing/2014/main" id="{F4182402-0285-CD46-9828-6534BE97D257}"/>
                  </a:ext>
                </a:extLst>
              </p:cNvPr>
              <p:cNvSpPr/>
              <p:nvPr/>
            </p:nvSpPr>
            <p:spPr>
              <a:xfrm>
                <a:off x="2936425" y="3913102"/>
                <a:ext cx="425689" cy="328747"/>
              </a:xfrm>
              <a:prstGeom prst="rect">
                <a:avLst/>
              </a:prstGeom>
              <a:solidFill>
                <a:srgbClr val="FFFFFF"/>
              </a:solidFill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1054" name="Straight Connector 1053">
                <a:extLst>
                  <a:ext uri="{FF2B5EF4-FFF2-40B4-BE49-F238E27FC236}">
                    <a16:creationId xmlns:a16="http://schemas.microsoft.com/office/drawing/2014/main" id="{D14A7BEB-C638-0A47-B8DE-352AFA82413E}"/>
                  </a:ext>
                </a:extLst>
              </p:cNvPr>
              <p:cNvCxnSpPr/>
              <p:nvPr/>
            </p:nvCxnSpPr>
            <p:spPr>
              <a:xfrm>
                <a:off x="2931660" y="4005215"/>
                <a:ext cx="425689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1055" name="Straight Connector 1054">
                <a:extLst>
                  <a:ext uri="{FF2B5EF4-FFF2-40B4-BE49-F238E27FC236}">
                    <a16:creationId xmlns:a16="http://schemas.microsoft.com/office/drawing/2014/main" id="{F02DD2C2-E65E-7E4C-B479-635D130D51D4}"/>
                  </a:ext>
                </a:extLst>
              </p:cNvPr>
              <p:cNvCxnSpPr/>
              <p:nvPr/>
            </p:nvCxnSpPr>
            <p:spPr>
              <a:xfrm>
                <a:off x="2931660" y="4067152"/>
                <a:ext cx="425689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1056" name="Straight Connector 1055">
                <a:extLst>
                  <a:ext uri="{FF2B5EF4-FFF2-40B4-BE49-F238E27FC236}">
                    <a16:creationId xmlns:a16="http://schemas.microsoft.com/office/drawing/2014/main" id="{01A054F6-D6ED-F249-8703-213FDF32A722}"/>
                  </a:ext>
                </a:extLst>
              </p:cNvPr>
              <p:cNvCxnSpPr>
                <a:stCxn id="1053" idx="2"/>
              </p:cNvCxnSpPr>
              <p:nvPr/>
            </p:nvCxnSpPr>
            <p:spPr>
              <a:xfrm flipH="1" flipV="1">
                <a:off x="3147681" y="4005215"/>
                <a:ext cx="1588" cy="236634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</p:grpSp>
        <p:grpSp>
          <p:nvGrpSpPr>
            <p:cNvPr id="1048" name="Group 554">
              <a:extLst>
                <a:ext uri="{FF2B5EF4-FFF2-40B4-BE49-F238E27FC236}">
                  <a16:creationId xmlns:a16="http://schemas.microsoft.com/office/drawing/2014/main" id="{BAA5C424-578C-0343-914E-B5BD57101FD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055070" y="4690247"/>
              <a:ext cx="675320" cy="521222"/>
              <a:chOff x="2931664" y="3912603"/>
              <a:chExt cx="430450" cy="329314"/>
            </a:xfrm>
          </p:grpSpPr>
          <p:sp>
            <p:nvSpPr>
              <p:cNvPr id="1049" name="Rectangle 1048">
                <a:extLst>
                  <a:ext uri="{FF2B5EF4-FFF2-40B4-BE49-F238E27FC236}">
                    <a16:creationId xmlns:a16="http://schemas.microsoft.com/office/drawing/2014/main" id="{A0CDA39B-A97A-7842-8A3D-C53D637AE12E}"/>
                  </a:ext>
                </a:extLst>
              </p:cNvPr>
              <p:cNvSpPr/>
              <p:nvPr/>
            </p:nvSpPr>
            <p:spPr>
              <a:xfrm>
                <a:off x="2936722" y="3913607"/>
                <a:ext cx="425923" cy="328266"/>
              </a:xfrm>
              <a:prstGeom prst="rect">
                <a:avLst/>
              </a:prstGeom>
              <a:solidFill>
                <a:srgbClr val="FFFFFF"/>
              </a:solidFill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1050" name="Straight Connector 1049">
                <a:extLst>
                  <a:ext uri="{FF2B5EF4-FFF2-40B4-BE49-F238E27FC236}">
                    <a16:creationId xmlns:a16="http://schemas.microsoft.com/office/drawing/2014/main" id="{779BD574-9352-0A4A-AD81-3425C567CA59}"/>
                  </a:ext>
                </a:extLst>
              </p:cNvPr>
              <p:cNvCxnSpPr/>
              <p:nvPr/>
            </p:nvCxnSpPr>
            <p:spPr>
              <a:xfrm>
                <a:off x="2932675" y="4004959"/>
                <a:ext cx="424911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1051" name="Straight Connector 1050">
                <a:extLst>
                  <a:ext uri="{FF2B5EF4-FFF2-40B4-BE49-F238E27FC236}">
                    <a16:creationId xmlns:a16="http://schemas.microsoft.com/office/drawing/2014/main" id="{E4722BD0-017E-9C4D-9B3E-BB2C34567D80}"/>
                  </a:ext>
                </a:extLst>
              </p:cNvPr>
              <p:cNvCxnSpPr/>
              <p:nvPr/>
            </p:nvCxnSpPr>
            <p:spPr>
              <a:xfrm>
                <a:off x="2932675" y="4069207"/>
                <a:ext cx="424911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1052" name="Straight Connector 1051">
                <a:extLst>
                  <a:ext uri="{FF2B5EF4-FFF2-40B4-BE49-F238E27FC236}">
                    <a16:creationId xmlns:a16="http://schemas.microsoft.com/office/drawing/2014/main" id="{BA1C7D13-CACA-DE42-A4BD-9DF0691F3FA5}"/>
                  </a:ext>
                </a:extLst>
              </p:cNvPr>
              <p:cNvCxnSpPr>
                <a:stCxn id="1049" idx="2"/>
              </p:cNvCxnSpPr>
              <p:nvPr/>
            </p:nvCxnSpPr>
            <p:spPr>
              <a:xfrm flipH="1" flipV="1">
                <a:off x="3148166" y="4004959"/>
                <a:ext cx="1011" cy="236914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</p:grpSp>
      </p:grpSp>
      <p:grpSp>
        <p:nvGrpSpPr>
          <p:cNvPr id="1069" name="Group 347">
            <a:extLst>
              <a:ext uri="{FF2B5EF4-FFF2-40B4-BE49-F238E27FC236}">
                <a16:creationId xmlns:a16="http://schemas.microsoft.com/office/drawing/2014/main" id="{4D6C1728-73DE-F748-A0E0-11321B8F7571}"/>
              </a:ext>
            </a:extLst>
          </p:cNvPr>
          <p:cNvGrpSpPr>
            <a:grpSpLocks/>
          </p:cNvGrpSpPr>
          <p:nvPr/>
        </p:nvGrpSpPr>
        <p:grpSpPr bwMode="auto">
          <a:xfrm>
            <a:off x="7605568" y="5890592"/>
            <a:ext cx="588962" cy="242888"/>
            <a:chOff x="1871277" y="1576300"/>
            <a:chExt cx="1128371" cy="437861"/>
          </a:xfrm>
        </p:grpSpPr>
        <p:sp>
          <p:nvSpPr>
            <p:cNvPr id="1070" name="Oval 1069">
              <a:extLst>
                <a:ext uri="{FF2B5EF4-FFF2-40B4-BE49-F238E27FC236}">
                  <a16:creationId xmlns:a16="http://schemas.microsoft.com/office/drawing/2014/main" id="{BD0DE6BC-801F-2349-B339-2073DD002B17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317" y="1693636"/>
              <a:ext cx="1125331" cy="320525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71" name="Rectangle 1070">
              <a:extLst>
                <a:ext uri="{FF2B5EF4-FFF2-40B4-BE49-F238E27FC236}">
                  <a16:creationId xmlns:a16="http://schemas.microsoft.com/office/drawing/2014/main" id="{8006CA96-E3FA-9945-9B82-02259999272B}"/>
                </a:ext>
              </a:extLst>
            </p:cNvPr>
            <p:cNvSpPr/>
            <p:nvPr/>
          </p:nvSpPr>
          <p:spPr bwMode="auto">
            <a:xfrm>
              <a:off x="1871277" y="1739425"/>
              <a:ext cx="1128371" cy="117334"/>
            </a:xfrm>
            <a:prstGeom prst="rect">
              <a:avLst/>
            </a:prstGeom>
            <a:gradFill rotWithShape="1">
              <a:gsLst>
                <a:gs pos="0">
                  <a:srgbClr val="3333CC">
                    <a:lumMod val="75000"/>
                  </a:srgbClr>
                </a:gs>
                <a:gs pos="53000">
                  <a:srgbClr val="3333CC">
                    <a:lumMod val="60000"/>
                    <a:lumOff val="40000"/>
                  </a:srgbClr>
                </a:gs>
                <a:gs pos="100000">
                  <a:srgbClr val="3333CC">
                    <a:lumMod val="75000"/>
                  </a:srgbClr>
                </a:gs>
              </a:gsLst>
              <a:lin ang="10800000" scaled="0"/>
            </a:gradFill>
            <a:ln w="25400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1072" name="Oval 1071">
              <a:extLst>
                <a:ext uri="{FF2B5EF4-FFF2-40B4-BE49-F238E27FC236}">
                  <a16:creationId xmlns:a16="http://schemas.microsoft.com/office/drawing/2014/main" id="{AC968267-A70E-0B48-9B2B-F3F7549B2DF9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331" cy="320525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73" name="Freeform 1072">
              <a:extLst>
                <a:ext uri="{FF2B5EF4-FFF2-40B4-BE49-F238E27FC236}">
                  <a16:creationId xmlns:a16="http://schemas.microsoft.com/office/drawing/2014/main" id="{3543F393-921B-2544-AAF2-81DE265DCA01}"/>
                </a:ext>
              </a:extLst>
            </p:cNvPr>
            <p:cNvSpPr/>
            <p:nvPr/>
          </p:nvSpPr>
          <p:spPr bwMode="auto">
            <a:xfrm>
              <a:off x="2160212" y="1673602"/>
              <a:ext cx="547458" cy="160263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rgbClr val="3333CC">
                <a:lumMod val="60000"/>
                <a:lumOff val="40000"/>
              </a:srgbClr>
            </a:solidFill>
            <a:ln w="952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1074" name="Freeform 1073">
              <a:extLst>
                <a:ext uri="{FF2B5EF4-FFF2-40B4-BE49-F238E27FC236}">
                  <a16:creationId xmlns:a16="http://schemas.microsoft.com/office/drawing/2014/main" id="{36A99124-4AE5-ED4F-A834-C0222885AE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426" y="1633537"/>
              <a:ext cx="663033" cy="111612"/>
            </a:xfrm>
            <a:custGeom>
              <a:avLst/>
              <a:gdLst>
                <a:gd name="T0" fmla="*/ 0 w 3723451"/>
                <a:gd name="T1" fmla="*/ 27306 h 932950"/>
                <a:gd name="T2" fmla="*/ 116665 w 3723451"/>
                <a:gd name="T3" fmla="*/ 322 h 932950"/>
                <a:gd name="T4" fmla="*/ 330457 w 3723451"/>
                <a:gd name="T5" fmla="*/ 62277 h 932950"/>
                <a:gd name="T6" fmla="*/ 534418 w 3723451"/>
                <a:gd name="T7" fmla="*/ 0 h 932950"/>
                <a:gd name="T8" fmla="*/ 663033 w 3723451"/>
                <a:gd name="T9" fmla="*/ 24782 h 932950"/>
                <a:gd name="T10" fmla="*/ 567343 w 3723451"/>
                <a:gd name="T11" fmla="*/ 55256 h 932950"/>
                <a:gd name="T12" fmla="*/ 536535 w 3723451"/>
                <a:gd name="T13" fmla="*/ 47040 h 932950"/>
                <a:gd name="T14" fmla="*/ 334214 w 3723451"/>
                <a:gd name="T15" fmla="*/ 111612 h 932950"/>
                <a:gd name="T16" fmla="*/ 126717 w 3723451"/>
                <a:gd name="T17" fmla="*/ 49415 h 932950"/>
                <a:gd name="T18" fmla="*/ 93168 w 3723451"/>
                <a:gd name="T19" fmla="*/ 56128 h 932950"/>
                <a:gd name="T20" fmla="*/ 0 w 3723451"/>
                <a:gd name="T21" fmla="*/ 27306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75" name="Freeform 1074">
              <a:extLst>
                <a:ext uri="{FF2B5EF4-FFF2-40B4-BE49-F238E27FC236}">
                  <a16:creationId xmlns:a16="http://schemas.microsoft.com/office/drawing/2014/main" id="{9CE3F7E2-B553-1E45-88FC-E2E1EC32F4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7350" y="1727978"/>
              <a:ext cx="243315" cy="97302"/>
            </a:xfrm>
            <a:custGeom>
              <a:avLst/>
              <a:gdLst>
                <a:gd name="T0" fmla="*/ 0 w 1366596"/>
                <a:gd name="T1" fmla="*/ 0 h 809868"/>
                <a:gd name="T2" fmla="*/ 243315 w 1366596"/>
                <a:gd name="T3" fmla="*/ 75188 h 809868"/>
                <a:gd name="T4" fmla="*/ 154017 w 1366596"/>
                <a:gd name="T5" fmla="*/ 97302 h 809868"/>
                <a:gd name="T6" fmla="*/ 819 w 1366596"/>
                <a:gd name="T7" fmla="*/ 51415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76" name="Freeform 1075">
              <a:extLst>
                <a:ext uri="{FF2B5EF4-FFF2-40B4-BE49-F238E27FC236}">
                  <a16:creationId xmlns:a16="http://schemas.microsoft.com/office/drawing/2014/main" id="{D7BB9DED-4899-7649-AEBA-749DA45279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0260" y="1730839"/>
              <a:ext cx="240272" cy="97302"/>
            </a:xfrm>
            <a:custGeom>
              <a:avLst/>
              <a:gdLst>
                <a:gd name="T0" fmla="*/ 236992 w 1348191"/>
                <a:gd name="T1" fmla="*/ 0 h 791462"/>
                <a:gd name="T2" fmla="*/ 240272 w 1348191"/>
                <a:gd name="T3" fmla="*/ 46954 h 791462"/>
                <a:gd name="T4" fmla="*/ 86924 w 1348191"/>
                <a:gd name="T5" fmla="*/ 97302 h 791462"/>
                <a:gd name="T6" fmla="*/ 0 w 1348191"/>
                <a:gd name="T7" fmla="*/ 75239 h 791462"/>
                <a:gd name="T8" fmla="*/ 236992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cxnSp>
          <p:nvCxnSpPr>
            <p:cNvPr id="1077" name="Straight Connector 1076">
              <a:extLst>
                <a:ext uri="{FF2B5EF4-FFF2-40B4-BE49-F238E27FC236}">
                  <a16:creationId xmlns:a16="http://schemas.microsoft.com/office/drawing/2014/main" id="{E8965662-2E9A-0244-946F-4423CC691CFA}"/>
                </a:ext>
              </a:extLst>
            </p:cNvPr>
            <p:cNvCxnSpPr>
              <a:cxnSpLocks noChangeShapeType="1"/>
              <a:endCxn id="1072" idx="2"/>
            </p:cNvCxnSpPr>
            <p:nvPr/>
          </p:nvCxnSpPr>
          <p:spPr bwMode="auto">
            <a:xfrm flipH="1" flipV="1">
              <a:off x="1871277" y="1736563"/>
              <a:ext cx="3040" cy="123060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078" name="Straight Connector 1077">
              <a:extLst>
                <a:ext uri="{FF2B5EF4-FFF2-40B4-BE49-F238E27FC236}">
                  <a16:creationId xmlns:a16="http://schemas.microsoft.com/office/drawing/2014/main" id="{857BA7A2-209C-0B4F-9F2F-F5D9E12C5791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608" y="1733702"/>
              <a:ext cx="3040" cy="123058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1079" name="Group 347">
            <a:extLst>
              <a:ext uri="{FF2B5EF4-FFF2-40B4-BE49-F238E27FC236}">
                <a16:creationId xmlns:a16="http://schemas.microsoft.com/office/drawing/2014/main" id="{23A5395A-73E4-9545-9CCB-0643AECEF709}"/>
              </a:ext>
            </a:extLst>
          </p:cNvPr>
          <p:cNvGrpSpPr>
            <a:grpSpLocks/>
          </p:cNvGrpSpPr>
          <p:nvPr/>
        </p:nvGrpSpPr>
        <p:grpSpPr bwMode="auto">
          <a:xfrm>
            <a:off x="6124430" y="5749305"/>
            <a:ext cx="588963" cy="242887"/>
            <a:chOff x="1871277" y="1576300"/>
            <a:chExt cx="1128371" cy="437861"/>
          </a:xfrm>
        </p:grpSpPr>
        <p:sp>
          <p:nvSpPr>
            <p:cNvPr id="1080" name="Oval 1079">
              <a:extLst>
                <a:ext uri="{FF2B5EF4-FFF2-40B4-BE49-F238E27FC236}">
                  <a16:creationId xmlns:a16="http://schemas.microsoft.com/office/drawing/2014/main" id="{DF4469B4-1A62-884E-B93E-2088628FCF9A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319" y="1693635"/>
              <a:ext cx="1125329" cy="320526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81" name="Rectangle 1080">
              <a:extLst>
                <a:ext uri="{FF2B5EF4-FFF2-40B4-BE49-F238E27FC236}">
                  <a16:creationId xmlns:a16="http://schemas.microsoft.com/office/drawing/2014/main" id="{CEED749C-6638-6040-A523-CBE05E8011F2}"/>
                </a:ext>
              </a:extLst>
            </p:cNvPr>
            <p:cNvSpPr/>
            <p:nvPr/>
          </p:nvSpPr>
          <p:spPr bwMode="auto">
            <a:xfrm>
              <a:off x="1871277" y="1739424"/>
              <a:ext cx="1128371" cy="117336"/>
            </a:xfrm>
            <a:prstGeom prst="rect">
              <a:avLst/>
            </a:prstGeom>
            <a:gradFill rotWithShape="1">
              <a:gsLst>
                <a:gs pos="0">
                  <a:srgbClr val="3333CC">
                    <a:lumMod val="75000"/>
                  </a:srgbClr>
                </a:gs>
                <a:gs pos="53000">
                  <a:srgbClr val="3333CC">
                    <a:lumMod val="60000"/>
                    <a:lumOff val="40000"/>
                  </a:srgbClr>
                </a:gs>
                <a:gs pos="100000">
                  <a:srgbClr val="3333CC">
                    <a:lumMod val="75000"/>
                  </a:srgbClr>
                </a:gs>
              </a:gsLst>
              <a:lin ang="10800000" scaled="0"/>
            </a:gradFill>
            <a:ln w="25400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1082" name="Oval 1081">
              <a:extLst>
                <a:ext uri="{FF2B5EF4-FFF2-40B4-BE49-F238E27FC236}">
                  <a16:creationId xmlns:a16="http://schemas.microsoft.com/office/drawing/2014/main" id="{E82E8A3A-0CDF-0142-A8D4-2A7F88E464C9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329" cy="320526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83" name="Freeform 1082">
              <a:extLst>
                <a:ext uri="{FF2B5EF4-FFF2-40B4-BE49-F238E27FC236}">
                  <a16:creationId xmlns:a16="http://schemas.microsoft.com/office/drawing/2014/main" id="{20B0C69D-2EFF-CC4C-91E3-DE028EA90E90}"/>
                </a:ext>
              </a:extLst>
            </p:cNvPr>
            <p:cNvSpPr/>
            <p:nvPr/>
          </p:nvSpPr>
          <p:spPr bwMode="auto">
            <a:xfrm>
              <a:off x="2160214" y="1673603"/>
              <a:ext cx="547457" cy="160263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rgbClr val="3333CC">
                <a:lumMod val="60000"/>
                <a:lumOff val="40000"/>
              </a:srgbClr>
            </a:solidFill>
            <a:ln w="952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1084" name="Freeform 1083">
              <a:extLst>
                <a:ext uri="{FF2B5EF4-FFF2-40B4-BE49-F238E27FC236}">
                  <a16:creationId xmlns:a16="http://schemas.microsoft.com/office/drawing/2014/main" id="{8F166C83-2DE4-AA4C-934F-358B1ABBD0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426" y="1633537"/>
              <a:ext cx="663031" cy="111611"/>
            </a:xfrm>
            <a:custGeom>
              <a:avLst/>
              <a:gdLst>
                <a:gd name="T0" fmla="*/ 0 w 3723451"/>
                <a:gd name="T1" fmla="*/ 27306 h 932950"/>
                <a:gd name="T2" fmla="*/ 116665 w 3723451"/>
                <a:gd name="T3" fmla="*/ 322 h 932950"/>
                <a:gd name="T4" fmla="*/ 330456 w 3723451"/>
                <a:gd name="T5" fmla="*/ 62276 h 932950"/>
                <a:gd name="T6" fmla="*/ 534416 w 3723451"/>
                <a:gd name="T7" fmla="*/ 0 h 932950"/>
                <a:gd name="T8" fmla="*/ 663031 w 3723451"/>
                <a:gd name="T9" fmla="*/ 24782 h 932950"/>
                <a:gd name="T10" fmla="*/ 567342 w 3723451"/>
                <a:gd name="T11" fmla="*/ 55255 h 932950"/>
                <a:gd name="T12" fmla="*/ 536534 w 3723451"/>
                <a:gd name="T13" fmla="*/ 47039 h 932950"/>
                <a:gd name="T14" fmla="*/ 334213 w 3723451"/>
                <a:gd name="T15" fmla="*/ 111611 h 932950"/>
                <a:gd name="T16" fmla="*/ 126716 w 3723451"/>
                <a:gd name="T17" fmla="*/ 49415 h 932950"/>
                <a:gd name="T18" fmla="*/ 93168 w 3723451"/>
                <a:gd name="T19" fmla="*/ 56127 h 932950"/>
                <a:gd name="T20" fmla="*/ 0 w 3723451"/>
                <a:gd name="T21" fmla="*/ 27306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85" name="Freeform 1084">
              <a:extLst>
                <a:ext uri="{FF2B5EF4-FFF2-40B4-BE49-F238E27FC236}">
                  <a16:creationId xmlns:a16="http://schemas.microsoft.com/office/drawing/2014/main" id="{64120D6F-CF36-7A4B-868D-9522C1F7945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7351" y="1727977"/>
              <a:ext cx="243314" cy="97303"/>
            </a:xfrm>
            <a:custGeom>
              <a:avLst/>
              <a:gdLst>
                <a:gd name="T0" fmla="*/ 0 w 1366596"/>
                <a:gd name="T1" fmla="*/ 0 h 809868"/>
                <a:gd name="T2" fmla="*/ 243314 w 1366596"/>
                <a:gd name="T3" fmla="*/ 75189 h 809868"/>
                <a:gd name="T4" fmla="*/ 154017 w 1366596"/>
                <a:gd name="T5" fmla="*/ 97303 h 809868"/>
                <a:gd name="T6" fmla="*/ 819 w 1366596"/>
                <a:gd name="T7" fmla="*/ 51416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86" name="Freeform 1085">
              <a:extLst>
                <a:ext uri="{FF2B5EF4-FFF2-40B4-BE49-F238E27FC236}">
                  <a16:creationId xmlns:a16="http://schemas.microsoft.com/office/drawing/2014/main" id="{8477E0BD-F61A-594C-8419-6BA64D7DFC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0260" y="1730839"/>
              <a:ext cx="240274" cy="97303"/>
            </a:xfrm>
            <a:custGeom>
              <a:avLst/>
              <a:gdLst>
                <a:gd name="T0" fmla="*/ 236994 w 1348191"/>
                <a:gd name="T1" fmla="*/ 0 h 791462"/>
                <a:gd name="T2" fmla="*/ 240274 w 1348191"/>
                <a:gd name="T3" fmla="*/ 46954 h 791462"/>
                <a:gd name="T4" fmla="*/ 86925 w 1348191"/>
                <a:gd name="T5" fmla="*/ 97303 h 791462"/>
                <a:gd name="T6" fmla="*/ 0 w 1348191"/>
                <a:gd name="T7" fmla="*/ 75240 h 791462"/>
                <a:gd name="T8" fmla="*/ 236994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cxnSp>
          <p:nvCxnSpPr>
            <p:cNvPr id="1087" name="Straight Connector 1086">
              <a:extLst>
                <a:ext uri="{FF2B5EF4-FFF2-40B4-BE49-F238E27FC236}">
                  <a16:creationId xmlns:a16="http://schemas.microsoft.com/office/drawing/2014/main" id="{53F7848D-82FC-7641-AC58-517C9B2FB854}"/>
                </a:ext>
              </a:extLst>
            </p:cNvPr>
            <p:cNvCxnSpPr>
              <a:cxnSpLocks noChangeShapeType="1"/>
              <a:endCxn id="1082" idx="2"/>
            </p:cNvCxnSpPr>
            <p:nvPr/>
          </p:nvCxnSpPr>
          <p:spPr bwMode="auto">
            <a:xfrm flipH="1" flipV="1">
              <a:off x="1871277" y="1736563"/>
              <a:ext cx="3042" cy="123058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088" name="Straight Connector 1087">
              <a:extLst>
                <a:ext uri="{FF2B5EF4-FFF2-40B4-BE49-F238E27FC236}">
                  <a16:creationId xmlns:a16="http://schemas.microsoft.com/office/drawing/2014/main" id="{EA830BBF-D185-DB42-96F5-34C5273F4B6F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606" y="1733700"/>
              <a:ext cx="3042" cy="123060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1089" name="Group 347">
            <a:extLst>
              <a:ext uri="{FF2B5EF4-FFF2-40B4-BE49-F238E27FC236}">
                <a16:creationId xmlns:a16="http://schemas.microsoft.com/office/drawing/2014/main" id="{B6A937C7-17A9-A648-A780-A8D67F2249E6}"/>
              </a:ext>
            </a:extLst>
          </p:cNvPr>
          <p:cNvGrpSpPr>
            <a:grpSpLocks/>
          </p:cNvGrpSpPr>
          <p:nvPr/>
        </p:nvGrpSpPr>
        <p:grpSpPr bwMode="auto">
          <a:xfrm>
            <a:off x="6916593" y="6209680"/>
            <a:ext cx="588962" cy="242887"/>
            <a:chOff x="1871277" y="1576300"/>
            <a:chExt cx="1128371" cy="437861"/>
          </a:xfrm>
        </p:grpSpPr>
        <p:sp>
          <p:nvSpPr>
            <p:cNvPr id="1090" name="Oval 1089">
              <a:extLst>
                <a:ext uri="{FF2B5EF4-FFF2-40B4-BE49-F238E27FC236}">
                  <a16:creationId xmlns:a16="http://schemas.microsoft.com/office/drawing/2014/main" id="{21A30E2F-9F7B-DC47-908B-38849C8FE198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317" y="1693635"/>
              <a:ext cx="1125331" cy="320526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91" name="Rectangle 1090">
              <a:extLst>
                <a:ext uri="{FF2B5EF4-FFF2-40B4-BE49-F238E27FC236}">
                  <a16:creationId xmlns:a16="http://schemas.microsoft.com/office/drawing/2014/main" id="{368E56E7-1038-F843-8824-9F2406D135DC}"/>
                </a:ext>
              </a:extLst>
            </p:cNvPr>
            <p:cNvSpPr/>
            <p:nvPr/>
          </p:nvSpPr>
          <p:spPr bwMode="auto">
            <a:xfrm>
              <a:off x="1871277" y="1739424"/>
              <a:ext cx="1128371" cy="117336"/>
            </a:xfrm>
            <a:prstGeom prst="rect">
              <a:avLst/>
            </a:prstGeom>
            <a:gradFill rotWithShape="1">
              <a:gsLst>
                <a:gs pos="0">
                  <a:srgbClr val="3333CC">
                    <a:lumMod val="75000"/>
                  </a:srgbClr>
                </a:gs>
                <a:gs pos="53000">
                  <a:srgbClr val="3333CC">
                    <a:lumMod val="60000"/>
                    <a:lumOff val="40000"/>
                  </a:srgbClr>
                </a:gs>
                <a:gs pos="100000">
                  <a:srgbClr val="3333CC">
                    <a:lumMod val="75000"/>
                  </a:srgbClr>
                </a:gs>
              </a:gsLst>
              <a:lin ang="10800000" scaled="0"/>
            </a:gradFill>
            <a:ln w="25400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1092" name="Oval 1091">
              <a:extLst>
                <a:ext uri="{FF2B5EF4-FFF2-40B4-BE49-F238E27FC236}">
                  <a16:creationId xmlns:a16="http://schemas.microsoft.com/office/drawing/2014/main" id="{5E09C5D1-4489-9245-906B-AB737B65B939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331" cy="320526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93" name="Freeform 1092">
              <a:extLst>
                <a:ext uri="{FF2B5EF4-FFF2-40B4-BE49-F238E27FC236}">
                  <a16:creationId xmlns:a16="http://schemas.microsoft.com/office/drawing/2014/main" id="{60675A58-4EA5-F645-8293-8D562D37C4A7}"/>
                </a:ext>
              </a:extLst>
            </p:cNvPr>
            <p:cNvSpPr/>
            <p:nvPr/>
          </p:nvSpPr>
          <p:spPr bwMode="auto">
            <a:xfrm>
              <a:off x="2160212" y="1673603"/>
              <a:ext cx="547458" cy="160263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rgbClr val="3333CC">
                <a:lumMod val="60000"/>
                <a:lumOff val="40000"/>
              </a:srgbClr>
            </a:solidFill>
            <a:ln w="952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1094" name="Freeform 1093">
              <a:extLst>
                <a:ext uri="{FF2B5EF4-FFF2-40B4-BE49-F238E27FC236}">
                  <a16:creationId xmlns:a16="http://schemas.microsoft.com/office/drawing/2014/main" id="{936A0061-F839-A048-9329-4BA74387A8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426" y="1633537"/>
              <a:ext cx="663033" cy="111611"/>
            </a:xfrm>
            <a:custGeom>
              <a:avLst/>
              <a:gdLst>
                <a:gd name="T0" fmla="*/ 0 w 3723451"/>
                <a:gd name="T1" fmla="*/ 27306 h 932950"/>
                <a:gd name="T2" fmla="*/ 116665 w 3723451"/>
                <a:gd name="T3" fmla="*/ 322 h 932950"/>
                <a:gd name="T4" fmla="*/ 330457 w 3723451"/>
                <a:gd name="T5" fmla="*/ 62276 h 932950"/>
                <a:gd name="T6" fmla="*/ 534418 w 3723451"/>
                <a:gd name="T7" fmla="*/ 0 h 932950"/>
                <a:gd name="T8" fmla="*/ 663033 w 3723451"/>
                <a:gd name="T9" fmla="*/ 24782 h 932950"/>
                <a:gd name="T10" fmla="*/ 567343 w 3723451"/>
                <a:gd name="T11" fmla="*/ 55255 h 932950"/>
                <a:gd name="T12" fmla="*/ 536535 w 3723451"/>
                <a:gd name="T13" fmla="*/ 47039 h 932950"/>
                <a:gd name="T14" fmla="*/ 334214 w 3723451"/>
                <a:gd name="T15" fmla="*/ 111611 h 932950"/>
                <a:gd name="T16" fmla="*/ 126717 w 3723451"/>
                <a:gd name="T17" fmla="*/ 49415 h 932950"/>
                <a:gd name="T18" fmla="*/ 93168 w 3723451"/>
                <a:gd name="T19" fmla="*/ 56127 h 932950"/>
                <a:gd name="T20" fmla="*/ 0 w 3723451"/>
                <a:gd name="T21" fmla="*/ 27306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95" name="Freeform 1094">
              <a:extLst>
                <a:ext uri="{FF2B5EF4-FFF2-40B4-BE49-F238E27FC236}">
                  <a16:creationId xmlns:a16="http://schemas.microsoft.com/office/drawing/2014/main" id="{5010EAA9-D9FE-B348-B497-E58DC4A702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7350" y="1727977"/>
              <a:ext cx="243315" cy="97303"/>
            </a:xfrm>
            <a:custGeom>
              <a:avLst/>
              <a:gdLst>
                <a:gd name="T0" fmla="*/ 0 w 1366596"/>
                <a:gd name="T1" fmla="*/ 0 h 809868"/>
                <a:gd name="T2" fmla="*/ 243315 w 1366596"/>
                <a:gd name="T3" fmla="*/ 75189 h 809868"/>
                <a:gd name="T4" fmla="*/ 154017 w 1366596"/>
                <a:gd name="T5" fmla="*/ 97303 h 809868"/>
                <a:gd name="T6" fmla="*/ 819 w 1366596"/>
                <a:gd name="T7" fmla="*/ 51416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96" name="Freeform 1095">
              <a:extLst>
                <a:ext uri="{FF2B5EF4-FFF2-40B4-BE49-F238E27FC236}">
                  <a16:creationId xmlns:a16="http://schemas.microsoft.com/office/drawing/2014/main" id="{E2301F16-3352-1848-BBB4-2365D15D0F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0260" y="1730839"/>
              <a:ext cx="240272" cy="97303"/>
            </a:xfrm>
            <a:custGeom>
              <a:avLst/>
              <a:gdLst>
                <a:gd name="T0" fmla="*/ 236992 w 1348191"/>
                <a:gd name="T1" fmla="*/ 0 h 791462"/>
                <a:gd name="T2" fmla="*/ 240272 w 1348191"/>
                <a:gd name="T3" fmla="*/ 46954 h 791462"/>
                <a:gd name="T4" fmla="*/ 86924 w 1348191"/>
                <a:gd name="T5" fmla="*/ 97303 h 791462"/>
                <a:gd name="T6" fmla="*/ 0 w 1348191"/>
                <a:gd name="T7" fmla="*/ 75240 h 791462"/>
                <a:gd name="T8" fmla="*/ 236992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cxnSp>
          <p:nvCxnSpPr>
            <p:cNvPr id="1097" name="Straight Connector 1096">
              <a:extLst>
                <a:ext uri="{FF2B5EF4-FFF2-40B4-BE49-F238E27FC236}">
                  <a16:creationId xmlns:a16="http://schemas.microsoft.com/office/drawing/2014/main" id="{D853D2D6-514A-9847-BBC3-2AE928C8DAFB}"/>
                </a:ext>
              </a:extLst>
            </p:cNvPr>
            <p:cNvCxnSpPr>
              <a:cxnSpLocks noChangeShapeType="1"/>
              <a:endCxn id="1092" idx="2"/>
            </p:cNvCxnSpPr>
            <p:nvPr/>
          </p:nvCxnSpPr>
          <p:spPr bwMode="auto">
            <a:xfrm flipH="1" flipV="1">
              <a:off x="1871277" y="1736563"/>
              <a:ext cx="3040" cy="123058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098" name="Straight Connector 1097">
              <a:extLst>
                <a:ext uri="{FF2B5EF4-FFF2-40B4-BE49-F238E27FC236}">
                  <a16:creationId xmlns:a16="http://schemas.microsoft.com/office/drawing/2014/main" id="{0F7465E9-0BFE-964B-AB98-F93DD82101C2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608" y="1733700"/>
              <a:ext cx="3040" cy="123060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1099" name="Group 347">
            <a:extLst>
              <a:ext uri="{FF2B5EF4-FFF2-40B4-BE49-F238E27FC236}">
                <a16:creationId xmlns:a16="http://schemas.microsoft.com/office/drawing/2014/main" id="{B1B48B52-0F33-0442-B024-9A681DC9E147}"/>
              </a:ext>
            </a:extLst>
          </p:cNvPr>
          <p:cNvGrpSpPr>
            <a:grpSpLocks/>
          </p:cNvGrpSpPr>
          <p:nvPr/>
        </p:nvGrpSpPr>
        <p:grpSpPr bwMode="auto">
          <a:xfrm>
            <a:off x="5452918" y="6301755"/>
            <a:ext cx="588962" cy="242887"/>
            <a:chOff x="1871277" y="1576300"/>
            <a:chExt cx="1128371" cy="437861"/>
          </a:xfrm>
        </p:grpSpPr>
        <p:sp>
          <p:nvSpPr>
            <p:cNvPr id="1100" name="Oval 1099">
              <a:extLst>
                <a:ext uri="{FF2B5EF4-FFF2-40B4-BE49-F238E27FC236}">
                  <a16:creationId xmlns:a16="http://schemas.microsoft.com/office/drawing/2014/main" id="{B2DB57CB-08BD-2F4D-A7ED-38936BBFA3D4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317" y="1693635"/>
              <a:ext cx="1125331" cy="320526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01" name="Rectangle 1100">
              <a:extLst>
                <a:ext uri="{FF2B5EF4-FFF2-40B4-BE49-F238E27FC236}">
                  <a16:creationId xmlns:a16="http://schemas.microsoft.com/office/drawing/2014/main" id="{C5A9C96D-A2BA-754F-A882-52122EB391BC}"/>
                </a:ext>
              </a:extLst>
            </p:cNvPr>
            <p:cNvSpPr/>
            <p:nvPr/>
          </p:nvSpPr>
          <p:spPr bwMode="auto">
            <a:xfrm>
              <a:off x="1871277" y="1739424"/>
              <a:ext cx="1128371" cy="117336"/>
            </a:xfrm>
            <a:prstGeom prst="rect">
              <a:avLst/>
            </a:prstGeom>
            <a:gradFill rotWithShape="1">
              <a:gsLst>
                <a:gs pos="0">
                  <a:srgbClr val="3333CC">
                    <a:lumMod val="75000"/>
                  </a:srgbClr>
                </a:gs>
                <a:gs pos="53000">
                  <a:srgbClr val="3333CC">
                    <a:lumMod val="60000"/>
                    <a:lumOff val="40000"/>
                  </a:srgbClr>
                </a:gs>
                <a:gs pos="100000">
                  <a:srgbClr val="3333CC">
                    <a:lumMod val="75000"/>
                  </a:srgbClr>
                </a:gs>
              </a:gsLst>
              <a:lin ang="10800000" scaled="0"/>
            </a:gradFill>
            <a:ln w="25400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1102" name="Oval 1101">
              <a:extLst>
                <a:ext uri="{FF2B5EF4-FFF2-40B4-BE49-F238E27FC236}">
                  <a16:creationId xmlns:a16="http://schemas.microsoft.com/office/drawing/2014/main" id="{83C4800F-B303-9446-B339-EF2E78D32E45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331" cy="320526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03" name="Freeform 1102">
              <a:extLst>
                <a:ext uri="{FF2B5EF4-FFF2-40B4-BE49-F238E27FC236}">
                  <a16:creationId xmlns:a16="http://schemas.microsoft.com/office/drawing/2014/main" id="{8248D620-997C-1B4D-A023-5CD8220FC4D0}"/>
                </a:ext>
              </a:extLst>
            </p:cNvPr>
            <p:cNvSpPr/>
            <p:nvPr/>
          </p:nvSpPr>
          <p:spPr bwMode="auto">
            <a:xfrm>
              <a:off x="2160212" y="1673603"/>
              <a:ext cx="547458" cy="160263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rgbClr val="3333CC">
                <a:lumMod val="60000"/>
                <a:lumOff val="40000"/>
              </a:srgbClr>
            </a:solidFill>
            <a:ln w="952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1104" name="Freeform 1103">
              <a:extLst>
                <a:ext uri="{FF2B5EF4-FFF2-40B4-BE49-F238E27FC236}">
                  <a16:creationId xmlns:a16="http://schemas.microsoft.com/office/drawing/2014/main" id="{906FE13D-AC05-AA42-853B-9FAC9CA250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426" y="1633537"/>
              <a:ext cx="663033" cy="111611"/>
            </a:xfrm>
            <a:custGeom>
              <a:avLst/>
              <a:gdLst>
                <a:gd name="T0" fmla="*/ 0 w 3723451"/>
                <a:gd name="T1" fmla="*/ 27306 h 932950"/>
                <a:gd name="T2" fmla="*/ 116665 w 3723451"/>
                <a:gd name="T3" fmla="*/ 322 h 932950"/>
                <a:gd name="T4" fmla="*/ 330457 w 3723451"/>
                <a:gd name="T5" fmla="*/ 62276 h 932950"/>
                <a:gd name="T6" fmla="*/ 534418 w 3723451"/>
                <a:gd name="T7" fmla="*/ 0 h 932950"/>
                <a:gd name="T8" fmla="*/ 663033 w 3723451"/>
                <a:gd name="T9" fmla="*/ 24782 h 932950"/>
                <a:gd name="T10" fmla="*/ 567343 w 3723451"/>
                <a:gd name="T11" fmla="*/ 55255 h 932950"/>
                <a:gd name="T12" fmla="*/ 536535 w 3723451"/>
                <a:gd name="T13" fmla="*/ 47039 h 932950"/>
                <a:gd name="T14" fmla="*/ 334214 w 3723451"/>
                <a:gd name="T15" fmla="*/ 111611 h 932950"/>
                <a:gd name="T16" fmla="*/ 126717 w 3723451"/>
                <a:gd name="T17" fmla="*/ 49415 h 932950"/>
                <a:gd name="T18" fmla="*/ 93168 w 3723451"/>
                <a:gd name="T19" fmla="*/ 56127 h 932950"/>
                <a:gd name="T20" fmla="*/ 0 w 3723451"/>
                <a:gd name="T21" fmla="*/ 27306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05" name="Freeform 1104">
              <a:extLst>
                <a:ext uri="{FF2B5EF4-FFF2-40B4-BE49-F238E27FC236}">
                  <a16:creationId xmlns:a16="http://schemas.microsoft.com/office/drawing/2014/main" id="{DE4AB67E-E389-E747-AA8A-F557E3BDBA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7350" y="1727977"/>
              <a:ext cx="243315" cy="97303"/>
            </a:xfrm>
            <a:custGeom>
              <a:avLst/>
              <a:gdLst>
                <a:gd name="T0" fmla="*/ 0 w 1366596"/>
                <a:gd name="T1" fmla="*/ 0 h 809868"/>
                <a:gd name="T2" fmla="*/ 243315 w 1366596"/>
                <a:gd name="T3" fmla="*/ 75189 h 809868"/>
                <a:gd name="T4" fmla="*/ 154017 w 1366596"/>
                <a:gd name="T5" fmla="*/ 97303 h 809868"/>
                <a:gd name="T6" fmla="*/ 819 w 1366596"/>
                <a:gd name="T7" fmla="*/ 51416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06" name="Freeform 1105">
              <a:extLst>
                <a:ext uri="{FF2B5EF4-FFF2-40B4-BE49-F238E27FC236}">
                  <a16:creationId xmlns:a16="http://schemas.microsoft.com/office/drawing/2014/main" id="{A18C8CAC-63E9-E248-8397-1346071AD6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0260" y="1730839"/>
              <a:ext cx="240272" cy="97303"/>
            </a:xfrm>
            <a:custGeom>
              <a:avLst/>
              <a:gdLst>
                <a:gd name="T0" fmla="*/ 236992 w 1348191"/>
                <a:gd name="T1" fmla="*/ 0 h 791462"/>
                <a:gd name="T2" fmla="*/ 240272 w 1348191"/>
                <a:gd name="T3" fmla="*/ 46954 h 791462"/>
                <a:gd name="T4" fmla="*/ 86924 w 1348191"/>
                <a:gd name="T5" fmla="*/ 97303 h 791462"/>
                <a:gd name="T6" fmla="*/ 0 w 1348191"/>
                <a:gd name="T7" fmla="*/ 75240 h 791462"/>
                <a:gd name="T8" fmla="*/ 236992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cxnSp>
          <p:nvCxnSpPr>
            <p:cNvPr id="1107" name="Straight Connector 1106">
              <a:extLst>
                <a:ext uri="{FF2B5EF4-FFF2-40B4-BE49-F238E27FC236}">
                  <a16:creationId xmlns:a16="http://schemas.microsoft.com/office/drawing/2014/main" id="{73BEE8CD-92EF-AB4A-9223-19BD5734C8CF}"/>
                </a:ext>
              </a:extLst>
            </p:cNvPr>
            <p:cNvCxnSpPr>
              <a:cxnSpLocks noChangeShapeType="1"/>
              <a:endCxn id="1102" idx="2"/>
            </p:cNvCxnSpPr>
            <p:nvPr/>
          </p:nvCxnSpPr>
          <p:spPr bwMode="auto">
            <a:xfrm flipH="1" flipV="1">
              <a:off x="1871277" y="1736563"/>
              <a:ext cx="3040" cy="123058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108" name="Straight Connector 1107">
              <a:extLst>
                <a:ext uri="{FF2B5EF4-FFF2-40B4-BE49-F238E27FC236}">
                  <a16:creationId xmlns:a16="http://schemas.microsoft.com/office/drawing/2014/main" id="{5BC61A72-737C-4F4F-802A-7DAAF663B43B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608" y="1733700"/>
              <a:ext cx="3040" cy="123060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1110" name="Group 11">
            <a:extLst>
              <a:ext uri="{FF2B5EF4-FFF2-40B4-BE49-F238E27FC236}">
                <a16:creationId xmlns:a16="http://schemas.microsoft.com/office/drawing/2014/main" id="{E5217315-CB03-2542-94D5-3FA12A407609}"/>
              </a:ext>
            </a:extLst>
          </p:cNvPr>
          <p:cNvGrpSpPr>
            <a:grpSpLocks/>
          </p:cNvGrpSpPr>
          <p:nvPr/>
        </p:nvGrpSpPr>
        <p:grpSpPr bwMode="auto">
          <a:xfrm>
            <a:off x="4494536" y="2167905"/>
            <a:ext cx="3597875" cy="493470"/>
            <a:chOff x="2705100" y="2011398"/>
            <a:chExt cx="3597533" cy="493677"/>
          </a:xfrm>
        </p:grpSpPr>
        <p:sp>
          <p:nvSpPr>
            <p:cNvPr id="1135" name="Oval 1134">
              <a:extLst>
                <a:ext uri="{FF2B5EF4-FFF2-40B4-BE49-F238E27FC236}">
                  <a16:creationId xmlns:a16="http://schemas.microsoft.com/office/drawing/2014/main" id="{57A6E143-0094-5D49-8A05-004EA3A97A71}"/>
                </a:ext>
              </a:extLst>
            </p:cNvPr>
            <p:cNvSpPr/>
            <p:nvPr/>
          </p:nvSpPr>
          <p:spPr bwMode="auto">
            <a:xfrm>
              <a:off x="2722092" y="2011398"/>
              <a:ext cx="3581060" cy="492331"/>
            </a:xfrm>
            <a:prstGeom prst="ellipse">
              <a:avLst/>
            </a:prstGeom>
            <a:solidFill>
              <a:srgbClr val="FFFFFF">
                <a:alpha val="42000"/>
              </a:srgbClr>
            </a:solidFill>
            <a:ln w="317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1136" name="Oval 1135">
              <a:extLst>
                <a:ext uri="{FF2B5EF4-FFF2-40B4-BE49-F238E27FC236}">
                  <a16:creationId xmlns:a16="http://schemas.microsoft.com/office/drawing/2014/main" id="{431997AA-2888-D042-A558-B6DE0F737D3F}"/>
                </a:ext>
              </a:extLst>
            </p:cNvPr>
            <p:cNvSpPr/>
            <p:nvPr/>
          </p:nvSpPr>
          <p:spPr bwMode="auto">
            <a:xfrm>
              <a:off x="2704632" y="2012986"/>
              <a:ext cx="3581060" cy="492331"/>
            </a:xfrm>
            <a:prstGeom prst="ellipse">
              <a:avLst/>
            </a:prstGeom>
            <a:solidFill>
              <a:srgbClr val="CC0000">
                <a:alpha val="42000"/>
              </a:srgbClr>
            </a:solidFill>
            <a:ln w="3175" cap="flat" cmpd="sng" algn="ctr">
              <a:solidFill>
                <a:srgbClr val="CC0000"/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1137" name="TextBox 389">
              <a:extLst>
                <a:ext uri="{FF2B5EF4-FFF2-40B4-BE49-F238E27FC236}">
                  <a16:creationId xmlns:a16="http://schemas.microsoft.com/office/drawing/2014/main" id="{D0AF8FB3-4D5B-7B4A-8B82-CF15E8A6F1F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52664" y="2127167"/>
              <a:ext cx="2057700" cy="29612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ts val="1475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Remote Controller</a:t>
              </a:r>
            </a:p>
          </p:txBody>
        </p:sp>
      </p:grpSp>
      <p:grpSp>
        <p:nvGrpSpPr>
          <p:cNvPr id="3" name="Group 2">
            <a:extLst>
              <a:ext uri="{FF2B5EF4-FFF2-40B4-BE49-F238E27FC236}">
                <a16:creationId xmlns:a16="http://schemas.microsoft.com/office/drawing/2014/main" id="{370F660B-2991-C94D-80D9-F1429AC36768}"/>
              </a:ext>
            </a:extLst>
          </p:cNvPr>
          <p:cNvGrpSpPr/>
          <p:nvPr/>
        </p:nvGrpSpPr>
        <p:grpSpPr>
          <a:xfrm>
            <a:off x="3674918" y="4177613"/>
            <a:ext cx="5095875" cy="822392"/>
            <a:chOff x="3674918" y="4177613"/>
            <a:chExt cx="5095875" cy="822392"/>
          </a:xfrm>
        </p:grpSpPr>
        <p:grpSp>
          <p:nvGrpSpPr>
            <p:cNvPr id="1111" name="Group 441">
              <a:extLst>
                <a:ext uri="{FF2B5EF4-FFF2-40B4-BE49-F238E27FC236}">
                  <a16:creationId xmlns:a16="http://schemas.microsoft.com/office/drawing/2014/main" id="{0C03A32C-FA65-214B-B936-B6E1B2C384A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674918" y="4177613"/>
              <a:ext cx="923628" cy="405783"/>
              <a:chOff x="2705100" y="2011398"/>
              <a:chExt cx="3597533" cy="493677"/>
            </a:xfrm>
          </p:grpSpPr>
          <p:sp>
            <p:nvSpPr>
              <p:cNvPr id="1132" name="Oval 1131">
                <a:extLst>
                  <a:ext uri="{FF2B5EF4-FFF2-40B4-BE49-F238E27FC236}">
                    <a16:creationId xmlns:a16="http://schemas.microsoft.com/office/drawing/2014/main" id="{F74AE388-0960-CF47-B1A1-1ABEEB3A9CAF}"/>
                  </a:ext>
                </a:extLst>
              </p:cNvPr>
              <p:cNvSpPr/>
              <p:nvPr/>
            </p:nvSpPr>
            <p:spPr bwMode="auto">
              <a:xfrm>
                <a:off x="2723648" y="2011480"/>
                <a:ext cx="3580142" cy="492496"/>
              </a:xfrm>
              <a:prstGeom prst="ellipse">
                <a:avLst/>
              </a:prstGeom>
              <a:solidFill>
                <a:srgbClr val="FFFFFF">
                  <a:alpha val="42000"/>
                </a:srgbClr>
              </a:solidFill>
              <a:ln w="317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1133" name="Oval 1132">
                <a:extLst>
                  <a:ext uri="{FF2B5EF4-FFF2-40B4-BE49-F238E27FC236}">
                    <a16:creationId xmlns:a16="http://schemas.microsoft.com/office/drawing/2014/main" id="{1181AFDF-673F-BE48-B342-3AE78D0EFECC}"/>
                  </a:ext>
                </a:extLst>
              </p:cNvPr>
              <p:cNvSpPr/>
              <p:nvPr/>
            </p:nvSpPr>
            <p:spPr bwMode="auto">
              <a:xfrm>
                <a:off x="2705100" y="2013410"/>
                <a:ext cx="3580138" cy="492497"/>
              </a:xfrm>
              <a:prstGeom prst="ellipse">
                <a:avLst/>
              </a:prstGeom>
              <a:solidFill>
                <a:srgbClr val="CC0000">
                  <a:alpha val="42000"/>
                </a:srgbClr>
              </a:solidFill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1134" name="TextBox 389">
                <a:extLst>
                  <a:ext uri="{FF2B5EF4-FFF2-40B4-BE49-F238E27FC236}">
                    <a16:creationId xmlns:a16="http://schemas.microsoft.com/office/drawing/2014/main" id="{F3932BCA-D430-FC40-B54E-015140A71EF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901810" y="2127167"/>
                <a:ext cx="1159411" cy="29612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ts val="1475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CA</a:t>
                </a:r>
              </a:p>
            </p:txBody>
          </p:sp>
        </p:grpSp>
        <p:grpSp>
          <p:nvGrpSpPr>
            <p:cNvPr id="1112" name="Group 16">
              <a:extLst>
                <a:ext uri="{FF2B5EF4-FFF2-40B4-BE49-F238E27FC236}">
                  <a16:creationId xmlns:a16="http://schemas.microsoft.com/office/drawing/2014/main" id="{C3F9499B-4024-2B4E-8994-25AA993B23C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338708" y="4714256"/>
              <a:ext cx="463612" cy="285749"/>
              <a:chOff x="3558850" y="4573304"/>
              <a:chExt cx="463568" cy="285869"/>
            </a:xfrm>
          </p:grpSpPr>
          <p:grpSp>
            <p:nvGrpSpPr>
              <p:cNvPr id="1128" name="Group 12">
                <a:extLst>
                  <a:ext uri="{FF2B5EF4-FFF2-40B4-BE49-F238E27FC236}">
                    <a16:creationId xmlns:a16="http://schemas.microsoft.com/office/drawing/2014/main" id="{643660C7-BD5F-8243-BB52-5E41566520B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558850" y="4577634"/>
                <a:ext cx="463568" cy="262710"/>
                <a:chOff x="3558850" y="4577634"/>
                <a:chExt cx="463568" cy="262710"/>
              </a:xfrm>
            </p:grpSpPr>
            <p:sp>
              <p:nvSpPr>
                <p:cNvPr id="1130" name="Oval 1129">
                  <a:extLst>
                    <a:ext uri="{FF2B5EF4-FFF2-40B4-BE49-F238E27FC236}">
                      <a16:creationId xmlns:a16="http://schemas.microsoft.com/office/drawing/2014/main" id="{EB6F94A5-07EA-824D-BCE4-E412F1D275A9}"/>
                    </a:ext>
                  </a:extLst>
                </p:cNvPr>
                <p:cNvSpPr/>
                <p:nvPr/>
              </p:nvSpPr>
              <p:spPr bwMode="auto">
                <a:xfrm>
                  <a:off x="3573046" y="4578067"/>
                  <a:ext cx="439696" cy="260459"/>
                </a:xfrm>
                <a:prstGeom prst="ellipse">
                  <a:avLst/>
                </a:prstGeom>
                <a:solidFill>
                  <a:srgbClr val="FFFFFF">
                    <a:alpha val="42000"/>
                  </a:srgbClr>
                </a:solidFill>
                <a:ln w="317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131" name="Oval 1130">
                  <a:extLst>
                    <a:ext uri="{FF2B5EF4-FFF2-40B4-BE49-F238E27FC236}">
                      <a16:creationId xmlns:a16="http://schemas.microsoft.com/office/drawing/2014/main" id="{3AFA8449-4699-DE4E-AD4F-2F50FF91F472}"/>
                    </a:ext>
                  </a:extLst>
                </p:cNvPr>
                <p:cNvSpPr/>
                <p:nvPr/>
              </p:nvSpPr>
              <p:spPr bwMode="auto">
                <a:xfrm>
                  <a:off x="3558760" y="4587596"/>
                  <a:ext cx="463506" cy="252519"/>
                </a:xfrm>
                <a:prstGeom prst="ellipse">
                  <a:avLst/>
                </a:prstGeom>
                <a:solidFill>
                  <a:srgbClr val="CC0000">
                    <a:alpha val="42000"/>
                  </a:srgbClr>
                </a:solidFill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129" name="TextBox 389">
                <a:extLst>
                  <a:ext uri="{FF2B5EF4-FFF2-40B4-BE49-F238E27FC236}">
                    <a16:creationId xmlns:a16="http://schemas.microsoft.com/office/drawing/2014/main" id="{64D840F2-5A70-9E44-A243-26989818507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565935" y="4573304"/>
                <a:ext cx="434071" cy="28586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ts val="1475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CA</a:t>
                </a: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1113" name="Group 450">
              <a:extLst>
                <a:ext uri="{FF2B5EF4-FFF2-40B4-BE49-F238E27FC236}">
                  <a16:creationId xmlns:a16="http://schemas.microsoft.com/office/drawing/2014/main" id="{AADDBF22-BF75-E042-B015-F1D30A1937C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118930" y="4712138"/>
              <a:ext cx="463612" cy="285749"/>
              <a:chOff x="3558850" y="4573304"/>
              <a:chExt cx="463568" cy="285869"/>
            </a:xfrm>
          </p:grpSpPr>
          <p:grpSp>
            <p:nvGrpSpPr>
              <p:cNvPr id="1124" name="Group 451">
                <a:extLst>
                  <a:ext uri="{FF2B5EF4-FFF2-40B4-BE49-F238E27FC236}">
                    <a16:creationId xmlns:a16="http://schemas.microsoft.com/office/drawing/2014/main" id="{BD64AF44-6F7F-1747-8E26-3E6D0EDDA01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558850" y="4577634"/>
                <a:ext cx="463568" cy="262710"/>
                <a:chOff x="3558850" y="4577634"/>
                <a:chExt cx="463568" cy="262710"/>
              </a:xfrm>
            </p:grpSpPr>
            <p:sp>
              <p:nvSpPr>
                <p:cNvPr id="1126" name="Oval 1125">
                  <a:extLst>
                    <a:ext uri="{FF2B5EF4-FFF2-40B4-BE49-F238E27FC236}">
                      <a16:creationId xmlns:a16="http://schemas.microsoft.com/office/drawing/2014/main" id="{B13E6B0A-9B22-874D-A5BB-CAB7052B0E58}"/>
                    </a:ext>
                  </a:extLst>
                </p:cNvPr>
                <p:cNvSpPr/>
                <p:nvPr/>
              </p:nvSpPr>
              <p:spPr bwMode="auto">
                <a:xfrm>
                  <a:off x="3573874" y="4581775"/>
                  <a:ext cx="439696" cy="257283"/>
                </a:xfrm>
                <a:prstGeom prst="ellipse">
                  <a:avLst/>
                </a:prstGeom>
                <a:solidFill>
                  <a:srgbClr val="FFFFFF">
                    <a:alpha val="42000"/>
                  </a:srgbClr>
                </a:solidFill>
                <a:ln w="317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127" name="Oval 1126">
                  <a:extLst>
                    <a:ext uri="{FF2B5EF4-FFF2-40B4-BE49-F238E27FC236}">
                      <a16:creationId xmlns:a16="http://schemas.microsoft.com/office/drawing/2014/main" id="{88C69275-D6D4-D64E-9433-86A12EE44DC2}"/>
                    </a:ext>
                  </a:extLst>
                </p:cNvPr>
                <p:cNvSpPr/>
                <p:nvPr/>
              </p:nvSpPr>
              <p:spPr bwMode="auto">
                <a:xfrm>
                  <a:off x="3559588" y="4591304"/>
                  <a:ext cx="463506" cy="249341"/>
                </a:xfrm>
                <a:prstGeom prst="ellipse">
                  <a:avLst/>
                </a:prstGeom>
                <a:solidFill>
                  <a:srgbClr val="CC0000">
                    <a:alpha val="42000"/>
                  </a:srgbClr>
                </a:solidFill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125" name="TextBox 389">
                <a:extLst>
                  <a:ext uri="{FF2B5EF4-FFF2-40B4-BE49-F238E27FC236}">
                    <a16:creationId xmlns:a16="http://schemas.microsoft.com/office/drawing/2014/main" id="{137E9DC6-E808-9244-BE10-49D98EA5A17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565935" y="4573304"/>
                <a:ext cx="434071" cy="28586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ts val="1475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CA</a:t>
                </a: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1114" name="Group 455">
              <a:extLst>
                <a:ext uri="{FF2B5EF4-FFF2-40B4-BE49-F238E27FC236}">
                  <a16:creationId xmlns:a16="http://schemas.microsoft.com/office/drawing/2014/main" id="{F9EC1EDD-92AD-2245-AE89-053A0D1F0A4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319300" y="4710021"/>
              <a:ext cx="463612" cy="285749"/>
              <a:chOff x="3558850" y="4573304"/>
              <a:chExt cx="463568" cy="285869"/>
            </a:xfrm>
          </p:grpSpPr>
          <p:grpSp>
            <p:nvGrpSpPr>
              <p:cNvPr id="1120" name="Group 456">
                <a:extLst>
                  <a:ext uri="{FF2B5EF4-FFF2-40B4-BE49-F238E27FC236}">
                    <a16:creationId xmlns:a16="http://schemas.microsoft.com/office/drawing/2014/main" id="{CB1EA6B7-79F6-7C4E-B31B-F6338BD15A2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558850" y="4577634"/>
                <a:ext cx="463568" cy="262710"/>
                <a:chOff x="3558850" y="4577634"/>
                <a:chExt cx="463568" cy="262710"/>
              </a:xfrm>
            </p:grpSpPr>
            <p:sp>
              <p:nvSpPr>
                <p:cNvPr id="1122" name="Oval 1121">
                  <a:extLst>
                    <a:ext uri="{FF2B5EF4-FFF2-40B4-BE49-F238E27FC236}">
                      <a16:creationId xmlns:a16="http://schemas.microsoft.com/office/drawing/2014/main" id="{9BF9A7D0-3676-5B44-9F92-551F82BA815A}"/>
                    </a:ext>
                  </a:extLst>
                </p:cNvPr>
                <p:cNvSpPr/>
                <p:nvPr/>
              </p:nvSpPr>
              <p:spPr bwMode="auto">
                <a:xfrm>
                  <a:off x="3573654" y="4577540"/>
                  <a:ext cx="439696" cy="260459"/>
                </a:xfrm>
                <a:prstGeom prst="ellipse">
                  <a:avLst/>
                </a:prstGeom>
                <a:solidFill>
                  <a:srgbClr val="FFFFFF">
                    <a:alpha val="42000"/>
                  </a:srgbClr>
                </a:solidFill>
                <a:ln w="317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123" name="Oval 1122">
                  <a:extLst>
                    <a:ext uri="{FF2B5EF4-FFF2-40B4-BE49-F238E27FC236}">
                      <a16:creationId xmlns:a16="http://schemas.microsoft.com/office/drawing/2014/main" id="{F3145DFC-AFCD-7043-8580-05CA0BB4CB0F}"/>
                    </a:ext>
                  </a:extLst>
                </p:cNvPr>
                <p:cNvSpPr/>
                <p:nvPr/>
              </p:nvSpPr>
              <p:spPr bwMode="auto">
                <a:xfrm>
                  <a:off x="3559368" y="4587069"/>
                  <a:ext cx="463506" cy="252518"/>
                </a:xfrm>
                <a:prstGeom prst="ellipse">
                  <a:avLst/>
                </a:prstGeom>
                <a:solidFill>
                  <a:srgbClr val="CC0000">
                    <a:alpha val="42000"/>
                  </a:srgbClr>
                </a:solidFill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121" name="TextBox 389">
                <a:extLst>
                  <a:ext uri="{FF2B5EF4-FFF2-40B4-BE49-F238E27FC236}">
                    <a16:creationId xmlns:a16="http://schemas.microsoft.com/office/drawing/2014/main" id="{F248CEB0-87E6-A44A-A50F-5C3EC5372B5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565935" y="4573304"/>
                <a:ext cx="434071" cy="28586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ts val="1475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CA</a:t>
                </a: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1115" name="Group 460">
              <a:extLst>
                <a:ext uri="{FF2B5EF4-FFF2-40B4-BE49-F238E27FC236}">
                  <a16:creationId xmlns:a16="http://schemas.microsoft.com/office/drawing/2014/main" id="{4F7BA808-3479-484C-BAF0-5CC1FD0331E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307181" y="4707904"/>
              <a:ext cx="463612" cy="285749"/>
              <a:chOff x="3558850" y="4573304"/>
              <a:chExt cx="463568" cy="285869"/>
            </a:xfrm>
          </p:grpSpPr>
          <p:grpSp>
            <p:nvGrpSpPr>
              <p:cNvPr id="1116" name="Group 461">
                <a:extLst>
                  <a:ext uri="{FF2B5EF4-FFF2-40B4-BE49-F238E27FC236}">
                    <a16:creationId xmlns:a16="http://schemas.microsoft.com/office/drawing/2014/main" id="{933FA7BC-47D5-ED48-85E7-B486D7CBCA9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558850" y="4577634"/>
                <a:ext cx="463568" cy="262710"/>
                <a:chOff x="3558850" y="4577634"/>
                <a:chExt cx="463568" cy="262710"/>
              </a:xfrm>
            </p:grpSpPr>
            <p:sp>
              <p:nvSpPr>
                <p:cNvPr id="1118" name="Oval 1117">
                  <a:extLst>
                    <a:ext uri="{FF2B5EF4-FFF2-40B4-BE49-F238E27FC236}">
                      <a16:creationId xmlns:a16="http://schemas.microsoft.com/office/drawing/2014/main" id="{BFFF1AA5-D313-234B-BDA6-40E287FD081F}"/>
                    </a:ext>
                  </a:extLst>
                </p:cNvPr>
                <p:cNvSpPr/>
                <p:nvPr/>
              </p:nvSpPr>
              <p:spPr bwMode="auto">
                <a:xfrm>
                  <a:off x="3573198" y="4578069"/>
                  <a:ext cx="439696" cy="260459"/>
                </a:xfrm>
                <a:prstGeom prst="ellipse">
                  <a:avLst/>
                </a:prstGeom>
                <a:solidFill>
                  <a:srgbClr val="FFFFFF">
                    <a:alpha val="42000"/>
                  </a:srgbClr>
                </a:solidFill>
                <a:ln w="317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119" name="Oval 1118">
                  <a:extLst>
                    <a:ext uri="{FF2B5EF4-FFF2-40B4-BE49-F238E27FC236}">
                      <a16:creationId xmlns:a16="http://schemas.microsoft.com/office/drawing/2014/main" id="{08D261B5-FBF3-B541-B8CA-B63F648BEF5C}"/>
                    </a:ext>
                  </a:extLst>
                </p:cNvPr>
                <p:cNvSpPr/>
                <p:nvPr/>
              </p:nvSpPr>
              <p:spPr bwMode="auto">
                <a:xfrm>
                  <a:off x="3558912" y="4587598"/>
                  <a:ext cx="463506" cy="252519"/>
                </a:xfrm>
                <a:prstGeom prst="ellipse">
                  <a:avLst/>
                </a:prstGeom>
                <a:solidFill>
                  <a:srgbClr val="CC0000">
                    <a:alpha val="42000"/>
                  </a:srgbClr>
                </a:solidFill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117" name="TextBox 389">
                <a:extLst>
                  <a:ext uri="{FF2B5EF4-FFF2-40B4-BE49-F238E27FC236}">
                    <a16:creationId xmlns:a16="http://schemas.microsoft.com/office/drawing/2014/main" id="{8386C9B3-5C0B-0443-98EF-8CDB1312E97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565935" y="4573304"/>
                <a:ext cx="434071" cy="28586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ts val="1475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CA</a:t>
                </a: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</p:grpSp>
      <p:grpSp>
        <p:nvGrpSpPr>
          <p:cNvPr id="1139" name="Group 1">
            <a:extLst>
              <a:ext uri="{FF2B5EF4-FFF2-40B4-BE49-F238E27FC236}">
                <a16:creationId xmlns:a16="http://schemas.microsoft.com/office/drawing/2014/main" id="{A228ACC2-6157-BF41-88C3-0A086417268A}"/>
              </a:ext>
            </a:extLst>
          </p:cNvPr>
          <p:cNvGrpSpPr>
            <a:grpSpLocks/>
          </p:cNvGrpSpPr>
          <p:nvPr/>
        </p:nvGrpSpPr>
        <p:grpSpPr bwMode="auto">
          <a:xfrm>
            <a:off x="2687493" y="5474667"/>
            <a:ext cx="2698750" cy="903288"/>
            <a:chOff x="938213" y="5237163"/>
            <a:chExt cx="2698750" cy="903287"/>
          </a:xfrm>
        </p:grpSpPr>
        <p:cxnSp>
          <p:nvCxnSpPr>
            <p:cNvPr id="1140" name="Straight Connector 1139">
              <a:extLst>
                <a:ext uri="{FF2B5EF4-FFF2-40B4-BE49-F238E27FC236}">
                  <a16:creationId xmlns:a16="http://schemas.microsoft.com/office/drawing/2014/main" id="{CB924182-B4D8-0F43-97E1-646C4E72A083}"/>
                </a:ext>
              </a:extLst>
            </p:cNvPr>
            <p:cNvCxnSpPr/>
            <p:nvPr/>
          </p:nvCxnSpPr>
          <p:spPr>
            <a:xfrm flipH="1">
              <a:off x="1282700" y="5802312"/>
              <a:ext cx="1508125" cy="1588"/>
            </a:xfrm>
            <a:prstGeom prst="line">
              <a:avLst/>
            </a:prstGeom>
            <a:noFill/>
            <a:ln w="9525" cap="flat" cmpd="sng" algn="ctr">
              <a:solidFill>
                <a:srgbClr val="000000"/>
              </a:solidFill>
              <a:prstDash val="solid"/>
            </a:ln>
            <a:effectLst/>
          </p:spPr>
        </p:cxnSp>
        <p:sp>
          <p:nvSpPr>
            <p:cNvPr id="1141" name="TextBox 265">
              <a:extLst>
                <a:ext uri="{FF2B5EF4-FFF2-40B4-BE49-F238E27FC236}">
                  <a16:creationId xmlns:a16="http://schemas.microsoft.com/office/drawing/2014/main" id="{CFD0B0F1-D70C-5245-B37A-C9A4ABCBEF3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98813" y="5473700"/>
              <a:ext cx="263525" cy="276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</a:t>
              </a:r>
            </a:p>
          </p:txBody>
        </p:sp>
        <p:sp>
          <p:nvSpPr>
            <p:cNvPr id="1142" name="TextBox 281">
              <a:extLst>
                <a:ext uri="{FF2B5EF4-FFF2-40B4-BE49-F238E27FC236}">
                  <a16:creationId xmlns:a16="http://schemas.microsoft.com/office/drawing/2014/main" id="{6C507E5B-C87D-FA46-A331-4ABAB6B8A24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373438" y="5761038"/>
              <a:ext cx="263525" cy="276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2</a:t>
              </a:r>
            </a:p>
          </p:txBody>
        </p:sp>
        <p:grpSp>
          <p:nvGrpSpPr>
            <p:cNvPr id="1143" name="Group 5">
              <a:extLst>
                <a:ext uri="{FF2B5EF4-FFF2-40B4-BE49-F238E27FC236}">
                  <a16:creationId xmlns:a16="http://schemas.microsoft.com/office/drawing/2014/main" id="{1A707F03-E0B2-FF48-9597-B751067AD9A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38213" y="5237163"/>
              <a:ext cx="1616075" cy="487362"/>
              <a:chOff x="-4079003" y="2717403"/>
              <a:chExt cx="1616718" cy="488475"/>
            </a:xfrm>
          </p:grpSpPr>
          <p:sp>
            <p:nvSpPr>
              <p:cNvPr id="1157" name="Rectangle 98">
                <a:extLst>
                  <a:ext uri="{FF2B5EF4-FFF2-40B4-BE49-F238E27FC236}">
                    <a16:creationId xmlns:a16="http://schemas.microsoft.com/office/drawing/2014/main" id="{CA6EA6FC-3469-1A42-8A1A-7ABEC47FF2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4079003" y="2985994"/>
                <a:ext cx="1281675" cy="208750"/>
              </a:xfrm>
              <a:prstGeom prst="rect">
                <a:avLst/>
              </a:prstGeom>
              <a:solidFill>
                <a:srgbClr val="3333CC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>
                <a:outerShdw blurRad="50800" dist="38100" dir="18900000" algn="bl" rotWithShape="0">
                  <a:prstClr val="black">
                    <a:alpha val="40000"/>
                  </a:prstClr>
                </a:outerShdw>
              </a:effec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158" name="Line 99">
                <a:extLst>
                  <a:ext uri="{FF2B5EF4-FFF2-40B4-BE49-F238E27FC236}">
                    <a16:creationId xmlns:a16="http://schemas.microsoft.com/office/drawing/2014/main" id="{8B52FDA0-6129-4D4D-AB34-6E31B5746EA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-2933828" y="3101502"/>
                <a:ext cx="471543" cy="0"/>
              </a:xfrm>
              <a:prstGeom prst="line">
                <a:avLst/>
              </a:prstGeom>
              <a:noFill/>
              <a:ln w="9525">
                <a:solidFill>
                  <a:srgbClr val="3333CC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159" name="Rectangle 104">
                <a:extLst>
                  <a:ext uri="{FF2B5EF4-FFF2-40B4-BE49-F238E27FC236}">
                    <a16:creationId xmlns:a16="http://schemas.microsoft.com/office/drawing/2014/main" id="{EF6D77F4-B510-3541-9758-82FBBD8239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3377007" y="2988777"/>
                <a:ext cx="476861" cy="210142"/>
              </a:xfrm>
              <a:prstGeom prst="rect">
                <a:avLst/>
              </a:prstGeom>
              <a:solidFill>
                <a:srgbClr val="00CC99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160" name="Text Box 105">
                <a:extLst>
                  <a:ext uri="{FF2B5EF4-FFF2-40B4-BE49-F238E27FC236}">
                    <a16:creationId xmlns:a16="http://schemas.microsoft.com/office/drawing/2014/main" id="{2AE0900E-8A8F-4A4D-BB87-414DFE5E1CA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-3430189" y="2965119"/>
                <a:ext cx="581451" cy="24075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2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0111</a:t>
                </a:r>
              </a:p>
            </p:txBody>
          </p:sp>
          <p:sp>
            <p:nvSpPr>
              <p:cNvPr id="1161" name="Line 119">
                <a:extLst>
                  <a:ext uri="{FF2B5EF4-FFF2-40B4-BE49-F238E27FC236}">
                    <a16:creationId xmlns:a16="http://schemas.microsoft.com/office/drawing/2014/main" id="{5B21AE9C-8AC8-434E-B3D3-DDFB36C485E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-3621642" y="2717403"/>
                <a:ext cx="405953" cy="30060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1144" name="Freeform 120">
              <a:extLst>
                <a:ext uri="{FF2B5EF4-FFF2-40B4-BE49-F238E27FC236}">
                  <a16:creationId xmlns:a16="http://schemas.microsoft.com/office/drawing/2014/main" id="{7959F5AF-96CF-CD42-95A7-B320D466FA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3963" y="5668963"/>
              <a:ext cx="982662" cy="233362"/>
            </a:xfrm>
            <a:custGeom>
              <a:avLst/>
              <a:gdLst>
                <a:gd name="T0" fmla="*/ 0 w 554"/>
                <a:gd name="T1" fmla="*/ 2147483647 h 167"/>
                <a:gd name="T2" fmla="*/ 2147483647 w 554"/>
                <a:gd name="T3" fmla="*/ 2147483647 h 167"/>
                <a:gd name="T4" fmla="*/ 2147483647 w 554"/>
                <a:gd name="T5" fmla="*/ 2147483647 h 167"/>
                <a:gd name="T6" fmla="*/ 0 60000 65536"/>
                <a:gd name="T7" fmla="*/ 0 60000 65536"/>
                <a:gd name="T8" fmla="*/ 0 60000 65536"/>
                <a:gd name="T9" fmla="*/ 0 w 554"/>
                <a:gd name="T10" fmla="*/ 0 h 167"/>
                <a:gd name="T11" fmla="*/ 554 w 554"/>
                <a:gd name="T12" fmla="*/ 167 h 167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54" h="167">
                  <a:moveTo>
                    <a:pt x="0" y="10"/>
                  </a:moveTo>
                  <a:cubicBezTo>
                    <a:pt x="102" y="0"/>
                    <a:pt x="240" y="5"/>
                    <a:pt x="324" y="26"/>
                  </a:cubicBezTo>
                  <a:cubicBezTo>
                    <a:pt x="416" y="52"/>
                    <a:pt x="502" y="120"/>
                    <a:pt x="554" y="167"/>
                  </a:cubicBezTo>
                </a:path>
              </a:pathLst>
            </a:custGeom>
            <a:noFill/>
            <a:ln w="57150" cmpd="sng">
              <a:solidFill>
                <a:srgbClr val="FF3300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1145" name="Group 357">
              <a:extLst>
                <a:ext uri="{FF2B5EF4-FFF2-40B4-BE49-F238E27FC236}">
                  <a16:creationId xmlns:a16="http://schemas.microsoft.com/office/drawing/2014/main" id="{4D59E87F-CE51-5F46-B516-9F402F55855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714625" y="5659438"/>
              <a:ext cx="565150" cy="293687"/>
              <a:chOff x="1871277" y="1576300"/>
              <a:chExt cx="1128371" cy="437861"/>
            </a:xfrm>
          </p:grpSpPr>
          <p:sp>
            <p:nvSpPr>
              <p:cNvPr id="1147" name="Oval 1146">
                <a:extLst>
                  <a:ext uri="{FF2B5EF4-FFF2-40B4-BE49-F238E27FC236}">
                    <a16:creationId xmlns:a16="http://schemas.microsoft.com/office/drawing/2014/main" id="{47BEE802-D705-FB42-955E-D825A1B513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1874448" y="1694641"/>
                <a:ext cx="1125200" cy="319521"/>
              </a:xfrm>
              <a:prstGeom prst="ellipse">
                <a:avLst/>
              </a:prstGeom>
              <a:gradFill rotWithShape="1">
                <a:gsLst>
                  <a:gs pos="0">
                    <a:srgbClr val="262699"/>
                  </a:gs>
                  <a:gs pos="53000">
                    <a:srgbClr val="8585E0"/>
                  </a:gs>
                  <a:gs pos="100000">
                    <a:srgbClr val="262699"/>
                  </a:gs>
                </a:gsLst>
                <a:lin ang="0" scaled="1"/>
              </a:gradFill>
              <a:ln w="6350">
                <a:solidFill>
                  <a:srgbClr val="000000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148" name="Rectangle 1147">
                <a:extLst>
                  <a:ext uri="{FF2B5EF4-FFF2-40B4-BE49-F238E27FC236}">
                    <a16:creationId xmlns:a16="http://schemas.microsoft.com/office/drawing/2014/main" id="{A0A9F0A0-D85B-BC44-809E-0D44746B1886}"/>
                  </a:ext>
                </a:extLst>
              </p:cNvPr>
              <p:cNvSpPr/>
              <p:nvPr/>
            </p:nvSpPr>
            <p:spPr bwMode="auto">
              <a:xfrm>
                <a:off x="1871277" y="1739611"/>
                <a:ext cx="1128371" cy="115973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10800000" scaled="0"/>
              </a:gra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1149" name="Oval 1148">
                <a:extLst>
                  <a:ext uri="{FF2B5EF4-FFF2-40B4-BE49-F238E27FC236}">
                    <a16:creationId xmlns:a16="http://schemas.microsoft.com/office/drawing/2014/main" id="{E6E2E4DB-C182-5947-9544-5CA42AF8D0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1871277" y="1576300"/>
                <a:ext cx="1125202" cy="319521"/>
              </a:xfrm>
              <a:prstGeom prst="ellipse">
                <a:avLst/>
              </a:prstGeom>
              <a:solidFill>
                <a:srgbClr val="BFBFBF"/>
              </a:solidFill>
              <a:ln w="6350">
                <a:solidFill>
                  <a:srgbClr val="000000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150" name="Freeform 1149">
                <a:extLst>
                  <a:ext uri="{FF2B5EF4-FFF2-40B4-BE49-F238E27FC236}">
                    <a16:creationId xmlns:a16="http://schemas.microsoft.com/office/drawing/2014/main" id="{826516FA-D90F-FF4F-86C3-EABFADEC3BBB}"/>
                  </a:ext>
                </a:extLst>
              </p:cNvPr>
              <p:cNvSpPr/>
              <p:nvPr/>
            </p:nvSpPr>
            <p:spPr bwMode="auto">
              <a:xfrm>
                <a:off x="2159710" y="1673340"/>
                <a:ext cx="548337" cy="160944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rgbClr val="3333CC">
                  <a:lumMod val="60000"/>
                  <a:lumOff val="4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1151" name="Freeform 1150">
                <a:extLst>
                  <a:ext uri="{FF2B5EF4-FFF2-40B4-BE49-F238E27FC236}">
                    <a16:creationId xmlns:a16="http://schemas.microsoft.com/office/drawing/2014/main" id="{8B23C2D3-E371-5547-9057-B35E626ABD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2657" y="1633104"/>
                <a:ext cx="662442" cy="111241"/>
              </a:xfrm>
              <a:custGeom>
                <a:avLst/>
                <a:gdLst>
                  <a:gd name="T0" fmla="*/ 0 w 3723451"/>
                  <a:gd name="T1" fmla="*/ 27215 h 932950"/>
                  <a:gd name="T2" fmla="*/ 116561 w 3723451"/>
                  <a:gd name="T3" fmla="*/ 321 h 932950"/>
                  <a:gd name="T4" fmla="*/ 330163 w 3723451"/>
                  <a:gd name="T5" fmla="*/ 62070 h 932950"/>
                  <a:gd name="T6" fmla="*/ 533941 w 3723451"/>
                  <a:gd name="T7" fmla="*/ 0 h 932950"/>
                  <a:gd name="T8" fmla="*/ 662442 w 3723451"/>
                  <a:gd name="T9" fmla="*/ 24700 h 932950"/>
                  <a:gd name="T10" fmla="*/ 566838 w 3723451"/>
                  <a:gd name="T11" fmla="*/ 55072 h 932950"/>
                  <a:gd name="T12" fmla="*/ 536057 w 3723451"/>
                  <a:gd name="T13" fmla="*/ 46883 h 932950"/>
                  <a:gd name="T14" fmla="*/ 333916 w 3723451"/>
                  <a:gd name="T15" fmla="*/ 111241 h 932950"/>
                  <a:gd name="T16" fmla="*/ 126604 w 3723451"/>
                  <a:gd name="T17" fmla="*/ 49251 h 932950"/>
                  <a:gd name="T18" fmla="*/ 93085 w 3723451"/>
                  <a:gd name="T19" fmla="*/ 55941 h 932950"/>
                  <a:gd name="T20" fmla="*/ 0 w 3723451"/>
                  <a:gd name="T21" fmla="*/ 27215 h 93295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152" name="Freeform 1151">
                <a:extLst>
                  <a:ext uri="{FF2B5EF4-FFF2-40B4-BE49-F238E27FC236}">
                    <a16:creationId xmlns:a16="http://schemas.microsoft.com/office/drawing/2014/main" id="{2DEA8715-4603-7449-BB4D-351CFEF75C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6889" y="1727776"/>
                <a:ext cx="244059" cy="97040"/>
              </a:xfrm>
              <a:custGeom>
                <a:avLst/>
                <a:gdLst>
                  <a:gd name="T0" fmla="*/ 0 w 1366596"/>
                  <a:gd name="T1" fmla="*/ 0 h 809868"/>
                  <a:gd name="T2" fmla="*/ 244059 w 1366596"/>
                  <a:gd name="T3" fmla="*/ 74985 h 809868"/>
                  <a:gd name="T4" fmla="*/ 154488 w 1366596"/>
                  <a:gd name="T5" fmla="*/ 97040 h 809868"/>
                  <a:gd name="T6" fmla="*/ 822 w 1366596"/>
                  <a:gd name="T7" fmla="*/ 51277 h 809868"/>
                  <a:gd name="T8" fmla="*/ 0 w 1366596"/>
                  <a:gd name="T9" fmla="*/ 0 h 8098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153" name="Freeform 1152">
                <a:extLst>
                  <a:ext uri="{FF2B5EF4-FFF2-40B4-BE49-F238E27FC236}">
                    <a16:creationId xmlns:a16="http://schemas.microsoft.com/office/drawing/2014/main" id="{72F5390F-6421-6840-94BC-D15B70623E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9979" y="1730144"/>
                <a:ext cx="240888" cy="97039"/>
              </a:xfrm>
              <a:custGeom>
                <a:avLst/>
                <a:gdLst>
                  <a:gd name="T0" fmla="*/ 237599 w 1348191"/>
                  <a:gd name="T1" fmla="*/ 0 h 791462"/>
                  <a:gd name="T2" fmla="*/ 240888 w 1348191"/>
                  <a:gd name="T3" fmla="*/ 46827 h 791462"/>
                  <a:gd name="T4" fmla="*/ 87147 w 1348191"/>
                  <a:gd name="T5" fmla="*/ 97039 h 791462"/>
                  <a:gd name="T6" fmla="*/ 0 w 1348191"/>
                  <a:gd name="T7" fmla="*/ 75036 h 791462"/>
                  <a:gd name="T8" fmla="*/ 237599 w 1348191"/>
                  <a:gd name="T9" fmla="*/ 0 h 7914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cxnSp>
            <p:nvCxnSpPr>
              <p:cNvPr id="1154" name="Straight Connector 1153">
                <a:extLst>
                  <a:ext uri="{FF2B5EF4-FFF2-40B4-BE49-F238E27FC236}">
                    <a16:creationId xmlns:a16="http://schemas.microsoft.com/office/drawing/2014/main" id="{34E68527-C12C-5248-A62C-D72D4BEC928A}"/>
                  </a:ext>
                </a:extLst>
              </p:cNvPr>
              <p:cNvCxnSpPr>
                <a:cxnSpLocks noChangeShapeType="1"/>
                <a:endCxn id="1149" idx="2"/>
              </p:cNvCxnSpPr>
              <p:nvPr/>
            </p:nvCxnSpPr>
            <p:spPr bwMode="auto">
              <a:xfrm flipH="1" flipV="1">
                <a:off x="1871277" y="1737244"/>
                <a:ext cx="3171" cy="123075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1155" name="Straight Connector 1154">
                <a:extLst>
                  <a:ext uri="{FF2B5EF4-FFF2-40B4-BE49-F238E27FC236}">
                    <a16:creationId xmlns:a16="http://schemas.microsoft.com/office/drawing/2014/main" id="{475CE0A8-F910-FF45-A479-96A5E48ACF2E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H="1" flipV="1">
                <a:off x="2996479" y="1734878"/>
                <a:ext cx="3169" cy="123075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  <p:sp>
          <p:nvSpPr>
            <p:cNvPr id="1146" name="TextBox 282">
              <a:extLst>
                <a:ext uri="{FF2B5EF4-FFF2-40B4-BE49-F238E27FC236}">
                  <a16:creationId xmlns:a16="http://schemas.microsoft.com/office/drawing/2014/main" id="{4B460814-1FB2-5F46-A167-2E252688DDB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068638" y="5862638"/>
              <a:ext cx="261937" cy="2778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3</a:t>
              </a:r>
            </a:p>
          </p:txBody>
        </p:sp>
      </p:grpSp>
      <p:sp>
        <p:nvSpPr>
          <p:cNvPr id="1162" name="TextBox 6">
            <a:extLst>
              <a:ext uri="{FF2B5EF4-FFF2-40B4-BE49-F238E27FC236}">
                <a16:creationId xmlns:a16="http://schemas.microsoft.com/office/drawing/2014/main" id="{21D1826E-E3E7-E445-9FFB-A565D9A2AD3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46130" y="4850780"/>
            <a:ext cx="1992313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values in arriving 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packet header</a:t>
            </a:r>
            <a:endParaRPr kumimoji="0" lang="en-US" alt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1163" name="Group 1162">
            <a:extLst>
              <a:ext uri="{FF2B5EF4-FFF2-40B4-BE49-F238E27FC236}">
                <a16:creationId xmlns:a16="http://schemas.microsoft.com/office/drawing/2014/main" id="{F8C15A5A-1645-0849-B8DE-390745B8EBA4}"/>
              </a:ext>
            </a:extLst>
          </p:cNvPr>
          <p:cNvGrpSpPr>
            <a:grpSpLocks/>
          </p:cNvGrpSpPr>
          <p:nvPr/>
        </p:nvGrpSpPr>
        <p:grpSpPr bwMode="auto">
          <a:xfrm>
            <a:off x="4390906" y="2898842"/>
            <a:ext cx="4051268" cy="2367063"/>
            <a:chOff x="-3855475" y="3644638"/>
            <a:chExt cx="4051268" cy="2367866"/>
          </a:xfrm>
        </p:grpSpPr>
        <p:cxnSp>
          <p:nvCxnSpPr>
            <p:cNvPr id="1164" name="Straight Arrow Connector 1163">
              <a:extLst>
                <a:ext uri="{FF2B5EF4-FFF2-40B4-BE49-F238E27FC236}">
                  <a16:creationId xmlns:a16="http://schemas.microsoft.com/office/drawing/2014/main" id="{D6CE7F18-1D47-9C49-BB85-76C5894DE532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-3855475" y="3664699"/>
              <a:ext cx="0" cy="2094800"/>
            </a:xfrm>
            <a:prstGeom prst="straightConnector1">
              <a:avLst/>
            </a:prstGeom>
            <a:noFill/>
            <a:ln w="12700" cap="flat" cmpd="sng" algn="ctr">
              <a:solidFill>
                <a:srgbClr val="CC0000"/>
              </a:solidFill>
              <a:prstDash val="solid"/>
              <a:tailEnd type="triangle"/>
            </a:ln>
            <a:effectLst/>
          </p:spPr>
        </p:cxnSp>
        <p:cxnSp>
          <p:nvCxnSpPr>
            <p:cNvPr id="1165" name="Straight Arrow Connector 1164">
              <a:extLst>
                <a:ext uri="{FF2B5EF4-FFF2-40B4-BE49-F238E27FC236}">
                  <a16:creationId xmlns:a16="http://schemas.microsoft.com/office/drawing/2014/main" id="{1C7BE6B4-EA67-FB4B-B50B-7E72D52ED7D1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-2818087" y="3658010"/>
              <a:ext cx="0" cy="2354494"/>
            </a:xfrm>
            <a:prstGeom prst="straightConnector1">
              <a:avLst/>
            </a:prstGeom>
            <a:noFill/>
            <a:ln w="6350">
              <a:solidFill>
                <a:srgbClr val="CC0000"/>
              </a:solidFill>
              <a:round/>
              <a:headEnd/>
              <a:tailEnd type="triangle" w="med" len="med"/>
            </a:ln>
            <a:effectLst>
              <a:outerShdw blurRad="40000" dist="20000" dir="5400000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166" name="Straight Arrow Connector 1165">
              <a:extLst>
                <a:ext uri="{FF2B5EF4-FFF2-40B4-BE49-F238E27FC236}">
                  <a16:creationId xmlns:a16="http://schemas.microsoft.com/office/drawing/2014/main" id="{57774C27-8FF6-9F4F-A17E-D2F743FE22FC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-2006679" y="3655204"/>
              <a:ext cx="31396" cy="2331351"/>
            </a:xfrm>
            <a:prstGeom prst="straightConnector1">
              <a:avLst/>
            </a:prstGeom>
            <a:noFill/>
            <a:ln w="6350">
              <a:solidFill>
                <a:srgbClr val="CC0000"/>
              </a:solidFill>
              <a:round/>
              <a:headEnd/>
              <a:tailEnd type="triangle" w="med" len="med"/>
            </a:ln>
            <a:effectLst>
              <a:outerShdw blurRad="40000" dist="20000" dir="5400000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167" name="Straight Arrow Connector 1166">
              <a:extLst>
                <a:ext uri="{FF2B5EF4-FFF2-40B4-BE49-F238E27FC236}">
                  <a16:creationId xmlns:a16="http://schemas.microsoft.com/office/drawing/2014/main" id="{1F481D65-016C-9E4F-A167-D6343A313652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-817641" y="3644638"/>
              <a:ext cx="0" cy="2364624"/>
            </a:xfrm>
            <a:prstGeom prst="straightConnector1">
              <a:avLst/>
            </a:prstGeom>
            <a:noFill/>
            <a:ln w="6350">
              <a:solidFill>
                <a:srgbClr val="CC0000"/>
              </a:solidFill>
              <a:round/>
              <a:headEnd/>
              <a:tailEnd type="triangle" w="med" len="med"/>
            </a:ln>
            <a:effectLst>
              <a:outerShdw blurRad="40000" dist="20000" dir="5400000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168" name="Straight Arrow Connector 1167">
              <a:extLst>
                <a:ext uri="{FF2B5EF4-FFF2-40B4-BE49-F238E27FC236}">
                  <a16:creationId xmlns:a16="http://schemas.microsoft.com/office/drawing/2014/main" id="{8D76033E-EA4A-B441-99A6-CFC1521E6CB2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195792" y="3690049"/>
              <a:ext cx="1" cy="2311566"/>
            </a:xfrm>
            <a:prstGeom prst="straightConnector1">
              <a:avLst/>
            </a:prstGeom>
            <a:noFill/>
            <a:ln w="6350">
              <a:solidFill>
                <a:srgbClr val="CC0000"/>
              </a:solidFill>
              <a:round/>
              <a:headEnd/>
              <a:tailEnd type="triangle" w="med" len="med"/>
            </a:ln>
            <a:effectLst>
              <a:outerShdw blurRad="40000" dist="20000" dir="5400000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sp>
        <p:nvSpPr>
          <p:cNvPr id="354" name="Slide Number Placeholder 4">
            <a:extLst>
              <a:ext uri="{FF2B5EF4-FFF2-40B4-BE49-F238E27FC236}">
                <a16:creationId xmlns:a16="http://schemas.microsoft.com/office/drawing/2014/main" id="{EB6E2EBA-F897-A249-9C0A-5C6AC0D91124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Network Layer: 4-</a:t>
            </a:r>
            <a:fld id="{C4204591-24BD-A542-B9D5-F8D8A88D2FEE}" type="slidenum">
              <a:rPr kumimoji="0" lang="en-US" sz="1100" b="0" i="0" u="none" strike="noStrike" kern="1200" cap="none" spc="0" normalizeH="0" baseline="0" noProof="0" smtClean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69</a:t>
            </a:fld>
            <a:endParaRPr kumimoji="0" lang="en-US" sz="11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50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87507757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9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8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11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9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5" dur="500"/>
                                        <p:tgtEl>
                                          <p:spTgt spid="11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8" dur="500"/>
                                        <p:tgtEl>
                                          <p:spTgt spid="10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1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500"/>
                            </p:stCondLst>
                            <p:childTnLst>
                              <p:par>
                                <p:cTn id="33" presetID="9" presetClass="entr" presetSubtype="0" fill="hold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5" dur="2000"/>
                                        <p:tgtEl>
                                          <p:spTgt spid="10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0" dur="500"/>
                                        <p:tgtEl>
                                          <p:spTgt spid="8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Content Placeholder 1">
            <a:extLst>
              <a:ext uri="{FF2B5EF4-FFF2-40B4-BE49-F238E27FC236}">
                <a16:creationId xmlns:a16="http://schemas.microsoft.com/office/drawing/2014/main" id="{EC702AB5-AB8E-3545-A5A9-FCEA06E6EC76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13148" y="1586241"/>
            <a:ext cx="10515600" cy="4351338"/>
          </a:xfrm>
        </p:spPr>
        <p:txBody>
          <a:bodyPr>
            <a:normAutofit/>
          </a:bodyPr>
          <a:lstStyle/>
          <a:p>
            <a:pPr marL="0" indent="0">
              <a:buNone/>
            </a:pPr>
            <a:r>
              <a:rPr lang="en-US" sz="3200" i="1" dirty="0">
                <a:solidFill>
                  <a:srgbClr val="CC0000"/>
                </a:solidFill>
              </a:rPr>
              <a:t>Why</a:t>
            </a:r>
            <a:r>
              <a:rPr lang="en-US" sz="3200" dirty="0">
                <a:solidFill>
                  <a:srgbClr val="CC0000"/>
                </a:solidFill>
              </a:rPr>
              <a:t> </a:t>
            </a:r>
            <a:r>
              <a:rPr lang="en-US" sz="3200" dirty="0"/>
              <a:t>a</a:t>
            </a:r>
            <a:r>
              <a:rPr lang="en-US" sz="3200" dirty="0">
                <a:solidFill>
                  <a:srgbClr val="CC0000"/>
                </a:solidFill>
              </a:rPr>
              <a:t> </a:t>
            </a:r>
            <a:r>
              <a:rPr lang="en-US" sz="3200" i="1" dirty="0">
                <a:solidFill>
                  <a:srgbClr val="CC0000"/>
                </a:solidFill>
              </a:rPr>
              <a:t>logically centralized </a:t>
            </a:r>
            <a:r>
              <a:rPr lang="en-US" sz="3200" dirty="0">
                <a:solidFill>
                  <a:srgbClr val="000000"/>
                </a:solidFill>
              </a:rPr>
              <a:t>control plane?</a:t>
            </a:r>
          </a:p>
          <a:p>
            <a:pPr marL="635000" indent="-400050"/>
            <a:r>
              <a:rPr lang="en-US" dirty="0"/>
              <a:t>easier network management: avoid router misconfigurations, greater flexibility of traffic flows</a:t>
            </a:r>
          </a:p>
          <a:p>
            <a:pPr marL="635000" indent="-400050"/>
            <a:r>
              <a:rPr lang="en-US" dirty="0"/>
              <a:t>table-based forwarding (recall OpenFlow API) allows “programming” routers</a:t>
            </a:r>
          </a:p>
          <a:p>
            <a:pPr marL="1035050" lvl="1" indent="-176213"/>
            <a:r>
              <a:rPr lang="en-US" dirty="0"/>
              <a:t>centralized “programming” easier: compute tables centrally and distribute</a:t>
            </a:r>
          </a:p>
          <a:p>
            <a:pPr marL="1035050" lvl="1" indent="-176213"/>
            <a:r>
              <a:rPr lang="en-US" dirty="0"/>
              <a:t>distributed “programming” more difficult: compute tables as result of distributed algorithm (protocol) implemented in each-and-every router </a:t>
            </a:r>
          </a:p>
          <a:p>
            <a:pPr marL="635000" indent="-400050"/>
            <a:r>
              <a:rPr lang="en-US" dirty="0"/>
              <a:t>open (non-proprietary) implementation of control plane</a:t>
            </a:r>
          </a:p>
          <a:p>
            <a:pPr marL="977900" lvl="1" indent="-400050"/>
            <a:r>
              <a:rPr lang="en-US" dirty="0"/>
              <a:t>foster innovation: let 1000 flowers bloom</a:t>
            </a:r>
          </a:p>
          <a:p>
            <a:endParaRPr lang="en-US" dirty="0"/>
          </a:p>
        </p:txBody>
      </p:sp>
      <p:sp>
        <p:nvSpPr>
          <p:cNvPr id="3" name="Title 2">
            <a:extLst>
              <a:ext uri="{FF2B5EF4-FFF2-40B4-BE49-F238E27FC236}">
                <a16:creationId xmlns:a16="http://schemas.microsoft.com/office/drawing/2014/main" id="{FECD85E7-B9DB-9043-B7EC-8C0919E801A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4139"/>
            <a:ext cx="10515600" cy="894622"/>
          </a:xfrm>
        </p:spPr>
        <p:txBody>
          <a:bodyPr>
            <a:normAutofit/>
          </a:bodyPr>
          <a:lstStyle/>
          <a:p>
            <a:r>
              <a:rPr lang="en-US" dirty="0"/>
              <a:t>Software defined networking (SDN)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8F71119-17C6-6045-B8FE-FECA68C801C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70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15516903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2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500"/>
                                        <p:tgtEl>
                                          <p:spTgt spid="2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6" name="Picture 2" descr="The Journey Inside℠: Curriculum for Microprocessor">
            <a:extLst>
              <a:ext uri="{FF2B5EF4-FFF2-40B4-BE49-F238E27FC236}">
                <a16:creationId xmlns:a16="http://schemas.microsoft.com/office/drawing/2014/main" id="{6F4260B5-B666-D740-B13F-4C89BD1FAC0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240043" y="4454675"/>
            <a:ext cx="847596" cy="47579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" name="Title 2">
            <a:extLst>
              <a:ext uri="{FF2B5EF4-FFF2-40B4-BE49-F238E27FC236}">
                <a16:creationId xmlns:a16="http://schemas.microsoft.com/office/drawing/2014/main" id="{FECD85E7-B9DB-9043-B7EC-8C0919E801A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4139"/>
            <a:ext cx="10515600" cy="894622"/>
          </a:xfrm>
        </p:spPr>
        <p:txBody>
          <a:bodyPr>
            <a:normAutofit/>
          </a:bodyPr>
          <a:lstStyle/>
          <a:p>
            <a:r>
              <a:rPr lang="en-US" dirty="0"/>
              <a:t>SDN analogy: mainframe to PC revolution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8F71119-17C6-6045-B8FE-FECA68C801C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71</a:t>
            </a:fld>
            <a:endParaRPr lang="en-US" dirty="0"/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D14B582C-4A3D-524E-902F-B0945D4A724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55315" y="5097880"/>
            <a:ext cx="3276600" cy="142192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sz="2000" b="1">
                <a:solidFill>
                  <a:schemeClr val="tx1"/>
                </a:solidFill>
                <a:latin typeface="Helvetica" charset="0"/>
                <a:ea typeface="ＭＳ Ｐゴシック" charset="0"/>
                <a:cs typeface="ＭＳ Ｐゴシック" charset="0"/>
              </a:defRPr>
            </a:lvl1pPr>
            <a:lvl2pPr marL="37931725" indent="-37474525" eaLnBrk="0" hangingPunct="0">
              <a:defRPr sz="2000" b="1">
                <a:solidFill>
                  <a:schemeClr val="tx1"/>
                </a:solidFill>
                <a:latin typeface="Helvetica" charset="0"/>
                <a:ea typeface="ＭＳ Ｐゴシック" charset="0"/>
              </a:defRPr>
            </a:lvl2pPr>
            <a:lvl3pPr eaLnBrk="0" hangingPunct="0">
              <a:defRPr sz="2000" b="1">
                <a:solidFill>
                  <a:schemeClr val="tx1"/>
                </a:solidFill>
                <a:latin typeface="Helvetica" charset="0"/>
                <a:ea typeface="ＭＳ Ｐゴシック" charset="0"/>
              </a:defRPr>
            </a:lvl3pPr>
            <a:lvl4pPr eaLnBrk="0" hangingPunct="0">
              <a:defRPr sz="2000" b="1">
                <a:solidFill>
                  <a:schemeClr val="tx1"/>
                </a:solidFill>
                <a:latin typeface="Helvetica" charset="0"/>
                <a:ea typeface="ＭＳ Ｐゴシック" charset="0"/>
              </a:defRPr>
            </a:lvl4pPr>
            <a:lvl5pPr eaLnBrk="0" hangingPunct="0">
              <a:defRPr sz="2000" b="1">
                <a:solidFill>
                  <a:schemeClr val="tx1"/>
                </a:solidFill>
                <a:latin typeface="Helvetica" charset="0"/>
                <a:ea typeface="ＭＳ Ｐゴシック" charset="0"/>
              </a:defRPr>
            </a:lvl5pPr>
            <a:lvl6pPr marL="457200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Helvetica" charset="0"/>
                <a:ea typeface="ＭＳ Ｐゴシック" charset="0"/>
              </a:defRPr>
            </a:lvl6pPr>
            <a:lvl7pPr marL="914400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Helvetica" charset="0"/>
                <a:ea typeface="ＭＳ Ｐゴシック" charset="0"/>
              </a:defRPr>
            </a:lvl7pPr>
            <a:lvl8pPr marL="1371600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Helvetica" charset="0"/>
                <a:ea typeface="ＭＳ Ｐゴシック" charset="0"/>
              </a:defRPr>
            </a:lvl8pPr>
            <a:lvl9pPr marL="1828800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Helvetica" charset="0"/>
                <a:ea typeface="ＭＳ Ｐゴシック" charset="0"/>
              </a:defRPr>
            </a:lvl9pPr>
          </a:lstStyle>
          <a:p>
            <a:pPr algn="ctr" defTabSz="914400" eaLnBrk="1" fontAlgn="base" hangingPunct="1">
              <a:lnSpc>
                <a:spcPct val="9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2400" b="0" dirty="0">
                <a:solidFill>
                  <a:prstClr val="black"/>
                </a:solidFill>
                <a:latin typeface="+mn-lt"/>
              </a:rPr>
              <a:t>Vertically integrated</a:t>
            </a:r>
          </a:p>
          <a:p>
            <a:pPr algn="ctr" defTabSz="914400" eaLnBrk="1" fontAlgn="base" hangingPunct="1">
              <a:lnSpc>
                <a:spcPct val="9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2400" b="0" dirty="0">
                <a:solidFill>
                  <a:prstClr val="black"/>
                </a:solidFill>
                <a:latin typeface="+mn-lt"/>
              </a:rPr>
              <a:t>Closed, proprietary</a:t>
            </a:r>
          </a:p>
          <a:p>
            <a:pPr algn="ctr" defTabSz="914400" eaLnBrk="1" fontAlgn="base" hangingPunct="1">
              <a:lnSpc>
                <a:spcPct val="9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2400" b="0" dirty="0">
                <a:solidFill>
                  <a:prstClr val="black"/>
                </a:solidFill>
                <a:latin typeface="+mn-lt"/>
              </a:rPr>
              <a:t>Slow innovation</a:t>
            </a:r>
          </a:p>
          <a:p>
            <a:pPr algn="ctr" defTabSz="914400" eaLnBrk="1" fontAlgn="base" hangingPunct="1">
              <a:lnSpc>
                <a:spcPct val="9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2400" b="0" dirty="0">
                <a:solidFill>
                  <a:prstClr val="black"/>
                </a:solidFill>
                <a:latin typeface="+mn-lt"/>
              </a:rPr>
              <a:t>Small industry</a:t>
            </a:r>
          </a:p>
        </p:txBody>
      </p:sp>
      <p:pic>
        <p:nvPicPr>
          <p:cNvPr id="8" name="Picture 7">
            <a:extLst>
              <a:ext uri="{FF2B5EF4-FFF2-40B4-BE49-F238E27FC236}">
                <a16:creationId xmlns:a16="http://schemas.microsoft.com/office/drawing/2014/main" id="{68F68A64-2A5C-2844-A9AB-07E8C144CDB4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149" t="1500" r="3650" b="5499"/>
          <a:stretch>
            <a:fillRect/>
          </a:stretch>
        </p:blipFill>
        <p:spPr bwMode="auto">
          <a:xfrm>
            <a:off x="1971094" y="1538451"/>
            <a:ext cx="2496173" cy="351733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" name="Rounded Rectangle 8">
            <a:extLst>
              <a:ext uri="{FF2B5EF4-FFF2-40B4-BE49-F238E27FC236}">
                <a16:creationId xmlns:a16="http://schemas.microsoft.com/office/drawing/2014/main" id="{00BB31AF-E216-AA46-8DBE-CCADBF4769BC}"/>
              </a:ext>
            </a:extLst>
          </p:cNvPr>
          <p:cNvSpPr/>
          <p:nvPr/>
        </p:nvSpPr>
        <p:spPr>
          <a:xfrm>
            <a:off x="2212931" y="2734793"/>
            <a:ext cx="1905000" cy="965200"/>
          </a:xfrm>
          <a:prstGeom prst="roundRect">
            <a:avLst/>
          </a:prstGeom>
          <a:solidFill>
            <a:srgbClr val="000090"/>
          </a:solidFill>
        </p:spPr>
        <p:style>
          <a:lnRef idx="0">
            <a:schemeClr val="accent2"/>
          </a:lnRef>
          <a:fillRef idx="3">
            <a:schemeClr val="accent2"/>
          </a:fillRef>
          <a:effectRef idx="3">
            <a:schemeClr val="accent2"/>
          </a:effectRef>
          <a:fontRef idx="minor">
            <a:schemeClr val="lt1"/>
          </a:fontRef>
        </p:style>
        <p:txBody>
          <a:bodyPr anchor="ctr"/>
          <a:lstStyle/>
          <a:p>
            <a:pPr algn="ctr" defTabSz="914400"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2000" b="1" dirty="0">
                <a:solidFill>
                  <a:prstClr val="white"/>
                </a:solidFill>
                <a:latin typeface="+mj-lt"/>
                <a:ea typeface="ＭＳ Ｐゴシック" charset="-128"/>
                <a:cs typeface="ＭＳ Ｐゴシック" charset="-128"/>
              </a:rPr>
              <a:t>Specialized</a:t>
            </a:r>
          </a:p>
          <a:p>
            <a:pPr algn="ctr" defTabSz="914400"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2000" b="1" dirty="0">
                <a:solidFill>
                  <a:prstClr val="white"/>
                </a:solidFill>
                <a:latin typeface="+mj-lt"/>
                <a:ea typeface="ＭＳ Ｐゴシック" charset="-128"/>
                <a:cs typeface="ＭＳ Ｐゴシック" charset="-128"/>
              </a:rPr>
              <a:t>Operating</a:t>
            </a:r>
          </a:p>
          <a:p>
            <a:pPr algn="ctr" defTabSz="914400"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2000" b="1" dirty="0">
                <a:solidFill>
                  <a:prstClr val="white"/>
                </a:solidFill>
                <a:latin typeface="+mj-lt"/>
                <a:ea typeface="ＭＳ Ｐゴシック" charset="-128"/>
                <a:cs typeface="ＭＳ Ｐゴシック" charset="-128"/>
              </a:rPr>
              <a:t>System</a:t>
            </a:r>
          </a:p>
        </p:txBody>
      </p:sp>
      <p:sp>
        <p:nvSpPr>
          <p:cNvPr id="10" name="Rounded Rectangle 9">
            <a:extLst>
              <a:ext uri="{FF2B5EF4-FFF2-40B4-BE49-F238E27FC236}">
                <a16:creationId xmlns:a16="http://schemas.microsoft.com/office/drawing/2014/main" id="{6B32807C-C0B7-B24D-93E7-7F0C57227BBA}"/>
              </a:ext>
            </a:extLst>
          </p:cNvPr>
          <p:cNvSpPr/>
          <p:nvPr/>
        </p:nvSpPr>
        <p:spPr>
          <a:xfrm>
            <a:off x="2212931" y="3776193"/>
            <a:ext cx="1905000" cy="838200"/>
          </a:xfrm>
          <a:prstGeom prst="roundRect">
            <a:avLst/>
          </a:prstGeom>
          <a:solidFill>
            <a:srgbClr val="000090"/>
          </a:solidFill>
        </p:spPr>
        <p:style>
          <a:lnRef idx="0">
            <a:schemeClr val="accent2"/>
          </a:lnRef>
          <a:fillRef idx="3">
            <a:schemeClr val="accent2"/>
          </a:fillRef>
          <a:effectRef idx="3">
            <a:schemeClr val="accent2"/>
          </a:effectRef>
          <a:fontRef idx="minor">
            <a:schemeClr val="lt1"/>
          </a:fontRef>
        </p:style>
        <p:txBody>
          <a:bodyPr anchor="ctr"/>
          <a:lstStyle/>
          <a:p>
            <a:pPr algn="ctr" defTabSz="914400"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2000" b="1" dirty="0">
                <a:solidFill>
                  <a:prstClr val="white"/>
                </a:solidFill>
                <a:latin typeface="+mj-lt"/>
                <a:ea typeface="ＭＳ Ｐゴシック" charset="-128"/>
                <a:cs typeface="ＭＳ Ｐゴシック" charset="-128"/>
              </a:rPr>
              <a:t>Specialized</a:t>
            </a:r>
          </a:p>
          <a:p>
            <a:pPr algn="ctr" defTabSz="914400"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2000" b="1" dirty="0">
                <a:solidFill>
                  <a:prstClr val="white"/>
                </a:solidFill>
                <a:latin typeface="+mj-lt"/>
                <a:ea typeface="ＭＳ Ｐゴシック" charset="-128"/>
                <a:cs typeface="ＭＳ Ｐゴシック" charset="-128"/>
              </a:rPr>
              <a:t>Hardware</a:t>
            </a:r>
          </a:p>
        </p:txBody>
      </p:sp>
      <p:grpSp>
        <p:nvGrpSpPr>
          <p:cNvPr id="11" name="Group 47">
            <a:extLst>
              <a:ext uri="{FF2B5EF4-FFF2-40B4-BE49-F238E27FC236}">
                <a16:creationId xmlns:a16="http://schemas.microsoft.com/office/drawing/2014/main" id="{E0A83BF7-262D-3E4B-BFBE-E825E97D4CEE}"/>
              </a:ext>
            </a:extLst>
          </p:cNvPr>
          <p:cNvGrpSpPr>
            <a:grpSpLocks/>
          </p:cNvGrpSpPr>
          <p:nvPr/>
        </p:nvGrpSpPr>
        <p:grpSpPr bwMode="auto">
          <a:xfrm>
            <a:off x="7244562" y="1743791"/>
            <a:ext cx="3048000" cy="417900"/>
            <a:chOff x="5334000" y="1371600"/>
            <a:chExt cx="3657600" cy="685800"/>
          </a:xfrm>
        </p:grpSpPr>
        <p:sp>
          <p:nvSpPr>
            <p:cNvPr id="12" name="Rounded Rectangle 11">
              <a:extLst>
                <a:ext uri="{FF2B5EF4-FFF2-40B4-BE49-F238E27FC236}">
                  <a16:creationId xmlns:a16="http://schemas.microsoft.com/office/drawing/2014/main" id="{E5E6F00E-9A65-BC45-9EA3-044F6CB86022}"/>
                </a:ext>
              </a:extLst>
            </p:cNvPr>
            <p:cNvSpPr/>
            <p:nvPr/>
          </p:nvSpPr>
          <p:spPr bwMode="auto">
            <a:xfrm>
              <a:off x="8382000" y="1371600"/>
              <a:ext cx="609600" cy="685800"/>
            </a:xfrm>
            <a:prstGeom prst="roundRect">
              <a:avLst/>
            </a:prstGeom>
            <a:solidFill>
              <a:srgbClr val="FFCC66"/>
            </a:solidFill>
          </p:spPr>
          <p:style>
            <a:lnRef idx="0">
              <a:schemeClr val="accent6"/>
            </a:lnRef>
            <a:fillRef idx="3">
              <a:schemeClr val="accent6"/>
            </a:fillRef>
            <a:effectRef idx="3">
              <a:schemeClr val="accent6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914400">
                <a:defRPr/>
              </a:pPr>
              <a:r>
                <a:rPr lang="en-US" sz="1600" b="1" dirty="0">
                  <a:solidFill>
                    <a:srgbClr val="FFCC66"/>
                  </a:solidFill>
                  <a:latin typeface="Calibri"/>
                </a:rPr>
                <a:t>App</a:t>
              </a:r>
            </a:p>
          </p:txBody>
        </p:sp>
        <p:sp>
          <p:nvSpPr>
            <p:cNvPr id="13" name="Rounded Rectangle 12">
              <a:extLst>
                <a:ext uri="{FF2B5EF4-FFF2-40B4-BE49-F238E27FC236}">
                  <a16:creationId xmlns:a16="http://schemas.microsoft.com/office/drawing/2014/main" id="{27D778C1-1B34-314D-A430-D25E4B993AA8}"/>
                </a:ext>
              </a:extLst>
            </p:cNvPr>
            <p:cNvSpPr/>
            <p:nvPr/>
          </p:nvSpPr>
          <p:spPr bwMode="auto">
            <a:xfrm>
              <a:off x="8077200" y="1371600"/>
              <a:ext cx="609600" cy="685800"/>
            </a:xfrm>
            <a:prstGeom prst="roundRect">
              <a:avLst/>
            </a:prstGeom>
            <a:solidFill>
              <a:srgbClr val="FFCC66"/>
            </a:solidFill>
          </p:spPr>
          <p:style>
            <a:lnRef idx="0">
              <a:schemeClr val="accent6"/>
            </a:lnRef>
            <a:fillRef idx="3">
              <a:schemeClr val="accent6"/>
            </a:fillRef>
            <a:effectRef idx="3">
              <a:schemeClr val="accent6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914400">
                <a:defRPr/>
              </a:pPr>
              <a:r>
                <a:rPr lang="en-US" sz="1600" b="1" dirty="0">
                  <a:solidFill>
                    <a:srgbClr val="FFCC66"/>
                  </a:solidFill>
                  <a:latin typeface="Calibri"/>
                </a:rPr>
                <a:t>App</a:t>
              </a:r>
            </a:p>
          </p:txBody>
        </p:sp>
        <p:sp>
          <p:nvSpPr>
            <p:cNvPr id="14" name="Rounded Rectangle 13">
              <a:extLst>
                <a:ext uri="{FF2B5EF4-FFF2-40B4-BE49-F238E27FC236}">
                  <a16:creationId xmlns:a16="http://schemas.microsoft.com/office/drawing/2014/main" id="{70A4B127-8BC2-FE45-9850-DEEF230B0F7E}"/>
                </a:ext>
              </a:extLst>
            </p:cNvPr>
            <p:cNvSpPr/>
            <p:nvPr/>
          </p:nvSpPr>
          <p:spPr bwMode="auto">
            <a:xfrm>
              <a:off x="7772400" y="1371600"/>
              <a:ext cx="609600" cy="685800"/>
            </a:xfrm>
            <a:prstGeom prst="roundRect">
              <a:avLst/>
            </a:prstGeom>
            <a:solidFill>
              <a:srgbClr val="FFCC66"/>
            </a:solidFill>
          </p:spPr>
          <p:style>
            <a:lnRef idx="0">
              <a:schemeClr val="accent6"/>
            </a:lnRef>
            <a:fillRef idx="3">
              <a:schemeClr val="accent6"/>
            </a:fillRef>
            <a:effectRef idx="3">
              <a:schemeClr val="accent6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914400">
                <a:defRPr/>
              </a:pPr>
              <a:r>
                <a:rPr lang="en-US" sz="1600" b="1" dirty="0">
                  <a:solidFill>
                    <a:srgbClr val="FFCC66"/>
                  </a:solidFill>
                  <a:latin typeface="Calibri"/>
                </a:rPr>
                <a:t>App</a:t>
              </a:r>
            </a:p>
          </p:txBody>
        </p:sp>
        <p:sp>
          <p:nvSpPr>
            <p:cNvPr id="15" name="Rounded Rectangle 14">
              <a:extLst>
                <a:ext uri="{FF2B5EF4-FFF2-40B4-BE49-F238E27FC236}">
                  <a16:creationId xmlns:a16="http://schemas.microsoft.com/office/drawing/2014/main" id="{EBD99968-0970-E143-98A5-8905B2039C21}"/>
                </a:ext>
              </a:extLst>
            </p:cNvPr>
            <p:cNvSpPr/>
            <p:nvPr/>
          </p:nvSpPr>
          <p:spPr bwMode="auto">
            <a:xfrm>
              <a:off x="7467600" y="1371600"/>
              <a:ext cx="609600" cy="685800"/>
            </a:xfrm>
            <a:prstGeom prst="roundRect">
              <a:avLst/>
            </a:prstGeom>
            <a:solidFill>
              <a:srgbClr val="FFCC66"/>
            </a:solidFill>
          </p:spPr>
          <p:style>
            <a:lnRef idx="0">
              <a:schemeClr val="accent6"/>
            </a:lnRef>
            <a:fillRef idx="3">
              <a:schemeClr val="accent6"/>
            </a:fillRef>
            <a:effectRef idx="3">
              <a:schemeClr val="accent6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914400">
                <a:defRPr/>
              </a:pPr>
              <a:r>
                <a:rPr lang="en-US" sz="1600" b="1" dirty="0">
                  <a:solidFill>
                    <a:srgbClr val="FFCC66"/>
                  </a:solidFill>
                  <a:latin typeface="Calibri"/>
                </a:rPr>
                <a:t>App</a:t>
              </a:r>
            </a:p>
          </p:txBody>
        </p:sp>
        <p:sp>
          <p:nvSpPr>
            <p:cNvPr id="16" name="Rounded Rectangle 15">
              <a:extLst>
                <a:ext uri="{FF2B5EF4-FFF2-40B4-BE49-F238E27FC236}">
                  <a16:creationId xmlns:a16="http://schemas.microsoft.com/office/drawing/2014/main" id="{7DC86D72-9D92-D443-8054-DCF935E70F8D}"/>
                </a:ext>
              </a:extLst>
            </p:cNvPr>
            <p:cNvSpPr/>
            <p:nvPr/>
          </p:nvSpPr>
          <p:spPr bwMode="auto">
            <a:xfrm>
              <a:off x="7162800" y="1371600"/>
              <a:ext cx="609600" cy="685800"/>
            </a:xfrm>
            <a:prstGeom prst="roundRect">
              <a:avLst/>
            </a:prstGeom>
            <a:solidFill>
              <a:srgbClr val="FFCC66"/>
            </a:solidFill>
          </p:spPr>
          <p:style>
            <a:lnRef idx="0">
              <a:schemeClr val="accent6"/>
            </a:lnRef>
            <a:fillRef idx="3">
              <a:schemeClr val="accent6"/>
            </a:fillRef>
            <a:effectRef idx="3">
              <a:schemeClr val="accent6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914400">
                <a:defRPr/>
              </a:pPr>
              <a:r>
                <a:rPr lang="en-US" sz="1600" b="1" dirty="0">
                  <a:solidFill>
                    <a:srgbClr val="FFCC66"/>
                  </a:solidFill>
                  <a:latin typeface="Calibri"/>
                </a:rPr>
                <a:t>App</a:t>
              </a:r>
            </a:p>
          </p:txBody>
        </p:sp>
        <p:sp>
          <p:nvSpPr>
            <p:cNvPr id="17" name="Rounded Rectangle 16">
              <a:extLst>
                <a:ext uri="{FF2B5EF4-FFF2-40B4-BE49-F238E27FC236}">
                  <a16:creationId xmlns:a16="http://schemas.microsoft.com/office/drawing/2014/main" id="{C6974744-9162-704D-AE50-8D06BDD1DF4F}"/>
                </a:ext>
              </a:extLst>
            </p:cNvPr>
            <p:cNvSpPr/>
            <p:nvPr/>
          </p:nvSpPr>
          <p:spPr bwMode="auto">
            <a:xfrm>
              <a:off x="6858000" y="1371600"/>
              <a:ext cx="609600" cy="685800"/>
            </a:xfrm>
            <a:prstGeom prst="roundRect">
              <a:avLst/>
            </a:prstGeom>
            <a:solidFill>
              <a:srgbClr val="FFCC66"/>
            </a:solidFill>
          </p:spPr>
          <p:style>
            <a:lnRef idx="0">
              <a:schemeClr val="accent6"/>
            </a:lnRef>
            <a:fillRef idx="3">
              <a:schemeClr val="accent6"/>
            </a:fillRef>
            <a:effectRef idx="3">
              <a:schemeClr val="accent6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914400">
                <a:defRPr/>
              </a:pPr>
              <a:r>
                <a:rPr lang="en-US" sz="1600" b="1" dirty="0">
                  <a:solidFill>
                    <a:srgbClr val="FFCC66"/>
                  </a:solidFill>
                  <a:latin typeface="Calibri"/>
                </a:rPr>
                <a:t>App</a:t>
              </a:r>
            </a:p>
          </p:txBody>
        </p:sp>
        <p:sp>
          <p:nvSpPr>
            <p:cNvPr id="18" name="Rounded Rectangle 17">
              <a:extLst>
                <a:ext uri="{FF2B5EF4-FFF2-40B4-BE49-F238E27FC236}">
                  <a16:creationId xmlns:a16="http://schemas.microsoft.com/office/drawing/2014/main" id="{C1F5E1D9-EE12-8E4A-AA42-9E6F8CA2A6F6}"/>
                </a:ext>
              </a:extLst>
            </p:cNvPr>
            <p:cNvSpPr/>
            <p:nvPr/>
          </p:nvSpPr>
          <p:spPr bwMode="auto">
            <a:xfrm>
              <a:off x="6553200" y="1371600"/>
              <a:ext cx="609600" cy="685800"/>
            </a:xfrm>
            <a:prstGeom prst="roundRect">
              <a:avLst/>
            </a:prstGeom>
            <a:solidFill>
              <a:srgbClr val="FFCC66"/>
            </a:solidFill>
          </p:spPr>
          <p:style>
            <a:lnRef idx="0">
              <a:schemeClr val="accent6"/>
            </a:lnRef>
            <a:fillRef idx="3">
              <a:schemeClr val="accent6"/>
            </a:fillRef>
            <a:effectRef idx="3">
              <a:schemeClr val="accent6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914400">
                <a:defRPr/>
              </a:pPr>
              <a:r>
                <a:rPr lang="en-US" sz="1600" b="1" dirty="0">
                  <a:solidFill>
                    <a:srgbClr val="FFCC66"/>
                  </a:solidFill>
                  <a:latin typeface="Calibri"/>
                </a:rPr>
                <a:t>App</a:t>
              </a:r>
            </a:p>
          </p:txBody>
        </p:sp>
        <p:sp>
          <p:nvSpPr>
            <p:cNvPr id="19" name="Rounded Rectangle 18">
              <a:extLst>
                <a:ext uri="{FF2B5EF4-FFF2-40B4-BE49-F238E27FC236}">
                  <a16:creationId xmlns:a16="http://schemas.microsoft.com/office/drawing/2014/main" id="{09D4BEED-37E3-FD40-9E2C-95D09B647E1A}"/>
                </a:ext>
              </a:extLst>
            </p:cNvPr>
            <p:cNvSpPr/>
            <p:nvPr/>
          </p:nvSpPr>
          <p:spPr bwMode="auto">
            <a:xfrm>
              <a:off x="6248400" y="1371600"/>
              <a:ext cx="609600" cy="685800"/>
            </a:xfrm>
            <a:prstGeom prst="roundRect">
              <a:avLst/>
            </a:prstGeom>
            <a:solidFill>
              <a:srgbClr val="FFCC66"/>
            </a:solidFill>
          </p:spPr>
          <p:style>
            <a:lnRef idx="0">
              <a:schemeClr val="accent6"/>
            </a:lnRef>
            <a:fillRef idx="3">
              <a:schemeClr val="accent6"/>
            </a:fillRef>
            <a:effectRef idx="3">
              <a:schemeClr val="accent6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914400">
                <a:defRPr/>
              </a:pPr>
              <a:r>
                <a:rPr lang="en-US" sz="1600" b="1" dirty="0">
                  <a:solidFill>
                    <a:srgbClr val="FFCC66"/>
                  </a:solidFill>
                  <a:latin typeface="Calibri"/>
                </a:rPr>
                <a:t>App</a:t>
              </a:r>
            </a:p>
          </p:txBody>
        </p:sp>
        <p:sp>
          <p:nvSpPr>
            <p:cNvPr id="20" name="Rounded Rectangle 19">
              <a:extLst>
                <a:ext uri="{FF2B5EF4-FFF2-40B4-BE49-F238E27FC236}">
                  <a16:creationId xmlns:a16="http://schemas.microsoft.com/office/drawing/2014/main" id="{5A92E4E3-7FA3-9F4E-8155-A06DA5BB28AB}"/>
                </a:ext>
              </a:extLst>
            </p:cNvPr>
            <p:cNvSpPr/>
            <p:nvPr/>
          </p:nvSpPr>
          <p:spPr bwMode="auto">
            <a:xfrm>
              <a:off x="5943600" y="1371600"/>
              <a:ext cx="609600" cy="685800"/>
            </a:xfrm>
            <a:prstGeom prst="roundRect">
              <a:avLst/>
            </a:prstGeom>
            <a:solidFill>
              <a:srgbClr val="FFCC66"/>
            </a:solidFill>
          </p:spPr>
          <p:style>
            <a:lnRef idx="0">
              <a:schemeClr val="accent6"/>
            </a:lnRef>
            <a:fillRef idx="3">
              <a:schemeClr val="accent6"/>
            </a:fillRef>
            <a:effectRef idx="3">
              <a:schemeClr val="accent6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914400">
                <a:defRPr/>
              </a:pPr>
              <a:r>
                <a:rPr lang="en-US" sz="1600" b="1" dirty="0">
                  <a:solidFill>
                    <a:srgbClr val="FFCC66"/>
                  </a:solidFill>
                  <a:latin typeface="Calibri"/>
                </a:rPr>
                <a:t>App</a:t>
              </a:r>
            </a:p>
          </p:txBody>
        </p:sp>
        <p:sp>
          <p:nvSpPr>
            <p:cNvPr id="21" name="Rounded Rectangle 20">
              <a:extLst>
                <a:ext uri="{FF2B5EF4-FFF2-40B4-BE49-F238E27FC236}">
                  <a16:creationId xmlns:a16="http://schemas.microsoft.com/office/drawing/2014/main" id="{E657948B-92D2-FE47-9E12-07B81900D9DB}"/>
                </a:ext>
              </a:extLst>
            </p:cNvPr>
            <p:cNvSpPr/>
            <p:nvPr/>
          </p:nvSpPr>
          <p:spPr bwMode="auto">
            <a:xfrm>
              <a:off x="5638800" y="1371600"/>
              <a:ext cx="609600" cy="685800"/>
            </a:xfrm>
            <a:prstGeom prst="roundRect">
              <a:avLst/>
            </a:prstGeom>
            <a:solidFill>
              <a:srgbClr val="FFCC66"/>
            </a:solidFill>
          </p:spPr>
          <p:style>
            <a:lnRef idx="0">
              <a:schemeClr val="accent6"/>
            </a:lnRef>
            <a:fillRef idx="3">
              <a:schemeClr val="accent6"/>
            </a:fillRef>
            <a:effectRef idx="3">
              <a:schemeClr val="accent6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914400">
                <a:defRPr/>
              </a:pPr>
              <a:r>
                <a:rPr lang="en-US" sz="1600" b="1" dirty="0">
                  <a:solidFill>
                    <a:srgbClr val="FFCC66"/>
                  </a:solidFill>
                  <a:latin typeface="Calibri"/>
                </a:rPr>
                <a:t>App</a:t>
              </a:r>
            </a:p>
          </p:txBody>
        </p:sp>
        <p:sp>
          <p:nvSpPr>
            <p:cNvPr id="22" name="Rounded Rectangle 21">
              <a:extLst>
                <a:ext uri="{FF2B5EF4-FFF2-40B4-BE49-F238E27FC236}">
                  <a16:creationId xmlns:a16="http://schemas.microsoft.com/office/drawing/2014/main" id="{1368ABFE-D808-9649-B64C-4850B5E73426}"/>
                </a:ext>
              </a:extLst>
            </p:cNvPr>
            <p:cNvSpPr/>
            <p:nvPr/>
          </p:nvSpPr>
          <p:spPr bwMode="auto">
            <a:xfrm>
              <a:off x="5334000" y="1371600"/>
              <a:ext cx="914400" cy="685800"/>
            </a:xfrm>
            <a:prstGeom prst="roundRect">
              <a:avLst/>
            </a:prstGeom>
            <a:solidFill>
              <a:srgbClr val="FFCC66"/>
            </a:solidFill>
          </p:spPr>
          <p:style>
            <a:lnRef idx="0">
              <a:schemeClr val="accent6"/>
            </a:lnRef>
            <a:fillRef idx="3">
              <a:schemeClr val="accent6"/>
            </a:fillRef>
            <a:effectRef idx="3">
              <a:schemeClr val="accent6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914400">
                <a:defRPr/>
              </a:pPr>
              <a:r>
                <a:rPr lang="en-US" sz="1400" b="1" dirty="0">
                  <a:solidFill>
                    <a:prstClr val="black"/>
                  </a:solidFill>
                  <a:latin typeface="Calibri"/>
                </a:rPr>
                <a:t>App</a:t>
              </a:r>
            </a:p>
          </p:txBody>
        </p:sp>
      </p:grpSp>
      <p:sp>
        <p:nvSpPr>
          <p:cNvPr id="23" name="Rounded Rectangle 22">
            <a:extLst>
              <a:ext uri="{FF2B5EF4-FFF2-40B4-BE49-F238E27FC236}">
                <a16:creationId xmlns:a16="http://schemas.microsoft.com/office/drawing/2014/main" id="{7C1C0D48-1D6C-5749-86FB-67FF039653D9}"/>
              </a:ext>
            </a:extLst>
          </p:cNvPr>
          <p:cNvSpPr/>
          <p:nvPr/>
        </p:nvSpPr>
        <p:spPr>
          <a:xfrm>
            <a:off x="2212931" y="1896593"/>
            <a:ext cx="1905000" cy="736600"/>
          </a:xfrm>
          <a:prstGeom prst="roundRect">
            <a:avLst/>
          </a:prstGeom>
          <a:solidFill>
            <a:srgbClr val="000090"/>
          </a:solidFill>
        </p:spPr>
        <p:style>
          <a:lnRef idx="0">
            <a:schemeClr val="accent2"/>
          </a:lnRef>
          <a:fillRef idx="3">
            <a:schemeClr val="accent2"/>
          </a:fillRef>
          <a:effectRef idx="3">
            <a:schemeClr val="accent2"/>
          </a:effectRef>
          <a:fontRef idx="minor">
            <a:schemeClr val="lt1"/>
          </a:fontRef>
        </p:style>
        <p:txBody>
          <a:bodyPr anchor="ctr"/>
          <a:lstStyle/>
          <a:p>
            <a:pPr algn="ctr" defTabSz="914400"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2000" b="1" dirty="0">
                <a:solidFill>
                  <a:prstClr val="white"/>
                </a:solidFill>
                <a:latin typeface="+mj-lt"/>
                <a:ea typeface="ＭＳ Ｐゴシック" charset="-128"/>
                <a:cs typeface="ＭＳ Ｐゴシック" charset="-128"/>
              </a:rPr>
              <a:t>Specialized</a:t>
            </a:r>
          </a:p>
          <a:p>
            <a:pPr algn="ctr" defTabSz="914400"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2000" b="1" dirty="0">
                <a:solidFill>
                  <a:prstClr val="white"/>
                </a:solidFill>
                <a:latin typeface="+mj-lt"/>
                <a:ea typeface="ＭＳ Ｐゴシック" charset="-128"/>
                <a:cs typeface="ＭＳ Ｐゴシック" charset="-128"/>
              </a:rPr>
              <a:t>Applications</a:t>
            </a: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92861905-1A74-AA4A-AFCB-AE04EA2CD7A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85766" y="5101088"/>
            <a:ext cx="4172211" cy="142192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 sz="2000" b="1">
                <a:solidFill>
                  <a:schemeClr val="tx1"/>
                </a:solidFill>
                <a:latin typeface="Helvetica" charset="0"/>
                <a:ea typeface="ＭＳ Ｐゴシック" charset="0"/>
                <a:cs typeface="ＭＳ Ｐゴシック" charset="0"/>
              </a:defRPr>
            </a:lvl1pPr>
            <a:lvl2pPr marL="37931725" indent="-37474525" eaLnBrk="0" hangingPunct="0">
              <a:defRPr sz="2000" b="1">
                <a:solidFill>
                  <a:schemeClr val="tx1"/>
                </a:solidFill>
                <a:latin typeface="Helvetica" charset="0"/>
                <a:ea typeface="ＭＳ Ｐゴシック" charset="0"/>
              </a:defRPr>
            </a:lvl2pPr>
            <a:lvl3pPr eaLnBrk="0" hangingPunct="0">
              <a:defRPr sz="2000" b="1">
                <a:solidFill>
                  <a:schemeClr val="tx1"/>
                </a:solidFill>
                <a:latin typeface="Helvetica" charset="0"/>
                <a:ea typeface="ＭＳ Ｐゴシック" charset="0"/>
              </a:defRPr>
            </a:lvl3pPr>
            <a:lvl4pPr eaLnBrk="0" hangingPunct="0">
              <a:defRPr sz="2000" b="1">
                <a:solidFill>
                  <a:schemeClr val="tx1"/>
                </a:solidFill>
                <a:latin typeface="Helvetica" charset="0"/>
                <a:ea typeface="ＭＳ Ｐゴシック" charset="0"/>
              </a:defRPr>
            </a:lvl4pPr>
            <a:lvl5pPr eaLnBrk="0" hangingPunct="0">
              <a:defRPr sz="2000" b="1">
                <a:solidFill>
                  <a:schemeClr val="tx1"/>
                </a:solidFill>
                <a:latin typeface="Helvetica" charset="0"/>
                <a:ea typeface="ＭＳ Ｐゴシック" charset="0"/>
              </a:defRPr>
            </a:lvl5pPr>
            <a:lvl6pPr marL="457200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Helvetica" charset="0"/>
                <a:ea typeface="ＭＳ Ｐゴシック" charset="0"/>
              </a:defRPr>
            </a:lvl6pPr>
            <a:lvl7pPr marL="914400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Helvetica" charset="0"/>
                <a:ea typeface="ＭＳ Ｐゴシック" charset="0"/>
              </a:defRPr>
            </a:lvl7pPr>
            <a:lvl8pPr marL="1371600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Helvetica" charset="0"/>
                <a:ea typeface="ＭＳ Ｐゴシック" charset="0"/>
              </a:defRPr>
            </a:lvl8pPr>
            <a:lvl9pPr marL="1828800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Helvetica" charset="0"/>
                <a:ea typeface="ＭＳ Ｐゴシック" charset="0"/>
              </a:defRPr>
            </a:lvl9pPr>
          </a:lstStyle>
          <a:p>
            <a:pPr algn="ctr" defTabSz="914400" eaLnBrk="1" fontAlgn="base" hangingPunct="1">
              <a:lnSpc>
                <a:spcPct val="9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2400" b="0" dirty="0">
                <a:solidFill>
                  <a:prstClr val="black"/>
                </a:solidFill>
                <a:latin typeface="+mn-lt"/>
              </a:rPr>
              <a:t>Horizontal</a:t>
            </a:r>
          </a:p>
          <a:p>
            <a:pPr algn="ctr" defTabSz="914400" eaLnBrk="1" fontAlgn="base" hangingPunct="1">
              <a:lnSpc>
                <a:spcPct val="9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2400" b="0" dirty="0">
                <a:solidFill>
                  <a:prstClr val="black"/>
                </a:solidFill>
                <a:latin typeface="+mn-lt"/>
              </a:rPr>
              <a:t>Open interfaces</a:t>
            </a:r>
          </a:p>
          <a:p>
            <a:pPr algn="ctr" defTabSz="914400" eaLnBrk="1" fontAlgn="base" hangingPunct="1">
              <a:lnSpc>
                <a:spcPct val="9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2400" b="0" dirty="0">
                <a:solidFill>
                  <a:prstClr val="black"/>
                </a:solidFill>
                <a:latin typeface="+mn-lt"/>
              </a:rPr>
              <a:t>Rapid innovation</a:t>
            </a:r>
          </a:p>
          <a:p>
            <a:pPr algn="ctr" defTabSz="914400" eaLnBrk="1" fontAlgn="base" hangingPunct="1">
              <a:lnSpc>
                <a:spcPct val="9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2400" b="0" dirty="0">
                <a:solidFill>
                  <a:prstClr val="black"/>
                </a:solidFill>
                <a:latin typeface="+mn-lt"/>
              </a:rPr>
              <a:t>Huge industry</a:t>
            </a:r>
          </a:p>
        </p:txBody>
      </p:sp>
      <p:grpSp>
        <p:nvGrpSpPr>
          <p:cNvPr id="26" name="Group 56">
            <a:extLst>
              <a:ext uri="{FF2B5EF4-FFF2-40B4-BE49-F238E27FC236}">
                <a16:creationId xmlns:a16="http://schemas.microsoft.com/office/drawing/2014/main" id="{FACA84D3-EBD1-3842-8204-78C0ECE7E0E8}"/>
              </a:ext>
            </a:extLst>
          </p:cNvPr>
          <p:cNvGrpSpPr>
            <a:grpSpLocks/>
          </p:cNvGrpSpPr>
          <p:nvPr/>
        </p:nvGrpSpPr>
        <p:grpSpPr bwMode="auto">
          <a:xfrm>
            <a:off x="7513486" y="3922880"/>
            <a:ext cx="2532996" cy="1044813"/>
            <a:chOff x="5308190" y="3212068"/>
            <a:chExt cx="3212311" cy="1359931"/>
          </a:xfrm>
        </p:grpSpPr>
        <p:sp>
          <p:nvSpPr>
            <p:cNvPr id="27" name="Rounded Rectangle 26">
              <a:extLst>
                <a:ext uri="{FF2B5EF4-FFF2-40B4-BE49-F238E27FC236}">
                  <a16:creationId xmlns:a16="http://schemas.microsoft.com/office/drawing/2014/main" id="{AF4F8BF1-E3C3-C241-9BBC-A61078965EBB}"/>
                </a:ext>
              </a:extLst>
            </p:cNvPr>
            <p:cNvSpPr/>
            <p:nvPr/>
          </p:nvSpPr>
          <p:spPr bwMode="auto">
            <a:xfrm>
              <a:off x="6096000" y="3874196"/>
              <a:ext cx="2424501" cy="697803"/>
            </a:xfrm>
            <a:prstGeom prst="roundRect">
              <a:avLst/>
            </a:prstGeom>
            <a:solidFill>
              <a:srgbClr val="000090"/>
            </a:solidFill>
          </p:spPr>
          <p:style>
            <a:lnRef idx="0">
              <a:schemeClr val="accent2"/>
            </a:lnRef>
            <a:fillRef idx="3">
              <a:schemeClr val="accent2"/>
            </a:fillRef>
            <a:effectRef idx="3">
              <a:schemeClr val="accent2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914400"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sz="1600" b="1" dirty="0">
                  <a:solidFill>
                    <a:prstClr val="white"/>
                  </a:solidFill>
                  <a:latin typeface="Arial" charset="0"/>
                  <a:ea typeface="ＭＳ Ｐゴシック" charset="-128"/>
                  <a:cs typeface="ＭＳ Ｐゴシック" charset="-128"/>
                </a:rPr>
                <a:t>Microprocessor</a:t>
              </a:r>
            </a:p>
          </p:txBody>
        </p:sp>
        <p:grpSp>
          <p:nvGrpSpPr>
            <p:cNvPr id="29" name="Group 51">
              <a:extLst>
                <a:ext uri="{FF2B5EF4-FFF2-40B4-BE49-F238E27FC236}">
                  <a16:creationId xmlns:a16="http://schemas.microsoft.com/office/drawing/2014/main" id="{B5637E9E-4E32-4940-846C-B353CC889AC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308190" y="3212068"/>
              <a:ext cx="3121640" cy="440663"/>
              <a:chOff x="5384390" y="3200400"/>
              <a:chExt cx="3121640" cy="440663"/>
            </a:xfrm>
          </p:grpSpPr>
          <p:cxnSp>
            <p:nvCxnSpPr>
              <p:cNvPr id="30" name="Straight Connector 29">
                <a:extLst>
                  <a:ext uri="{FF2B5EF4-FFF2-40B4-BE49-F238E27FC236}">
                    <a16:creationId xmlns:a16="http://schemas.microsoft.com/office/drawing/2014/main" id="{37974EAD-28B9-A54C-ADA5-9BD26A800CE7}"/>
                  </a:ext>
                </a:extLst>
              </p:cNvPr>
              <p:cNvCxnSpPr/>
              <p:nvPr/>
            </p:nvCxnSpPr>
            <p:spPr>
              <a:xfrm>
                <a:off x="5384390" y="3424423"/>
                <a:ext cx="3121640" cy="4509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1" name="TextBox 23">
                <a:extLst>
                  <a:ext uri="{FF2B5EF4-FFF2-40B4-BE49-F238E27FC236}">
                    <a16:creationId xmlns:a16="http://schemas.microsoft.com/office/drawing/2014/main" id="{8CD3B736-6797-F94E-A7DB-43FFFD728C5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761913" y="3200400"/>
                <a:ext cx="2465881" cy="440663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2000" b="1">
                    <a:solidFill>
                      <a:schemeClr val="tx1"/>
                    </a:solidFill>
                    <a:latin typeface="Helvetica" charset="0"/>
                    <a:ea typeface="ＭＳ Ｐゴシック" charset="0"/>
                    <a:cs typeface="ＭＳ Ｐゴシック" charset="0"/>
                  </a:defRPr>
                </a:lvl1pPr>
                <a:lvl2pPr marL="37931725" indent="-37474525" eaLnBrk="0" hangingPunct="0">
                  <a:defRPr sz="2000" b="1">
                    <a:solidFill>
                      <a:schemeClr val="tx1"/>
                    </a:solidFill>
                    <a:latin typeface="Helvetica" charset="0"/>
                    <a:ea typeface="ＭＳ Ｐゴシック" charset="0"/>
                  </a:defRPr>
                </a:lvl2pPr>
                <a:lvl3pPr eaLnBrk="0" hangingPunct="0">
                  <a:defRPr sz="2000" b="1">
                    <a:solidFill>
                      <a:schemeClr val="tx1"/>
                    </a:solidFill>
                    <a:latin typeface="Helvetica" charset="0"/>
                    <a:ea typeface="ＭＳ Ｐゴシック" charset="0"/>
                  </a:defRPr>
                </a:lvl3pPr>
                <a:lvl4pPr eaLnBrk="0" hangingPunct="0">
                  <a:defRPr sz="2000" b="1">
                    <a:solidFill>
                      <a:schemeClr val="tx1"/>
                    </a:solidFill>
                    <a:latin typeface="Helvetica" charset="0"/>
                    <a:ea typeface="ＭＳ Ｐゴシック" charset="0"/>
                  </a:defRPr>
                </a:lvl4pPr>
                <a:lvl5pPr eaLnBrk="0" hangingPunct="0">
                  <a:defRPr sz="2000" b="1">
                    <a:solidFill>
                      <a:schemeClr val="tx1"/>
                    </a:solidFill>
                    <a:latin typeface="Helvetica" charset="0"/>
                    <a:ea typeface="ＭＳ Ｐゴシック" charset="0"/>
                  </a:defRPr>
                </a:lvl5pPr>
                <a:lvl6pPr marL="4572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Helvetica" charset="0"/>
                    <a:ea typeface="ＭＳ Ｐゴシック" charset="0"/>
                  </a:defRPr>
                </a:lvl6pPr>
                <a:lvl7pPr marL="9144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Helvetica" charset="0"/>
                    <a:ea typeface="ＭＳ Ｐゴシック" charset="0"/>
                  </a:defRPr>
                </a:lvl7pPr>
                <a:lvl8pPr marL="1371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Helvetica" charset="0"/>
                    <a:ea typeface="ＭＳ Ｐゴシック" charset="0"/>
                  </a:defRPr>
                </a:lvl8pPr>
                <a:lvl9pPr marL="18288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Helvetica" charset="0"/>
                    <a:ea typeface="ＭＳ Ｐゴシック" charset="0"/>
                  </a:defRPr>
                </a:lvl9pPr>
              </a:lstStyle>
              <a:p>
                <a:pPr algn="ctr" defTabSz="914400" eaLnBrk="1" fontAlgn="base" hangingPunct="1">
                  <a:spcBef>
                    <a:spcPct val="0"/>
                  </a:spcBef>
                  <a:spcAft>
                    <a:spcPct val="0"/>
                  </a:spcAft>
                </a:pPr>
                <a:r>
                  <a:rPr lang="en-US" sz="1600" dirty="0">
                    <a:solidFill>
                      <a:prstClr val="black"/>
                    </a:solidFill>
                    <a:latin typeface="Arial" charset="0"/>
                  </a:rPr>
                  <a:t>Open Interface</a:t>
                </a:r>
              </a:p>
            </p:txBody>
          </p:sp>
        </p:grpSp>
      </p:grpSp>
      <p:sp>
        <p:nvSpPr>
          <p:cNvPr id="42" name="TextBox 41">
            <a:extLst>
              <a:ext uri="{FF2B5EF4-FFF2-40B4-BE49-F238E27FC236}">
                <a16:creationId xmlns:a16="http://schemas.microsoft.com/office/drawing/2014/main" id="{0BE7CBDD-13E0-9349-9E5E-321561EDCACA}"/>
              </a:ext>
            </a:extLst>
          </p:cNvPr>
          <p:cNvSpPr txBox="1"/>
          <p:nvPr/>
        </p:nvSpPr>
        <p:spPr>
          <a:xfrm>
            <a:off x="152871" y="6550399"/>
            <a:ext cx="225441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/>
              <a:t>* Slide  courtesy: N. McKeown</a:t>
            </a:r>
          </a:p>
        </p:txBody>
      </p:sp>
      <p:grpSp>
        <p:nvGrpSpPr>
          <p:cNvPr id="53" name="Group 52">
            <a:extLst>
              <a:ext uri="{FF2B5EF4-FFF2-40B4-BE49-F238E27FC236}">
                <a16:creationId xmlns:a16="http://schemas.microsoft.com/office/drawing/2014/main" id="{D74F9DCD-65BF-2B44-93FA-F3BAEA2A5B2F}"/>
              </a:ext>
            </a:extLst>
          </p:cNvPr>
          <p:cNvGrpSpPr/>
          <p:nvPr/>
        </p:nvGrpSpPr>
        <p:grpSpPr>
          <a:xfrm>
            <a:off x="7027102" y="2344247"/>
            <a:ext cx="3575135" cy="1597091"/>
            <a:chOff x="6751530" y="2043623"/>
            <a:chExt cx="3575135" cy="1597091"/>
          </a:xfrm>
        </p:grpSpPr>
        <p:sp>
          <p:nvSpPr>
            <p:cNvPr id="36" name="TextBox 23">
              <a:extLst>
                <a:ext uri="{FF2B5EF4-FFF2-40B4-BE49-F238E27FC236}">
                  <a16:creationId xmlns:a16="http://schemas.microsoft.com/office/drawing/2014/main" id="{2A4BDC74-4343-694A-A748-C85FF0A083E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864926" y="2718201"/>
              <a:ext cx="412292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sz="2000" b="1">
                  <a:solidFill>
                    <a:schemeClr val="tx1"/>
                  </a:solidFill>
                  <a:latin typeface="Helvetica" charset="0"/>
                  <a:ea typeface="ＭＳ Ｐゴシック" charset="0"/>
                  <a:cs typeface="ＭＳ Ｐゴシック" charset="0"/>
                </a:defRPr>
              </a:lvl1pPr>
              <a:lvl2pPr marL="37931725" indent="-37474525" eaLnBrk="0" hangingPunct="0">
                <a:defRPr sz="2000" b="1">
                  <a:solidFill>
                    <a:schemeClr val="tx1"/>
                  </a:solidFill>
                  <a:latin typeface="Helvetica" charset="0"/>
                  <a:ea typeface="ＭＳ Ｐゴシック" charset="0"/>
                </a:defRPr>
              </a:lvl2pPr>
              <a:lvl3pPr eaLnBrk="0" hangingPunct="0">
                <a:defRPr sz="2000" b="1">
                  <a:solidFill>
                    <a:schemeClr val="tx1"/>
                  </a:solidFill>
                  <a:latin typeface="Helvetica" charset="0"/>
                  <a:ea typeface="ＭＳ Ｐゴシック" charset="0"/>
                </a:defRPr>
              </a:lvl3pPr>
              <a:lvl4pPr eaLnBrk="0" hangingPunct="0">
                <a:defRPr sz="2000" b="1">
                  <a:solidFill>
                    <a:schemeClr val="tx1"/>
                  </a:solidFill>
                  <a:latin typeface="Helvetica" charset="0"/>
                  <a:ea typeface="ＭＳ Ｐゴシック" charset="0"/>
                </a:defRPr>
              </a:lvl4pPr>
              <a:lvl5pPr eaLnBrk="0" hangingPunct="0">
                <a:defRPr sz="2000" b="1">
                  <a:solidFill>
                    <a:schemeClr val="tx1"/>
                  </a:solidFill>
                  <a:latin typeface="Helvetica" charset="0"/>
                  <a:ea typeface="ＭＳ Ｐゴシック" charset="0"/>
                </a:defRPr>
              </a:lvl5pPr>
              <a:lvl6pPr marL="457200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Helvetica" charset="0"/>
                  <a:ea typeface="ＭＳ Ｐゴシック" charset="0"/>
                </a:defRPr>
              </a:lvl6pPr>
              <a:lvl7pPr marL="914400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Helvetica" charset="0"/>
                  <a:ea typeface="ＭＳ Ｐゴシック" charset="0"/>
                </a:defRPr>
              </a:lvl7pPr>
              <a:lvl8pPr marL="1371600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Helvetica" charset="0"/>
                  <a:ea typeface="ＭＳ Ｐゴシック" charset="0"/>
                </a:defRPr>
              </a:lvl8pPr>
              <a:lvl9pPr marL="1828800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Helvetica" charset="0"/>
                  <a:ea typeface="ＭＳ Ｐゴシック" charset="0"/>
                </a:defRPr>
              </a:lvl9pPr>
            </a:lstStyle>
            <a:p>
              <a:pPr algn="ctr" defTabSz="914400" eaLnBrk="1" fontAlgn="base" hangingPunct="1">
                <a:spcBef>
                  <a:spcPct val="0"/>
                </a:spcBef>
                <a:spcAft>
                  <a:spcPct val="0"/>
                </a:spcAft>
              </a:pPr>
              <a:r>
                <a:rPr lang="en-US" b="0" i="1" dirty="0">
                  <a:solidFill>
                    <a:prstClr val="black"/>
                  </a:solidFill>
                  <a:latin typeface="+mn-lt"/>
                </a:rPr>
                <a:t>or</a:t>
              </a:r>
            </a:p>
          </p:txBody>
        </p:sp>
        <p:sp>
          <p:nvSpPr>
            <p:cNvPr id="37" name="TextBox 24">
              <a:extLst>
                <a:ext uri="{FF2B5EF4-FFF2-40B4-BE49-F238E27FC236}">
                  <a16:creationId xmlns:a16="http://schemas.microsoft.com/office/drawing/2014/main" id="{8ED40C4A-1DDE-D949-AFD4-640982319FB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07926" y="2706533"/>
              <a:ext cx="412292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sz="2000" b="1">
                  <a:solidFill>
                    <a:schemeClr val="tx1"/>
                  </a:solidFill>
                  <a:latin typeface="Helvetica" charset="0"/>
                  <a:ea typeface="ＭＳ Ｐゴシック" charset="0"/>
                  <a:cs typeface="ＭＳ Ｐゴシック" charset="0"/>
                </a:defRPr>
              </a:lvl1pPr>
              <a:lvl2pPr marL="37931725" indent="-37474525" eaLnBrk="0" hangingPunct="0">
                <a:defRPr sz="2000" b="1">
                  <a:solidFill>
                    <a:schemeClr val="tx1"/>
                  </a:solidFill>
                  <a:latin typeface="Helvetica" charset="0"/>
                  <a:ea typeface="ＭＳ Ｐゴシック" charset="0"/>
                </a:defRPr>
              </a:lvl2pPr>
              <a:lvl3pPr eaLnBrk="0" hangingPunct="0">
                <a:defRPr sz="2000" b="1">
                  <a:solidFill>
                    <a:schemeClr val="tx1"/>
                  </a:solidFill>
                  <a:latin typeface="Helvetica" charset="0"/>
                  <a:ea typeface="ＭＳ Ｐゴシック" charset="0"/>
                </a:defRPr>
              </a:lvl3pPr>
              <a:lvl4pPr eaLnBrk="0" hangingPunct="0">
                <a:defRPr sz="2000" b="1">
                  <a:solidFill>
                    <a:schemeClr val="tx1"/>
                  </a:solidFill>
                  <a:latin typeface="Helvetica" charset="0"/>
                  <a:ea typeface="ＭＳ Ｐゴシック" charset="0"/>
                </a:defRPr>
              </a:lvl4pPr>
              <a:lvl5pPr eaLnBrk="0" hangingPunct="0">
                <a:defRPr sz="2000" b="1">
                  <a:solidFill>
                    <a:schemeClr val="tx1"/>
                  </a:solidFill>
                  <a:latin typeface="Helvetica" charset="0"/>
                  <a:ea typeface="ＭＳ Ｐゴシック" charset="0"/>
                </a:defRPr>
              </a:lvl5pPr>
              <a:lvl6pPr marL="457200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Helvetica" charset="0"/>
                  <a:ea typeface="ＭＳ Ｐゴシック" charset="0"/>
                </a:defRPr>
              </a:lvl6pPr>
              <a:lvl7pPr marL="914400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Helvetica" charset="0"/>
                  <a:ea typeface="ＭＳ Ｐゴシック" charset="0"/>
                </a:defRPr>
              </a:lvl7pPr>
              <a:lvl8pPr marL="1371600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Helvetica" charset="0"/>
                  <a:ea typeface="ＭＳ Ｐゴシック" charset="0"/>
                </a:defRPr>
              </a:lvl8pPr>
              <a:lvl9pPr marL="1828800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Helvetica" charset="0"/>
                  <a:ea typeface="ＭＳ Ｐゴシック" charset="0"/>
                </a:defRPr>
              </a:lvl9pPr>
            </a:lstStyle>
            <a:p>
              <a:pPr algn="ctr" defTabSz="914400" eaLnBrk="1" fontAlgn="base" hangingPunct="1">
                <a:spcBef>
                  <a:spcPct val="0"/>
                </a:spcBef>
                <a:spcAft>
                  <a:spcPct val="0"/>
                </a:spcAft>
              </a:pPr>
              <a:r>
                <a:rPr lang="en-US" dirty="0">
                  <a:solidFill>
                    <a:prstClr val="black"/>
                  </a:solidFill>
                  <a:latin typeface="+mn-lt"/>
                </a:rPr>
                <a:t>or</a:t>
              </a:r>
            </a:p>
          </p:txBody>
        </p:sp>
        <p:grpSp>
          <p:nvGrpSpPr>
            <p:cNvPr id="38" name="Group 52">
              <a:extLst>
                <a:ext uri="{FF2B5EF4-FFF2-40B4-BE49-F238E27FC236}">
                  <a16:creationId xmlns:a16="http://schemas.microsoft.com/office/drawing/2014/main" id="{F5EFFD42-FF20-9542-A0C8-56A2BD25C0C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216411" y="2043623"/>
              <a:ext cx="2590800" cy="338554"/>
              <a:chOff x="5806858" y="3260868"/>
              <a:chExt cx="2590800" cy="338554"/>
            </a:xfrm>
          </p:grpSpPr>
          <p:cxnSp>
            <p:nvCxnSpPr>
              <p:cNvPr id="39" name="Straight Connector 38">
                <a:extLst>
                  <a:ext uri="{FF2B5EF4-FFF2-40B4-BE49-F238E27FC236}">
                    <a16:creationId xmlns:a16="http://schemas.microsoft.com/office/drawing/2014/main" id="{397E7461-5099-A44B-806E-2E1E189AA593}"/>
                  </a:ext>
                </a:extLst>
              </p:cNvPr>
              <p:cNvCxnSpPr/>
              <p:nvPr/>
            </p:nvCxnSpPr>
            <p:spPr>
              <a:xfrm>
                <a:off x="5806858" y="3427413"/>
                <a:ext cx="2590800" cy="1587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0" name="TextBox 23">
                <a:extLst>
                  <a:ext uri="{FF2B5EF4-FFF2-40B4-BE49-F238E27FC236}">
                    <a16:creationId xmlns:a16="http://schemas.microsoft.com/office/drawing/2014/main" id="{D1451D5C-DF4C-E74B-B024-F0A9F41BA97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287547" y="3260868"/>
                <a:ext cx="1621357" cy="338554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sz="2000" b="1">
                    <a:solidFill>
                      <a:schemeClr val="tx1"/>
                    </a:solidFill>
                    <a:latin typeface="Helvetica" charset="0"/>
                    <a:ea typeface="ＭＳ Ｐゴシック" charset="0"/>
                    <a:cs typeface="ＭＳ Ｐゴシック" charset="0"/>
                  </a:defRPr>
                </a:lvl1pPr>
                <a:lvl2pPr marL="37931725" indent="-37474525" eaLnBrk="0" hangingPunct="0">
                  <a:defRPr sz="2000" b="1">
                    <a:solidFill>
                      <a:schemeClr val="tx1"/>
                    </a:solidFill>
                    <a:latin typeface="Helvetica" charset="0"/>
                    <a:ea typeface="ＭＳ Ｐゴシック" charset="0"/>
                  </a:defRPr>
                </a:lvl2pPr>
                <a:lvl3pPr eaLnBrk="0" hangingPunct="0">
                  <a:defRPr sz="2000" b="1">
                    <a:solidFill>
                      <a:schemeClr val="tx1"/>
                    </a:solidFill>
                    <a:latin typeface="Helvetica" charset="0"/>
                    <a:ea typeface="ＭＳ Ｐゴシック" charset="0"/>
                  </a:defRPr>
                </a:lvl3pPr>
                <a:lvl4pPr eaLnBrk="0" hangingPunct="0">
                  <a:defRPr sz="2000" b="1">
                    <a:solidFill>
                      <a:schemeClr val="tx1"/>
                    </a:solidFill>
                    <a:latin typeface="Helvetica" charset="0"/>
                    <a:ea typeface="ＭＳ Ｐゴシック" charset="0"/>
                  </a:defRPr>
                </a:lvl4pPr>
                <a:lvl5pPr eaLnBrk="0" hangingPunct="0">
                  <a:defRPr sz="2000" b="1">
                    <a:solidFill>
                      <a:schemeClr val="tx1"/>
                    </a:solidFill>
                    <a:latin typeface="Helvetica" charset="0"/>
                    <a:ea typeface="ＭＳ Ｐゴシック" charset="0"/>
                  </a:defRPr>
                </a:lvl5pPr>
                <a:lvl6pPr marL="4572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Helvetica" charset="0"/>
                    <a:ea typeface="ＭＳ Ｐゴシック" charset="0"/>
                  </a:defRPr>
                </a:lvl6pPr>
                <a:lvl7pPr marL="9144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Helvetica" charset="0"/>
                    <a:ea typeface="ＭＳ Ｐゴシック" charset="0"/>
                  </a:defRPr>
                </a:lvl7pPr>
                <a:lvl8pPr marL="1371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Helvetica" charset="0"/>
                    <a:ea typeface="ＭＳ Ｐゴシック" charset="0"/>
                  </a:defRPr>
                </a:lvl8pPr>
                <a:lvl9pPr marL="18288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Helvetica" charset="0"/>
                    <a:ea typeface="ＭＳ Ｐゴシック" charset="0"/>
                  </a:defRPr>
                </a:lvl9pPr>
              </a:lstStyle>
              <a:p>
                <a:pPr algn="ctr" defTabSz="914400" eaLnBrk="1" fontAlgn="base" hangingPunct="1">
                  <a:spcBef>
                    <a:spcPct val="0"/>
                  </a:spcBef>
                  <a:spcAft>
                    <a:spcPct val="0"/>
                  </a:spcAft>
                </a:pPr>
                <a:r>
                  <a:rPr lang="en-US" sz="1600" dirty="0">
                    <a:solidFill>
                      <a:prstClr val="black"/>
                    </a:solidFill>
                    <a:latin typeface="Arial" charset="0"/>
                  </a:rPr>
                  <a:t>Open Interface</a:t>
                </a:r>
              </a:p>
            </p:txBody>
          </p:sp>
        </p:grpSp>
        <p:grpSp>
          <p:nvGrpSpPr>
            <p:cNvPr id="48" name="Group 47">
              <a:extLst>
                <a:ext uri="{FF2B5EF4-FFF2-40B4-BE49-F238E27FC236}">
                  <a16:creationId xmlns:a16="http://schemas.microsoft.com/office/drawing/2014/main" id="{913C6582-D002-B947-ADEA-9350E7BF41B7}"/>
                </a:ext>
              </a:extLst>
            </p:cNvPr>
            <p:cNvGrpSpPr/>
            <p:nvPr/>
          </p:nvGrpSpPr>
          <p:grpSpPr>
            <a:xfrm>
              <a:off x="6751530" y="2505206"/>
              <a:ext cx="1060162" cy="1108367"/>
              <a:chOff x="6914368" y="2467628"/>
              <a:chExt cx="1060162" cy="1108367"/>
            </a:xfrm>
          </p:grpSpPr>
          <p:pic>
            <p:nvPicPr>
              <p:cNvPr id="44" name="Picture 43">
                <a:extLst>
                  <a:ext uri="{FF2B5EF4-FFF2-40B4-BE49-F238E27FC236}">
                    <a16:creationId xmlns:a16="http://schemas.microsoft.com/office/drawing/2014/main" id="{50E78C78-BCB0-2347-9C1B-233CCCD2C5E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"/>
              <a:stretch>
                <a:fillRect/>
              </a:stretch>
            </p:blipFill>
            <p:spPr>
              <a:xfrm>
                <a:off x="6930000" y="2467628"/>
                <a:ext cx="1026811" cy="788444"/>
              </a:xfrm>
              <a:prstGeom prst="rect">
                <a:avLst/>
              </a:prstGeom>
            </p:spPr>
          </p:pic>
          <p:sp>
            <p:nvSpPr>
              <p:cNvPr id="47" name="TextBox 46">
                <a:extLst>
                  <a:ext uri="{FF2B5EF4-FFF2-40B4-BE49-F238E27FC236}">
                    <a16:creationId xmlns:a16="http://schemas.microsoft.com/office/drawing/2014/main" id="{3C85EF8D-B7E7-D84A-86F9-C7DB87B94C88}"/>
                  </a:ext>
                </a:extLst>
              </p:cNvPr>
              <p:cNvSpPr txBox="1"/>
              <p:nvPr/>
            </p:nvSpPr>
            <p:spPr>
              <a:xfrm>
                <a:off x="6914368" y="3206663"/>
                <a:ext cx="1060162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/>
                  <a:t>Windows</a:t>
                </a:r>
              </a:p>
            </p:txBody>
          </p:sp>
        </p:grpSp>
        <p:grpSp>
          <p:nvGrpSpPr>
            <p:cNvPr id="49" name="Group 48">
              <a:extLst>
                <a:ext uri="{FF2B5EF4-FFF2-40B4-BE49-F238E27FC236}">
                  <a16:creationId xmlns:a16="http://schemas.microsoft.com/office/drawing/2014/main" id="{558F6482-06CD-7C45-8A8E-3A316A33259A}"/>
                </a:ext>
              </a:extLst>
            </p:cNvPr>
            <p:cNvGrpSpPr/>
            <p:nvPr/>
          </p:nvGrpSpPr>
          <p:grpSpPr>
            <a:xfrm>
              <a:off x="8166970" y="2450566"/>
              <a:ext cx="763916" cy="1190148"/>
              <a:chOff x="5173249" y="6258478"/>
              <a:chExt cx="763916" cy="1190148"/>
            </a:xfrm>
          </p:grpSpPr>
          <p:pic>
            <p:nvPicPr>
              <p:cNvPr id="46" name="Picture 45" descr="A picture containing table, toy, yellow&#10;&#10;Description automatically generated">
                <a:extLst>
                  <a:ext uri="{FF2B5EF4-FFF2-40B4-BE49-F238E27FC236}">
                    <a16:creationId xmlns:a16="http://schemas.microsoft.com/office/drawing/2014/main" id="{265C7ED0-C582-DF48-926F-149A44CA4BF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5173249" y="6258478"/>
                <a:ext cx="763916" cy="900148"/>
              </a:xfrm>
              <a:prstGeom prst="rect">
                <a:avLst/>
              </a:prstGeom>
            </p:spPr>
          </p:pic>
          <p:sp>
            <p:nvSpPr>
              <p:cNvPr id="50" name="TextBox 49">
                <a:extLst>
                  <a:ext uri="{FF2B5EF4-FFF2-40B4-BE49-F238E27FC236}">
                    <a16:creationId xmlns:a16="http://schemas.microsoft.com/office/drawing/2014/main" id="{BE7A1F54-7F6C-0244-87D2-CE5D33A25F06}"/>
                  </a:ext>
                </a:extLst>
              </p:cNvPr>
              <p:cNvSpPr txBox="1"/>
              <p:nvPr/>
            </p:nvSpPr>
            <p:spPr>
              <a:xfrm>
                <a:off x="5187864" y="7079294"/>
                <a:ext cx="67839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/>
                  <a:t>Linux</a:t>
                </a:r>
              </a:p>
            </p:txBody>
          </p:sp>
        </p:grpSp>
        <p:grpSp>
          <p:nvGrpSpPr>
            <p:cNvPr id="52" name="Group 51">
              <a:extLst>
                <a:ext uri="{FF2B5EF4-FFF2-40B4-BE49-F238E27FC236}">
                  <a16:creationId xmlns:a16="http://schemas.microsoft.com/office/drawing/2014/main" id="{31E83FAE-D11D-824A-9997-5BC344C130CD}"/>
                </a:ext>
              </a:extLst>
            </p:cNvPr>
            <p:cNvGrpSpPr/>
            <p:nvPr/>
          </p:nvGrpSpPr>
          <p:grpSpPr>
            <a:xfrm>
              <a:off x="9331890" y="2343411"/>
              <a:ext cx="994775" cy="1274338"/>
              <a:chOff x="6125227" y="6163850"/>
              <a:chExt cx="994775" cy="1274338"/>
            </a:xfrm>
          </p:grpSpPr>
          <p:pic>
            <p:nvPicPr>
              <p:cNvPr id="1028" name="Picture 4" descr="How to reset the Mac Os 9 password">
                <a:extLst>
                  <a:ext uri="{FF2B5EF4-FFF2-40B4-BE49-F238E27FC236}">
                    <a16:creationId xmlns:a16="http://schemas.microsoft.com/office/drawing/2014/main" id="{DDBF632B-C75A-2940-8E0A-E3CD6B50371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125227" y="6163850"/>
                <a:ext cx="994775" cy="994775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sp>
            <p:nvSpPr>
              <p:cNvPr id="51" name="TextBox 50">
                <a:extLst>
                  <a:ext uri="{FF2B5EF4-FFF2-40B4-BE49-F238E27FC236}">
                    <a16:creationId xmlns:a16="http://schemas.microsoft.com/office/drawing/2014/main" id="{B3BFAAA5-9205-9D46-85D8-6CE3428E2994}"/>
                  </a:ext>
                </a:extLst>
              </p:cNvPr>
              <p:cNvSpPr txBox="1"/>
              <p:nvPr/>
            </p:nvSpPr>
            <p:spPr>
              <a:xfrm>
                <a:off x="6129404" y="7068856"/>
                <a:ext cx="947632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/>
                  <a:t>MAC OS</a:t>
                </a:r>
              </a:p>
            </p:txBody>
          </p:sp>
        </p:grpSp>
      </p:grpSp>
      <p:sp>
        <p:nvSpPr>
          <p:cNvPr id="54" name="Right Arrow 53">
            <a:extLst>
              <a:ext uri="{FF2B5EF4-FFF2-40B4-BE49-F238E27FC236}">
                <a16:creationId xmlns:a16="http://schemas.microsoft.com/office/drawing/2014/main" id="{DA4F0CA8-C578-3F4E-B0B7-7D75647F7D87}"/>
              </a:ext>
            </a:extLst>
          </p:cNvPr>
          <p:cNvSpPr/>
          <p:nvPr/>
        </p:nvSpPr>
        <p:spPr>
          <a:xfrm>
            <a:off x="5273457" y="5336087"/>
            <a:ext cx="1178825" cy="764088"/>
          </a:xfrm>
          <a:prstGeom prst="rightArrow">
            <a:avLst/>
          </a:prstGeom>
          <a:gradFill>
            <a:gsLst>
              <a:gs pos="0">
                <a:schemeClr val="bg1"/>
              </a:gs>
              <a:gs pos="100000">
                <a:srgbClr val="0000A8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57" name="Right Arrow 56">
            <a:extLst>
              <a:ext uri="{FF2B5EF4-FFF2-40B4-BE49-F238E27FC236}">
                <a16:creationId xmlns:a16="http://schemas.microsoft.com/office/drawing/2014/main" id="{B5F7B71C-D375-D14B-AFF2-44852436983E}"/>
              </a:ext>
            </a:extLst>
          </p:cNvPr>
          <p:cNvSpPr/>
          <p:nvPr/>
        </p:nvSpPr>
        <p:spPr>
          <a:xfrm>
            <a:off x="5275544" y="2845494"/>
            <a:ext cx="1178825" cy="764088"/>
          </a:xfrm>
          <a:prstGeom prst="rightArrow">
            <a:avLst/>
          </a:prstGeom>
          <a:gradFill>
            <a:gsLst>
              <a:gs pos="0">
                <a:schemeClr val="bg1"/>
              </a:gs>
              <a:gs pos="100000">
                <a:srgbClr val="0000A8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45954656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mph" presetSubtype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6" dur="indefinite"/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5"/>
                                      </p:to>
                                    </p:set>
                                    <p:animEffect filter="image" prLst="opacity: 0.5">
                                      <p:cBhvr rctx="IE">
                                        <p:cTn id="7" dur="indefinite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1" dur="500"/>
                                        <p:tgtEl>
                                          <p:spTgt spid="10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6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1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>
                      <p:stCondLst>
                        <p:cond delay="indefinite"/>
                      </p:stCondLst>
                      <p:childTnLst>
                        <p:par>
                          <p:cTn id="43" fill="hold">
                            <p:stCondLst>
                              <p:cond delay="0"/>
                            </p:stCondLst>
                            <p:childTnLst>
                              <p:par>
                                <p:cTn id="4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1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500"/>
                            </p:stCondLst>
                            <p:childTnLst>
                              <p:par>
                                <p:cTn id="5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/>
      <p:bldP spid="24" grpId="0"/>
      <p:bldP spid="54" grpId="0" animBg="1"/>
      <p:bldP spid="57" grpId="0" animBg="1"/>
    </p:bldLst>
  </p:timing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01" name="Group 300">
            <a:extLst>
              <a:ext uri="{FF2B5EF4-FFF2-40B4-BE49-F238E27FC236}">
                <a16:creationId xmlns:a16="http://schemas.microsoft.com/office/drawing/2014/main" id="{3845CA21-8920-5B4D-A87A-8A24D6375DB1}"/>
              </a:ext>
            </a:extLst>
          </p:cNvPr>
          <p:cNvGrpSpPr/>
          <p:nvPr/>
        </p:nvGrpSpPr>
        <p:grpSpPr>
          <a:xfrm>
            <a:off x="2509218" y="1275410"/>
            <a:ext cx="6875191" cy="2404002"/>
            <a:chOff x="943464" y="1363093"/>
            <a:chExt cx="6875191" cy="2404002"/>
          </a:xfrm>
        </p:grpSpPr>
        <p:grpSp>
          <p:nvGrpSpPr>
            <p:cNvPr id="302" name="Group 1612">
              <a:extLst>
                <a:ext uri="{FF2B5EF4-FFF2-40B4-BE49-F238E27FC236}">
                  <a16:creationId xmlns:a16="http://schemas.microsoft.com/office/drawing/2014/main" id="{A636C80E-6B43-CC4F-850B-C168F1D97D43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943464" y="2441244"/>
              <a:ext cx="855053" cy="655887"/>
              <a:chOff x="2839" y="3501"/>
              <a:chExt cx="755" cy="803"/>
            </a:xfrm>
          </p:grpSpPr>
          <p:pic>
            <p:nvPicPr>
              <p:cNvPr id="443" name="Picture 1613" descr="desktop_computer_stylized_medium">
                <a:extLst>
                  <a:ext uri="{FF2B5EF4-FFF2-40B4-BE49-F238E27FC236}">
                    <a16:creationId xmlns:a16="http://schemas.microsoft.com/office/drawing/2014/main" id="{A5D348C8-04A6-B04C-9E76-895E111C35F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444" name="Freeform 1614">
                <a:extLst>
                  <a:ext uri="{FF2B5EF4-FFF2-40B4-BE49-F238E27FC236}">
                    <a16:creationId xmlns:a16="http://schemas.microsoft.com/office/drawing/2014/main" id="{FF8802DC-B64F-B347-88B7-0434C6CD42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303" name="Freeform 3">
              <a:extLst>
                <a:ext uri="{FF2B5EF4-FFF2-40B4-BE49-F238E27FC236}">
                  <a16:creationId xmlns:a16="http://schemas.microsoft.com/office/drawing/2014/main" id="{96D2D58C-AF60-0D4C-9B3D-2EDF188D66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9747" y="1363093"/>
              <a:ext cx="5142041" cy="2404002"/>
            </a:xfrm>
            <a:custGeom>
              <a:avLst/>
              <a:gdLst>
                <a:gd name="T0" fmla="*/ 0 w 2250"/>
                <a:gd name="T1" fmla="*/ 624 h 1409"/>
                <a:gd name="T2" fmla="*/ 219 w 2250"/>
                <a:gd name="T3" fmla="*/ 321 h 1409"/>
                <a:gd name="T4" fmla="*/ 529 w 2250"/>
                <a:gd name="T5" fmla="*/ 35 h 1409"/>
                <a:gd name="T6" fmla="*/ 1551 w 2250"/>
                <a:gd name="T7" fmla="*/ 111 h 1409"/>
                <a:gd name="T8" fmla="*/ 1968 w 2250"/>
                <a:gd name="T9" fmla="*/ 483 h 1409"/>
                <a:gd name="T10" fmla="*/ 2199 w 2250"/>
                <a:gd name="T11" fmla="*/ 906 h 1409"/>
                <a:gd name="T12" fmla="*/ 1659 w 2250"/>
                <a:gd name="T13" fmla="*/ 1314 h 1409"/>
                <a:gd name="T14" fmla="*/ 993 w 2250"/>
                <a:gd name="T15" fmla="*/ 1386 h 1409"/>
                <a:gd name="T16" fmla="*/ 465 w 2250"/>
                <a:gd name="T17" fmla="*/ 1356 h 1409"/>
                <a:gd name="T18" fmla="*/ 102 w 2250"/>
                <a:gd name="T19" fmla="*/ 1068 h 1409"/>
                <a:gd name="T20" fmla="*/ 0 w 2250"/>
                <a:gd name="T21" fmla="*/ 624 h 140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2250"/>
                <a:gd name="T34" fmla="*/ 0 h 1409"/>
                <a:gd name="T35" fmla="*/ 2250 w 2250"/>
                <a:gd name="T36" fmla="*/ 1409 h 1409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2250" h="1409">
                  <a:moveTo>
                    <a:pt x="0" y="624"/>
                  </a:moveTo>
                  <a:cubicBezTo>
                    <a:pt x="5" y="506"/>
                    <a:pt x="131" y="419"/>
                    <a:pt x="219" y="321"/>
                  </a:cubicBezTo>
                  <a:cubicBezTo>
                    <a:pt x="307" y="223"/>
                    <a:pt x="307" y="70"/>
                    <a:pt x="529" y="35"/>
                  </a:cubicBezTo>
                  <a:cubicBezTo>
                    <a:pt x="751" y="0"/>
                    <a:pt x="1311" y="36"/>
                    <a:pt x="1551" y="111"/>
                  </a:cubicBezTo>
                  <a:cubicBezTo>
                    <a:pt x="1791" y="186"/>
                    <a:pt x="1860" y="351"/>
                    <a:pt x="1968" y="483"/>
                  </a:cubicBezTo>
                  <a:cubicBezTo>
                    <a:pt x="2076" y="615"/>
                    <a:pt x="2250" y="767"/>
                    <a:pt x="2199" y="906"/>
                  </a:cubicBezTo>
                  <a:cubicBezTo>
                    <a:pt x="2148" y="1045"/>
                    <a:pt x="1860" y="1234"/>
                    <a:pt x="1659" y="1314"/>
                  </a:cubicBezTo>
                  <a:cubicBezTo>
                    <a:pt x="1458" y="1394"/>
                    <a:pt x="1192" y="1379"/>
                    <a:pt x="993" y="1386"/>
                  </a:cubicBezTo>
                  <a:cubicBezTo>
                    <a:pt x="794" y="1393"/>
                    <a:pt x="613" y="1409"/>
                    <a:pt x="465" y="1356"/>
                  </a:cubicBezTo>
                  <a:cubicBezTo>
                    <a:pt x="317" y="1303"/>
                    <a:pt x="180" y="1190"/>
                    <a:pt x="102" y="1068"/>
                  </a:cubicBezTo>
                  <a:cubicBezTo>
                    <a:pt x="24" y="946"/>
                    <a:pt x="21" y="716"/>
                    <a:pt x="0" y="624"/>
                  </a:cubicBezTo>
                  <a:close/>
                </a:path>
              </a:pathLst>
            </a:custGeom>
            <a:solidFill>
              <a:srgbClr val="9CE0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304" name="Freeform 4">
              <a:extLst>
                <a:ext uri="{FF2B5EF4-FFF2-40B4-BE49-F238E27FC236}">
                  <a16:creationId xmlns:a16="http://schemas.microsoft.com/office/drawing/2014/main" id="{F4D4A5BF-F69B-0B47-A13E-DD8B915F82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4105" y="2267385"/>
              <a:ext cx="781590" cy="317349"/>
            </a:xfrm>
            <a:custGeom>
              <a:avLst/>
              <a:gdLst>
                <a:gd name="T0" fmla="*/ 0 w 342"/>
                <a:gd name="T1" fmla="*/ 186 h 186"/>
                <a:gd name="T2" fmla="*/ 342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05" name="Freeform 35">
              <a:extLst>
                <a:ext uri="{FF2B5EF4-FFF2-40B4-BE49-F238E27FC236}">
                  <a16:creationId xmlns:a16="http://schemas.microsoft.com/office/drawing/2014/main" id="{ED9B70DF-192D-F94B-B428-B3533FBD3E3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54292" y="2313451"/>
              <a:ext cx="2285" cy="890624"/>
            </a:xfrm>
            <a:custGeom>
              <a:avLst/>
              <a:gdLst>
                <a:gd name="T0" fmla="*/ 0 w 1"/>
                <a:gd name="T1" fmla="*/ 0 h 522"/>
                <a:gd name="T2" fmla="*/ 0 w 1"/>
                <a:gd name="T3" fmla="*/ 522 h 522"/>
                <a:gd name="T4" fmla="*/ 0 60000 65536"/>
                <a:gd name="T5" fmla="*/ 0 60000 65536"/>
                <a:gd name="T6" fmla="*/ 0 w 1"/>
                <a:gd name="T7" fmla="*/ 0 h 522"/>
                <a:gd name="T8" fmla="*/ 1 w 1"/>
                <a:gd name="T9" fmla="*/ 522 h 52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522">
                  <a:moveTo>
                    <a:pt x="0" y="0"/>
                  </a:moveTo>
                  <a:lnTo>
                    <a:pt x="0" y="522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06" name="Freeform 36">
              <a:extLst>
                <a:ext uri="{FF2B5EF4-FFF2-40B4-BE49-F238E27FC236}">
                  <a16:creationId xmlns:a16="http://schemas.microsoft.com/office/drawing/2014/main" id="{933B14BF-F112-864E-B82A-E52E1D1964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0544" y="2323688"/>
              <a:ext cx="2285" cy="916217"/>
            </a:xfrm>
            <a:custGeom>
              <a:avLst/>
              <a:gdLst>
                <a:gd name="T0" fmla="*/ 0 w 1"/>
                <a:gd name="T1" fmla="*/ 0 h 537"/>
                <a:gd name="T2" fmla="*/ 0 w 1"/>
                <a:gd name="T3" fmla="*/ 537 h 537"/>
                <a:gd name="T4" fmla="*/ 0 60000 65536"/>
                <a:gd name="T5" fmla="*/ 0 60000 65536"/>
                <a:gd name="T6" fmla="*/ 0 w 1"/>
                <a:gd name="T7" fmla="*/ 0 h 537"/>
                <a:gd name="T8" fmla="*/ 1 w 1"/>
                <a:gd name="T9" fmla="*/ 537 h 53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537">
                  <a:moveTo>
                    <a:pt x="0" y="0"/>
                  </a:moveTo>
                  <a:lnTo>
                    <a:pt x="0" y="537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07" name="Freeform 37">
              <a:extLst>
                <a:ext uri="{FF2B5EF4-FFF2-40B4-BE49-F238E27FC236}">
                  <a16:creationId xmlns:a16="http://schemas.microsoft.com/office/drawing/2014/main" id="{2E1EAAD1-D876-7B42-9CDB-B861F6327F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6497" y="2298095"/>
              <a:ext cx="1462948" cy="1050313"/>
            </a:xfrm>
            <a:custGeom>
              <a:avLst/>
              <a:gdLst>
                <a:gd name="T0" fmla="*/ 0 w 378"/>
                <a:gd name="T1" fmla="*/ 142610238 h 174"/>
                <a:gd name="T2" fmla="*/ 8951 w 378"/>
                <a:gd name="T3" fmla="*/ 0 h 174"/>
                <a:gd name="T4" fmla="*/ 0 60000 65536"/>
                <a:gd name="T5" fmla="*/ 0 60000 65536"/>
                <a:gd name="T6" fmla="*/ 0 w 378"/>
                <a:gd name="T7" fmla="*/ 0 h 174"/>
                <a:gd name="T8" fmla="*/ 378 w 378"/>
                <a:gd name="T9" fmla="*/ 174 h 17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78" h="174">
                  <a:moveTo>
                    <a:pt x="0" y="174"/>
                  </a:moveTo>
                  <a:lnTo>
                    <a:pt x="378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08" name="Freeform 38">
              <a:extLst>
                <a:ext uri="{FF2B5EF4-FFF2-40B4-BE49-F238E27FC236}">
                  <a16:creationId xmlns:a16="http://schemas.microsoft.com/office/drawing/2014/main" id="{21DBE486-9CD8-C742-8B08-B1D3A3002B6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92247" y="2891845"/>
              <a:ext cx="1161856" cy="455711"/>
            </a:xfrm>
            <a:custGeom>
              <a:avLst/>
              <a:gdLst>
                <a:gd name="T0" fmla="*/ 0 w 366"/>
                <a:gd name="T1" fmla="*/ 270 h 270"/>
                <a:gd name="T2" fmla="*/ 366 w 366"/>
                <a:gd name="T3" fmla="*/ 0 h 270"/>
                <a:gd name="T4" fmla="*/ 0 60000 65536"/>
                <a:gd name="T5" fmla="*/ 0 60000 65536"/>
                <a:gd name="T6" fmla="*/ 0 w 366"/>
                <a:gd name="T7" fmla="*/ 0 h 270"/>
                <a:gd name="T8" fmla="*/ 366 w 366"/>
                <a:gd name="T9" fmla="*/ 270 h 270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270">
                  <a:moveTo>
                    <a:pt x="0" y="270"/>
                  </a:moveTo>
                  <a:lnTo>
                    <a:pt x="366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09" name="Freeform 39">
              <a:extLst>
                <a:ext uri="{FF2B5EF4-FFF2-40B4-BE49-F238E27FC236}">
                  <a16:creationId xmlns:a16="http://schemas.microsoft.com/office/drawing/2014/main" id="{597C0B72-56A7-CD46-B760-103D3071473B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4022465" y="3327268"/>
              <a:ext cx="908330" cy="45719"/>
            </a:xfrm>
            <a:custGeom>
              <a:avLst/>
              <a:gdLst>
                <a:gd name="T0" fmla="*/ 366 w 366"/>
                <a:gd name="T1" fmla="*/ 0 h 1"/>
                <a:gd name="T2" fmla="*/ 0 w 366"/>
                <a:gd name="T3" fmla="*/ 0 h 1"/>
                <a:gd name="T4" fmla="*/ 0 60000 65536"/>
                <a:gd name="T5" fmla="*/ 0 60000 65536"/>
                <a:gd name="T6" fmla="*/ 0 w 366"/>
                <a:gd name="T7" fmla="*/ 0 h 1"/>
                <a:gd name="T8" fmla="*/ 366 w 366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1">
                  <a:moveTo>
                    <a:pt x="366" y="0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10" name="Freeform 40">
              <a:extLst>
                <a:ext uri="{FF2B5EF4-FFF2-40B4-BE49-F238E27FC236}">
                  <a16:creationId xmlns:a16="http://schemas.microsoft.com/office/drawing/2014/main" id="{D8D34631-7C0A-0545-B8E7-D0B9D38422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0696" y="2820186"/>
              <a:ext cx="630757" cy="450430"/>
            </a:xfrm>
            <a:custGeom>
              <a:avLst/>
              <a:gdLst>
                <a:gd name="T0" fmla="*/ 276 w 276"/>
                <a:gd name="T1" fmla="*/ 264 h 264"/>
                <a:gd name="T2" fmla="*/ 0 w 276"/>
                <a:gd name="T3" fmla="*/ 0 h 264"/>
                <a:gd name="T4" fmla="*/ 0 60000 65536"/>
                <a:gd name="T5" fmla="*/ 0 60000 65536"/>
                <a:gd name="T6" fmla="*/ 0 w 276"/>
                <a:gd name="T7" fmla="*/ 0 h 264"/>
                <a:gd name="T8" fmla="*/ 276 w 276"/>
                <a:gd name="T9" fmla="*/ 264 h 26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76" h="264">
                  <a:moveTo>
                    <a:pt x="276" y="264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11" name="Freeform 41">
              <a:extLst>
                <a:ext uri="{FF2B5EF4-FFF2-40B4-BE49-F238E27FC236}">
                  <a16:creationId xmlns:a16="http://schemas.microsoft.com/office/drawing/2014/main" id="{495956FE-5A6C-9B45-9B14-2BF0AF46F5E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7627" y="2195725"/>
              <a:ext cx="836439" cy="1706"/>
            </a:xfrm>
            <a:custGeom>
              <a:avLst/>
              <a:gdLst>
                <a:gd name="T0" fmla="*/ 366 w 366"/>
                <a:gd name="T1" fmla="*/ 0 h 1"/>
                <a:gd name="T2" fmla="*/ 0 w 366"/>
                <a:gd name="T3" fmla="*/ 0 h 1"/>
                <a:gd name="T4" fmla="*/ 0 60000 65536"/>
                <a:gd name="T5" fmla="*/ 0 60000 65536"/>
                <a:gd name="T6" fmla="*/ 0 w 366"/>
                <a:gd name="T7" fmla="*/ 0 h 1"/>
                <a:gd name="T8" fmla="*/ 366 w 366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1">
                  <a:moveTo>
                    <a:pt x="366" y="0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12" name="Freeform 42">
              <a:extLst>
                <a:ext uri="{FF2B5EF4-FFF2-40B4-BE49-F238E27FC236}">
                  <a16:creationId xmlns:a16="http://schemas.microsoft.com/office/drawing/2014/main" id="{62622339-B69D-CE49-9D11-E82F0A5DA71F}"/>
                </a:ext>
              </a:extLst>
            </p:cNvPr>
            <p:cNvSpPr>
              <a:spLocks/>
            </p:cNvSpPr>
            <p:nvPr/>
          </p:nvSpPr>
          <p:spPr bwMode="auto">
            <a:xfrm>
              <a:off x="5572253" y="2248471"/>
              <a:ext cx="922986" cy="397685"/>
            </a:xfrm>
            <a:custGeom>
              <a:avLst/>
              <a:gdLst>
                <a:gd name="T0" fmla="*/ 396 w 396"/>
                <a:gd name="T1" fmla="*/ 267 h 267"/>
                <a:gd name="T2" fmla="*/ 0 w 396"/>
                <a:gd name="T3" fmla="*/ 0 h 267"/>
                <a:gd name="T4" fmla="*/ 0 60000 65536"/>
                <a:gd name="T5" fmla="*/ 0 60000 65536"/>
                <a:gd name="T6" fmla="*/ 0 w 396"/>
                <a:gd name="T7" fmla="*/ 0 h 267"/>
                <a:gd name="T8" fmla="*/ 396 w 396"/>
                <a:gd name="T9" fmla="*/ 267 h 26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96" h="267">
                  <a:moveTo>
                    <a:pt x="396" y="267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13" name="Freeform 43">
              <a:extLst>
                <a:ext uri="{FF2B5EF4-FFF2-40B4-BE49-F238E27FC236}">
                  <a16:creationId xmlns:a16="http://schemas.microsoft.com/office/drawing/2014/main" id="{F66823EE-AAD5-8849-A172-4FF26DE6A4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0431" y="1458657"/>
              <a:ext cx="2536740" cy="1100484"/>
            </a:xfrm>
            <a:custGeom>
              <a:avLst/>
              <a:gdLst>
                <a:gd name="T0" fmla="*/ 1110 w 1110"/>
                <a:gd name="T1" fmla="*/ 342 h 645"/>
                <a:gd name="T2" fmla="*/ 0 w 1110"/>
                <a:gd name="T3" fmla="*/ 645 h 645"/>
                <a:gd name="T4" fmla="*/ 0 60000 65536"/>
                <a:gd name="T5" fmla="*/ 0 60000 65536"/>
                <a:gd name="T6" fmla="*/ 0 w 1110"/>
                <a:gd name="T7" fmla="*/ 0 h 645"/>
                <a:gd name="T8" fmla="*/ 1110 w 1110"/>
                <a:gd name="T9" fmla="*/ 645 h 645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110" h="645">
                  <a:moveTo>
                    <a:pt x="1110" y="342"/>
                  </a:moveTo>
                  <a:cubicBezTo>
                    <a:pt x="1104" y="0"/>
                    <a:pt x="21" y="63"/>
                    <a:pt x="0" y="645"/>
                  </a:cubicBez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14" name="Text Box 62">
              <a:extLst>
                <a:ext uri="{FF2B5EF4-FFF2-40B4-BE49-F238E27FC236}">
                  <a16:creationId xmlns:a16="http://schemas.microsoft.com/office/drawing/2014/main" id="{345BA5C6-6EAC-1E45-AF81-FBB8E07BB74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22678" y="2178663"/>
              <a:ext cx="447929" cy="3941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15" name="Text Box 63">
              <a:extLst>
                <a:ext uri="{FF2B5EF4-FFF2-40B4-BE49-F238E27FC236}">
                  <a16:creationId xmlns:a16="http://schemas.microsoft.com/office/drawing/2014/main" id="{BE470A2A-6E14-D143-A915-F628456D82C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17981" y="2552316"/>
              <a:ext cx="447929" cy="3941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16" name="Text Box 64">
              <a:extLst>
                <a:ext uri="{FF2B5EF4-FFF2-40B4-BE49-F238E27FC236}">
                  <a16:creationId xmlns:a16="http://schemas.microsoft.com/office/drawing/2014/main" id="{42783024-D0DF-9843-9325-EBEBCD8115D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623853" y="2915732"/>
              <a:ext cx="447929" cy="3941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17" name="Text Box 65">
              <a:extLst>
                <a:ext uri="{FF2B5EF4-FFF2-40B4-BE49-F238E27FC236}">
                  <a16:creationId xmlns:a16="http://schemas.microsoft.com/office/drawing/2014/main" id="{B19A9366-0987-C24D-9D2D-02D5F48ADBE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495556" y="2710990"/>
              <a:ext cx="447929" cy="3941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18" name="Text Box 66">
              <a:extLst>
                <a:ext uri="{FF2B5EF4-FFF2-40B4-BE49-F238E27FC236}">
                  <a16:creationId xmlns:a16="http://schemas.microsoft.com/office/drawing/2014/main" id="{206F34B0-F5DA-A34C-9EA5-F1239C6339C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51579" y="3314977"/>
              <a:ext cx="447929" cy="3941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19" name="Text Box 67">
              <a:extLst>
                <a:ext uri="{FF2B5EF4-FFF2-40B4-BE49-F238E27FC236}">
                  <a16:creationId xmlns:a16="http://schemas.microsoft.com/office/drawing/2014/main" id="{55E4914B-D79C-2C4E-972E-82776A5CBF7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74305" y="2583027"/>
              <a:ext cx="447929" cy="3941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20" name="Text Box 68">
              <a:extLst>
                <a:ext uri="{FF2B5EF4-FFF2-40B4-BE49-F238E27FC236}">
                  <a16:creationId xmlns:a16="http://schemas.microsoft.com/office/drawing/2014/main" id="{04A67F28-42C5-0645-80B3-F79AD69D0BD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97032" y="3033458"/>
              <a:ext cx="447929" cy="3941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21" name="Text Box 69">
              <a:extLst>
                <a:ext uri="{FF2B5EF4-FFF2-40B4-BE49-F238E27FC236}">
                  <a16:creationId xmlns:a16="http://schemas.microsoft.com/office/drawing/2014/main" id="{D62D6598-B7A6-7543-B5AC-525AE902D5D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35327" y="2117241"/>
              <a:ext cx="447929" cy="3941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22" name="Text Box 70">
              <a:extLst>
                <a:ext uri="{FF2B5EF4-FFF2-40B4-BE49-F238E27FC236}">
                  <a16:creationId xmlns:a16="http://schemas.microsoft.com/office/drawing/2014/main" id="{E1D6447A-1898-E44F-B48F-6280CB42221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55594" y="1861315"/>
              <a:ext cx="447929" cy="3941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23" name="Text Box 71">
              <a:extLst>
                <a:ext uri="{FF2B5EF4-FFF2-40B4-BE49-F238E27FC236}">
                  <a16:creationId xmlns:a16="http://schemas.microsoft.com/office/drawing/2014/main" id="{A49C6587-11BE-494E-A8D1-2C8ACC1A50E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53435" y="1405766"/>
              <a:ext cx="447929" cy="3941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324" name="Group 1507">
              <a:extLst>
                <a:ext uri="{FF2B5EF4-FFF2-40B4-BE49-F238E27FC236}">
                  <a16:creationId xmlns:a16="http://schemas.microsoft.com/office/drawing/2014/main" id="{5EBC8E71-8EAC-B74A-95A4-003CC229992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391175" y="2426604"/>
              <a:ext cx="427480" cy="711995"/>
              <a:chOff x="4140" y="429"/>
              <a:chExt cx="1425" cy="2396"/>
            </a:xfrm>
          </p:grpSpPr>
          <p:sp>
            <p:nvSpPr>
              <p:cNvPr id="411" name="Freeform 1508">
                <a:extLst>
                  <a:ext uri="{FF2B5EF4-FFF2-40B4-BE49-F238E27FC236}">
                    <a16:creationId xmlns:a16="http://schemas.microsoft.com/office/drawing/2014/main" id="{66D3A65B-6A9D-C84D-99F9-9807D7D0E1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6 w 354"/>
                  <a:gd name="T1" fmla="*/ 0 h 2742"/>
                  <a:gd name="T2" fmla="*/ 30 w 354"/>
                  <a:gd name="T3" fmla="*/ 46 h 2742"/>
                  <a:gd name="T4" fmla="*/ 30 w 354"/>
                  <a:gd name="T5" fmla="*/ 354 h 2742"/>
                  <a:gd name="T6" fmla="*/ 0 w 354"/>
                  <a:gd name="T7" fmla="*/ 371 h 2742"/>
                  <a:gd name="T8" fmla="*/ 6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12" name="Rectangle 1509">
                <a:extLst>
                  <a:ext uri="{FF2B5EF4-FFF2-40B4-BE49-F238E27FC236}">
                    <a16:creationId xmlns:a16="http://schemas.microsoft.com/office/drawing/2014/main" id="{72CCF1A1-68A2-8B4D-AD9B-9C402AECDA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429"/>
                <a:ext cx="1046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13" name="Freeform 1510">
                <a:extLst>
                  <a:ext uri="{FF2B5EF4-FFF2-40B4-BE49-F238E27FC236}">
                    <a16:creationId xmlns:a16="http://schemas.microsoft.com/office/drawing/2014/main" id="{C8965F64-763B-FA4A-9557-6E9BC3C0BA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18 w 211"/>
                  <a:gd name="T3" fmla="*/ 30 h 2537"/>
                  <a:gd name="T4" fmla="*/ 2 w 211"/>
                  <a:gd name="T5" fmla="*/ 338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14" name="Freeform 1511">
                <a:extLst>
                  <a:ext uri="{FF2B5EF4-FFF2-40B4-BE49-F238E27FC236}">
                    <a16:creationId xmlns:a16="http://schemas.microsoft.com/office/drawing/2014/main" id="{BB4B40A7-8B78-6A44-A214-97E44641B3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29 w 328"/>
                  <a:gd name="T3" fmla="*/ 18 h 226"/>
                  <a:gd name="T4" fmla="*/ 29 w 328"/>
                  <a:gd name="T5" fmla="*/ 32 h 226"/>
                  <a:gd name="T6" fmla="*/ 0 w 328"/>
                  <a:gd name="T7" fmla="*/ 13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15" name="Rectangle 1512">
                <a:extLst>
                  <a:ext uri="{FF2B5EF4-FFF2-40B4-BE49-F238E27FC236}">
                    <a16:creationId xmlns:a16="http://schemas.microsoft.com/office/drawing/2014/main" id="{B0D7DE44-7345-624F-A93E-DBD69C098B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416" name="Group 1513">
                <a:extLst>
                  <a:ext uri="{FF2B5EF4-FFF2-40B4-BE49-F238E27FC236}">
                    <a16:creationId xmlns:a16="http://schemas.microsoft.com/office/drawing/2014/main" id="{A11AC80E-EE19-894D-A04D-DAE9AB703F8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441" name="AutoShape 1514">
                  <a:extLst>
                    <a:ext uri="{FF2B5EF4-FFF2-40B4-BE49-F238E27FC236}">
                      <a16:creationId xmlns:a16="http://schemas.microsoft.com/office/drawing/2014/main" id="{3C69CFB3-204B-1148-8AB5-1A0F733B549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1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42" name="AutoShape 1515">
                  <a:extLst>
                    <a:ext uri="{FF2B5EF4-FFF2-40B4-BE49-F238E27FC236}">
                      <a16:creationId xmlns:a16="http://schemas.microsoft.com/office/drawing/2014/main" id="{9367CA35-AAAB-074E-A74E-59B2FA2FDEA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1"/>
                  <a:ext cx="696" cy="11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417" name="Rectangle 1516">
                <a:extLst>
                  <a:ext uri="{FF2B5EF4-FFF2-40B4-BE49-F238E27FC236}">
                    <a16:creationId xmlns:a16="http://schemas.microsoft.com/office/drawing/2014/main" id="{CE3693F3-C31B-C54F-B87F-42953AF9FB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022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418" name="Group 1517">
                <a:extLst>
                  <a:ext uri="{FF2B5EF4-FFF2-40B4-BE49-F238E27FC236}">
                    <a16:creationId xmlns:a16="http://schemas.microsoft.com/office/drawing/2014/main" id="{E3DCD8E8-4A32-E242-9C26-66A32B851E0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439" name="AutoShape 1518">
                  <a:extLst>
                    <a:ext uri="{FF2B5EF4-FFF2-40B4-BE49-F238E27FC236}">
                      <a16:creationId xmlns:a16="http://schemas.microsoft.com/office/drawing/2014/main" id="{2A9C08ED-9421-7A43-8090-57057A615F3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4"/>
                  <a:ext cx="721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40" name="AutoShape 1519">
                  <a:extLst>
                    <a:ext uri="{FF2B5EF4-FFF2-40B4-BE49-F238E27FC236}">
                      <a16:creationId xmlns:a16="http://schemas.microsoft.com/office/drawing/2014/main" id="{74EE41DC-C37D-3945-91F1-869FE9EBD70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8" y="2581"/>
                  <a:ext cx="696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419" name="Rectangle 1520">
                <a:extLst>
                  <a:ext uri="{FF2B5EF4-FFF2-40B4-BE49-F238E27FC236}">
                    <a16:creationId xmlns:a16="http://schemas.microsoft.com/office/drawing/2014/main" id="{D1A596BC-BD58-914C-B14A-A12660493B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354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20" name="Rectangle 1521">
                <a:extLst>
                  <a:ext uri="{FF2B5EF4-FFF2-40B4-BE49-F238E27FC236}">
                    <a16:creationId xmlns:a16="http://schemas.microsoft.com/office/drawing/2014/main" id="{A3DF6281-78D2-9045-91BD-8A0B4EB7DA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5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421" name="Group 1522">
                <a:extLst>
                  <a:ext uri="{FF2B5EF4-FFF2-40B4-BE49-F238E27FC236}">
                    <a16:creationId xmlns:a16="http://schemas.microsoft.com/office/drawing/2014/main" id="{4B5256C0-7FA2-BE4F-8AC5-EF516C5A483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437" name="AutoShape 1523">
                  <a:extLst>
                    <a:ext uri="{FF2B5EF4-FFF2-40B4-BE49-F238E27FC236}">
                      <a16:creationId xmlns:a16="http://schemas.microsoft.com/office/drawing/2014/main" id="{754D255D-5191-9344-A8E8-8FEA4260367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8" y="2579"/>
                  <a:ext cx="720" cy="131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38" name="AutoShape 1524">
                  <a:extLst>
                    <a:ext uri="{FF2B5EF4-FFF2-40B4-BE49-F238E27FC236}">
                      <a16:creationId xmlns:a16="http://schemas.microsoft.com/office/drawing/2014/main" id="{E14AD02B-285A-8E4E-9349-A7A65FE5809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6"/>
                  <a:ext cx="695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422" name="Freeform 1525">
                <a:extLst>
                  <a:ext uri="{FF2B5EF4-FFF2-40B4-BE49-F238E27FC236}">
                    <a16:creationId xmlns:a16="http://schemas.microsoft.com/office/drawing/2014/main" id="{6A7D0A21-FEB6-AA49-BF73-7B454ABCC3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29 w 328"/>
                  <a:gd name="T3" fmla="*/ 17 h 226"/>
                  <a:gd name="T4" fmla="*/ 29 w 328"/>
                  <a:gd name="T5" fmla="*/ 30 h 226"/>
                  <a:gd name="T6" fmla="*/ 0 w 328"/>
                  <a:gd name="T7" fmla="*/ 12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423" name="Group 1526">
                <a:extLst>
                  <a:ext uri="{FF2B5EF4-FFF2-40B4-BE49-F238E27FC236}">
                    <a16:creationId xmlns:a16="http://schemas.microsoft.com/office/drawing/2014/main" id="{D90C757B-43DB-BA46-B197-E499997AD49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435" name="AutoShape 1527">
                  <a:extLst>
                    <a:ext uri="{FF2B5EF4-FFF2-40B4-BE49-F238E27FC236}">
                      <a16:creationId xmlns:a16="http://schemas.microsoft.com/office/drawing/2014/main" id="{8CA88821-0D55-EB40-A7C1-C3977CDA236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71"/>
                  <a:ext cx="732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36" name="AutoShape 1528">
                  <a:extLst>
                    <a:ext uri="{FF2B5EF4-FFF2-40B4-BE49-F238E27FC236}">
                      <a16:creationId xmlns:a16="http://schemas.microsoft.com/office/drawing/2014/main" id="{DC4F78A8-7787-604B-A124-FCF43D75DFC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7"/>
                  <a:ext cx="720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424" name="Rectangle 1529">
                <a:extLst>
                  <a:ext uri="{FF2B5EF4-FFF2-40B4-BE49-F238E27FC236}">
                    <a16:creationId xmlns:a16="http://schemas.microsoft.com/office/drawing/2014/main" id="{563CCF97-9884-9B45-B9F6-70D699E998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6" y="429"/>
                <a:ext cx="70" cy="228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25" name="Freeform 1530">
                <a:extLst>
                  <a:ext uri="{FF2B5EF4-FFF2-40B4-BE49-F238E27FC236}">
                    <a16:creationId xmlns:a16="http://schemas.microsoft.com/office/drawing/2014/main" id="{EBD39E8E-81C2-A844-BF20-C29C5E3AD4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26 w 296"/>
                  <a:gd name="T3" fmla="*/ 18 h 256"/>
                  <a:gd name="T4" fmla="*/ 26 w 296"/>
                  <a:gd name="T5" fmla="*/ 34 h 256"/>
                  <a:gd name="T6" fmla="*/ 0 w 296"/>
                  <a:gd name="T7" fmla="*/ 12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26" name="Freeform 1531">
                <a:extLst>
                  <a:ext uri="{FF2B5EF4-FFF2-40B4-BE49-F238E27FC236}">
                    <a16:creationId xmlns:a16="http://schemas.microsoft.com/office/drawing/2014/main" id="{D429C771-C29B-4746-8D5D-C4A8633312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27 w 304"/>
                  <a:gd name="T3" fmla="*/ 23 h 288"/>
                  <a:gd name="T4" fmla="*/ 25 w 304"/>
                  <a:gd name="T5" fmla="*/ 40 h 288"/>
                  <a:gd name="T6" fmla="*/ 2 w 304"/>
                  <a:gd name="T7" fmla="*/ 17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27" name="Oval 1532">
                <a:extLst>
                  <a:ext uri="{FF2B5EF4-FFF2-40B4-BE49-F238E27FC236}">
                    <a16:creationId xmlns:a16="http://schemas.microsoft.com/office/drawing/2014/main" id="{4C989AEC-8071-734A-8023-0434DC3EBB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5" y="2611"/>
                <a:ext cx="50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28" name="Freeform 1533">
                <a:extLst>
                  <a:ext uri="{FF2B5EF4-FFF2-40B4-BE49-F238E27FC236}">
                    <a16:creationId xmlns:a16="http://schemas.microsoft.com/office/drawing/2014/main" id="{50D6A2AD-EDD3-0244-A157-84E8500047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15 h 240"/>
                  <a:gd name="T2" fmla="*/ 2 w 306"/>
                  <a:gd name="T3" fmla="*/ 33 h 240"/>
                  <a:gd name="T4" fmla="*/ 27 w 306"/>
                  <a:gd name="T5" fmla="*/ 15 h 240"/>
                  <a:gd name="T6" fmla="*/ 26 w 306"/>
                  <a:gd name="T7" fmla="*/ 0 h 240"/>
                  <a:gd name="T8" fmla="*/ 0 w 306"/>
                  <a:gd name="T9" fmla="*/ 15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29" name="AutoShape 1534">
                <a:extLst>
                  <a:ext uri="{FF2B5EF4-FFF2-40B4-BE49-F238E27FC236}">
                    <a16:creationId xmlns:a16="http://schemas.microsoft.com/office/drawing/2014/main" id="{228D946A-767B-854E-8F60-21EDE8F6AF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196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30" name="AutoShape 1535">
                <a:extLst>
                  <a:ext uri="{FF2B5EF4-FFF2-40B4-BE49-F238E27FC236}">
                    <a16:creationId xmlns:a16="http://schemas.microsoft.com/office/drawing/2014/main" id="{C77A208E-E580-6C48-B30A-8D6AF0241F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2714"/>
                <a:ext cx="1066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00"/>
                  </a:gs>
                  <a:gs pos="100000">
                    <a:srgbClr val="808080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31" name="Oval 1536">
                <a:extLst>
                  <a:ext uri="{FF2B5EF4-FFF2-40B4-BE49-F238E27FC236}">
                    <a16:creationId xmlns:a16="http://schemas.microsoft.com/office/drawing/2014/main" id="{0584590D-C9DD-6B4F-8D43-3BD5D3BF0F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9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32" name="Oval 1537">
                <a:extLst>
                  <a:ext uri="{FF2B5EF4-FFF2-40B4-BE49-F238E27FC236}">
                    <a16:creationId xmlns:a16="http://schemas.microsoft.com/office/drawing/2014/main" id="{E53705ED-8A28-2247-8F50-DFA2320E36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9" y="2382"/>
                <a:ext cx="159" cy="142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433" name="Oval 1538">
                <a:extLst>
                  <a:ext uri="{FF2B5EF4-FFF2-40B4-BE49-F238E27FC236}">
                    <a16:creationId xmlns:a16="http://schemas.microsoft.com/office/drawing/2014/main" id="{5DE8C3E4-50ED-A045-BBEF-6BD22BDB1C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8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34" name="Rectangle 1539">
                <a:extLst>
                  <a:ext uri="{FF2B5EF4-FFF2-40B4-BE49-F238E27FC236}">
                    <a16:creationId xmlns:a16="http://schemas.microsoft.com/office/drawing/2014/main" id="{34EEF575-BCCE-F34E-815A-FDD087C077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7" y="1837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cxnSp>
          <p:nvCxnSpPr>
            <p:cNvPr id="325" name="Straight Connector 324">
              <a:extLst>
                <a:ext uri="{FF2B5EF4-FFF2-40B4-BE49-F238E27FC236}">
                  <a16:creationId xmlns:a16="http://schemas.microsoft.com/office/drawing/2014/main" id="{267F2A04-82C7-CA43-AAA2-0B750999EE14}"/>
                </a:ext>
              </a:extLst>
            </p:cNvPr>
            <p:cNvCxnSpPr/>
            <p:nvPr/>
          </p:nvCxnSpPr>
          <p:spPr bwMode="auto">
            <a:xfrm>
              <a:off x="1682405" y="2744686"/>
              <a:ext cx="526774" cy="0"/>
            </a:xfrm>
            <a:prstGeom prst="line">
              <a:avLst/>
            </a:prstGeom>
            <a:solidFill>
              <a:srgbClr val="00CC99"/>
            </a:solidFill>
            <a:ln w="9525" cap="flat" cmpd="sng" algn="ctr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26" name="Straight Connector 325">
              <a:extLst>
                <a:ext uri="{FF2B5EF4-FFF2-40B4-BE49-F238E27FC236}">
                  <a16:creationId xmlns:a16="http://schemas.microsoft.com/office/drawing/2014/main" id="{B91A95F9-EF84-0047-B227-765A487976D6}"/>
                </a:ext>
              </a:extLst>
            </p:cNvPr>
            <p:cNvCxnSpPr/>
            <p:nvPr/>
          </p:nvCxnSpPr>
          <p:spPr bwMode="auto">
            <a:xfrm>
              <a:off x="6895267" y="2779855"/>
              <a:ext cx="526774" cy="0"/>
            </a:xfrm>
            <a:prstGeom prst="line">
              <a:avLst/>
            </a:prstGeom>
            <a:solidFill>
              <a:srgbClr val="00CC99"/>
            </a:solidFill>
            <a:ln w="9525" cap="flat" cmpd="sng" algn="ctr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grpSp>
          <p:nvGrpSpPr>
            <p:cNvPr id="327" name="Group 326">
              <a:extLst>
                <a:ext uri="{FF2B5EF4-FFF2-40B4-BE49-F238E27FC236}">
                  <a16:creationId xmlns:a16="http://schemas.microsoft.com/office/drawing/2014/main" id="{EE10E36D-E4DE-FC41-B05D-5CD4A5DBFA21}"/>
                </a:ext>
              </a:extLst>
            </p:cNvPr>
            <p:cNvGrpSpPr/>
            <p:nvPr/>
          </p:nvGrpSpPr>
          <p:grpSpPr>
            <a:xfrm>
              <a:off x="3414626" y="1982945"/>
              <a:ext cx="687402" cy="571677"/>
              <a:chOff x="1736090" y="2893762"/>
              <a:chExt cx="565150" cy="413310"/>
            </a:xfrm>
          </p:grpSpPr>
          <p:grpSp>
            <p:nvGrpSpPr>
              <p:cNvPr id="398" name="Group 327">
                <a:extLst>
                  <a:ext uri="{FF2B5EF4-FFF2-40B4-BE49-F238E27FC236}">
                    <a16:creationId xmlns:a16="http://schemas.microsoft.com/office/drawing/2014/main" id="{43DE9D84-6507-9E44-8FFE-C43353FBFFE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36090" y="2893762"/>
                <a:ext cx="565150" cy="292100"/>
                <a:chOff x="1871277" y="1576300"/>
                <a:chExt cx="1128371" cy="437861"/>
              </a:xfrm>
            </p:grpSpPr>
            <p:sp>
              <p:nvSpPr>
                <p:cNvPr id="402" name="Oval 401">
                  <a:extLst>
                    <a:ext uri="{FF2B5EF4-FFF2-40B4-BE49-F238E27FC236}">
                      <a16:creationId xmlns:a16="http://schemas.microsoft.com/office/drawing/2014/main" id="{BDBEE8E4-14FE-2342-B5F0-4B459123059B}"/>
                    </a:ext>
                  </a:extLst>
                </p:cNvPr>
                <p:cNvSpPr/>
                <p:nvPr/>
              </p:nvSpPr>
              <p:spPr bwMode="auto">
                <a:xfrm flipV="1">
                  <a:off x="1874446" y="1692905"/>
                  <a:ext cx="1125202" cy="321256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0" scaled="1"/>
                  <a:tileRect/>
                </a:gra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403" name="Rectangle 402">
                  <a:extLst>
                    <a:ext uri="{FF2B5EF4-FFF2-40B4-BE49-F238E27FC236}">
                      <a16:creationId xmlns:a16="http://schemas.microsoft.com/office/drawing/2014/main" id="{35360FF6-9142-814C-BC6A-900E8714152E}"/>
                    </a:ext>
                  </a:extLst>
                </p:cNvPr>
                <p:cNvSpPr/>
                <p:nvPr/>
              </p:nvSpPr>
              <p:spPr bwMode="auto">
                <a:xfrm>
                  <a:off x="1871277" y="1740499"/>
                  <a:ext cx="1128371" cy="11422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08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404" name="Oval 403">
                  <a:extLst>
                    <a:ext uri="{FF2B5EF4-FFF2-40B4-BE49-F238E27FC236}">
                      <a16:creationId xmlns:a16="http://schemas.microsoft.com/office/drawing/2014/main" id="{CD7B45FB-2D33-6849-8696-831389F7A797}"/>
                    </a:ext>
                  </a:extLst>
                </p:cNvPr>
                <p:cNvSpPr/>
                <p:nvPr/>
              </p:nvSpPr>
              <p:spPr bwMode="auto">
                <a:xfrm flipV="1">
                  <a:off x="1871277" y="1576300"/>
                  <a:ext cx="1125200" cy="321257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405" name="Freeform 404">
                  <a:extLst>
                    <a:ext uri="{FF2B5EF4-FFF2-40B4-BE49-F238E27FC236}">
                      <a16:creationId xmlns:a16="http://schemas.microsoft.com/office/drawing/2014/main" id="{55DD05D2-A87A-9E4B-8F3E-A4613BC094AB}"/>
                    </a:ext>
                  </a:extLst>
                </p:cNvPr>
                <p:cNvSpPr/>
                <p:nvPr/>
              </p:nvSpPr>
              <p:spPr bwMode="auto">
                <a:xfrm>
                  <a:off x="2159708" y="1673868"/>
                  <a:ext cx="548339" cy="159438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406" name="Freeform 405">
                  <a:extLst>
                    <a:ext uri="{FF2B5EF4-FFF2-40B4-BE49-F238E27FC236}">
                      <a16:creationId xmlns:a16="http://schemas.microsoft.com/office/drawing/2014/main" id="{CEAF7229-E9D5-D042-B7AE-1BF525F56D4B}"/>
                    </a:ext>
                  </a:extLst>
                </p:cNvPr>
                <p:cNvSpPr/>
                <p:nvPr/>
              </p:nvSpPr>
              <p:spPr bwMode="auto">
                <a:xfrm>
                  <a:off x="2102655" y="1633412"/>
                  <a:ext cx="662444" cy="111846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407" name="Freeform 406">
                  <a:extLst>
                    <a:ext uri="{FF2B5EF4-FFF2-40B4-BE49-F238E27FC236}">
                      <a16:creationId xmlns:a16="http://schemas.microsoft.com/office/drawing/2014/main" id="{AB1AF264-1139-CE43-AFF8-E76758CE960A}"/>
                    </a:ext>
                  </a:extLst>
                </p:cNvPr>
                <p:cNvSpPr/>
                <p:nvPr/>
              </p:nvSpPr>
              <p:spPr bwMode="auto">
                <a:xfrm>
                  <a:off x="2536889" y="1728599"/>
                  <a:ext cx="244057" cy="97568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408" name="Freeform 407">
                  <a:extLst>
                    <a:ext uri="{FF2B5EF4-FFF2-40B4-BE49-F238E27FC236}">
                      <a16:creationId xmlns:a16="http://schemas.microsoft.com/office/drawing/2014/main" id="{57245D9A-2DA2-E246-9F87-68EA8D71DFA2}"/>
                    </a:ext>
                  </a:extLst>
                </p:cNvPr>
                <p:cNvSpPr/>
                <p:nvPr/>
              </p:nvSpPr>
              <p:spPr bwMode="auto">
                <a:xfrm>
                  <a:off x="2089977" y="1730980"/>
                  <a:ext cx="240888" cy="95187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409" name="Straight Connector 408">
                  <a:extLst>
                    <a:ext uri="{FF2B5EF4-FFF2-40B4-BE49-F238E27FC236}">
                      <a16:creationId xmlns:a16="http://schemas.microsoft.com/office/drawing/2014/main" id="{1E15FBCF-E2FF-FD4E-8803-68E979C60B5F}"/>
                    </a:ext>
                  </a:extLst>
                </p:cNvPr>
                <p:cNvCxnSpPr>
                  <a:endCxn id="404" idx="2"/>
                </p:cNvCxnSpPr>
                <p:nvPr/>
              </p:nvCxnSpPr>
              <p:spPr bwMode="auto">
                <a:xfrm flipH="1" flipV="1">
                  <a:off x="1871277" y="1735739"/>
                  <a:ext cx="3169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410" name="Straight Connector 409">
                  <a:extLst>
                    <a:ext uri="{FF2B5EF4-FFF2-40B4-BE49-F238E27FC236}">
                      <a16:creationId xmlns:a16="http://schemas.microsoft.com/office/drawing/2014/main" id="{76BF3722-BBAD-924E-BD4C-E031ACC5D682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2996477" y="1733359"/>
                  <a:ext cx="3171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  <p:grpSp>
            <p:nvGrpSpPr>
              <p:cNvPr id="399" name="Group 398">
                <a:extLst>
                  <a:ext uri="{FF2B5EF4-FFF2-40B4-BE49-F238E27FC236}">
                    <a16:creationId xmlns:a16="http://schemas.microsoft.com/office/drawing/2014/main" id="{493B1A9C-61C8-154E-89A5-A9513BFD54DE}"/>
                  </a:ext>
                </a:extLst>
              </p:cNvPr>
              <p:cNvGrpSpPr/>
              <p:nvPr/>
            </p:nvGrpSpPr>
            <p:grpSpPr>
              <a:xfrm>
                <a:off x="1844715" y="2907714"/>
                <a:ext cx="356365" cy="399358"/>
                <a:chOff x="741398" y="1743005"/>
                <a:chExt cx="356365" cy="399358"/>
              </a:xfrm>
            </p:grpSpPr>
            <p:sp>
              <p:nvSpPr>
                <p:cNvPr id="400" name="Oval 399">
                  <a:extLst>
                    <a:ext uri="{FF2B5EF4-FFF2-40B4-BE49-F238E27FC236}">
                      <a16:creationId xmlns:a16="http://schemas.microsoft.com/office/drawing/2014/main" id="{63725DC4-5667-494C-877B-306B214225CA}"/>
                    </a:ext>
                  </a:extLst>
                </p:cNvPr>
                <p:cNvSpPr/>
                <p:nvPr/>
              </p:nvSpPr>
              <p:spPr bwMode="auto">
                <a:xfrm>
                  <a:off x="741398" y="1850752"/>
                  <a:ext cx="356365" cy="168450"/>
                </a:xfrm>
                <a:prstGeom prst="ellipse">
                  <a:avLst/>
                </a:prstGeom>
                <a:solidFill>
                  <a:srgbClr val="FFFFFF">
                    <a:alpha val="76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401" name="TextBox 400">
                  <a:extLst>
                    <a:ext uri="{FF2B5EF4-FFF2-40B4-BE49-F238E27FC236}">
                      <a16:creationId xmlns:a16="http://schemas.microsoft.com/office/drawing/2014/main" id="{610E4D3B-522B-8441-8253-4A007172715F}"/>
                    </a:ext>
                  </a:extLst>
                </p:cNvPr>
                <p:cNvSpPr txBox="1"/>
                <p:nvPr/>
              </p:nvSpPr>
              <p:spPr>
                <a:xfrm>
                  <a:off x="783895" y="1743005"/>
                  <a:ext cx="288887" cy="399358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v</a:t>
                  </a:r>
                </a:p>
              </p:txBody>
            </p:sp>
          </p:grpSp>
        </p:grpSp>
        <p:grpSp>
          <p:nvGrpSpPr>
            <p:cNvPr id="328" name="Group 327">
              <a:extLst>
                <a:ext uri="{FF2B5EF4-FFF2-40B4-BE49-F238E27FC236}">
                  <a16:creationId xmlns:a16="http://schemas.microsoft.com/office/drawing/2014/main" id="{DF814D63-F965-FA4E-9920-D211CDA69879}"/>
                </a:ext>
              </a:extLst>
            </p:cNvPr>
            <p:cNvGrpSpPr/>
            <p:nvPr/>
          </p:nvGrpSpPr>
          <p:grpSpPr>
            <a:xfrm>
              <a:off x="4888811" y="1979830"/>
              <a:ext cx="687402" cy="480963"/>
              <a:chOff x="1736090" y="2893762"/>
              <a:chExt cx="565150" cy="347726"/>
            </a:xfrm>
          </p:grpSpPr>
          <p:grpSp>
            <p:nvGrpSpPr>
              <p:cNvPr id="385" name="Group 327">
                <a:extLst>
                  <a:ext uri="{FF2B5EF4-FFF2-40B4-BE49-F238E27FC236}">
                    <a16:creationId xmlns:a16="http://schemas.microsoft.com/office/drawing/2014/main" id="{1319D0A2-3DA4-6D46-B723-C78612DBD57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36090" y="2893762"/>
                <a:ext cx="565150" cy="292100"/>
                <a:chOff x="1871277" y="1576300"/>
                <a:chExt cx="1128371" cy="437861"/>
              </a:xfrm>
            </p:grpSpPr>
            <p:sp>
              <p:nvSpPr>
                <p:cNvPr id="389" name="Oval 388">
                  <a:extLst>
                    <a:ext uri="{FF2B5EF4-FFF2-40B4-BE49-F238E27FC236}">
                      <a16:creationId xmlns:a16="http://schemas.microsoft.com/office/drawing/2014/main" id="{406A0DA8-5D66-B54B-BF3C-74FEB059E5F1}"/>
                    </a:ext>
                  </a:extLst>
                </p:cNvPr>
                <p:cNvSpPr/>
                <p:nvPr/>
              </p:nvSpPr>
              <p:spPr bwMode="auto">
                <a:xfrm flipV="1">
                  <a:off x="1874446" y="1692905"/>
                  <a:ext cx="1125202" cy="321256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0" scaled="1"/>
                  <a:tileRect/>
                </a:gra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90" name="Rectangle 389">
                  <a:extLst>
                    <a:ext uri="{FF2B5EF4-FFF2-40B4-BE49-F238E27FC236}">
                      <a16:creationId xmlns:a16="http://schemas.microsoft.com/office/drawing/2014/main" id="{16912ED9-B4B9-274B-8C8B-A301769701DC}"/>
                    </a:ext>
                  </a:extLst>
                </p:cNvPr>
                <p:cNvSpPr/>
                <p:nvPr/>
              </p:nvSpPr>
              <p:spPr bwMode="auto">
                <a:xfrm>
                  <a:off x="1871277" y="1740499"/>
                  <a:ext cx="1128371" cy="11422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08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91" name="Oval 390">
                  <a:extLst>
                    <a:ext uri="{FF2B5EF4-FFF2-40B4-BE49-F238E27FC236}">
                      <a16:creationId xmlns:a16="http://schemas.microsoft.com/office/drawing/2014/main" id="{0FC9220C-ECBF-BC42-AA17-47066E49F672}"/>
                    </a:ext>
                  </a:extLst>
                </p:cNvPr>
                <p:cNvSpPr/>
                <p:nvPr/>
              </p:nvSpPr>
              <p:spPr bwMode="auto">
                <a:xfrm flipV="1">
                  <a:off x="1871277" y="1576300"/>
                  <a:ext cx="1125200" cy="321257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92" name="Freeform 391">
                  <a:extLst>
                    <a:ext uri="{FF2B5EF4-FFF2-40B4-BE49-F238E27FC236}">
                      <a16:creationId xmlns:a16="http://schemas.microsoft.com/office/drawing/2014/main" id="{EFD001D2-54C5-0042-A5AA-702968D107C1}"/>
                    </a:ext>
                  </a:extLst>
                </p:cNvPr>
                <p:cNvSpPr/>
                <p:nvPr/>
              </p:nvSpPr>
              <p:spPr bwMode="auto">
                <a:xfrm>
                  <a:off x="2159708" y="1673868"/>
                  <a:ext cx="548339" cy="159438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93" name="Freeform 392">
                  <a:extLst>
                    <a:ext uri="{FF2B5EF4-FFF2-40B4-BE49-F238E27FC236}">
                      <a16:creationId xmlns:a16="http://schemas.microsoft.com/office/drawing/2014/main" id="{DF0C4D73-F5CE-1E43-B64E-A1555129729A}"/>
                    </a:ext>
                  </a:extLst>
                </p:cNvPr>
                <p:cNvSpPr/>
                <p:nvPr/>
              </p:nvSpPr>
              <p:spPr bwMode="auto">
                <a:xfrm>
                  <a:off x="2102655" y="1633412"/>
                  <a:ext cx="662444" cy="111846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94" name="Freeform 393">
                  <a:extLst>
                    <a:ext uri="{FF2B5EF4-FFF2-40B4-BE49-F238E27FC236}">
                      <a16:creationId xmlns:a16="http://schemas.microsoft.com/office/drawing/2014/main" id="{2FD88090-C275-6140-AAC7-18542BD977C0}"/>
                    </a:ext>
                  </a:extLst>
                </p:cNvPr>
                <p:cNvSpPr/>
                <p:nvPr/>
              </p:nvSpPr>
              <p:spPr bwMode="auto">
                <a:xfrm>
                  <a:off x="2536889" y="1728599"/>
                  <a:ext cx="244057" cy="97568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95" name="Freeform 394">
                  <a:extLst>
                    <a:ext uri="{FF2B5EF4-FFF2-40B4-BE49-F238E27FC236}">
                      <a16:creationId xmlns:a16="http://schemas.microsoft.com/office/drawing/2014/main" id="{F52A43F0-D631-014F-9B59-69076BD7A214}"/>
                    </a:ext>
                  </a:extLst>
                </p:cNvPr>
                <p:cNvSpPr/>
                <p:nvPr/>
              </p:nvSpPr>
              <p:spPr bwMode="auto">
                <a:xfrm>
                  <a:off x="2089977" y="1730980"/>
                  <a:ext cx="240888" cy="95187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396" name="Straight Connector 395">
                  <a:extLst>
                    <a:ext uri="{FF2B5EF4-FFF2-40B4-BE49-F238E27FC236}">
                      <a16:creationId xmlns:a16="http://schemas.microsoft.com/office/drawing/2014/main" id="{7B9292D1-E5A5-F44E-8DC8-0DDB894A0004}"/>
                    </a:ext>
                  </a:extLst>
                </p:cNvPr>
                <p:cNvCxnSpPr>
                  <a:endCxn id="391" idx="2"/>
                </p:cNvCxnSpPr>
                <p:nvPr/>
              </p:nvCxnSpPr>
              <p:spPr bwMode="auto">
                <a:xfrm flipH="1" flipV="1">
                  <a:off x="1871277" y="1735739"/>
                  <a:ext cx="3169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397" name="Straight Connector 396">
                  <a:extLst>
                    <a:ext uri="{FF2B5EF4-FFF2-40B4-BE49-F238E27FC236}">
                      <a16:creationId xmlns:a16="http://schemas.microsoft.com/office/drawing/2014/main" id="{82695498-3E06-C549-BDEB-3B3BC72D74A8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2996477" y="1733359"/>
                  <a:ext cx="3171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  <p:grpSp>
            <p:nvGrpSpPr>
              <p:cNvPr id="386" name="Group 385">
                <a:extLst>
                  <a:ext uri="{FF2B5EF4-FFF2-40B4-BE49-F238E27FC236}">
                    <a16:creationId xmlns:a16="http://schemas.microsoft.com/office/drawing/2014/main" id="{58CC84C2-4686-2643-A790-875AD3D2EB15}"/>
                  </a:ext>
                </a:extLst>
              </p:cNvPr>
              <p:cNvGrpSpPr/>
              <p:nvPr/>
            </p:nvGrpSpPr>
            <p:grpSpPr>
              <a:xfrm>
                <a:off x="1844715" y="2907714"/>
                <a:ext cx="378664" cy="333774"/>
                <a:chOff x="741398" y="1743005"/>
                <a:chExt cx="378664" cy="333774"/>
              </a:xfrm>
            </p:grpSpPr>
            <p:sp>
              <p:nvSpPr>
                <p:cNvPr id="387" name="Oval 386">
                  <a:extLst>
                    <a:ext uri="{FF2B5EF4-FFF2-40B4-BE49-F238E27FC236}">
                      <a16:creationId xmlns:a16="http://schemas.microsoft.com/office/drawing/2014/main" id="{91E65A3C-37C4-FB49-A4C5-66DD49380A20}"/>
                    </a:ext>
                  </a:extLst>
                </p:cNvPr>
                <p:cNvSpPr/>
                <p:nvPr/>
              </p:nvSpPr>
              <p:spPr bwMode="auto">
                <a:xfrm>
                  <a:off x="741398" y="1850752"/>
                  <a:ext cx="356365" cy="168450"/>
                </a:xfrm>
                <a:prstGeom prst="ellipse">
                  <a:avLst/>
                </a:prstGeom>
                <a:solidFill>
                  <a:srgbClr val="FFFFFF">
                    <a:alpha val="76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88" name="TextBox 387">
                  <a:extLst>
                    <a:ext uri="{FF2B5EF4-FFF2-40B4-BE49-F238E27FC236}">
                      <a16:creationId xmlns:a16="http://schemas.microsoft.com/office/drawing/2014/main" id="{7D7D52A1-09FA-B245-A51E-503672F88792}"/>
                    </a:ext>
                  </a:extLst>
                </p:cNvPr>
                <p:cNvSpPr txBox="1"/>
                <p:nvPr/>
              </p:nvSpPr>
              <p:spPr>
                <a:xfrm>
                  <a:off x="767915" y="1743005"/>
                  <a:ext cx="352147" cy="333774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w</a:t>
                  </a:r>
                </a:p>
              </p:txBody>
            </p:sp>
          </p:grpSp>
        </p:grpSp>
        <p:grpSp>
          <p:nvGrpSpPr>
            <p:cNvPr id="329" name="Group 328">
              <a:extLst>
                <a:ext uri="{FF2B5EF4-FFF2-40B4-BE49-F238E27FC236}">
                  <a16:creationId xmlns:a16="http://schemas.microsoft.com/office/drawing/2014/main" id="{7F5B202E-84B1-8546-ABE7-0D873A53CB3A}"/>
                </a:ext>
              </a:extLst>
            </p:cNvPr>
            <p:cNvGrpSpPr/>
            <p:nvPr/>
          </p:nvGrpSpPr>
          <p:grpSpPr>
            <a:xfrm>
              <a:off x="2206359" y="2517647"/>
              <a:ext cx="687402" cy="480963"/>
              <a:chOff x="1736090" y="2893762"/>
              <a:chExt cx="565150" cy="347726"/>
            </a:xfrm>
          </p:grpSpPr>
          <p:grpSp>
            <p:nvGrpSpPr>
              <p:cNvPr id="372" name="Group 327">
                <a:extLst>
                  <a:ext uri="{FF2B5EF4-FFF2-40B4-BE49-F238E27FC236}">
                    <a16:creationId xmlns:a16="http://schemas.microsoft.com/office/drawing/2014/main" id="{74C66983-6367-A346-9811-03B6B660BD5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36090" y="2893762"/>
                <a:ext cx="565150" cy="292100"/>
                <a:chOff x="1871277" y="1576300"/>
                <a:chExt cx="1128371" cy="437861"/>
              </a:xfrm>
            </p:grpSpPr>
            <p:sp>
              <p:nvSpPr>
                <p:cNvPr id="376" name="Oval 375">
                  <a:extLst>
                    <a:ext uri="{FF2B5EF4-FFF2-40B4-BE49-F238E27FC236}">
                      <a16:creationId xmlns:a16="http://schemas.microsoft.com/office/drawing/2014/main" id="{23D87A19-41D5-2F4B-A759-D658AB6DE7F5}"/>
                    </a:ext>
                  </a:extLst>
                </p:cNvPr>
                <p:cNvSpPr/>
                <p:nvPr/>
              </p:nvSpPr>
              <p:spPr bwMode="auto">
                <a:xfrm flipV="1">
                  <a:off x="1874446" y="1692905"/>
                  <a:ext cx="1125202" cy="321256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0" scaled="1"/>
                  <a:tileRect/>
                </a:gra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77" name="Rectangle 376">
                  <a:extLst>
                    <a:ext uri="{FF2B5EF4-FFF2-40B4-BE49-F238E27FC236}">
                      <a16:creationId xmlns:a16="http://schemas.microsoft.com/office/drawing/2014/main" id="{BF010680-E14C-AB41-B12D-005B0B3FBA78}"/>
                    </a:ext>
                  </a:extLst>
                </p:cNvPr>
                <p:cNvSpPr/>
                <p:nvPr/>
              </p:nvSpPr>
              <p:spPr bwMode="auto">
                <a:xfrm>
                  <a:off x="1871277" y="1740499"/>
                  <a:ext cx="1128371" cy="11422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08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78" name="Oval 377">
                  <a:extLst>
                    <a:ext uri="{FF2B5EF4-FFF2-40B4-BE49-F238E27FC236}">
                      <a16:creationId xmlns:a16="http://schemas.microsoft.com/office/drawing/2014/main" id="{773506FA-CDA9-A14E-9C9B-2D5E7F909A9E}"/>
                    </a:ext>
                  </a:extLst>
                </p:cNvPr>
                <p:cNvSpPr/>
                <p:nvPr/>
              </p:nvSpPr>
              <p:spPr bwMode="auto">
                <a:xfrm flipV="1">
                  <a:off x="1871277" y="1576300"/>
                  <a:ext cx="1125200" cy="321257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79" name="Freeform 378">
                  <a:extLst>
                    <a:ext uri="{FF2B5EF4-FFF2-40B4-BE49-F238E27FC236}">
                      <a16:creationId xmlns:a16="http://schemas.microsoft.com/office/drawing/2014/main" id="{39B04F67-6A6D-6245-B8C8-CF7114C9D7F0}"/>
                    </a:ext>
                  </a:extLst>
                </p:cNvPr>
                <p:cNvSpPr/>
                <p:nvPr/>
              </p:nvSpPr>
              <p:spPr bwMode="auto">
                <a:xfrm>
                  <a:off x="2159708" y="1673868"/>
                  <a:ext cx="548339" cy="159438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80" name="Freeform 379">
                  <a:extLst>
                    <a:ext uri="{FF2B5EF4-FFF2-40B4-BE49-F238E27FC236}">
                      <a16:creationId xmlns:a16="http://schemas.microsoft.com/office/drawing/2014/main" id="{C46B0DC1-1017-4146-A422-109C3BAD2551}"/>
                    </a:ext>
                  </a:extLst>
                </p:cNvPr>
                <p:cNvSpPr/>
                <p:nvPr/>
              </p:nvSpPr>
              <p:spPr bwMode="auto">
                <a:xfrm>
                  <a:off x="2102655" y="1633412"/>
                  <a:ext cx="662444" cy="111846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81" name="Freeform 380">
                  <a:extLst>
                    <a:ext uri="{FF2B5EF4-FFF2-40B4-BE49-F238E27FC236}">
                      <a16:creationId xmlns:a16="http://schemas.microsoft.com/office/drawing/2014/main" id="{CA725F35-AC0C-C543-A8A7-24E9625350C8}"/>
                    </a:ext>
                  </a:extLst>
                </p:cNvPr>
                <p:cNvSpPr/>
                <p:nvPr/>
              </p:nvSpPr>
              <p:spPr bwMode="auto">
                <a:xfrm>
                  <a:off x="2536889" y="1728599"/>
                  <a:ext cx="244057" cy="97568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82" name="Freeform 381">
                  <a:extLst>
                    <a:ext uri="{FF2B5EF4-FFF2-40B4-BE49-F238E27FC236}">
                      <a16:creationId xmlns:a16="http://schemas.microsoft.com/office/drawing/2014/main" id="{977CD25B-F33C-BA45-8069-AC4B98057578}"/>
                    </a:ext>
                  </a:extLst>
                </p:cNvPr>
                <p:cNvSpPr/>
                <p:nvPr/>
              </p:nvSpPr>
              <p:spPr bwMode="auto">
                <a:xfrm>
                  <a:off x="2089977" y="1730980"/>
                  <a:ext cx="240888" cy="95187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383" name="Straight Connector 382">
                  <a:extLst>
                    <a:ext uri="{FF2B5EF4-FFF2-40B4-BE49-F238E27FC236}">
                      <a16:creationId xmlns:a16="http://schemas.microsoft.com/office/drawing/2014/main" id="{54C74B7C-6FCA-5B45-9A2B-DC09E5CDE689}"/>
                    </a:ext>
                  </a:extLst>
                </p:cNvPr>
                <p:cNvCxnSpPr>
                  <a:endCxn id="378" idx="2"/>
                </p:cNvCxnSpPr>
                <p:nvPr/>
              </p:nvCxnSpPr>
              <p:spPr bwMode="auto">
                <a:xfrm flipH="1" flipV="1">
                  <a:off x="1871277" y="1735739"/>
                  <a:ext cx="3169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384" name="Straight Connector 383">
                  <a:extLst>
                    <a:ext uri="{FF2B5EF4-FFF2-40B4-BE49-F238E27FC236}">
                      <a16:creationId xmlns:a16="http://schemas.microsoft.com/office/drawing/2014/main" id="{F18B4945-5B3A-CC4D-AD10-A9969F3DC39C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2996477" y="1733359"/>
                  <a:ext cx="3171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  <p:grpSp>
            <p:nvGrpSpPr>
              <p:cNvPr id="373" name="Group 372">
                <a:extLst>
                  <a:ext uri="{FF2B5EF4-FFF2-40B4-BE49-F238E27FC236}">
                    <a16:creationId xmlns:a16="http://schemas.microsoft.com/office/drawing/2014/main" id="{79ADB3AE-0BAC-E846-91C0-DA740CA9923D}"/>
                  </a:ext>
                </a:extLst>
              </p:cNvPr>
              <p:cNvGrpSpPr/>
              <p:nvPr/>
            </p:nvGrpSpPr>
            <p:grpSpPr>
              <a:xfrm>
                <a:off x="1844715" y="2907714"/>
                <a:ext cx="356365" cy="333774"/>
                <a:chOff x="741398" y="1743005"/>
                <a:chExt cx="356365" cy="333774"/>
              </a:xfrm>
            </p:grpSpPr>
            <p:sp>
              <p:nvSpPr>
                <p:cNvPr id="374" name="Oval 373">
                  <a:extLst>
                    <a:ext uri="{FF2B5EF4-FFF2-40B4-BE49-F238E27FC236}">
                      <a16:creationId xmlns:a16="http://schemas.microsoft.com/office/drawing/2014/main" id="{D1EDF0F4-E8FD-6841-A11F-DBF2430F102B}"/>
                    </a:ext>
                  </a:extLst>
                </p:cNvPr>
                <p:cNvSpPr/>
                <p:nvPr/>
              </p:nvSpPr>
              <p:spPr bwMode="auto">
                <a:xfrm>
                  <a:off x="741398" y="1850752"/>
                  <a:ext cx="356365" cy="168450"/>
                </a:xfrm>
                <a:prstGeom prst="ellipse">
                  <a:avLst/>
                </a:prstGeom>
                <a:solidFill>
                  <a:srgbClr val="FFFFFF">
                    <a:alpha val="76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75" name="TextBox 374">
                  <a:extLst>
                    <a:ext uri="{FF2B5EF4-FFF2-40B4-BE49-F238E27FC236}">
                      <a16:creationId xmlns:a16="http://schemas.microsoft.com/office/drawing/2014/main" id="{1AFA689E-3A33-DF4B-A8F3-403F0D901A93}"/>
                    </a:ext>
                  </a:extLst>
                </p:cNvPr>
                <p:cNvSpPr txBox="1"/>
                <p:nvPr/>
              </p:nvSpPr>
              <p:spPr>
                <a:xfrm>
                  <a:off x="783895" y="1743005"/>
                  <a:ext cx="292553" cy="333774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u</a:t>
                  </a:r>
                </a:p>
              </p:txBody>
            </p:sp>
          </p:grpSp>
        </p:grpSp>
        <p:grpSp>
          <p:nvGrpSpPr>
            <p:cNvPr id="330" name="Group 329">
              <a:extLst>
                <a:ext uri="{FF2B5EF4-FFF2-40B4-BE49-F238E27FC236}">
                  <a16:creationId xmlns:a16="http://schemas.microsoft.com/office/drawing/2014/main" id="{C6EB4006-BDBE-0A46-98DE-BE7F5F85E41C}"/>
                </a:ext>
              </a:extLst>
            </p:cNvPr>
            <p:cNvGrpSpPr/>
            <p:nvPr/>
          </p:nvGrpSpPr>
          <p:grpSpPr>
            <a:xfrm>
              <a:off x="6285253" y="2579331"/>
              <a:ext cx="687402" cy="480963"/>
              <a:chOff x="1736090" y="2893762"/>
              <a:chExt cx="565150" cy="347726"/>
            </a:xfrm>
          </p:grpSpPr>
          <p:grpSp>
            <p:nvGrpSpPr>
              <p:cNvPr id="359" name="Group 327">
                <a:extLst>
                  <a:ext uri="{FF2B5EF4-FFF2-40B4-BE49-F238E27FC236}">
                    <a16:creationId xmlns:a16="http://schemas.microsoft.com/office/drawing/2014/main" id="{19323E07-6D65-4A4C-A34C-8931919B7A6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36090" y="2893762"/>
                <a:ext cx="565150" cy="292100"/>
                <a:chOff x="1871277" y="1576300"/>
                <a:chExt cx="1128371" cy="437861"/>
              </a:xfrm>
            </p:grpSpPr>
            <p:sp>
              <p:nvSpPr>
                <p:cNvPr id="363" name="Oval 362">
                  <a:extLst>
                    <a:ext uri="{FF2B5EF4-FFF2-40B4-BE49-F238E27FC236}">
                      <a16:creationId xmlns:a16="http://schemas.microsoft.com/office/drawing/2014/main" id="{8A90C563-3889-7546-B079-B0069EBCDD8E}"/>
                    </a:ext>
                  </a:extLst>
                </p:cNvPr>
                <p:cNvSpPr/>
                <p:nvPr/>
              </p:nvSpPr>
              <p:spPr bwMode="auto">
                <a:xfrm flipV="1">
                  <a:off x="1874446" y="1692905"/>
                  <a:ext cx="1125202" cy="321256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0" scaled="1"/>
                  <a:tileRect/>
                </a:gra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64" name="Rectangle 363">
                  <a:extLst>
                    <a:ext uri="{FF2B5EF4-FFF2-40B4-BE49-F238E27FC236}">
                      <a16:creationId xmlns:a16="http://schemas.microsoft.com/office/drawing/2014/main" id="{F906AAC0-18E3-3C42-9638-4B9554929AD2}"/>
                    </a:ext>
                  </a:extLst>
                </p:cNvPr>
                <p:cNvSpPr/>
                <p:nvPr/>
              </p:nvSpPr>
              <p:spPr bwMode="auto">
                <a:xfrm>
                  <a:off x="1871277" y="1740499"/>
                  <a:ext cx="1128371" cy="11422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08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65" name="Oval 364">
                  <a:extLst>
                    <a:ext uri="{FF2B5EF4-FFF2-40B4-BE49-F238E27FC236}">
                      <a16:creationId xmlns:a16="http://schemas.microsoft.com/office/drawing/2014/main" id="{D7FE9FC4-31C2-7545-8E5A-A107662814D2}"/>
                    </a:ext>
                  </a:extLst>
                </p:cNvPr>
                <p:cNvSpPr/>
                <p:nvPr/>
              </p:nvSpPr>
              <p:spPr bwMode="auto">
                <a:xfrm flipV="1">
                  <a:off x="1871277" y="1576300"/>
                  <a:ext cx="1125200" cy="321257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66" name="Freeform 365">
                  <a:extLst>
                    <a:ext uri="{FF2B5EF4-FFF2-40B4-BE49-F238E27FC236}">
                      <a16:creationId xmlns:a16="http://schemas.microsoft.com/office/drawing/2014/main" id="{115FE479-5C3C-474A-A53B-50B85C152ABA}"/>
                    </a:ext>
                  </a:extLst>
                </p:cNvPr>
                <p:cNvSpPr/>
                <p:nvPr/>
              </p:nvSpPr>
              <p:spPr bwMode="auto">
                <a:xfrm>
                  <a:off x="2159708" y="1673868"/>
                  <a:ext cx="548339" cy="159438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67" name="Freeform 366">
                  <a:extLst>
                    <a:ext uri="{FF2B5EF4-FFF2-40B4-BE49-F238E27FC236}">
                      <a16:creationId xmlns:a16="http://schemas.microsoft.com/office/drawing/2014/main" id="{AD2C9A8C-6369-A54C-9D6C-E64BF41BE070}"/>
                    </a:ext>
                  </a:extLst>
                </p:cNvPr>
                <p:cNvSpPr/>
                <p:nvPr/>
              </p:nvSpPr>
              <p:spPr bwMode="auto">
                <a:xfrm>
                  <a:off x="2102655" y="1633412"/>
                  <a:ext cx="662444" cy="111846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68" name="Freeform 367">
                  <a:extLst>
                    <a:ext uri="{FF2B5EF4-FFF2-40B4-BE49-F238E27FC236}">
                      <a16:creationId xmlns:a16="http://schemas.microsoft.com/office/drawing/2014/main" id="{D3174F82-A842-4A4B-8B8E-F9394399D6CD}"/>
                    </a:ext>
                  </a:extLst>
                </p:cNvPr>
                <p:cNvSpPr/>
                <p:nvPr/>
              </p:nvSpPr>
              <p:spPr bwMode="auto">
                <a:xfrm>
                  <a:off x="2536889" y="1728599"/>
                  <a:ext cx="244057" cy="97568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69" name="Freeform 368">
                  <a:extLst>
                    <a:ext uri="{FF2B5EF4-FFF2-40B4-BE49-F238E27FC236}">
                      <a16:creationId xmlns:a16="http://schemas.microsoft.com/office/drawing/2014/main" id="{715ED35F-F03C-3844-AAF7-4A4022009E69}"/>
                    </a:ext>
                  </a:extLst>
                </p:cNvPr>
                <p:cNvSpPr/>
                <p:nvPr/>
              </p:nvSpPr>
              <p:spPr bwMode="auto">
                <a:xfrm>
                  <a:off x="2089977" y="1730980"/>
                  <a:ext cx="240888" cy="95187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370" name="Straight Connector 369">
                  <a:extLst>
                    <a:ext uri="{FF2B5EF4-FFF2-40B4-BE49-F238E27FC236}">
                      <a16:creationId xmlns:a16="http://schemas.microsoft.com/office/drawing/2014/main" id="{E168B24C-7C31-704F-9C70-9283F9D101DE}"/>
                    </a:ext>
                  </a:extLst>
                </p:cNvPr>
                <p:cNvCxnSpPr>
                  <a:endCxn id="365" idx="2"/>
                </p:cNvCxnSpPr>
                <p:nvPr/>
              </p:nvCxnSpPr>
              <p:spPr bwMode="auto">
                <a:xfrm flipH="1" flipV="1">
                  <a:off x="1871277" y="1735739"/>
                  <a:ext cx="3169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371" name="Straight Connector 370">
                  <a:extLst>
                    <a:ext uri="{FF2B5EF4-FFF2-40B4-BE49-F238E27FC236}">
                      <a16:creationId xmlns:a16="http://schemas.microsoft.com/office/drawing/2014/main" id="{A8773E23-D37D-7F4D-959F-FFCF3E4EAD35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2996477" y="1733359"/>
                  <a:ext cx="3171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  <p:grpSp>
            <p:nvGrpSpPr>
              <p:cNvPr id="360" name="Group 359">
                <a:extLst>
                  <a:ext uri="{FF2B5EF4-FFF2-40B4-BE49-F238E27FC236}">
                    <a16:creationId xmlns:a16="http://schemas.microsoft.com/office/drawing/2014/main" id="{661612F3-E94B-0E4F-B158-1E1F5536E408}"/>
                  </a:ext>
                </a:extLst>
              </p:cNvPr>
              <p:cNvGrpSpPr/>
              <p:nvPr/>
            </p:nvGrpSpPr>
            <p:grpSpPr>
              <a:xfrm>
                <a:off x="1844715" y="2907714"/>
                <a:ext cx="356365" cy="333774"/>
                <a:chOff x="741398" y="1743005"/>
                <a:chExt cx="356365" cy="333774"/>
              </a:xfrm>
            </p:grpSpPr>
            <p:sp>
              <p:nvSpPr>
                <p:cNvPr id="361" name="Oval 360">
                  <a:extLst>
                    <a:ext uri="{FF2B5EF4-FFF2-40B4-BE49-F238E27FC236}">
                      <a16:creationId xmlns:a16="http://schemas.microsoft.com/office/drawing/2014/main" id="{C763175D-A9C3-EF48-81B5-5B18EF6185F4}"/>
                    </a:ext>
                  </a:extLst>
                </p:cNvPr>
                <p:cNvSpPr/>
                <p:nvPr/>
              </p:nvSpPr>
              <p:spPr bwMode="auto">
                <a:xfrm>
                  <a:off x="741398" y="1850752"/>
                  <a:ext cx="356365" cy="168450"/>
                </a:xfrm>
                <a:prstGeom prst="ellipse">
                  <a:avLst/>
                </a:prstGeom>
                <a:solidFill>
                  <a:srgbClr val="FFFFFF">
                    <a:alpha val="76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62" name="TextBox 361">
                  <a:extLst>
                    <a:ext uri="{FF2B5EF4-FFF2-40B4-BE49-F238E27FC236}">
                      <a16:creationId xmlns:a16="http://schemas.microsoft.com/office/drawing/2014/main" id="{56CD500D-CEB7-684C-A583-1A90F979E021}"/>
                    </a:ext>
                  </a:extLst>
                </p:cNvPr>
                <p:cNvSpPr txBox="1"/>
                <p:nvPr/>
              </p:nvSpPr>
              <p:spPr>
                <a:xfrm>
                  <a:off x="783895" y="1743005"/>
                  <a:ext cx="278343" cy="333774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z</a:t>
                  </a:r>
                </a:p>
              </p:txBody>
            </p:sp>
          </p:grpSp>
        </p:grpSp>
        <p:grpSp>
          <p:nvGrpSpPr>
            <p:cNvPr id="331" name="Group 330">
              <a:extLst>
                <a:ext uri="{FF2B5EF4-FFF2-40B4-BE49-F238E27FC236}">
                  <a16:creationId xmlns:a16="http://schemas.microsoft.com/office/drawing/2014/main" id="{8CC7A315-C254-4746-8CBE-0E76B9C4970F}"/>
                </a:ext>
              </a:extLst>
            </p:cNvPr>
            <p:cNvGrpSpPr/>
            <p:nvPr/>
          </p:nvGrpSpPr>
          <p:grpSpPr>
            <a:xfrm>
              <a:off x="4927962" y="3152913"/>
              <a:ext cx="687402" cy="480963"/>
              <a:chOff x="1736090" y="2893762"/>
              <a:chExt cx="565150" cy="347726"/>
            </a:xfrm>
          </p:grpSpPr>
          <p:grpSp>
            <p:nvGrpSpPr>
              <p:cNvPr id="346" name="Group 327">
                <a:extLst>
                  <a:ext uri="{FF2B5EF4-FFF2-40B4-BE49-F238E27FC236}">
                    <a16:creationId xmlns:a16="http://schemas.microsoft.com/office/drawing/2014/main" id="{57B82EFC-992A-174F-B228-FA314BDF20E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36090" y="2893762"/>
                <a:ext cx="565150" cy="292100"/>
                <a:chOff x="1871277" y="1576300"/>
                <a:chExt cx="1128371" cy="437861"/>
              </a:xfrm>
            </p:grpSpPr>
            <p:sp>
              <p:nvSpPr>
                <p:cNvPr id="350" name="Oval 349">
                  <a:extLst>
                    <a:ext uri="{FF2B5EF4-FFF2-40B4-BE49-F238E27FC236}">
                      <a16:creationId xmlns:a16="http://schemas.microsoft.com/office/drawing/2014/main" id="{5516324A-B35A-FF49-96A8-4C3ABFAA279D}"/>
                    </a:ext>
                  </a:extLst>
                </p:cNvPr>
                <p:cNvSpPr/>
                <p:nvPr/>
              </p:nvSpPr>
              <p:spPr bwMode="auto">
                <a:xfrm flipV="1">
                  <a:off x="1874446" y="1692905"/>
                  <a:ext cx="1125202" cy="321256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0" scaled="1"/>
                  <a:tileRect/>
                </a:gra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51" name="Rectangle 350">
                  <a:extLst>
                    <a:ext uri="{FF2B5EF4-FFF2-40B4-BE49-F238E27FC236}">
                      <a16:creationId xmlns:a16="http://schemas.microsoft.com/office/drawing/2014/main" id="{218BB1BC-107B-9548-B7F8-1205053933E2}"/>
                    </a:ext>
                  </a:extLst>
                </p:cNvPr>
                <p:cNvSpPr/>
                <p:nvPr/>
              </p:nvSpPr>
              <p:spPr bwMode="auto">
                <a:xfrm>
                  <a:off x="1871277" y="1740499"/>
                  <a:ext cx="1128371" cy="11422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08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52" name="Oval 351">
                  <a:extLst>
                    <a:ext uri="{FF2B5EF4-FFF2-40B4-BE49-F238E27FC236}">
                      <a16:creationId xmlns:a16="http://schemas.microsoft.com/office/drawing/2014/main" id="{E0CC4DE9-4E37-1945-B621-6990957A8C90}"/>
                    </a:ext>
                  </a:extLst>
                </p:cNvPr>
                <p:cNvSpPr/>
                <p:nvPr/>
              </p:nvSpPr>
              <p:spPr bwMode="auto">
                <a:xfrm flipV="1">
                  <a:off x="1871277" y="1576300"/>
                  <a:ext cx="1125200" cy="321257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53" name="Freeform 352">
                  <a:extLst>
                    <a:ext uri="{FF2B5EF4-FFF2-40B4-BE49-F238E27FC236}">
                      <a16:creationId xmlns:a16="http://schemas.microsoft.com/office/drawing/2014/main" id="{A2CF0E3A-0B11-A242-94A3-D1972489953C}"/>
                    </a:ext>
                  </a:extLst>
                </p:cNvPr>
                <p:cNvSpPr/>
                <p:nvPr/>
              </p:nvSpPr>
              <p:spPr bwMode="auto">
                <a:xfrm>
                  <a:off x="2159708" y="1673868"/>
                  <a:ext cx="548339" cy="159438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54" name="Freeform 353">
                  <a:extLst>
                    <a:ext uri="{FF2B5EF4-FFF2-40B4-BE49-F238E27FC236}">
                      <a16:creationId xmlns:a16="http://schemas.microsoft.com/office/drawing/2014/main" id="{078DD177-3C9A-AC4A-994C-913F0A08C1F8}"/>
                    </a:ext>
                  </a:extLst>
                </p:cNvPr>
                <p:cNvSpPr/>
                <p:nvPr/>
              </p:nvSpPr>
              <p:spPr bwMode="auto">
                <a:xfrm>
                  <a:off x="2102655" y="1633412"/>
                  <a:ext cx="662444" cy="111846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55" name="Freeform 354">
                  <a:extLst>
                    <a:ext uri="{FF2B5EF4-FFF2-40B4-BE49-F238E27FC236}">
                      <a16:creationId xmlns:a16="http://schemas.microsoft.com/office/drawing/2014/main" id="{7D050A20-78F8-D446-BFB0-855E64D3DFB6}"/>
                    </a:ext>
                  </a:extLst>
                </p:cNvPr>
                <p:cNvSpPr/>
                <p:nvPr/>
              </p:nvSpPr>
              <p:spPr bwMode="auto">
                <a:xfrm>
                  <a:off x="2536889" y="1728599"/>
                  <a:ext cx="244057" cy="97568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56" name="Freeform 355">
                  <a:extLst>
                    <a:ext uri="{FF2B5EF4-FFF2-40B4-BE49-F238E27FC236}">
                      <a16:creationId xmlns:a16="http://schemas.microsoft.com/office/drawing/2014/main" id="{DFC753F6-0104-C144-A482-28D91E9FF189}"/>
                    </a:ext>
                  </a:extLst>
                </p:cNvPr>
                <p:cNvSpPr/>
                <p:nvPr/>
              </p:nvSpPr>
              <p:spPr bwMode="auto">
                <a:xfrm>
                  <a:off x="2089977" y="1730980"/>
                  <a:ext cx="240888" cy="95187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357" name="Straight Connector 356">
                  <a:extLst>
                    <a:ext uri="{FF2B5EF4-FFF2-40B4-BE49-F238E27FC236}">
                      <a16:creationId xmlns:a16="http://schemas.microsoft.com/office/drawing/2014/main" id="{DF6B0AE2-B7AF-4349-A241-B96871C3DFBE}"/>
                    </a:ext>
                  </a:extLst>
                </p:cNvPr>
                <p:cNvCxnSpPr>
                  <a:endCxn id="352" idx="2"/>
                </p:cNvCxnSpPr>
                <p:nvPr/>
              </p:nvCxnSpPr>
              <p:spPr bwMode="auto">
                <a:xfrm flipH="1" flipV="1">
                  <a:off x="1871277" y="1735739"/>
                  <a:ext cx="3169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358" name="Straight Connector 357">
                  <a:extLst>
                    <a:ext uri="{FF2B5EF4-FFF2-40B4-BE49-F238E27FC236}">
                      <a16:creationId xmlns:a16="http://schemas.microsoft.com/office/drawing/2014/main" id="{0C461AF1-3611-CA4A-8113-D6B33D79EFD8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2996477" y="1733359"/>
                  <a:ext cx="3171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  <p:grpSp>
            <p:nvGrpSpPr>
              <p:cNvPr id="347" name="Group 346">
                <a:extLst>
                  <a:ext uri="{FF2B5EF4-FFF2-40B4-BE49-F238E27FC236}">
                    <a16:creationId xmlns:a16="http://schemas.microsoft.com/office/drawing/2014/main" id="{5DDD6435-5804-824F-9844-11EE108986C8}"/>
                  </a:ext>
                </a:extLst>
              </p:cNvPr>
              <p:cNvGrpSpPr/>
              <p:nvPr/>
            </p:nvGrpSpPr>
            <p:grpSpPr>
              <a:xfrm>
                <a:off x="1844715" y="2907714"/>
                <a:ext cx="356365" cy="333774"/>
                <a:chOff x="741398" y="1743005"/>
                <a:chExt cx="356365" cy="333774"/>
              </a:xfrm>
            </p:grpSpPr>
            <p:sp>
              <p:nvSpPr>
                <p:cNvPr id="348" name="Oval 347">
                  <a:extLst>
                    <a:ext uri="{FF2B5EF4-FFF2-40B4-BE49-F238E27FC236}">
                      <a16:creationId xmlns:a16="http://schemas.microsoft.com/office/drawing/2014/main" id="{3DD41EFD-A71B-A447-B957-8B7AEA9E0494}"/>
                    </a:ext>
                  </a:extLst>
                </p:cNvPr>
                <p:cNvSpPr/>
                <p:nvPr/>
              </p:nvSpPr>
              <p:spPr bwMode="auto">
                <a:xfrm>
                  <a:off x="741398" y="1850752"/>
                  <a:ext cx="356365" cy="168450"/>
                </a:xfrm>
                <a:prstGeom prst="ellipse">
                  <a:avLst/>
                </a:prstGeom>
                <a:solidFill>
                  <a:srgbClr val="FFFFFF">
                    <a:alpha val="76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49" name="TextBox 348">
                  <a:extLst>
                    <a:ext uri="{FF2B5EF4-FFF2-40B4-BE49-F238E27FC236}">
                      <a16:creationId xmlns:a16="http://schemas.microsoft.com/office/drawing/2014/main" id="{0808DE23-7FF1-1B41-9706-BEF8D8DE36D2}"/>
                    </a:ext>
                  </a:extLst>
                </p:cNvPr>
                <p:cNvSpPr txBox="1"/>
                <p:nvPr/>
              </p:nvSpPr>
              <p:spPr>
                <a:xfrm>
                  <a:off x="783895" y="1743005"/>
                  <a:ext cx="278343" cy="333774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y</a:t>
                  </a:r>
                </a:p>
              </p:txBody>
            </p:sp>
          </p:grpSp>
        </p:grpSp>
        <p:grpSp>
          <p:nvGrpSpPr>
            <p:cNvPr id="332" name="Group 331">
              <a:extLst>
                <a:ext uri="{FF2B5EF4-FFF2-40B4-BE49-F238E27FC236}">
                  <a16:creationId xmlns:a16="http://schemas.microsoft.com/office/drawing/2014/main" id="{FC31B094-3896-AB43-9216-D41F5CF5B5CD}"/>
                </a:ext>
              </a:extLst>
            </p:cNvPr>
            <p:cNvGrpSpPr/>
            <p:nvPr/>
          </p:nvGrpSpPr>
          <p:grpSpPr>
            <a:xfrm>
              <a:off x="3337414" y="3136841"/>
              <a:ext cx="687402" cy="480963"/>
              <a:chOff x="1736090" y="2893762"/>
              <a:chExt cx="565150" cy="347726"/>
            </a:xfrm>
          </p:grpSpPr>
          <p:grpSp>
            <p:nvGrpSpPr>
              <p:cNvPr id="333" name="Group 327">
                <a:extLst>
                  <a:ext uri="{FF2B5EF4-FFF2-40B4-BE49-F238E27FC236}">
                    <a16:creationId xmlns:a16="http://schemas.microsoft.com/office/drawing/2014/main" id="{68165765-2BED-214D-88D7-9D28666BA0D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36090" y="2893762"/>
                <a:ext cx="565150" cy="292100"/>
                <a:chOff x="1871277" y="1576300"/>
                <a:chExt cx="1128371" cy="437861"/>
              </a:xfrm>
            </p:grpSpPr>
            <p:sp>
              <p:nvSpPr>
                <p:cNvPr id="337" name="Oval 336">
                  <a:extLst>
                    <a:ext uri="{FF2B5EF4-FFF2-40B4-BE49-F238E27FC236}">
                      <a16:creationId xmlns:a16="http://schemas.microsoft.com/office/drawing/2014/main" id="{BEB24274-A728-564C-9B37-C2301DC5667F}"/>
                    </a:ext>
                  </a:extLst>
                </p:cNvPr>
                <p:cNvSpPr/>
                <p:nvPr/>
              </p:nvSpPr>
              <p:spPr bwMode="auto">
                <a:xfrm flipV="1">
                  <a:off x="1874446" y="1692905"/>
                  <a:ext cx="1125202" cy="321256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0" scaled="1"/>
                  <a:tileRect/>
                </a:gra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38" name="Rectangle 337">
                  <a:extLst>
                    <a:ext uri="{FF2B5EF4-FFF2-40B4-BE49-F238E27FC236}">
                      <a16:creationId xmlns:a16="http://schemas.microsoft.com/office/drawing/2014/main" id="{C7018D81-D070-D343-8442-C9B813B94FC5}"/>
                    </a:ext>
                  </a:extLst>
                </p:cNvPr>
                <p:cNvSpPr/>
                <p:nvPr/>
              </p:nvSpPr>
              <p:spPr bwMode="auto">
                <a:xfrm>
                  <a:off x="1871277" y="1740499"/>
                  <a:ext cx="1128371" cy="11422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08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39" name="Oval 338">
                  <a:extLst>
                    <a:ext uri="{FF2B5EF4-FFF2-40B4-BE49-F238E27FC236}">
                      <a16:creationId xmlns:a16="http://schemas.microsoft.com/office/drawing/2014/main" id="{7CC9DA44-AB58-A143-A7E4-5DCC05563B28}"/>
                    </a:ext>
                  </a:extLst>
                </p:cNvPr>
                <p:cNvSpPr/>
                <p:nvPr/>
              </p:nvSpPr>
              <p:spPr bwMode="auto">
                <a:xfrm flipV="1">
                  <a:off x="1871277" y="1576300"/>
                  <a:ext cx="1125200" cy="321257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40" name="Freeform 339">
                  <a:extLst>
                    <a:ext uri="{FF2B5EF4-FFF2-40B4-BE49-F238E27FC236}">
                      <a16:creationId xmlns:a16="http://schemas.microsoft.com/office/drawing/2014/main" id="{A345A354-C439-1346-B8B1-9B77F484F731}"/>
                    </a:ext>
                  </a:extLst>
                </p:cNvPr>
                <p:cNvSpPr/>
                <p:nvPr/>
              </p:nvSpPr>
              <p:spPr bwMode="auto">
                <a:xfrm>
                  <a:off x="2159708" y="1673868"/>
                  <a:ext cx="548339" cy="159438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41" name="Freeform 340">
                  <a:extLst>
                    <a:ext uri="{FF2B5EF4-FFF2-40B4-BE49-F238E27FC236}">
                      <a16:creationId xmlns:a16="http://schemas.microsoft.com/office/drawing/2014/main" id="{47254DC2-0CCD-1D43-9A9E-AF30B25F4771}"/>
                    </a:ext>
                  </a:extLst>
                </p:cNvPr>
                <p:cNvSpPr/>
                <p:nvPr/>
              </p:nvSpPr>
              <p:spPr bwMode="auto">
                <a:xfrm>
                  <a:off x="2102655" y="1633412"/>
                  <a:ext cx="662444" cy="111846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42" name="Freeform 341">
                  <a:extLst>
                    <a:ext uri="{FF2B5EF4-FFF2-40B4-BE49-F238E27FC236}">
                      <a16:creationId xmlns:a16="http://schemas.microsoft.com/office/drawing/2014/main" id="{D09BD497-0854-FF41-BB16-ACF44392BCA2}"/>
                    </a:ext>
                  </a:extLst>
                </p:cNvPr>
                <p:cNvSpPr/>
                <p:nvPr/>
              </p:nvSpPr>
              <p:spPr bwMode="auto">
                <a:xfrm>
                  <a:off x="2536889" y="1728599"/>
                  <a:ext cx="244057" cy="97568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43" name="Freeform 342">
                  <a:extLst>
                    <a:ext uri="{FF2B5EF4-FFF2-40B4-BE49-F238E27FC236}">
                      <a16:creationId xmlns:a16="http://schemas.microsoft.com/office/drawing/2014/main" id="{35285FEF-CAD9-224F-91A6-C0D14EBDC940}"/>
                    </a:ext>
                  </a:extLst>
                </p:cNvPr>
                <p:cNvSpPr/>
                <p:nvPr/>
              </p:nvSpPr>
              <p:spPr bwMode="auto">
                <a:xfrm>
                  <a:off x="2089977" y="1730980"/>
                  <a:ext cx="240888" cy="95187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344" name="Straight Connector 343">
                  <a:extLst>
                    <a:ext uri="{FF2B5EF4-FFF2-40B4-BE49-F238E27FC236}">
                      <a16:creationId xmlns:a16="http://schemas.microsoft.com/office/drawing/2014/main" id="{CF9122C4-270A-B24E-A5AE-0EFA7376067D}"/>
                    </a:ext>
                  </a:extLst>
                </p:cNvPr>
                <p:cNvCxnSpPr>
                  <a:endCxn id="339" idx="2"/>
                </p:cNvCxnSpPr>
                <p:nvPr/>
              </p:nvCxnSpPr>
              <p:spPr bwMode="auto">
                <a:xfrm flipH="1" flipV="1">
                  <a:off x="1871277" y="1735739"/>
                  <a:ext cx="3169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345" name="Straight Connector 344">
                  <a:extLst>
                    <a:ext uri="{FF2B5EF4-FFF2-40B4-BE49-F238E27FC236}">
                      <a16:creationId xmlns:a16="http://schemas.microsoft.com/office/drawing/2014/main" id="{3D3021B9-325F-1E4E-8CE0-091CA2DB4D0B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2996477" y="1733359"/>
                  <a:ext cx="3171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  <p:grpSp>
            <p:nvGrpSpPr>
              <p:cNvPr id="334" name="Group 333">
                <a:extLst>
                  <a:ext uri="{FF2B5EF4-FFF2-40B4-BE49-F238E27FC236}">
                    <a16:creationId xmlns:a16="http://schemas.microsoft.com/office/drawing/2014/main" id="{ABF5A136-419C-8E48-B84C-19084D8846E1}"/>
                  </a:ext>
                </a:extLst>
              </p:cNvPr>
              <p:cNvGrpSpPr/>
              <p:nvPr/>
            </p:nvGrpSpPr>
            <p:grpSpPr>
              <a:xfrm>
                <a:off x="1844715" y="2907714"/>
                <a:ext cx="356365" cy="333774"/>
                <a:chOff x="741398" y="1743005"/>
                <a:chExt cx="356365" cy="333774"/>
              </a:xfrm>
            </p:grpSpPr>
            <p:sp>
              <p:nvSpPr>
                <p:cNvPr id="335" name="Oval 334">
                  <a:extLst>
                    <a:ext uri="{FF2B5EF4-FFF2-40B4-BE49-F238E27FC236}">
                      <a16:creationId xmlns:a16="http://schemas.microsoft.com/office/drawing/2014/main" id="{7D9024F5-F6D2-724B-8783-4785743461C6}"/>
                    </a:ext>
                  </a:extLst>
                </p:cNvPr>
                <p:cNvSpPr/>
                <p:nvPr/>
              </p:nvSpPr>
              <p:spPr bwMode="auto">
                <a:xfrm>
                  <a:off x="741398" y="1850752"/>
                  <a:ext cx="356365" cy="168450"/>
                </a:xfrm>
                <a:prstGeom prst="ellipse">
                  <a:avLst/>
                </a:prstGeom>
                <a:solidFill>
                  <a:srgbClr val="FFFFFF">
                    <a:alpha val="76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36" name="TextBox 335">
                  <a:extLst>
                    <a:ext uri="{FF2B5EF4-FFF2-40B4-BE49-F238E27FC236}">
                      <a16:creationId xmlns:a16="http://schemas.microsoft.com/office/drawing/2014/main" id="{6953032B-5A97-DA45-B4BF-C48C5E119377}"/>
                    </a:ext>
                  </a:extLst>
                </p:cNvPr>
                <p:cNvSpPr txBox="1"/>
                <p:nvPr/>
              </p:nvSpPr>
              <p:spPr>
                <a:xfrm>
                  <a:off x="783895" y="1743005"/>
                  <a:ext cx="278343" cy="333774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x</a:t>
                  </a:r>
                </a:p>
              </p:txBody>
            </p:sp>
          </p:grpSp>
        </p:grpSp>
      </p:grpSp>
      <p:sp>
        <p:nvSpPr>
          <p:cNvPr id="3" name="Title 2">
            <a:extLst>
              <a:ext uri="{FF2B5EF4-FFF2-40B4-BE49-F238E27FC236}">
                <a16:creationId xmlns:a16="http://schemas.microsoft.com/office/drawing/2014/main" id="{FECD85E7-B9DB-9043-B7EC-8C0919E801A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199" y="364139"/>
            <a:ext cx="10710797" cy="894622"/>
          </a:xfrm>
        </p:spPr>
        <p:txBody>
          <a:bodyPr>
            <a:normAutofit fontScale="90000"/>
          </a:bodyPr>
          <a:lstStyle/>
          <a:p>
            <a:r>
              <a:rPr lang="en-US" dirty="0"/>
              <a:t>Traffic engineering: difficult with traditional routing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8F71119-17C6-6045-B8FE-FECA68C801C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72</a:t>
            </a:fld>
            <a:endParaRPr lang="en-US" dirty="0"/>
          </a:p>
        </p:txBody>
      </p:sp>
      <p:sp>
        <p:nvSpPr>
          <p:cNvPr id="152" name="TextBox 151">
            <a:extLst>
              <a:ext uri="{FF2B5EF4-FFF2-40B4-BE49-F238E27FC236}">
                <a16:creationId xmlns:a16="http://schemas.microsoft.com/office/drawing/2014/main" id="{B8C4E43C-52C5-9843-9797-566EB715CE33}"/>
              </a:ext>
            </a:extLst>
          </p:cNvPr>
          <p:cNvSpPr txBox="1"/>
          <p:nvPr/>
        </p:nvSpPr>
        <p:spPr>
          <a:xfrm>
            <a:off x="1728591" y="3928028"/>
            <a:ext cx="9727879" cy="196977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sz="2800" i="1" u="sng" dirty="0">
                <a:solidFill>
                  <a:srgbClr val="000090"/>
                </a:solidFill>
                <a:ea typeface="ＭＳ Ｐゴシック" charset="0"/>
              </a:rPr>
              <a:t>Q: </a:t>
            </a:r>
            <a:r>
              <a:rPr lang="en-US" sz="2800" dirty="0">
                <a:solidFill>
                  <a:srgbClr val="000000"/>
                </a:solidFill>
                <a:ea typeface="ＭＳ Ｐゴシック" charset="0"/>
              </a:rPr>
              <a:t>what if network operator wants u-to-z traffic to flow along </a:t>
            </a:r>
            <a:r>
              <a:rPr lang="en-US" sz="2800" i="1" dirty="0">
                <a:solidFill>
                  <a:srgbClr val="000000"/>
                </a:solidFill>
                <a:ea typeface="ＭＳ Ｐゴシック" charset="0"/>
              </a:rPr>
              <a:t>uvw</a:t>
            </a:r>
            <a:r>
              <a:rPr lang="en-US" sz="2800" dirty="0">
                <a:solidFill>
                  <a:srgbClr val="000000"/>
                </a:solidFill>
                <a:ea typeface="ＭＳ Ｐゴシック" charset="0"/>
              </a:rPr>
              <a:t>z, rather than </a:t>
            </a:r>
            <a:r>
              <a:rPr lang="en-US" sz="2800" i="1" dirty="0">
                <a:solidFill>
                  <a:srgbClr val="000000"/>
                </a:solidFill>
                <a:ea typeface="ＭＳ Ｐゴシック" charset="0"/>
              </a:rPr>
              <a:t>uxyz</a:t>
            </a:r>
            <a:r>
              <a:rPr lang="en-US" sz="2800" dirty="0">
                <a:solidFill>
                  <a:srgbClr val="000000"/>
                </a:solidFill>
                <a:ea typeface="ＭＳ Ｐゴシック" charset="0"/>
              </a:rPr>
              <a:t>?</a:t>
            </a:r>
          </a:p>
          <a:p>
            <a:pPr eaLnBrk="0" fontAlgn="base" hangingPunct="0">
              <a:spcBef>
                <a:spcPts val="1200"/>
              </a:spcBef>
              <a:spcAft>
                <a:spcPct val="0"/>
              </a:spcAft>
            </a:pPr>
            <a:r>
              <a:rPr lang="en-US" sz="2800" i="1" u="sng" dirty="0">
                <a:solidFill>
                  <a:srgbClr val="000090"/>
                </a:solidFill>
                <a:ea typeface="ＭＳ Ｐゴシック" charset="0"/>
              </a:rPr>
              <a:t>A: </a:t>
            </a:r>
            <a:r>
              <a:rPr lang="en-US" sz="2800" dirty="0">
                <a:solidFill>
                  <a:srgbClr val="000000"/>
                </a:solidFill>
                <a:ea typeface="ＭＳ Ｐゴシック" charset="0"/>
              </a:rPr>
              <a:t>need to re-define link weights so traffic routing algorithm computes routes accordingly </a:t>
            </a:r>
            <a:r>
              <a:rPr lang="en-US" sz="2400" dirty="0">
                <a:solidFill>
                  <a:srgbClr val="000000"/>
                </a:solidFill>
                <a:ea typeface="ＭＳ Ｐゴシック" charset="0"/>
              </a:rPr>
              <a:t>(or need a new routing algorithm)!</a:t>
            </a:r>
          </a:p>
        </p:txBody>
      </p:sp>
      <p:sp>
        <p:nvSpPr>
          <p:cNvPr id="153" name="TextBox 152">
            <a:extLst>
              <a:ext uri="{FF2B5EF4-FFF2-40B4-BE49-F238E27FC236}">
                <a16:creationId xmlns:a16="http://schemas.microsoft.com/office/drawing/2014/main" id="{C89243ED-7091-A745-8FC9-42D617C322A8}"/>
              </a:ext>
            </a:extLst>
          </p:cNvPr>
          <p:cNvSpPr txBox="1"/>
          <p:nvPr/>
        </p:nvSpPr>
        <p:spPr>
          <a:xfrm>
            <a:off x="2003306" y="5938073"/>
            <a:ext cx="8276048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sz="2800" i="1" dirty="0">
                <a:solidFill>
                  <a:srgbClr val="C00000"/>
                </a:solidFill>
                <a:ea typeface="ＭＳ Ｐゴシック" charset="0"/>
              </a:rPr>
              <a:t>link weights are only control “knobs”: not much control!</a:t>
            </a:r>
          </a:p>
        </p:txBody>
      </p:sp>
      <p:sp>
        <p:nvSpPr>
          <p:cNvPr id="298" name="Freeform 297">
            <a:extLst>
              <a:ext uri="{FF2B5EF4-FFF2-40B4-BE49-F238E27FC236}">
                <a16:creationId xmlns:a16="http://schemas.microsoft.com/office/drawing/2014/main" id="{AD8B86B2-93D9-A745-9897-F855B37ADC0B}"/>
              </a:ext>
            </a:extLst>
          </p:cNvPr>
          <p:cNvSpPr/>
          <p:nvPr/>
        </p:nvSpPr>
        <p:spPr>
          <a:xfrm>
            <a:off x="3283003" y="2063149"/>
            <a:ext cx="5676290" cy="537233"/>
          </a:xfrm>
          <a:custGeom>
            <a:avLst/>
            <a:gdLst>
              <a:gd name="connsiteX0" fmla="*/ 0 w 5035463"/>
              <a:gd name="connsiteY0" fmla="*/ 551145 h 551145"/>
              <a:gd name="connsiteX1" fmla="*/ 901874 w 5035463"/>
              <a:gd name="connsiteY1" fmla="*/ 551145 h 551145"/>
              <a:gd name="connsiteX2" fmla="*/ 2329841 w 5035463"/>
              <a:gd name="connsiteY2" fmla="*/ 0 h 551145"/>
              <a:gd name="connsiteX3" fmla="*/ 3933173 w 5035463"/>
              <a:gd name="connsiteY3" fmla="*/ 12526 h 551145"/>
              <a:gd name="connsiteX4" fmla="*/ 5035463 w 5035463"/>
              <a:gd name="connsiteY4" fmla="*/ 488515 h 551145"/>
              <a:gd name="connsiteX0" fmla="*/ 0 w 5035463"/>
              <a:gd name="connsiteY0" fmla="*/ 554892 h 554892"/>
              <a:gd name="connsiteX1" fmla="*/ 901874 w 5035463"/>
              <a:gd name="connsiteY1" fmla="*/ 554892 h 554892"/>
              <a:gd name="connsiteX2" fmla="*/ 2082503 w 5035463"/>
              <a:gd name="connsiteY2" fmla="*/ 0 h 554892"/>
              <a:gd name="connsiteX3" fmla="*/ 3933173 w 5035463"/>
              <a:gd name="connsiteY3" fmla="*/ 16273 h 554892"/>
              <a:gd name="connsiteX4" fmla="*/ 5035463 w 5035463"/>
              <a:gd name="connsiteY4" fmla="*/ 492262 h 554892"/>
              <a:gd name="connsiteX0" fmla="*/ 0 w 5035463"/>
              <a:gd name="connsiteY0" fmla="*/ 554892 h 554892"/>
              <a:gd name="connsiteX1" fmla="*/ 860651 w 5035463"/>
              <a:gd name="connsiteY1" fmla="*/ 487436 h 554892"/>
              <a:gd name="connsiteX2" fmla="*/ 2082503 w 5035463"/>
              <a:gd name="connsiteY2" fmla="*/ 0 h 554892"/>
              <a:gd name="connsiteX3" fmla="*/ 3933173 w 5035463"/>
              <a:gd name="connsiteY3" fmla="*/ 16273 h 554892"/>
              <a:gd name="connsiteX4" fmla="*/ 5035463 w 5035463"/>
              <a:gd name="connsiteY4" fmla="*/ 492262 h 554892"/>
              <a:gd name="connsiteX0" fmla="*/ 0 w 5024220"/>
              <a:gd name="connsiteY0" fmla="*/ 491184 h 492262"/>
              <a:gd name="connsiteX1" fmla="*/ 849408 w 5024220"/>
              <a:gd name="connsiteY1" fmla="*/ 487436 h 492262"/>
              <a:gd name="connsiteX2" fmla="*/ 2071260 w 5024220"/>
              <a:gd name="connsiteY2" fmla="*/ 0 h 492262"/>
              <a:gd name="connsiteX3" fmla="*/ 3921930 w 5024220"/>
              <a:gd name="connsiteY3" fmla="*/ 16273 h 492262"/>
              <a:gd name="connsiteX4" fmla="*/ 5024220 w 5024220"/>
              <a:gd name="connsiteY4" fmla="*/ 492262 h 492262"/>
              <a:gd name="connsiteX0" fmla="*/ 0 w 5020472"/>
              <a:gd name="connsiteY0" fmla="*/ 479942 h 492262"/>
              <a:gd name="connsiteX1" fmla="*/ 845660 w 5020472"/>
              <a:gd name="connsiteY1" fmla="*/ 487436 h 492262"/>
              <a:gd name="connsiteX2" fmla="*/ 2067512 w 5020472"/>
              <a:gd name="connsiteY2" fmla="*/ 0 h 492262"/>
              <a:gd name="connsiteX3" fmla="*/ 3918182 w 5020472"/>
              <a:gd name="connsiteY3" fmla="*/ 16273 h 492262"/>
              <a:gd name="connsiteX4" fmla="*/ 5020472 w 5020472"/>
              <a:gd name="connsiteY4" fmla="*/ 492262 h 492262"/>
              <a:gd name="connsiteX0" fmla="*/ 0 w 5020472"/>
              <a:gd name="connsiteY0" fmla="*/ 494932 h 494932"/>
              <a:gd name="connsiteX1" fmla="*/ 845660 w 5020472"/>
              <a:gd name="connsiteY1" fmla="*/ 487436 h 494932"/>
              <a:gd name="connsiteX2" fmla="*/ 2067512 w 5020472"/>
              <a:gd name="connsiteY2" fmla="*/ 0 h 494932"/>
              <a:gd name="connsiteX3" fmla="*/ 3918182 w 5020472"/>
              <a:gd name="connsiteY3" fmla="*/ 16273 h 494932"/>
              <a:gd name="connsiteX4" fmla="*/ 5020472 w 5020472"/>
              <a:gd name="connsiteY4" fmla="*/ 492262 h 494932"/>
              <a:gd name="connsiteX0" fmla="*/ 0 w 5009229"/>
              <a:gd name="connsiteY0" fmla="*/ 479941 h 492262"/>
              <a:gd name="connsiteX1" fmla="*/ 834417 w 5009229"/>
              <a:gd name="connsiteY1" fmla="*/ 487436 h 492262"/>
              <a:gd name="connsiteX2" fmla="*/ 2056269 w 5009229"/>
              <a:gd name="connsiteY2" fmla="*/ 0 h 492262"/>
              <a:gd name="connsiteX3" fmla="*/ 3906939 w 5009229"/>
              <a:gd name="connsiteY3" fmla="*/ 16273 h 492262"/>
              <a:gd name="connsiteX4" fmla="*/ 5009229 w 5009229"/>
              <a:gd name="connsiteY4" fmla="*/ 492262 h 492262"/>
              <a:gd name="connsiteX0" fmla="*/ 0 w 5009229"/>
              <a:gd name="connsiteY0" fmla="*/ 491183 h 492262"/>
              <a:gd name="connsiteX1" fmla="*/ 834417 w 5009229"/>
              <a:gd name="connsiteY1" fmla="*/ 487436 h 492262"/>
              <a:gd name="connsiteX2" fmla="*/ 2056269 w 5009229"/>
              <a:gd name="connsiteY2" fmla="*/ 0 h 492262"/>
              <a:gd name="connsiteX3" fmla="*/ 3906939 w 5009229"/>
              <a:gd name="connsiteY3" fmla="*/ 16273 h 492262"/>
              <a:gd name="connsiteX4" fmla="*/ 5009229 w 5009229"/>
              <a:gd name="connsiteY4" fmla="*/ 492262 h 492262"/>
              <a:gd name="connsiteX0" fmla="*/ 0 w 5009229"/>
              <a:gd name="connsiteY0" fmla="*/ 519881 h 520960"/>
              <a:gd name="connsiteX1" fmla="*/ 834417 w 5009229"/>
              <a:gd name="connsiteY1" fmla="*/ 516134 h 520960"/>
              <a:gd name="connsiteX2" fmla="*/ 2056269 w 5009229"/>
              <a:gd name="connsiteY2" fmla="*/ 28698 h 520960"/>
              <a:gd name="connsiteX3" fmla="*/ 3663349 w 5009229"/>
              <a:gd name="connsiteY3" fmla="*/ 0 h 520960"/>
              <a:gd name="connsiteX4" fmla="*/ 5009229 w 5009229"/>
              <a:gd name="connsiteY4" fmla="*/ 520960 h 520960"/>
              <a:gd name="connsiteX0" fmla="*/ 0 w 4953016"/>
              <a:gd name="connsiteY0" fmla="*/ 519881 h 558436"/>
              <a:gd name="connsiteX1" fmla="*/ 834417 w 4953016"/>
              <a:gd name="connsiteY1" fmla="*/ 516134 h 558436"/>
              <a:gd name="connsiteX2" fmla="*/ 2056269 w 4953016"/>
              <a:gd name="connsiteY2" fmla="*/ 28698 h 558436"/>
              <a:gd name="connsiteX3" fmla="*/ 3663349 w 4953016"/>
              <a:gd name="connsiteY3" fmla="*/ 0 h 558436"/>
              <a:gd name="connsiteX4" fmla="*/ 4953016 w 4953016"/>
              <a:gd name="connsiteY4" fmla="*/ 558436 h 558436"/>
              <a:gd name="connsiteX0" fmla="*/ 0 w 4953016"/>
              <a:gd name="connsiteY0" fmla="*/ 519881 h 558436"/>
              <a:gd name="connsiteX1" fmla="*/ 834417 w 4953016"/>
              <a:gd name="connsiteY1" fmla="*/ 516134 h 558436"/>
              <a:gd name="connsiteX2" fmla="*/ 2056269 w 4953016"/>
              <a:gd name="connsiteY2" fmla="*/ 28698 h 558436"/>
              <a:gd name="connsiteX3" fmla="*/ 3663349 w 4953016"/>
              <a:gd name="connsiteY3" fmla="*/ 0 h 558436"/>
              <a:gd name="connsiteX4" fmla="*/ 4631805 w 4953016"/>
              <a:gd name="connsiteY4" fmla="*/ 415156 h 558436"/>
              <a:gd name="connsiteX5" fmla="*/ 4953016 w 4953016"/>
              <a:gd name="connsiteY5" fmla="*/ 558436 h 558436"/>
              <a:gd name="connsiteX0" fmla="*/ 0 w 5676291"/>
              <a:gd name="connsiteY0" fmla="*/ 519881 h 558436"/>
              <a:gd name="connsiteX1" fmla="*/ 834417 w 5676291"/>
              <a:gd name="connsiteY1" fmla="*/ 516134 h 558436"/>
              <a:gd name="connsiteX2" fmla="*/ 2056269 w 5676291"/>
              <a:gd name="connsiteY2" fmla="*/ 28698 h 558436"/>
              <a:gd name="connsiteX3" fmla="*/ 3663349 w 5676291"/>
              <a:gd name="connsiteY3" fmla="*/ 0 h 558436"/>
              <a:gd name="connsiteX4" fmla="*/ 4631805 w 5676291"/>
              <a:gd name="connsiteY4" fmla="*/ 415156 h 558436"/>
              <a:gd name="connsiteX5" fmla="*/ 5676291 w 5676291"/>
              <a:gd name="connsiteY5" fmla="*/ 558436 h 558436"/>
              <a:gd name="connsiteX0" fmla="*/ 0 w 5676291"/>
              <a:gd name="connsiteY0" fmla="*/ 519881 h 558436"/>
              <a:gd name="connsiteX1" fmla="*/ 834417 w 5676291"/>
              <a:gd name="connsiteY1" fmla="*/ 516134 h 558436"/>
              <a:gd name="connsiteX2" fmla="*/ 2056269 w 5676291"/>
              <a:gd name="connsiteY2" fmla="*/ 28698 h 558436"/>
              <a:gd name="connsiteX3" fmla="*/ 3663349 w 5676291"/>
              <a:gd name="connsiteY3" fmla="*/ 0 h 558436"/>
              <a:gd name="connsiteX4" fmla="*/ 4909124 w 5676291"/>
              <a:gd name="connsiteY4" fmla="*/ 527582 h 558436"/>
              <a:gd name="connsiteX5" fmla="*/ 5676291 w 5676291"/>
              <a:gd name="connsiteY5" fmla="*/ 558436 h 558436"/>
              <a:gd name="connsiteX0" fmla="*/ 0 w 5672543"/>
              <a:gd name="connsiteY0" fmla="*/ 519881 h 535951"/>
              <a:gd name="connsiteX1" fmla="*/ 834417 w 5672543"/>
              <a:gd name="connsiteY1" fmla="*/ 516134 h 535951"/>
              <a:gd name="connsiteX2" fmla="*/ 2056269 w 5672543"/>
              <a:gd name="connsiteY2" fmla="*/ 28698 h 535951"/>
              <a:gd name="connsiteX3" fmla="*/ 3663349 w 5672543"/>
              <a:gd name="connsiteY3" fmla="*/ 0 h 535951"/>
              <a:gd name="connsiteX4" fmla="*/ 4909124 w 5672543"/>
              <a:gd name="connsiteY4" fmla="*/ 527582 h 535951"/>
              <a:gd name="connsiteX5" fmla="*/ 5672543 w 5672543"/>
              <a:gd name="connsiteY5" fmla="*/ 535951 h 535951"/>
              <a:gd name="connsiteX0" fmla="*/ 0 w 5676290"/>
              <a:gd name="connsiteY0" fmla="*/ 519881 h 528456"/>
              <a:gd name="connsiteX1" fmla="*/ 834417 w 5676290"/>
              <a:gd name="connsiteY1" fmla="*/ 516134 h 528456"/>
              <a:gd name="connsiteX2" fmla="*/ 2056269 w 5676290"/>
              <a:gd name="connsiteY2" fmla="*/ 28698 h 528456"/>
              <a:gd name="connsiteX3" fmla="*/ 3663349 w 5676290"/>
              <a:gd name="connsiteY3" fmla="*/ 0 h 528456"/>
              <a:gd name="connsiteX4" fmla="*/ 4909124 w 5676290"/>
              <a:gd name="connsiteY4" fmla="*/ 527582 h 528456"/>
              <a:gd name="connsiteX5" fmla="*/ 5676290 w 5676290"/>
              <a:gd name="connsiteY5" fmla="*/ 528456 h 528456"/>
              <a:gd name="connsiteX0" fmla="*/ 0 w 5676290"/>
              <a:gd name="connsiteY0" fmla="*/ 519881 h 528456"/>
              <a:gd name="connsiteX1" fmla="*/ 834417 w 5676290"/>
              <a:gd name="connsiteY1" fmla="*/ 516134 h 528456"/>
              <a:gd name="connsiteX2" fmla="*/ 2052521 w 5676290"/>
              <a:gd name="connsiteY2" fmla="*/ 6213 h 528456"/>
              <a:gd name="connsiteX3" fmla="*/ 3663349 w 5676290"/>
              <a:gd name="connsiteY3" fmla="*/ 0 h 528456"/>
              <a:gd name="connsiteX4" fmla="*/ 4909124 w 5676290"/>
              <a:gd name="connsiteY4" fmla="*/ 527582 h 528456"/>
              <a:gd name="connsiteX5" fmla="*/ 5676290 w 5676290"/>
              <a:gd name="connsiteY5" fmla="*/ 528456 h 528456"/>
              <a:gd name="connsiteX0" fmla="*/ 0 w 5676290"/>
              <a:gd name="connsiteY0" fmla="*/ 528658 h 537233"/>
              <a:gd name="connsiteX1" fmla="*/ 834417 w 5676290"/>
              <a:gd name="connsiteY1" fmla="*/ 524911 h 537233"/>
              <a:gd name="connsiteX2" fmla="*/ 2052521 w 5676290"/>
              <a:gd name="connsiteY2" fmla="*/ 0 h 537233"/>
              <a:gd name="connsiteX3" fmla="*/ 3663349 w 5676290"/>
              <a:gd name="connsiteY3" fmla="*/ 8777 h 537233"/>
              <a:gd name="connsiteX4" fmla="*/ 4909124 w 5676290"/>
              <a:gd name="connsiteY4" fmla="*/ 536359 h 537233"/>
              <a:gd name="connsiteX5" fmla="*/ 5676290 w 5676290"/>
              <a:gd name="connsiteY5" fmla="*/ 537233 h 537233"/>
              <a:gd name="connsiteX0" fmla="*/ 0 w 5676290"/>
              <a:gd name="connsiteY0" fmla="*/ 528658 h 537233"/>
              <a:gd name="connsiteX1" fmla="*/ 834417 w 5676290"/>
              <a:gd name="connsiteY1" fmla="*/ 524911 h 537233"/>
              <a:gd name="connsiteX2" fmla="*/ 2052521 w 5676290"/>
              <a:gd name="connsiteY2" fmla="*/ 0 h 537233"/>
              <a:gd name="connsiteX3" fmla="*/ 3637117 w 5676290"/>
              <a:gd name="connsiteY3" fmla="*/ 1282 h 537233"/>
              <a:gd name="connsiteX4" fmla="*/ 4909124 w 5676290"/>
              <a:gd name="connsiteY4" fmla="*/ 536359 h 537233"/>
              <a:gd name="connsiteX5" fmla="*/ 5676290 w 5676290"/>
              <a:gd name="connsiteY5" fmla="*/ 537233 h 5372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5676290" h="537233">
                <a:moveTo>
                  <a:pt x="0" y="528658"/>
                </a:moveTo>
                <a:lnTo>
                  <a:pt x="834417" y="524911"/>
                </a:lnTo>
                <a:lnTo>
                  <a:pt x="2052521" y="0"/>
                </a:lnTo>
                <a:lnTo>
                  <a:pt x="3637117" y="1282"/>
                </a:lnTo>
                <a:lnTo>
                  <a:pt x="4909124" y="536359"/>
                </a:lnTo>
                <a:lnTo>
                  <a:pt x="5676290" y="537233"/>
                </a:lnTo>
              </a:path>
            </a:pathLst>
          </a:custGeom>
          <a:noFill/>
          <a:ln w="57150">
            <a:solidFill>
              <a:srgbClr val="C00000"/>
            </a:solidFill>
            <a:tailEnd type="triangle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00" name="Freeform 299">
            <a:extLst>
              <a:ext uri="{FF2B5EF4-FFF2-40B4-BE49-F238E27FC236}">
                <a16:creationId xmlns:a16="http://schemas.microsoft.com/office/drawing/2014/main" id="{E4023168-5BBC-A041-9BCB-41551A518F03}"/>
              </a:ext>
            </a:extLst>
          </p:cNvPr>
          <p:cNvSpPr/>
          <p:nvPr/>
        </p:nvSpPr>
        <p:spPr>
          <a:xfrm flipV="1">
            <a:off x="3247513" y="2729116"/>
            <a:ext cx="5676290" cy="537233"/>
          </a:xfrm>
          <a:custGeom>
            <a:avLst/>
            <a:gdLst>
              <a:gd name="connsiteX0" fmla="*/ 0 w 5035463"/>
              <a:gd name="connsiteY0" fmla="*/ 551145 h 551145"/>
              <a:gd name="connsiteX1" fmla="*/ 901874 w 5035463"/>
              <a:gd name="connsiteY1" fmla="*/ 551145 h 551145"/>
              <a:gd name="connsiteX2" fmla="*/ 2329841 w 5035463"/>
              <a:gd name="connsiteY2" fmla="*/ 0 h 551145"/>
              <a:gd name="connsiteX3" fmla="*/ 3933173 w 5035463"/>
              <a:gd name="connsiteY3" fmla="*/ 12526 h 551145"/>
              <a:gd name="connsiteX4" fmla="*/ 5035463 w 5035463"/>
              <a:gd name="connsiteY4" fmla="*/ 488515 h 551145"/>
              <a:gd name="connsiteX0" fmla="*/ 0 w 5035463"/>
              <a:gd name="connsiteY0" fmla="*/ 554892 h 554892"/>
              <a:gd name="connsiteX1" fmla="*/ 901874 w 5035463"/>
              <a:gd name="connsiteY1" fmla="*/ 554892 h 554892"/>
              <a:gd name="connsiteX2" fmla="*/ 2082503 w 5035463"/>
              <a:gd name="connsiteY2" fmla="*/ 0 h 554892"/>
              <a:gd name="connsiteX3" fmla="*/ 3933173 w 5035463"/>
              <a:gd name="connsiteY3" fmla="*/ 16273 h 554892"/>
              <a:gd name="connsiteX4" fmla="*/ 5035463 w 5035463"/>
              <a:gd name="connsiteY4" fmla="*/ 492262 h 554892"/>
              <a:gd name="connsiteX0" fmla="*/ 0 w 5035463"/>
              <a:gd name="connsiteY0" fmla="*/ 554892 h 554892"/>
              <a:gd name="connsiteX1" fmla="*/ 860651 w 5035463"/>
              <a:gd name="connsiteY1" fmla="*/ 487436 h 554892"/>
              <a:gd name="connsiteX2" fmla="*/ 2082503 w 5035463"/>
              <a:gd name="connsiteY2" fmla="*/ 0 h 554892"/>
              <a:gd name="connsiteX3" fmla="*/ 3933173 w 5035463"/>
              <a:gd name="connsiteY3" fmla="*/ 16273 h 554892"/>
              <a:gd name="connsiteX4" fmla="*/ 5035463 w 5035463"/>
              <a:gd name="connsiteY4" fmla="*/ 492262 h 554892"/>
              <a:gd name="connsiteX0" fmla="*/ 0 w 5024220"/>
              <a:gd name="connsiteY0" fmla="*/ 491184 h 492262"/>
              <a:gd name="connsiteX1" fmla="*/ 849408 w 5024220"/>
              <a:gd name="connsiteY1" fmla="*/ 487436 h 492262"/>
              <a:gd name="connsiteX2" fmla="*/ 2071260 w 5024220"/>
              <a:gd name="connsiteY2" fmla="*/ 0 h 492262"/>
              <a:gd name="connsiteX3" fmla="*/ 3921930 w 5024220"/>
              <a:gd name="connsiteY3" fmla="*/ 16273 h 492262"/>
              <a:gd name="connsiteX4" fmla="*/ 5024220 w 5024220"/>
              <a:gd name="connsiteY4" fmla="*/ 492262 h 492262"/>
              <a:gd name="connsiteX0" fmla="*/ 0 w 5020472"/>
              <a:gd name="connsiteY0" fmla="*/ 479942 h 492262"/>
              <a:gd name="connsiteX1" fmla="*/ 845660 w 5020472"/>
              <a:gd name="connsiteY1" fmla="*/ 487436 h 492262"/>
              <a:gd name="connsiteX2" fmla="*/ 2067512 w 5020472"/>
              <a:gd name="connsiteY2" fmla="*/ 0 h 492262"/>
              <a:gd name="connsiteX3" fmla="*/ 3918182 w 5020472"/>
              <a:gd name="connsiteY3" fmla="*/ 16273 h 492262"/>
              <a:gd name="connsiteX4" fmla="*/ 5020472 w 5020472"/>
              <a:gd name="connsiteY4" fmla="*/ 492262 h 492262"/>
              <a:gd name="connsiteX0" fmla="*/ 0 w 5020472"/>
              <a:gd name="connsiteY0" fmla="*/ 494932 h 494932"/>
              <a:gd name="connsiteX1" fmla="*/ 845660 w 5020472"/>
              <a:gd name="connsiteY1" fmla="*/ 487436 h 494932"/>
              <a:gd name="connsiteX2" fmla="*/ 2067512 w 5020472"/>
              <a:gd name="connsiteY2" fmla="*/ 0 h 494932"/>
              <a:gd name="connsiteX3" fmla="*/ 3918182 w 5020472"/>
              <a:gd name="connsiteY3" fmla="*/ 16273 h 494932"/>
              <a:gd name="connsiteX4" fmla="*/ 5020472 w 5020472"/>
              <a:gd name="connsiteY4" fmla="*/ 492262 h 494932"/>
              <a:gd name="connsiteX0" fmla="*/ 0 w 5009229"/>
              <a:gd name="connsiteY0" fmla="*/ 479941 h 492262"/>
              <a:gd name="connsiteX1" fmla="*/ 834417 w 5009229"/>
              <a:gd name="connsiteY1" fmla="*/ 487436 h 492262"/>
              <a:gd name="connsiteX2" fmla="*/ 2056269 w 5009229"/>
              <a:gd name="connsiteY2" fmla="*/ 0 h 492262"/>
              <a:gd name="connsiteX3" fmla="*/ 3906939 w 5009229"/>
              <a:gd name="connsiteY3" fmla="*/ 16273 h 492262"/>
              <a:gd name="connsiteX4" fmla="*/ 5009229 w 5009229"/>
              <a:gd name="connsiteY4" fmla="*/ 492262 h 492262"/>
              <a:gd name="connsiteX0" fmla="*/ 0 w 5009229"/>
              <a:gd name="connsiteY0" fmla="*/ 491183 h 492262"/>
              <a:gd name="connsiteX1" fmla="*/ 834417 w 5009229"/>
              <a:gd name="connsiteY1" fmla="*/ 487436 h 492262"/>
              <a:gd name="connsiteX2" fmla="*/ 2056269 w 5009229"/>
              <a:gd name="connsiteY2" fmla="*/ 0 h 492262"/>
              <a:gd name="connsiteX3" fmla="*/ 3906939 w 5009229"/>
              <a:gd name="connsiteY3" fmla="*/ 16273 h 492262"/>
              <a:gd name="connsiteX4" fmla="*/ 5009229 w 5009229"/>
              <a:gd name="connsiteY4" fmla="*/ 492262 h 492262"/>
              <a:gd name="connsiteX0" fmla="*/ 0 w 5009229"/>
              <a:gd name="connsiteY0" fmla="*/ 519881 h 520960"/>
              <a:gd name="connsiteX1" fmla="*/ 834417 w 5009229"/>
              <a:gd name="connsiteY1" fmla="*/ 516134 h 520960"/>
              <a:gd name="connsiteX2" fmla="*/ 2056269 w 5009229"/>
              <a:gd name="connsiteY2" fmla="*/ 28698 h 520960"/>
              <a:gd name="connsiteX3" fmla="*/ 3663349 w 5009229"/>
              <a:gd name="connsiteY3" fmla="*/ 0 h 520960"/>
              <a:gd name="connsiteX4" fmla="*/ 5009229 w 5009229"/>
              <a:gd name="connsiteY4" fmla="*/ 520960 h 520960"/>
              <a:gd name="connsiteX0" fmla="*/ 0 w 4953016"/>
              <a:gd name="connsiteY0" fmla="*/ 519881 h 558436"/>
              <a:gd name="connsiteX1" fmla="*/ 834417 w 4953016"/>
              <a:gd name="connsiteY1" fmla="*/ 516134 h 558436"/>
              <a:gd name="connsiteX2" fmla="*/ 2056269 w 4953016"/>
              <a:gd name="connsiteY2" fmla="*/ 28698 h 558436"/>
              <a:gd name="connsiteX3" fmla="*/ 3663349 w 4953016"/>
              <a:gd name="connsiteY3" fmla="*/ 0 h 558436"/>
              <a:gd name="connsiteX4" fmla="*/ 4953016 w 4953016"/>
              <a:gd name="connsiteY4" fmla="*/ 558436 h 558436"/>
              <a:gd name="connsiteX0" fmla="*/ 0 w 4953016"/>
              <a:gd name="connsiteY0" fmla="*/ 519881 h 558436"/>
              <a:gd name="connsiteX1" fmla="*/ 834417 w 4953016"/>
              <a:gd name="connsiteY1" fmla="*/ 516134 h 558436"/>
              <a:gd name="connsiteX2" fmla="*/ 2056269 w 4953016"/>
              <a:gd name="connsiteY2" fmla="*/ 28698 h 558436"/>
              <a:gd name="connsiteX3" fmla="*/ 3663349 w 4953016"/>
              <a:gd name="connsiteY3" fmla="*/ 0 h 558436"/>
              <a:gd name="connsiteX4" fmla="*/ 4631805 w 4953016"/>
              <a:gd name="connsiteY4" fmla="*/ 415156 h 558436"/>
              <a:gd name="connsiteX5" fmla="*/ 4953016 w 4953016"/>
              <a:gd name="connsiteY5" fmla="*/ 558436 h 558436"/>
              <a:gd name="connsiteX0" fmla="*/ 0 w 5676291"/>
              <a:gd name="connsiteY0" fmla="*/ 519881 h 558436"/>
              <a:gd name="connsiteX1" fmla="*/ 834417 w 5676291"/>
              <a:gd name="connsiteY1" fmla="*/ 516134 h 558436"/>
              <a:gd name="connsiteX2" fmla="*/ 2056269 w 5676291"/>
              <a:gd name="connsiteY2" fmla="*/ 28698 h 558436"/>
              <a:gd name="connsiteX3" fmla="*/ 3663349 w 5676291"/>
              <a:gd name="connsiteY3" fmla="*/ 0 h 558436"/>
              <a:gd name="connsiteX4" fmla="*/ 4631805 w 5676291"/>
              <a:gd name="connsiteY4" fmla="*/ 415156 h 558436"/>
              <a:gd name="connsiteX5" fmla="*/ 5676291 w 5676291"/>
              <a:gd name="connsiteY5" fmla="*/ 558436 h 558436"/>
              <a:gd name="connsiteX0" fmla="*/ 0 w 5676291"/>
              <a:gd name="connsiteY0" fmla="*/ 519881 h 558436"/>
              <a:gd name="connsiteX1" fmla="*/ 834417 w 5676291"/>
              <a:gd name="connsiteY1" fmla="*/ 516134 h 558436"/>
              <a:gd name="connsiteX2" fmla="*/ 2056269 w 5676291"/>
              <a:gd name="connsiteY2" fmla="*/ 28698 h 558436"/>
              <a:gd name="connsiteX3" fmla="*/ 3663349 w 5676291"/>
              <a:gd name="connsiteY3" fmla="*/ 0 h 558436"/>
              <a:gd name="connsiteX4" fmla="*/ 4909124 w 5676291"/>
              <a:gd name="connsiteY4" fmla="*/ 527582 h 558436"/>
              <a:gd name="connsiteX5" fmla="*/ 5676291 w 5676291"/>
              <a:gd name="connsiteY5" fmla="*/ 558436 h 558436"/>
              <a:gd name="connsiteX0" fmla="*/ 0 w 5672543"/>
              <a:gd name="connsiteY0" fmla="*/ 519881 h 535951"/>
              <a:gd name="connsiteX1" fmla="*/ 834417 w 5672543"/>
              <a:gd name="connsiteY1" fmla="*/ 516134 h 535951"/>
              <a:gd name="connsiteX2" fmla="*/ 2056269 w 5672543"/>
              <a:gd name="connsiteY2" fmla="*/ 28698 h 535951"/>
              <a:gd name="connsiteX3" fmla="*/ 3663349 w 5672543"/>
              <a:gd name="connsiteY3" fmla="*/ 0 h 535951"/>
              <a:gd name="connsiteX4" fmla="*/ 4909124 w 5672543"/>
              <a:gd name="connsiteY4" fmla="*/ 527582 h 535951"/>
              <a:gd name="connsiteX5" fmla="*/ 5672543 w 5672543"/>
              <a:gd name="connsiteY5" fmla="*/ 535951 h 535951"/>
              <a:gd name="connsiteX0" fmla="*/ 0 w 5676290"/>
              <a:gd name="connsiteY0" fmla="*/ 519881 h 528456"/>
              <a:gd name="connsiteX1" fmla="*/ 834417 w 5676290"/>
              <a:gd name="connsiteY1" fmla="*/ 516134 h 528456"/>
              <a:gd name="connsiteX2" fmla="*/ 2056269 w 5676290"/>
              <a:gd name="connsiteY2" fmla="*/ 28698 h 528456"/>
              <a:gd name="connsiteX3" fmla="*/ 3663349 w 5676290"/>
              <a:gd name="connsiteY3" fmla="*/ 0 h 528456"/>
              <a:gd name="connsiteX4" fmla="*/ 4909124 w 5676290"/>
              <a:gd name="connsiteY4" fmla="*/ 527582 h 528456"/>
              <a:gd name="connsiteX5" fmla="*/ 5676290 w 5676290"/>
              <a:gd name="connsiteY5" fmla="*/ 528456 h 528456"/>
              <a:gd name="connsiteX0" fmla="*/ 0 w 5676290"/>
              <a:gd name="connsiteY0" fmla="*/ 519881 h 528456"/>
              <a:gd name="connsiteX1" fmla="*/ 834417 w 5676290"/>
              <a:gd name="connsiteY1" fmla="*/ 516134 h 528456"/>
              <a:gd name="connsiteX2" fmla="*/ 2052521 w 5676290"/>
              <a:gd name="connsiteY2" fmla="*/ 6213 h 528456"/>
              <a:gd name="connsiteX3" fmla="*/ 3663349 w 5676290"/>
              <a:gd name="connsiteY3" fmla="*/ 0 h 528456"/>
              <a:gd name="connsiteX4" fmla="*/ 4909124 w 5676290"/>
              <a:gd name="connsiteY4" fmla="*/ 527582 h 528456"/>
              <a:gd name="connsiteX5" fmla="*/ 5676290 w 5676290"/>
              <a:gd name="connsiteY5" fmla="*/ 528456 h 528456"/>
              <a:gd name="connsiteX0" fmla="*/ 0 w 5676290"/>
              <a:gd name="connsiteY0" fmla="*/ 528658 h 537233"/>
              <a:gd name="connsiteX1" fmla="*/ 834417 w 5676290"/>
              <a:gd name="connsiteY1" fmla="*/ 524911 h 537233"/>
              <a:gd name="connsiteX2" fmla="*/ 2052521 w 5676290"/>
              <a:gd name="connsiteY2" fmla="*/ 0 h 537233"/>
              <a:gd name="connsiteX3" fmla="*/ 3663349 w 5676290"/>
              <a:gd name="connsiteY3" fmla="*/ 8777 h 537233"/>
              <a:gd name="connsiteX4" fmla="*/ 4909124 w 5676290"/>
              <a:gd name="connsiteY4" fmla="*/ 536359 h 537233"/>
              <a:gd name="connsiteX5" fmla="*/ 5676290 w 5676290"/>
              <a:gd name="connsiteY5" fmla="*/ 537233 h 537233"/>
              <a:gd name="connsiteX0" fmla="*/ 0 w 5676290"/>
              <a:gd name="connsiteY0" fmla="*/ 528658 h 537233"/>
              <a:gd name="connsiteX1" fmla="*/ 834417 w 5676290"/>
              <a:gd name="connsiteY1" fmla="*/ 524911 h 537233"/>
              <a:gd name="connsiteX2" fmla="*/ 2052521 w 5676290"/>
              <a:gd name="connsiteY2" fmla="*/ 0 h 537233"/>
              <a:gd name="connsiteX3" fmla="*/ 3637117 w 5676290"/>
              <a:gd name="connsiteY3" fmla="*/ 1282 h 537233"/>
              <a:gd name="connsiteX4" fmla="*/ 4909124 w 5676290"/>
              <a:gd name="connsiteY4" fmla="*/ 536359 h 537233"/>
              <a:gd name="connsiteX5" fmla="*/ 5676290 w 5676290"/>
              <a:gd name="connsiteY5" fmla="*/ 537233 h 5372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5676290" h="537233">
                <a:moveTo>
                  <a:pt x="0" y="528658"/>
                </a:moveTo>
                <a:lnTo>
                  <a:pt x="834417" y="524911"/>
                </a:lnTo>
                <a:lnTo>
                  <a:pt x="2052521" y="0"/>
                </a:lnTo>
                <a:lnTo>
                  <a:pt x="3637117" y="1282"/>
                </a:lnTo>
                <a:lnTo>
                  <a:pt x="4909124" y="536359"/>
                </a:lnTo>
                <a:lnTo>
                  <a:pt x="5676290" y="537233"/>
                </a:lnTo>
              </a:path>
            </a:pathLst>
          </a:custGeom>
          <a:noFill/>
          <a:ln w="57150">
            <a:solidFill>
              <a:srgbClr val="C00000"/>
            </a:solidFill>
            <a:tailEnd type="triangle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8822632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5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9" dur="500"/>
                                        <p:tgtEl>
                                          <p:spTgt spid="30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" dur="500"/>
                                        <p:tgtEl>
                                          <p:spTgt spid="2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9" dur="500"/>
                                        <p:tgtEl>
                                          <p:spTgt spid="15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4" dur="500"/>
                                        <p:tgtEl>
                                          <p:spTgt spid="1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3" grpId="0"/>
      <p:bldP spid="298" grpId="0" animBg="1"/>
      <p:bldP spid="300" grpId="0" animBg="1"/>
    </p:bldLst>
  </p:timing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04" name="Group 303">
            <a:extLst>
              <a:ext uri="{FF2B5EF4-FFF2-40B4-BE49-F238E27FC236}">
                <a16:creationId xmlns:a16="http://schemas.microsoft.com/office/drawing/2014/main" id="{34A0280E-1B37-684D-9F61-81611D0B2C79}"/>
              </a:ext>
            </a:extLst>
          </p:cNvPr>
          <p:cNvGrpSpPr/>
          <p:nvPr/>
        </p:nvGrpSpPr>
        <p:grpSpPr>
          <a:xfrm>
            <a:off x="2509218" y="1275410"/>
            <a:ext cx="6875191" cy="2404002"/>
            <a:chOff x="943464" y="1363093"/>
            <a:chExt cx="6875191" cy="2404002"/>
          </a:xfrm>
        </p:grpSpPr>
        <p:grpSp>
          <p:nvGrpSpPr>
            <p:cNvPr id="305" name="Group 1612">
              <a:extLst>
                <a:ext uri="{FF2B5EF4-FFF2-40B4-BE49-F238E27FC236}">
                  <a16:creationId xmlns:a16="http://schemas.microsoft.com/office/drawing/2014/main" id="{7A1A9C4E-0BE7-994B-A5A6-7C974C41F47C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943464" y="2441244"/>
              <a:ext cx="855053" cy="655887"/>
              <a:chOff x="2839" y="3501"/>
              <a:chExt cx="755" cy="803"/>
            </a:xfrm>
          </p:grpSpPr>
          <p:pic>
            <p:nvPicPr>
              <p:cNvPr id="446" name="Picture 1613" descr="desktop_computer_stylized_medium">
                <a:extLst>
                  <a:ext uri="{FF2B5EF4-FFF2-40B4-BE49-F238E27FC236}">
                    <a16:creationId xmlns:a16="http://schemas.microsoft.com/office/drawing/2014/main" id="{A7BA478E-2CCC-C348-8264-BF99D7C0450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447" name="Freeform 1614">
                <a:extLst>
                  <a:ext uri="{FF2B5EF4-FFF2-40B4-BE49-F238E27FC236}">
                    <a16:creationId xmlns:a16="http://schemas.microsoft.com/office/drawing/2014/main" id="{1168E9FF-EDB4-7F43-A0CA-DA640A2A04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306" name="Freeform 3">
              <a:extLst>
                <a:ext uri="{FF2B5EF4-FFF2-40B4-BE49-F238E27FC236}">
                  <a16:creationId xmlns:a16="http://schemas.microsoft.com/office/drawing/2014/main" id="{862E1C82-76BD-3D48-BC16-0652D77CF1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9747" y="1363093"/>
              <a:ext cx="5142041" cy="2404002"/>
            </a:xfrm>
            <a:custGeom>
              <a:avLst/>
              <a:gdLst>
                <a:gd name="T0" fmla="*/ 0 w 2250"/>
                <a:gd name="T1" fmla="*/ 624 h 1409"/>
                <a:gd name="T2" fmla="*/ 219 w 2250"/>
                <a:gd name="T3" fmla="*/ 321 h 1409"/>
                <a:gd name="T4" fmla="*/ 529 w 2250"/>
                <a:gd name="T5" fmla="*/ 35 h 1409"/>
                <a:gd name="T6" fmla="*/ 1551 w 2250"/>
                <a:gd name="T7" fmla="*/ 111 h 1409"/>
                <a:gd name="T8" fmla="*/ 1968 w 2250"/>
                <a:gd name="T9" fmla="*/ 483 h 1409"/>
                <a:gd name="T10" fmla="*/ 2199 w 2250"/>
                <a:gd name="T11" fmla="*/ 906 h 1409"/>
                <a:gd name="T12" fmla="*/ 1659 w 2250"/>
                <a:gd name="T13" fmla="*/ 1314 h 1409"/>
                <a:gd name="T14" fmla="*/ 993 w 2250"/>
                <a:gd name="T15" fmla="*/ 1386 h 1409"/>
                <a:gd name="T16" fmla="*/ 465 w 2250"/>
                <a:gd name="T17" fmla="*/ 1356 h 1409"/>
                <a:gd name="T18" fmla="*/ 102 w 2250"/>
                <a:gd name="T19" fmla="*/ 1068 h 1409"/>
                <a:gd name="T20" fmla="*/ 0 w 2250"/>
                <a:gd name="T21" fmla="*/ 624 h 140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2250"/>
                <a:gd name="T34" fmla="*/ 0 h 1409"/>
                <a:gd name="T35" fmla="*/ 2250 w 2250"/>
                <a:gd name="T36" fmla="*/ 1409 h 1409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2250" h="1409">
                  <a:moveTo>
                    <a:pt x="0" y="624"/>
                  </a:moveTo>
                  <a:cubicBezTo>
                    <a:pt x="5" y="506"/>
                    <a:pt x="131" y="419"/>
                    <a:pt x="219" y="321"/>
                  </a:cubicBezTo>
                  <a:cubicBezTo>
                    <a:pt x="307" y="223"/>
                    <a:pt x="307" y="70"/>
                    <a:pt x="529" y="35"/>
                  </a:cubicBezTo>
                  <a:cubicBezTo>
                    <a:pt x="751" y="0"/>
                    <a:pt x="1311" y="36"/>
                    <a:pt x="1551" y="111"/>
                  </a:cubicBezTo>
                  <a:cubicBezTo>
                    <a:pt x="1791" y="186"/>
                    <a:pt x="1860" y="351"/>
                    <a:pt x="1968" y="483"/>
                  </a:cubicBezTo>
                  <a:cubicBezTo>
                    <a:pt x="2076" y="615"/>
                    <a:pt x="2250" y="767"/>
                    <a:pt x="2199" y="906"/>
                  </a:cubicBezTo>
                  <a:cubicBezTo>
                    <a:pt x="2148" y="1045"/>
                    <a:pt x="1860" y="1234"/>
                    <a:pt x="1659" y="1314"/>
                  </a:cubicBezTo>
                  <a:cubicBezTo>
                    <a:pt x="1458" y="1394"/>
                    <a:pt x="1192" y="1379"/>
                    <a:pt x="993" y="1386"/>
                  </a:cubicBezTo>
                  <a:cubicBezTo>
                    <a:pt x="794" y="1393"/>
                    <a:pt x="613" y="1409"/>
                    <a:pt x="465" y="1356"/>
                  </a:cubicBezTo>
                  <a:cubicBezTo>
                    <a:pt x="317" y="1303"/>
                    <a:pt x="180" y="1190"/>
                    <a:pt x="102" y="1068"/>
                  </a:cubicBezTo>
                  <a:cubicBezTo>
                    <a:pt x="24" y="946"/>
                    <a:pt x="21" y="716"/>
                    <a:pt x="0" y="624"/>
                  </a:cubicBezTo>
                  <a:close/>
                </a:path>
              </a:pathLst>
            </a:custGeom>
            <a:solidFill>
              <a:srgbClr val="9CE0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307" name="Freeform 4">
              <a:extLst>
                <a:ext uri="{FF2B5EF4-FFF2-40B4-BE49-F238E27FC236}">
                  <a16:creationId xmlns:a16="http://schemas.microsoft.com/office/drawing/2014/main" id="{F98435AB-4F6C-F94C-A72A-9011705077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4105" y="2267385"/>
              <a:ext cx="781590" cy="317349"/>
            </a:xfrm>
            <a:custGeom>
              <a:avLst/>
              <a:gdLst>
                <a:gd name="T0" fmla="*/ 0 w 342"/>
                <a:gd name="T1" fmla="*/ 186 h 186"/>
                <a:gd name="T2" fmla="*/ 342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08" name="Freeform 35">
              <a:extLst>
                <a:ext uri="{FF2B5EF4-FFF2-40B4-BE49-F238E27FC236}">
                  <a16:creationId xmlns:a16="http://schemas.microsoft.com/office/drawing/2014/main" id="{15E5087C-7665-1448-8A55-FE8FD716FE2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54292" y="2313451"/>
              <a:ext cx="2285" cy="890624"/>
            </a:xfrm>
            <a:custGeom>
              <a:avLst/>
              <a:gdLst>
                <a:gd name="T0" fmla="*/ 0 w 1"/>
                <a:gd name="T1" fmla="*/ 0 h 522"/>
                <a:gd name="T2" fmla="*/ 0 w 1"/>
                <a:gd name="T3" fmla="*/ 522 h 522"/>
                <a:gd name="T4" fmla="*/ 0 60000 65536"/>
                <a:gd name="T5" fmla="*/ 0 60000 65536"/>
                <a:gd name="T6" fmla="*/ 0 w 1"/>
                <a:gd name="T7" fmla="*/ 0 h 522"/>
                <a:gd name="T8" fmla="*/ 1 w 1"/>
                <a:gd name="T9" fmla="*/ 522 h 52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522">
                  <a:moveTo>
                    <a:pt x="0" y="0"/>
                  </a:moveTo>
                  <a:lnTo>
                    <a:pt x="0" y="522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09" name="Freeform 36">
              <a:extLst>
                <a:ext uri="{FF2B5EF4-FFF2-40B4-BE49-F238E27FC236}">
                  <a16:creationId xmlns:a16="http://schemas.microsoft.com/office/drawing/2014/main" id="{3935C04E-C5C9-E24F-A9AD-1744D25FC9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0544" y="2323688"/>
              <a:ext cx="2285" cy="916217"/>
            </a:xfrm>
            <a:custGeom>
              <a:avLst/>
              <a:gdLst>
                <a:gd name="T0" fmla="*/ 0 w 1"/>
                <a:gd name="T1" fmla="*/ 0 h 537"/>
                <a:gd name="T2" fmla="*/ 0 w 1"/>
                <a:gd name="T3" fmla="*/ 537 h 537"/>
                <a:gd name="T4" fmla="*/ 0 60000 65536"/>
                <a:gd name="T5" fmla="*/ 0 60000 65536"/>
                <a:gd name="T6" fmla="*/ 0 w 1"/>
                <a:gd name="T7" fmla="*/ 0 h 537"/>
                <a:gd name="T8" fmla="*/ 1 w 1"/>
                <a:gd name="T9" fmla="*/ 537 h 53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537">
                  <a:moveTo>
                    <a:pt x="0" y="0"/>
                  </a:moveTo>
                  <a:lnTo>
                    <a:pt x="0" y="537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10" name="Freeform 37">
              <a:extLst>
                <a:ext uri="{FF2B5EF4-FFF2-40B4-BE49-F238E27FC236}">
                  <a16:creationId xmlns:a16="http://schemas.microsoft.com/office/drawing/2014/main" id="{CEECEC50-04B0-2647-B641-39231C0C22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6497" y="2298095"/>
              <a:ext cx="1462948" cy="1050313"/>
            </a:xfrm>
            <a:custGeom>
              <a:avLst/>
              <a:gdLst>
                <a:gd name="T0" fmla="*/ 0 w 378"/>
                <a:gd name="T1" fmla="*/ 142610238 h 174"/>
                <a:gd name="T2" fmla="*/ 8951 w 378"/>
                <a:gd name="T3" fmla="*/ 0 h 174"/>
                <a:gd name="T4" fmla="*/ 0 60000 65536"/>
                <a:gd name="T5" fmla="*/ 0 60000 65536"/>
                <a:gd name="T6" fmla="*/ 0 w 378"/>
                <a:gd name="T7" fmla="*/ 0 h 174"/>
                <a:gd name="T8" fmla="*/ 378 w 378"/>
                <a:gd name="T9" fmla="*/ 174 h 17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78" h="174">
                  <a:moveTo>
                    <a:pt x="0" y="174"/>
                  </a:moveTo>
                  <a:lnTo>
                    <a:pt x="378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11" name="Freeform 38">
              <a:extLst>
                <a:ext uri="{FF2B5EF4-FFF2-40B4-BE49-F238E27FC236}">
                  <a16:creationId xmlns:a16="http://schemas.microsoft.com/office/drawing/2014/main" id="{F6519774-52BA-6F40-822C-52BB2380B045}"/>
                </a:ext>
              </a:extLst>
            </p:cNvPr>
            <p:cNvSpPr>
              <a:spLocks/>
            </p:cNvSpPr>
            <p:nvPr/>
          </p:nvSpPr>
          <p:spPr bwMode="auto">
            <a:xfrm>
              <a:off x="5292247" y="2891845"/>
              <a:ext cx="1161856" cy="455711"/>
            </a:xfrm>
            <a:custGeom>
              <a:avLst/>
              <a:gdLst>
                <a:gd name="T0" fmla="*/ 0 w 366"/>
                <a:gd name="T1" fmla="*/ 270 h 270"/>
                <a:gd name="T2" fmla="*/ 366 w 366"/>
                <a:gd name="T3" fmla="*/ 0 h 270"/>
                <a:gd name="T4" fmla="*/ 0 60000 65536"/>
                <a:gd name="T5" fmla="*/ 0 60000 65536"/>
                <a:gd name="T6" fmla="*/ 0 w 366"/>
                <a:gd name="T7" fmla="*/ 0 h 270"/>
                <a:gd name="T8" fmla="*/ 366 w 366"/>
                <a:gd name="T9" fmla="*/ 270 h 270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270">
                  <a:moveTo>
                    <a:pt x="0" y="270"/>
                  </a:moveTo>
                  <a:lnTo>
                    <a:pt x="366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12" name="Freeform 39">
              <a:extLst>
                <a:ext uri="{FF2B5EF4-FFF2-40B4-BE49-F238E27FC236}">
                  <a16:creationId xmlns:a16="http://schemas.microsoft.com/office/drawing/2014/main" id="{24215A43-6854-B54A-BC13-286ED0971C5B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4022465" y="3327268"/>
              <a:ext cx="908330" cy="45719"/>
            </a:xfrm>
            <a:custGeom>
              <a:avLst/>
              <a:gdLst>
                <a:gd name="T0" fmla="*/ 366 w 366"/>
                <a:gd name="T1" fmla="*/ 0 h 1"/>
                <a:gd name="T2" fmla="*/ 0 w 366"/>
                <a:gd name="T3" fmla="*/ 0 h 1"/>
                <a:gd name="T4" fmla="*/ 0 60000 65536"/>
                <a:gd name="T5" fmla="*/ 0 60000 65536"/>
                <a:gd name="T6" fmla="*/ 0 w 366"/>
                <a:gd name="T7" fmla="*/ 0 h 1"/>
                <a:gd name="T8" fmla="*/ 366 w 366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1">
                  <a:moveTo>
                    <a:pt x="366" y="0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13" name="Freeform 40">
              <a:extLst>
                <a:ext uri="{FF2B5EF4-FFF2-40B4-BE49-F238E27FC236}">
                  <a16:creationId xmlns:a16="http://schemas.microsoft.com/office/drawing/2014/main" id="{3EEADCA8-4EED-9744-98D0-B5D6F81C62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0696" y="2820186"/>
              <a:ext cx="630757" cy="450430"/>
            </a:xfrm>
            <a:custGeom>
              <a:avLst/>
              <a:gdLst>
                <a:gd name="T0" fmla="*/ 276 w 276"/>
                <a:gd name="T1" fmla="*/ 264 h 264"/>
                <a:gd name="T2" fmla="*/ 0 w 276"/>
                <a:gd name="T3" fmla="*/ 0 h 264"/>
                <a:gd name="T4" fmla="*/ 0 60000 65536"/>
                <a:gd name="T5" fmla="*/ 0 60000 65536"/>
                <a:gd name="T6" fmla="*/ 0 w 276"/>
                <a:gd name="T7" fmla="*/ 0 h 264"/>
                <a:gd name="T8" fmla="*/ 276 w 276"/>
                <a:gd name="T9" fmla="*/ 264 h 26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76" h="264">
                  <a:moveTo>
                    <a:pt x="276" y="264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14" name="Freeform 41">
              <a:extLst>
                <a:ext uri="{FF2B5EF4-FFF2-40B4-BE49-F238E27FC236}">
                  <a16:creationId xmlns:a16="http://schemas.microsoft.com/office/drawing/2014/main" id="{FE766A70-BB42-7E40-B5AF-B9D72EEBDF0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7627" y="2195725"/>
              <a:ext cx="836439" cy="1706"/>
            </a:xfrm>
            <a:custGeom>
              <a:avLst/>
              <a:gdLst>
                <a:gd name="T0" fmla="*/ 366 w 366"/>
                <a:gd name="T1" fmla="*/ 0 h 1"/>
                <a:gd name="T2" fmla="*/ 0 w 366"/>
                <a:gd name="T3" fmla="*/ 0 h 1"/>
                <a:gd name="T4" fmla="*/ 0 60000 65536"/>
                <a:gd name="T5" fmla="*/ 0 60000 65536"/>
                <a:gd name="T6" fmla="*/ 0 w 366"/>
                <a:gd name="T7" fmla="*/ 0 h 1"/>
                <a:gd name="T8" fmla="*/ 366 w 366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1">
                  <a:moveTo>
                    <a:pt x="366" y="0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15" name="Freeform 42">
              <a:extLst>
                <a:ext uri="{FF2B5EF4-FFF2-40B4-BE49-F238E27FC236}">
                  <a16:creationId xmlns:a16="http://schemas.microsoft.com/office/drawing/2014/main" id="{2B4598F4-8ABA-6146-B304-09A494982C19}"/>
                </a:ext>
              </a:extLst>
            </p:cNvPr>
            <p:cNvSpPr>
              <a:spLocks/>
            </p:cNvSpPr>
            <p:nvPr/>
          </p:nvSpPr>
          <p:spPr bwMode="auto">
            <a:xfrm>
              <a:off x="5572253" y="2248471"/>
              <a:ext cx="922986" cy="397685"/>
            </a:xfrm>
            <a:custGeom>
              <a:avLst/>
              <a:gdLst>
                <a:gd name="T0" fmla="*/ 396 w 396"/>
                <a:gd name="T1" fmla="*/ 267 h 267"/>
                <a:gd name="T2" fmla="*/ 0 w 396"/>
                <a:gd name="T3" fmla="*/ 0 h 267"/>
                <a:gd name="T4" fmla="*/ 0 60000 65536"/>
                <a:gd name="T5" fmla="*/ 0 60000 65536"/>
                <a:gd name="T6" fmla="*/ 0 w 396"/>
                <a:gd name="T7" fmla="*/ 0 h 267"/>
                <a:gd name="T8" fmla="*/ 396 w 396"/>
                <a:gd name="T9" fmla="*/ 267 h 26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96" h="267">
                  <a:moveTo>
                    <a:pt x="396" y="267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16" name="Freeform 43">
              <a:extLst>
                <a:ext uri="{FF2B5EF4-FFF2-40B4-BE49-F238E27FC236}">
                  <a16:creationId xmlns:a16="http://schemas.microsoft.com/office/drawing/2014/main" id="{9B7D5C70-1858-3548-A1D2-DF173D24FF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0431" y="1458657"/>
              <a:ext cx="2536740" cy="1100484"/>
            </a:xfrm>
            <a:custGeom>
              <a:avLst/>
              <a:gdLst>
                <a:gd name="T0" fmla="*/ 1110 w 1110"/>
                <a:gd name="T1" fmla="*/ 342 h 645"/>
                <a:gd name="T2" fmla="*/ 0 w 1110"/>
                <a:gd name="T3" fmla="*/ 645 h 645"/>
                <a:gd name="T4" fmla="*/ 0 60000 65536"/>
                <a:gd name="T5" fmla="*/ 0 60000 65536"/>
                <a:gd name="T6" fmla="*/ 0 w 1110"/>
                <a:gd name="T7" fmla="*/ 0 h 645"/>
                <a:gd name="T8" fmla="*/ 1110 w 1110"/>
                <a:gd name="T9" fmla="*/ 645 h 645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110" h="645">
                  <a:moveTo>
                    <a:pt x="1110" y="342"/>
                  </a:moveTo>
                  <a:cubicBezTo>
                    <a:pt x="1104" y="0"/>
                    <a:pt x="21" y="63"/>
                    <a:pt x="0" y="645"/>
                  </a:cubicBez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17" name="Text Box 62">
              <a:extLst>
                <a:ext uri="{FF2B5EF4-FFF2-40B4-BE49-F238E27FC236}">
                  <a16:creationId xmlns:a16="http://schemas.microsoft.com/office/drawing/2014/main" id="{E9C6C532-7B09-B543-99FC-E31F8B5A195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22678" y="2178663"/>
              <a:ext cx="447929" cy="3941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18" name="Text Box 63">
              <a:extLst>
                <a:ext uri="{FF2B5EF4-FFF2-40B4-BE49-F238E27FC236}">
                  <a16:creationId xmlns:a16="http://schemas.microsoft.com/office/drawing/2014/main" id="{0A99317D-3568-EF4D-A723-76AADE9F061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17981" y="2552316"/>
              <a:ext cx="447929" cy="3941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19" name="Text Box 64">
              <a:extLst>
                <a:ext uri="{FF2B5EF4-FFF2-40B4-BE49-F238E27FC236}">
                  <a16:creationId xmlns:a16="http://schemas.microsoft.com/office/drawing/2014/main" id="{856CDF8E-EE88-C646-92B6-211909BF3C0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623853" y="2915732"/>
              <a:ext cx="447929" cy="3941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20" name="Text Box 65">
              <a:extLst>
                <a:ext uri="{FF2B5EF4-FFF2-40B4-BE49-F238E27FC236}">
                  <a16:creationId xmlns:a16="http://schemas.microsoft.com/office/drawing/2014/main" id="{FE09FFF8-AAB4-664E-9D7F-F0E8F5B10D5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495556" y="2710990"/>
              <a:ext cx="447929" cy="3941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21" name="Text Box 66">
              <a:extLst>
                <a:ext uri="{FF2B5EF4-FFF2-40B4-BE49-F238E27FC236}">
                  <a16:creationId xmlns:a16="http://schemas.microsoft.com/office/drawing/2014/main" id="{ED1E277A-76C4-2841-92C2-515DB259665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51579" y="3314977"/>
              <a:ext cx="447929" cy="3941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22" name="Text Box 67">
              <a:extLst>
                <a:ext uri="{FF2B5EF4-FFF2-40B4-BE49-F238E27FC236}">
                  <a16:creationId xmlns:a16="http://schemas.microsoft.com/office/drawing/2014/main" id="{6C2CF0D3-5A12-304F-9B12-35C0DC6088B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74305" y="2583027"/>
              <a:ext cx="447929" cy="3941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23" name="Text Box 68">
              <a:extLst>
                <a:ext uri="{FF2B5EF4-FFF2-40B4-BE49-F238E27FC236}">
                  <a16:creationId xmlns:a16="http://schemas.microsoft.com/office/drawing/2014/main" id="{A70BD26B-DEF9-9D4F-9B95-D8E411BB92D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97032" y="3033458"/>
              <a:ext cx="447929" cy="3941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24" name="Text Box 69">
              <a:extLst>
                <a:ext uri="{FF2B5EF4-FFF2-40B4-BE49-F238E27FC236}">
                  <a16:creationId xmlns:a16="http://schemas.microsoft.com/office/drawing/2014/main" id="{BF43A2CB-D47A-6F44-AFE7-D9277DCB5B4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35327" y="2117241"/>
              <a:ext cx="447929" cy="3941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25" name="Text Box 70">
              <a:extLst>
                <a:ext uri="{FF2B5EF4-FFF2-40B4-BE49-F238E27FC236}">
                  <a16:creationId xmlns:a16="http://schemas.microsoft.com/office/drawing/2014/main" id="{36C3AD09-41D6-4E40-A665-3733BB8757B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55594" y="1861315"/>
              <a:ext cx="447929" cy="3941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26" name="Text Box 71">
              <a:extLst>
                <a:ext uri="{FF2B5EF4-FFF2-40B4-BE49-F238E27FC236}">
                  <a16:creationId xmlns:a16="http://schemas.microsoft.com/office/drawing/2014/main" id="{12D1AD8F-8BC6-5F46-8A7D-071C2B7D5BC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53435" y="1405766"/>
              <a:ext cx="447929" cy="3941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327" name="Group 1507">
              <a:extLst>
                <a:ext uri="{FF2B5EF4-FFF2-40B4-BE49-F238E27FC236}">
                  <a16:creationId xmlns:a16="http://schemas.microsoft.com/office/drawing/2014/main" id="{C559921E-B9C2-0042-9E6C-A661502DC8A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391175" y="2426604"/>
              <a:ext cx="427480" cy="711995"/>
              <a:chOff x="4140" y="429"/>
              <a:chExt cx="1425" cy="2396"/>
            </a:xfrm>
          </p:grpSpPr>
          <p:sp>
            <p:nvSpPr>
              <p:cNvPr id="414" name="Freeform 1508">
                <a:extLst>
                  <a:ext uri="{FF2B5EF4-FFF2-40B4-BE49-F238E27FC236}">
                    <a16:creationId xmlns:a16="http://schemas.microsoft.com/office/drawing/2014/main" id="{5A4BEC17-590A-4543-9F29-1CF0B38C37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6 w 354"/>
                  <a:gd name="T1" fmla="*/ 0 h 2742"/>
                  <a:gd name="T2" fmla="*/ 30 w 354"/>
                  <a:gd name="T3" fmla="*/ 46 h 2742"/>
                  <a:gd name="T4" fmla="*/ 30 w 354"/>
                  <a:gd name="T5" fmla="*/ 354 h 2742"/>
                  <a:gd name="T6" fmla="*/ 0 w 354"/>
                  <a:gd name="T7" fmla="*/ 371 h 2742"/>
                  <a:gd name="T8" fmla="*/ 6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15" name="Rectangle 1509">
                <a:extLst>
                  <a:ext uri="{FF2B5EF4-FFF2-40B4-BE49-F238E27FC236}">
                    <a16:creationId xmlns:a16="http://schemas.microsoft.com/office/drawing/2014/main" id="{A98FBE95-481D-8F47-8981-46EDD8E974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429"/>
                <a:ext cx="1046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16" name="Freeform 1510">
                <a:extLst>
                  <a:ext uri="{FF2B5EF4-FFF2-40B4-BE49-F238E27FC236}">
                    <a16:creationId xmlns:a16="http://schemas.microsoft.com/office/drawing/2014/main" id="{EE41BFE7-A16A-3243-9517-E8023C4F31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18 w 211"/>
                  <a:gd name="T3" fmla="*/ 30 h 2537"/>
                  <a:gd name="T4" fmla="*/ 2 w 211"/>
                  <a:gd name="T5" fmla="*/ 338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17" name="Freeform 1511">
                <a:extLst>
                  <a:ext uri="{FF2B5EF4-FFF2-40B4-BE49-F238E27FC236}">
                    <a16:creationId xmlns:a16="http://schemas.microsoft.com/office/drawing/2014/main" id="{2D734235-2C97-9B44-8B59-EFCEFDEC12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29 w 328"/>
                  <a:gd name="T3" fmla="*/ 18 h 226"/>
                  <a:gd name="T4" fmla="*/ 29 w 328"/>
                  <a:gd name="T5" fmla="*/ 32 h 226"/>
                  <a:gd name="T6" fmla="*/ 0 w 328"/>
                  <a:gd name="T7" fmla="*/ 13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18" name="Rectangle 1512">
                <a:extLst>
                  <a:ext uri="{FF2B5EF4-FFF2-40B4-BE49-F238E27FC236}">
                    <a16:creationId xmlns:a16="http://schemas.microsoft.com/office/drawing/2014/main" id="{916BFACE-E488-F841-9687-DD32E65271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419" name="Group 1513">
                <a:extLst>
                  <a:ext uri="{FF2B5EF4-FFF2-40B4-BE49-F238E27FC236}">
                    <a16:creationId xmlns:a16="http://schemas.microsoft.com/office/drawing/2014/main" id="{E4DAEBB9-2602-554D-B536-D0600B2B4DC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444" name="AutoShape 1514">
                  <a:extLst>
                    <a:ext uri="{FF2B5EF4-FFF2-40B4-BE49-F238E27FC236}">
                      <a16:creationId xmlns:a16="http://schemas.microsoft.com/office/drawing/2014/main" id="{DD1B8DFA-FCC7-674E-996F-A1FBD250CC0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1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45" name="AutoShape 1515">
                  <a:extLst>
                    <a:ext uri="{FF2B5EF4-FFF2-40B4-BE49-F238E27FC236}">
                      <a16:creationId xmlns:a16="http://schemas.microsoft.com/office/drawing/2014/main" id="{14A870AC-7411-F946-B590-D85A88AF10B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1"/>
                  <a:ext cx="696" cy="11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420" name="Rectangle 1516">
                <a:extLst>
                  <a:ext uri="{FF2B5EF4-FFF2-40B4-BE49-F238E27FC236}">
                    <a16:creationId xmlns:a16="http://schemas.microsoft.com/office/drawing/2014/main" id="{F0940D2C-FEFC-D549-8746-A8523AFD53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022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421" name="Group 1517">
                <a:extLst>
                  <a:ext uri="{FF2B5EF4-FFF2-40B4-BE49-F238E27FC236}">
                    <a16:creationId xmlns:a16="http://schemas.microsoft.com/office/drawing/2014/main" id="{6ADF3A52-0897-2545-98B5-137A8481360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442" name="AutoShape 1518">
                  <a:extLst>
                    <a:ext uri="{FF2B5EF4-FFF2-40B4-BE49-F238E27FC236}">
                      <a16:creationId xmlns:a16="http://schemas.microsoft.com/office/drawing/2014/main" id="{FDC39CDD-16C8-7D4D-8275-C1710C63161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4"/>
                  <a:ext cx="721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43" name="AutoShape 1519">
                  <a:extLst>
                    <a:ext uri="{FF2B5EF4-FFF2-40B4-BE49-F238E27FC236}">
                      <a16:creationId xmlns:a16="http://schemas.microsoft.com/office/drawing/2014/main" id="{6853AB63-2301-0946-A174-AE28245DB09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8" y="2581"/>
                  <a:ext cx="696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422" name="Rectangle 1520">
                <a:extLst>
                  <a:ext uri="{FF2B5EF4-FFF2-40B4-BE49-F238E27FC236}">
                    <a16:creationId xmlns:a16="http://schemas.microsoft.com/office/drawing/2014/main" id="{4EDC7779-F322-974C-A13E-0F5161D4B3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354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23" name="Rectangle 1521">
                <a:extLst>
                  <a:ext uri="{FF2B5EF4-FFF2-40B4-BE49-F238E27FC236}">
                    <a16:creationId xmlns:a16="http://schemas.microsoft.com/office/drawing/2014/main" id="{B39F0706-91BA-9F4D-8D0F-337754FAC9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5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424" name="Group 1522">
                <a:extLst>
                  <a:ext uri="{FF2B5EF4-FFF2-40B4-BE49-F238E27FC236}">
                    <a16:creationId xmlns:a16="http://schemas.microsoft.com/office/drawing/2014/main" id="{088E2790-CA68-C846-BD0F-F7BBF682350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440" name="AutoShape 1523">
                  <a:extLst>
                    <a:ext uri="{FF2B5EF4-FFF2-40B4-BE49-F238E27FC236}">
                      <a16:creationId xmlns:a16="http://schemas.microsoft.com/office/drawing/2014/main" id="{8952BAA7-F061-3B4A-BF31-D37E6425DCD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8" y="2579"/>
                  <a:ext cx="720" cy="131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41" name="AutoShape 1524">
                  <a:extLst>
                    <a:ext uri="{FF2B5EF4-FFF2-40B4-BE49-F238E27FC236}">
                      <a16:creationId xmlns:a16="http://schemas.microsoft.com/office/drawing/2014/main" id="{0E27D760-9B8B-4945-9863-BC9F0C41F9A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6"/>
                  <a:ext cx="695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425" name="Freeform 1525">
                <a:extLst>
                  <a:ext uri="{FF2B5EF4-FFF2-40B4-BE49-F238E27FC236}">
                    <a16:creationId xmlns:a16="http://schemas.microsoft.com/office/drawing/2014/main" id="{7320D145-C685-7149-A68E-8925075E09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29 w 328"/>
                  <a:gd name="T3" fmla="*/ 17 h 226"/>
                  <a:gd name="T4" fmla="*/ 29 w 328"/>
                  <a:gd name="T5" fmla="*/ 30 h 226"/>
                  <a:gd name="T6" fmla="*/ 0 w 328"/>
                  <a:gd name="T7" fmla="*/ 12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426" name="Group 1526">
                <a:extLst>
                  <a:ext uri="{FF2B5EF4-FFF2-40B4-BE49-F238E27FC236}">
                    <a16:creationId xmlns:a16="http://schemas.microsoft.com/office/drawing/2014/main" id="{A58F7467-420F-E345-9BD5-439C10D37BE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438" name="AutoShape 1527">
                  <a:extLst>
                    <a:ext uri="{FF2B5EF4-FFF2-40B4-BE49-F238E27FC236}">
                      <a16:creationId xmlns:a16="http://schemas.microsoft.com/office/drawing/2014/main" id="{15FD94B1-0C23-1844-B9EC-328B3181031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71"/>
                  <a:ext cx="732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39" name="AutoShape 1528">
                  <a:extLst>
                    <a:ext uri="{FF2B5EF4-FFF2-40B4-BE49-F238E27FC236}">
                      <a16:creationId xmlns:a16="http://schemas.microsoft.com/office/drawing/2014/main" id="{11D88682-9EAF-E844-9EDA-915A36C1EB9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7"/>
                  <a:ext cx="720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427" name="Rectangle 1529">
                <a:extLst>
                  <a:ext uri="{FF2B5EF4-FFF2-40B4-BE49-F238E27FC236}">
                    <a16:creationId xmlns:a16="http://schemas.microsoft.com/office/drawing/2014/main" id="{87A3DBB5-122D-AA42-AA5F-DCE8369992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6" y="429"/>
                <a:ext cx="70" cy="228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28" name="Freeform 1530">
                <a:extLst>
                  <a:ext uri="{FF2B5EF4-FFF2-40B4-BE49-F238E27FC236}">
                    <a16:creationId xmlns:a16="http://schemas.microsoft.com/office/drawing/2014/main" id="{DB3BDAEB-C0A1-E740-AECD-F50278175F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26 w 296"/>
                  <a:gd name="T3" fmla="*/ 18 h 256"/>
                  <a:gd name="T4" fmla="*/ 26 w 296"/>
                  <a:gd name="T5" fmla="*/ 34 h 256"/>
                  <a:gd name="T6" fmla="*/ 0 w 296"/>
                  <a:gd name="T7" fmla="*/ 12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29" name="Freeform 1531">
                <a:extLst>
                  <a:ext uri="{FF2B5EF4-FFF2-40B4-BE49-F238E27FC236}">
                    <a16:creationId xmlns:a16="http://schemas.microsoft.com/office/drawing/2014/main" id="{9532A3AC-833E-7A43-8329-81247A5E6B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27 w 304"/>
                  <a:gd name="T3" fmla="*/ 23 h 288"/>
                  <a:gd name="T4" fmla="*/ 25 w 304"/>
                  <a:gd name="T5" fmla="*/ 40 h 288"/>
                  <a:gd name="T6" fmla="*/ 2 w 304"/>
                  <a:gd name="T7" fmla="*/ 17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30" name="Oval 1532">
                <a:extLst>
                  <a:ext uri="{FF2B5EF4-FFF2-40B4-BE49-F238E27FC236}">
                    <a16:creationId xmlns:a16="http://schemas.microsoft.com/office/drawing/2014/main" id="{288EBEE3-4297-224C-AD46-28879E6A1B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5" y="2611"/>
                <a:ext cx="50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31" name="Freeform 1533">
                <a:extLst>
                  <a:ext uri="{FF2B5EF4-FFF2-40B4-BE49-F238E27FC236}">
                    <a16:creationId xmlns:a16="http://schemas.microsoft.com/office/drawing/2014/main" id="{3FE7CEBE-4BC6-F644-B9B1-CCCE6990FC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15 h 240"/>
                  <a:gd name="T2" fmla="*/ 2 w 306"/>
                  <a:gd name="T3" fmla="*/ 33 h 240"/>
                  <a:gd name="T4" fmla="*/ 27 w 306"/>
                  <a:gd name="T5" fmla="*/ 15 h 240"/>
                  <a:gd name="T6" fmla="*/ 26 w 306"/>
                  <a:gd name="T7" fmla="*/ 0 h 240"/>
                  <a:gd name="T8" fmla="*/ 0 w 306"/>
                  <a:gd name="T9" fmla="*/ 15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32" name="AutoShape 1534">
                <a:extLst>
                  <a:ext uri="{FF2B5EF4-FFF2-40B4-BE49-F238E27FC236}">
                    <a16:creationId xmlns:a16="http://schemas.microsoft.com/office/drawing/2014/main" id="{978B2207-20F5-804B-A3B3-4C26DFE98A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196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33" name="AutoShape 1535">
                <a:extLst>
                  <a:ext uri="{FF2B5EF4-FFF2-40B4-BE49-F238E27FC236}">
                    <a16:creationId xmlns:a16="http://schemas.microsoft.com/office/drawing/2014/main" id="{33928060-4AE4-1F4D-BEE3-C45BB6D2EF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2714"/>
                <a:ext cx="1066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00"/>
                  </a:gs>
                  <a:gs pos="100000">
                    <a:srgbClr val="808080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34" name="Oval 1536">
                <a:extLst>
                  <a:ext uri="{FF2B5EF4-FFF2-40B4-BE49-F238E27FC236}">
                    <a16:creationId xmlns:a16="http://schemas.microsoft.com/office/drawing/2014/main" id="{F9FB74F8-49C8-6E4B-824C-D9D631D498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9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35" name="Oval 1537">
                <a:extLst>
                  <a:ext uri="{FF2B5EF4-FFF2-40B4-BE49-F238E27FC236}">
                    <a16:creationId xmlns:a16="http://schemas.microsoft.com/office/drawing/2014/main" id="{10618A8B-63CD-6442-8B7A-099C5459AE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9" y="2382"/>
                <a:ext cx="159" cy="142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436" name="Oval 1538">
                <a:extLst>
                  <a:ext uri="{FF2B5EF4-FFF2-40B4-BE49-F238E27FC236}">
                    <a16:creationId xmlns:a16="http://schemas.microsoft.com/office/drawing/2014/main" id="{97727A51-FDBA-8D4B-910B-17DBF18A46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8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37" name="Rectangle 1539">
                <a:extLst>
                  <a:ext uri="{FF2B5EF4-FFF2-40B4-BE49-F238E27FC236}">
                    <a16:creationId xmlns:a16="http://schemas.microsoft.com/office/drawing/2014/main" id="{970EDF53-297E-EA44-92BE-C2F97533DF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7" y="1837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cxnSp>
          <p:nvCxnSpPr>
            <p:cNvPr id="328" name="Straight Connector 327">
              <a:extLst>
                <a:ext uri="{FF2B5EF4-FFF2-40B4-BE49-F238E27FC236}">
                  <a16:creationId xmlns:a16="http://schemas.microsoft.com/office/drawing/2014/main" id="{CC1738F7-B8A1-9947-9EA4-1523E924127F}"/>
                </a:ext>
              </a:extLst>
            </p:cNvPr>
            <p:cNvCxnSpPr/>
            <p:nvPr/>
          </p:nvCxnSpPr>
          <p:spPr bwMode="auto">
            <a:xfrm>
              <a:off x="1682405" y="2744686"/>
              <a:ext cx="526774" cy="0"/>
            </a:xfrm>
            <a:prstGeom prst="line">
              <a:avLst/>
            </a:prstGeom>
            <a:solidFill>
              <a:srgbClr val="00CC99"/>
            </a:solidFill>
            <a:ln w="9525" cap="flat" cmpd="sng" algn="ctr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29" name="Straight Connector 328">
              <a:extLst>
                <a:ext uri="{FF2B5EF4-FFF2-40B4-BE49-F238E27FC236}">
                  <a16:creationId xmlns:a16="http://schemas.microsoft.com/office/drawing/2014/main" id="{39855349-2D43-7C4A-B353-74029E8BA4BD}"/>
                </a:ext>
              </a:extLst>
            </p:cNvPr>
            <p:cNvCxnSpPr/>
            <p:nvPr/>
          </p:nvCxnSpPr>
          <p:spPr bwMode="auto">
            <a:xfrm>
              <a:off x="6895267" y="2779855"/>
              <a:ext cx="526774" cy="0"/>
            </a:xfrm>
            <a:prstGeom prst="line">
              <a:avLst/>
            </a:prstGeom>
            <a:solidFill>
              <a:srgbClr val="00CC99"/>
            </a:solidFill>
            <a:ln w="9525" cap="flat" cmpd="sng" algn="ctr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grpSp>
          <p:nvGrpSpPr>
            <p:cNvPr id="330" name="Group 329">
              <a:extLst>
                <a:ext uri="{FF2B5EF4-FFF2-40B4-BE49-F238E27FC236}">
                  <a16:creationId xmlns:a16="http://schemas.microsoft.com/office/drawing/2014/main" id="{54C81718-AB53-EC48-8CA0-41A17EEA9C4F}"/>
                </a:ext>
              </a:extLst>
            </p:cNvPr>
            <p:cNvGrpSpPr/>
            <p:nvPr/>
          </p:nvGrpSpPr>
          <p:grpSpPr>
            <a:xfrm>
              <a:off x="3414626" y="1982945"/>
              <a:ext cx="687402" cy="571677"/>
              <a:chOff x="1736090" y="2893762"/>
              <a:chExt cx="565150" cy="413310"/>
            </a:xfrm>
          </p:grpSpPr>
          <p:grpSp>
            <p:nvGrpSpPr>
              <p:cNvPr id="401" name="Group 327">
                <a:extLst>
                  <a:ext uri="{FF2B5EF4-FFF2-40B4-BE49-F238E27FC236}">
                    <a16:creationId xmlns:a16="http://schemas.microsoft.com/office/drawing/2014/main" id="{DA91FBE5-CFD0-764B-9319-580E8A886F2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36090" y="2893762"/>
                <a:ext cx="565150" cy="292100"/>
                <a:chOff x="1871277" y="1576300"/>
                <a:chExt cx="1128371" cy="437861"/>
              </a:xfrm>
            </p:grpSpPr>
            <p:sp>
              <p:nvSpPr>
                <p:cNvPr id="405" name="Oval 404">
                  <a:extLst>
                    <a:ext uri="{FF2B5EF4-FFF2-40B4-BE49-F238E27FC236}">
                      <a16:creationId xmlns:a16="http://schemas.microsoft.com/office/drawing/2014/main" id="{AB5BE366-3696-3444-BEED-B2D3E9A552B4}"/>
                    </a:ext>
                  </a:extLst>
                </p:cNvPr>
                <p:cNvSpPr/>
                <p:nvPr/>
              </p:nvSpPr>
              <p:spPr bwMode="auto">
                <a:xfrm flipV="1">
                  <a:off x="1874446" y="1692905"/>
                  <a:ext cx="1125202" cy="321256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0" scaled="1"/>
                  <a:tileRect/>
                </a:gra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406" name="Rectangle 405">
                  <a:extLst>
                    <a:ext uri="{FF2B5EF4-FFF2-40B4-BE49-F238E27FC236}">
                      <a16:creationId xmlns:a16="http://schemas.microsoft.com/office/drawing/2014/main" id="{014C0E46-985C-064D-9955-6DBD816F7710}"/>
                    </a:ext>
                  </a:extLst>
                </p:cNvPr>
                <p:cNvSpPr/>
                <p:nvPr/>
              </p:nvSpPr>
              <p:spPr bwMode="auto">
                <a:xfrm>
                  <a:off x="1871277" y="1740499"/>
                  <a:ext cx="1128371" cy="11422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08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407" name="Oval 406">
                  <a:extLst>
                    <a:ext uri="{FF2B5EF4-FFF2-40B4-BE49-F238E27FC236}">
                      <a16:creationId xmlns:a16="http://schemas.microsoft.com/office/drawing/2014/main" id="{B8592CE9-885E-7948-9885-40869BFBEECC}"/>
                    </a:ext>
                  </a:extLst>
                </p:cNvPr>
                <p:cNvSpPr/>
                <p:nvPr/>
              </p:nvSpPr>
              <p:spPr bwMode="auto">
                <a:xfrm flipV="1">
                  <a:off x="1871277" y="1576300"/>
                  <a:ext cx="1125200" cy="321257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408" name="Freeform 407">
                  <a:extLst>
                    <a:ext uri="{FF2B5EF4-FFF2-40B4-BE49-F238E27FC236}">
                      <a16:creationId xmlns:a16="http://schemas.microsoft.com/office/drawing/2014/main" id="{B2A3A479-23C9-374A-AD09-A3B80F0EF409}"/>
                    </a:ext>
                  </a:extLst>
                </p:cNvPr>
                <p:cNvSpPr/>
                <p:nvPr/>
              </p:nvSpPr>
              <p:spPr bwMode="auto">
                <a:xfrm>
                  <a:off x="2159708" y="1673868"/>
                  <a:ext cx="548339" cy="159438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409" name="Freeform 408">
                  <a:extLst>
                    <a:ext uri="{FF2B5EF4-FFF2-40B4-BE49-F238E27FC236}">
                      <a16:creationId xmlns:a16="http://schemas.microsoft.com/office/drawing/2014/main" id="{7E3C8C30-970D-AA49-8416-454E3AD9F4EB}"/>
                    </a:ext>
                  </a:extLst>
                </p:cNvPr>
                <p:cNvSpPr/>
                <p:nvPr/>
              </p:nvSpPr>
              <p:spPr bwMode="auto">
                <a:xfrm>
                  <a:off x="2102655" y="1633412"/>
                  <a:ext cx="662444" cy="111846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410" name="Freeform 409">
                  <a:extLst>
                    <a:ext uri="{FF2B5EF4-FFF2-40B4-BE49-F238E27FC236}">
                      <a16:creationId xmlns:a16="http://schemas.microsoft.com/office/drawing/2014/main" id="{DA5747D1-6ED5-2C46-94C9-0EB423C8C5D2}"/>
                    </a:ext>
                  </a:extLst>
                </p:cNvPr>
                <p:cNvSpPr/>
                <p:nvPr/>
              </p:nvSpPr>
              <p:spPr bwMode="auto">
                <a:xfrm>
                  <a:off x="2536889" y="1728599"/>
                  <a:ext cx="244057" cy="97568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411" name="Freeform 410">
                  <a:extLst>
                    <a:ext uri="{FF2B5EF4-FFF2-40B4-BE49-F238E27FC236}">
                      <a16:creationId xmlns:a16="http://schemas.microsoft.com/office/drawing/2014/main" id="{DF23003A-4DCD-DC4B-8861-7B76CD1E54F4}"/>
                    </a:ext>
                  </a:extLst>
                </p:cNvPr>
                <p:cNvSpPr/>
                <p:nvPr/>
              </p:nvSpPr>
              <p:spPr bwMode="auto">
                <a:xfrm>
                  <a:off x="2089977" y="1730980"/>
                  <a:ext cx="240888" cy="95187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412" name="Straight Connector 411">
                  <a:extLst>
                    <a:ext uri="{FF2B5EF4-FFF2-40B4-BE49-F238E27FC236}">
                      <a16:creationId xmlns:a16="http://schemas.microsoft.com/office/drawing/2014/main" id="{365A8E44-4CBE-0E4C-82AF-500CF5C75E81}"/>
                    </a:ext>
                  </a:extLst>
                </p:cNvPr>
                <p:cNvCxnSpPr>
                  <a:endCxn id="407" idx="2"/>
                </p:cNvCxnSpPr>
                <p:nvPr/>
              </p:nvCxnSpPr>
              <p:spPr bwMode="auto">
                <a:xfrm flipH="1" flipV="1">
                  <a:off x="1871277" y="1735739"/>
                  <a:ext cx="3169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413" name="Straight Connector 412">
                  <a:extLst>
                    <a:ext uri="{FF2B5EF4-FFF2-40B4-BE49-F238E27FC236}">
                      <a16:creationId xmlns:a16="http://schemas.microsoft.com/office/drawing/2014/main" id="{C26017F9-54C2-314E-B28C-087D5A4210BF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2996477" y="1733359"/>
                  <a:ext cx="3171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  <p:grpSp>
            <p:nvGrpSpPr>
              <p:cNvPr id="402" name="Group 401">
                <a:extLst>
                  <a:ext uri="{FF2B5EF4-FFF2-40B4-BE49-F238E27FC236}">
                    <a16:creationId xmlns:a16="http://schemas.microsoft.com/office/drawing/2014/main" id="{05B2825B-A7A6-B346-A195-362C44BBE9A9}"/>
                  </a:ext>
                </a:extLst>
              </p:cNvPr>
              <p:cNvGrpSpPr/>
              <p:nvPr/>
            </p:nvGrpSpPr>
            <p:grpSpPr>
              <a:xfrm>
                <a:off x="1844715" y="2907714"/>
                <a:ext cx="356365" cy="399358"/>
                <a:chOff x="741398" y="1743005"/>
                <a:chExt cx="356365" cy="399358"/>
              </a:xfrm>
            </p:grpSpPr>
            <p:sp>
              <p:nvSpPr>
                <p:cNvPr id="403" name="Oval 402">
                  <a:extLst>
                    <a:ext uri="{FF2B5EF4-FFF2-40B4-BE49-F238E27FC236}">
                      <a16:creationId xmlns:a16="http://schemas.microsoft.com/office/drawing/2014/main" id="{711DAB05-728C-6A49-AC89-08153D128077}"/>
                    </a:ext>
                  </a:extLst>
                </p:cNvPr>
                <p:cNvSpPr/>
                <p:nvPr/>
              </p:nvSpPr>
              <p:spPr bwMode="auto">
                <a:xfrm>
                  <a:off x="741398" y="1850752"/>
                  <a:ext cx="356365" cy="168450"/>
                </a:xfrm>
                <a:prstGeom prst="ellipse">
                  <a:avLst/>
                </a:prstGeom>
                <a:solidFill>
                  <a:srgbClr val="FFFFFF">
                    <a:alpha val="76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404" name="TextBox 403">
                  <a:extLst>
                    <a:ext uri="{FF2B5EF4-FFF2-40B4-BE49-F238E27FC236}">
                      <a16:creationId xmlns:a16="http://schemas.microsoft.com/office/drawing/2014/main" id="{698467EC-D43B-314B-94F0-6D24FE81E796}"/>
                    </a:ext>
                  </a:extLst>
                </p:cNvPr>
                <p:cNvSpPr txBox="1"/>
                <p:nvPr/>
              </p:nvSpPr>
              <p:spPr>
                <a:xfrm>
                  <a:off x="783895" y="1743005"/>
                  <a:ext cx="288887" cy="399358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v</a:t>
                  </a:r>
                </a:p>
              </p:txBody>
            </p:sp>
          </p:grpSp>
        </p:grpSp>
        <p:grpSp>
          <p:nvGrpSpPr>
            <p:cNvPr id="331" name="Group 330">
              <a:extLst>
                <a:ext uri="{FF2B5EF4-FFF2-40B4-BE49-F238E27FC236}">
                  <a16:creationId xmlns:a16="http://schemas.microsoft.com/office/drawing/2014/main" id="{4E6BDBA9-3548-B946-98EB-9AE749E9F937}"/>
                </a:ext>
              </a:extLst>
            </p:cNvPr>
            <p:cNvGrpSpPr/>
            <p:nvPr/>
          </p:nvGrpSpPr>
          <p:grpSpPr>
            <a:xfrm>
              <a:off x="4888811" y="1979830"/>
              <a:ext cx="687402" cy="480963"/>
              <a:chOff x="1736090" y="2893762"/>
              <a:chExt cx="565150" cy="347726"/>
            </a:xfrm>
          </p:grpSpPr>
          <p:grpSp>
            <p:nvGrpSpPr>
              <p:cNvPr id="388" name="Group 327">
                <a:extLst>
                  <a:ext uri="{FF2B5EF4-FFF2-40B4-BE49-F238E27FC236}">
                    <a16:creationId xmlns:a16="http://schemas.microsoft.com/office/drawing/2014/main" id="{F646075B-0210-E145-92F7-2C7F57A21E9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36090" y="2893762"/>
                <a:ext cx="565150" cy="292100"/>
                <a:chOff x="1871277" y="1576300"/>
                <a:chExt cx="1128371" cy="437861"/>
              </a:xfrm>
            </p:grpSpPr>
            <p:sp>
              <p:nvSpPr>
                <p:cNvPr id="392" name="Oval 391">
                  <a:extLst>
                    <a:ext uri="{FF2B5EF4-FFF2-40B4-BE49-F238E27FC236}">
                      <a16:creationId xmlns:a16="http://schemas.microsoft.com/office/drawing/2014/main" id="{81AFD18E-0D9A-B449-8E1B-E5E544ED512D}"/>
                    </a:ext>
                  </a:extLst>
                </p:cNvPr>
                <p:cNvSpPr/>
                <p:nvPr/>
              </p:nvSpPr>
              <p:spPr bwMode="auto">
                <a:xfrm flipV="1">
                  <a:off x="1874446" y="1692905"/>
                  <a:ext cx="1125202" cy="321256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0" scaled="1"/>
                  <a:tileRect/>
                </a:gra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93" name="Rectangle 392">
                  <a:extLst>
                    <a:ext uri="{FF2B5EF4-FFF2-40B4-BE49-F238E27FC236}">
                      <a16:creationId xmlns:a16="http://schemas.microsoft.com/office/drawing/2014/main" id="{09742F60-F878-CC40-B53A-2F912DCBE337}"/>
                    </a:ext>
                  </a:extLst>
                </p:cNvPr>
                <p:cNvSpPr/>
                <p:nvPr/>
              </p:nvSpPr>
              <p:spPr bwMode="auto">
                <a:xfrm>
                  <a:off x="1871277" y="1740499"/>
                  <a:ext cx="1128371" cy="11422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08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94" name="Oval 393">
                  <a:extLst>
                    <a:ext uri="{FF2B5EF4-FFF2-40B4-BE49-F238E27FC236}">
                      <a16:creationId xmlns:a16="http://schemas.microsoft.com/office/drawing/2014/main" id="{D089913E-3116-5942-BC7E-07C6208B204A}"/>
                    </a:ext>
                  </a:extLst>
                </p:cNvPr>
                <p:cNvSpPr/>
                <p:nvPr/>
              </p:nvSpPr>
              <p:spPr bwMode="auto">
                <a:xfrm flipV="1">
                  <a:off x="1871277" y="1576300"/>
                  <a:ext cx="1125200" cy="321257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95" name="Freeform 394">
                  <a:extLst>
                    <a:ext uri="{FF2B5EF4-FFF2-40B4-BE49-F238E27FC236}">
                      <a16:creationId xmlns:a16="http://schemas.microsoft.com/office/drawing/2014/main" id="{7691F655-F63F-2347-97E3-F8AD9695B5B6}"/>
                    </a:ext>
                  </a:extLst>
                </p:cNvPr>
                <p:cNvSpPr/>
                <p:nvPr/>
              </p:nvSpPr>
              <p:spPr bwMode="auto">
                <a:xfrm>
                  <a:off x="2159708" y="1673868"/>
                  <a:ext cx="548339" cy="159438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96" name="Freeform 395">
                  <a:extLst>
                    <a:ext uri="{FF2B5EF4-FFF2-40B4-BE49-F238E27FC236}">
                      <a16:creationId xmlns:a16="http://schemas.microsoft.com/office/drawing/2014/main" id="{97D4BABA-50C0-C64B-BDF1-E0D6998D7CFA}"/>
                    </a:ext>
                  </a:extLst>
                </p:cNvPr>
                <p:cNvSpPr/>
                <p:nvPr/>
              </p:nvSpPr>
              <p:spPr bwMode="auto">
                <a:xfrm>
                  <a:off x="2102655" y="1633412"/>
                  <a:ext cx="662444" cy="111846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97" name="Freeform 396">
                  <a:extLst>
                    <a:ext uri="{FF2B5EF4-FFF2-40B4-BE49-F238E27FC236}">
                      <a16:creationId xmlns:a16="http://schemas.microsoft.com/office/drawing/2014/main" id="{0A01411A-9D7A-994A-A0CE-3453871ED908}"/>
                    </a:ext>
                  </a:extLst>
                </p:cNvPr>
                <p:cNvSpPr/>
                <p:nvPr/>
              </p:nvSpPr>
              <p:spPr bwMode="auto">
                <a:xfrm>
                  <a:off x="2536889" y="1728599"/>
                  <a:ext cx="244057" cy="97568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98" name="Freeform 397">
                  <a:extLst>
                    <a:ext uri="{FF2B5EF4-FFF2-40B4-BE49-F238E27FC236}">
                      <a16:creationId xmlns:a16="http://schemas.microsoft.com/office/drawing/2014/main" id="{5C18C6F3-1443-CE44-AEA8-5EB74E9B300A}"/>
                    </a:ext>
                  </a:extLst>
                </p:cNvPr>
                <p:cNvSpPr/>
                <p:nvPr/>
              </p:nvSpPr>
              <p:spPr bwMode="auto">
                <a:xfrm>
                  <a:off x="2089977" y="1730980"/>
                  <a:ext cx="240888" cy="95187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399" name="Straight Connector 398">
                  <a:extLst>
                    <a:ext uri="{FF2B5EF4-FFF2-40B4-BE49-F238E27FC236}">
                      <a16:creationId xmlns:a16="http://schemas.microsoft.com/office/drawing/2014/main" id="{836DA7B6-225C-CA4C-BE47-00A59751C43C}"/>
                    </a:ext>
                  </a:extLst>
                </p:cNvPr>
                <p:cNvCxnSpPr>
                  <a:endCxn id="394" idx="2"/>
                </p:cNvCxnSpPr>
                <p:nvPr/>
              </p:nvCxnSpPr>
              <p:spPr bwMode="auto">
                <a:xfrm flipH="1" flipV="1">
                  <a:off x="1871277" y="1735739"/>
                  <a:ext cx="3169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400" name="Straight Connector 399">
                  <a:extLst>
                    <a:ext uri="{FF2B5EF4-FFF2-40B4-BE49-F238E27FC236}">
                      <a16:creationId xmlns:a16="http://schemas.microsoft.com/office/drawing/2014/main" id="{DEF7E2A6-FA97-154A-BD4D-79EE8753D930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2996477" y="1733359"/>
                  <a:ext cx="3171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  <p:grpSp>
            <p:nvGrpSpPr>
              <p:cNvPr id="389" name="Group 388">
                <a:extLst>
                  <a:ext uri="{FF2B5EF4-FFF2-40B4-BE49-F238E27FC236}">
                    <a16:creationId xmlns:a16="http://schemas.microsoft.com/office/drawing/2014/main" id="{E3DC6576-9970-E447-99D0-AC11398D26FE}"/>
                  </a:ext>
                </a:extLst>
              </p:cNvPr>
              <p:cNvGrpSpPr/>
              <p:nvPr/>
            </p:nvGrpSpPr>
            <p:grpSpPr>
              <a:xfrm>
                <a:off x="1844715" y="2907714"/>
                <a:ext cx="378664" cy="333774"/>
                <a:chOff x="741398" y="1743005"/>
                <a:chExt cx="378664" cy="333774"/>
              </a:xfrm>
            </p:grpSpPr>
            <p:sp>
              <p:nvSpPr>
                <p:cNvPr id="390" name="Oval 389">
                  <a:extLst>
                    <a:ext uri="{FF2B5EF4-FFF2-40B4-BE49-F238E27FC236}">
                      <a16:creationId xmlns:a16="http://schemas.microsoft.com/office/drawing/2014/main" id="{98BB2803-575E-E049-B163-D2026BE7F0B0}"/>
                    </a:ext>
                  </a:extLst>
                </p:cNvPr>
                <p:cNvSpPr/>
                <p:nvPr/>
              </p:nvSpPr>
              <p:spPr bwMode="auto">
                <a:xfrm>
                  <a:off x="741398" y="1850752"/>
                  <a:ext cx="356365" cy="168450"/>
                </a:xfrm>
                <a:prstGeom prst="ellipse">
                  <a:avLst/>
                </a:prstGeom>
                <a:solidFill>
                  <a:srgbClr val="FFFFFF">
                    <a:alpha val="76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91" name="TextBox 390">
                  <a:extLst>
                    <a:ext uri="{FF2B5EF4-FFF2-40B4-BE49-F238E27FC236}">
                      <a16:creationId xmlns:a16="http://schemas.microsoft.com/office/drawing/2014/main" id="{18716BE7-82ED-D14C-9928-AF15495F05EC}"/>
                    </a:ext>
                  </a:extLst>
                </p:cNvPr>
                <p:cNvSpPr txBox="1"/>
                <p:nvPr/>
              </p:nvSpPr>
              <p:spPr>
                <a:xfrm>
                  <a:off x="767915" y="1743005"/>
                  <a:ext cx="352147" cy="333774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w</a:t>
                  </a:r>
                </a:p>
              </p:txBody>
            </p:sp>
          </p:grpSp>
        </p:grpSp>
        <p:grpSp>
          <p:nvGrpSpPr>
            <p:cNvPr id="332" name="Group 331">
              <a:extLst>
                <a:ext uri="{FF2B5EF4-FFF2-40B4-BE49-F238E27FC236}">
                  <a16:creationId xmlns:a16="http://schemas.microsoft.com/office/drawing/2014/main" id="{1DD8783F-1A55-EB4C-B3C4-852DAE0C6CF0}"/>
                </a:ext>
              </a:extLst>
            </p:cNvPr>
            <p:cNvGrpSpPr/>
            <p:nvPr/>
          </p:nvGrpSpPr>
          <p:grpSpPr>
            <a:xfrm>
              <a:off x="2206359" y="2517647"/>
              <a:ext cx="687402" cy="480963"/>
              <a:chOff x="1736090" y="2893762"/>
              <a:chExt cx="565150" cy="347726"/>
            </a:xfrm>
          </p:grpSpPr>
          <p:grpSp>
            <p:nvGrpSpPr>
              <p:cNvPr id="375" name="Group 327">
                <a:extLst>
                  <a:ext uri="{FF2B5EF4-FFF2-40B4-BE49-F238E27FC236}">
                    <a16:creationId xmlns:a16="http://schemas.microsoft.com/office/drawing/2014/main" id="{269FEBD4-E3E1-5645-BF55-D2033B31ED0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36090" y="2893762"/>
                <a:ext cx="565150" cy="292100"/>
                <a:chOff x="1871277" y="1576300"/>
                <a:chExt cx="1128371" cy="437861"/>
              </a:xfrm>
            </p:grpSpPr>
            <p:sp>
              <p:nvSpPr>
                <p:cNvPr id="379" name="Oval 378">
                  <a:extLst>
                    <a:ext uri="{FF2B5EF4-FFF2-40B4-BE49-F238E27FC236}">
                      <a16:creationId xmlns:a16="http://schemas.microsoft.com/office/drawing/2014/main" id="{7E1FC68E-A1FE-574A-94C0-90C1E270401E}"/>
                    </a:ext>
                  </a:extLst>
                </p:cNvPr>
                <p:cNvSpPr/>
                <p:nvPr/>
              </p:nvSpPr>
              <p:spPr bwMode="auto">
                <a:xfrm flipV="1">
                  <a:off x="1874446" y="1692905"/>
                  <a:ext cx="1125202" cy="321256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0" scaled="1"/>
                  <a:tileRect/>
                </a:gra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80" name="Rectangle 379">
                  <a:extLst>
                    <a:ext uri="{FF2B5EF4-FFF2-40B4-BE49-F238E27FC236}">
                      <a16:creationId xmlns:a16="http://schemas.microsoft.com/office/drawing/2014/main" id="{E97E3D1C-D3CA-8D44-AB02-74B31DF8CE35}"/>
                    </a:ext>
                  </a:extLst>
                </p:cNvPr>
                <p:cNvSpPr/>
                <p:nvPr/>
              </p:nvSpPr>
              <p:spPr bwMode="auto">
                <a:xfrm>
                  <a:off x="1871277" y="1740499"/>
                  <a:ext cx="1128371" cy="11422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08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81" name="Oval 380">
                  <a:extLst>
                    <a:ext uri="{FF2B5EF4-FFF2-40B4-BE49-F238E27FC236}">
                      <a16:creationId xmlns:a16="http://schemas.microsoft.com/office/drawing/2014/main" id="{DA4F6523-8F37-7047-BC5F-19E4B1E17DBD}"/>
                    </a:ext>
                  </a:extLst>
                </p:cNvPr>
                <p:cNvSpPr/>
                <p:nvPr/>
              </p:nvSpPr>
              <p:spPr bwMode="auto">
                <a:xfrm flipV="1">
                  <a:off x="1871277" y="1576300"/>
                  <a:ext cx="1125200" cy="321257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82" name="Freeform 381">
                  <a:extLst>
                    <a:ext uri="{FF2B5EF4-FFF2-40B4-BE49-F238E27FC236}">
                      <a16:creationId xmlns:a16="http://schemas.microsoft.com/office/drawing/2014/main" id="{B5E52805-9174-A644-8ABD-91F588F0CDF9}"/>
                    </a:ext>
                  </a:extLst>
                </p:cNvPr>
                <p:cNvSpPr/>
                <p:nvPr/>
              </p:nvSpPr>
              <p:spPr bwMode="auto">
                <a:xfrm>
                  <a:off x="2159708" y="1673868"/>
                  <a:ext cx="548339" cy="159438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83" name="Freeform 382">
                  <a:extLst>
                    <a:ext uri="{FF2B5EF4-FFF2-40B4-BE49-F238E27FC236}">
                      <a16:creationId xmlns:a16="http://schemas.microsoft.com/office/drawing/2014/main" id="{76D2CD28-1F92-3D41-B7AE-29A160B712AE}"/>
                    </a:ext>
                  </a:extLst>
                </p:cNvPr>
                <p:cNvSpPr/>
                <p:nvPr/>
              </p:nvSpPr>
              <p:spPr bwMode="auto">
                <a:xfrm>
                  <a:off x="2102655" y="1633412"/>
                  <a:ext cx="662444" cy="111846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84" name="Freeform 383">
                  <a:extLst>
                    <a:ext uri="{FF2B5EF4-FFF2-40B4-BE49-F238E27FC236}">
                      <a16:creationId xmlns:a16="http://schemas.microsoft.com/office/drawing/2014/main" id="{04612F60-D252-974D-93EB-FDB70B903443}"/>
                    </a:ext>
                  </a:extLst>
                </p:cNvPr>
                <p:cNvSpPr/>
                <p:nvPr/>
              </p:nvSpPr>
              <p:spPr bwMode="auto">
                <a:xfrm>
                  <a:off x="2536889" y="1728599"/>
                  <a:ext cx="244057" cy="97568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85" name="Freeform 384">
                  <a:extLst>
                    <a:ext uri="{FF2B5EF4-FFF2-40B4-BE49-F238E27FC236}">
                      <a16:creationId xmlns:a16="http://schemas.microsoft.com/office/drawing/2014/main" id="{923BAC06-842B-F147-83CF-E13A0EA0CCBC}"/>
                    </a:ext>
                  </a:extLst>
                </p:cNvPr>
                <p:cNvSpPr/>
                <p:nvPr/>
              </p:nvSpPr>
              <p:spPr bwMode="auto">
                <a:xfrm>
                  <a:off x="2089977" y="1730980"/>
                  <a:ext cx="240888" cy="95187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386" name="Straight Connector 385">
                  <a:extLst>
                    <a:ext uri="{FF2B5EF4-FFF2-40B4-BE49-F238E27FC236}">
                      <a16:creationId xmlns:a16="http://schemas.microsoft.com/office/drawing/2014/main" id="{40C05CBD-7D1C-8541-92D2-BC763E8E8EED}"/>
                    </a:ext>
                  </a:extLst>
                </p:cNvPr>
                <p:cNvCxnSpPr>
                  <a:endCxn id="381" idx="2"/>
                </p:cNvCxnSpPr>
                <p:nvPr/>
              </p:nvCxnSpPr>
              <p:spPr bwMode="auto">
                <a:xfrm flipH="1" flipV="1">
                  <a:off x="1871277" y="1735739"/>
                  <a:ext cx="3169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387" name="Straight Connector 386">
                  <a:extLst>
                    <a:ext uri="{FF2B5EF4-FFF2-40B4-BE49-F238E27FC236}">
                      <a16:creationId xmlns:a16="http://schemas.microsoft.com/office/drawing/2014/main" id="{D6AD7786-A1F4-C449-A6DD-1E2537A37721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2996477" y="1733359"/>
                  <a:ext cx="3171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  <p:grpSp>
            <p:nvGrpSpPr>
              <p:cNvPr id="376" name="Group 375">
                <a:extLst>
                  <a:ext uri="{FF2B5EF4-FFF2-40B4-BE49-F238E27FC236}">
                    <a16:creationId xmlns:a16="http://schemas.microsoft.com/office/drawing/2014/main" id="{CB56850E-A076-8247-B3B4-11EC70C4086D}"/>
                  </a:ext>
                </a:extLst>
              </p:cNvPr>
              <p:cNvGrpSpPr/>
              <p:nvPr/>
            </p:nvGrpSpPr>
            <p:grpSpPr>
              <a:xfrm>
                <a:off x="1844715" y="2907714"/>
                <a:ext cx="356365" cy="333774"/>
                <a:chOff x="741398" y="1743005"/>
                <a:chExt cx="356365" cy="333774"/>
              </a:xfrm>
            </p:grpSpPr>
            <p:sp>
              <p:nvSpPr>
                <p:cNvPr id="377" name="Oval 376">
                  <a:extLst>
                    <a:ext uri="{FF2B5EF4-FFF2-40B4-BE49-F238E27FC236}">
                      <a16:creationId xmlns:a16="http://schemas.microsoft.com/office/drawing/2014/main" id="{824D8097-5CC3-2E4C-9F15-B993F3A6D5A5}"/>
                    </a:ext>
                  </a:extLst>
                </p:cNvPr>
                <p:cNvSpPr/>
                <p:nvPr/>
              </p:nvSpPr>
              <p:spPr bwMode="auto">
                <a:xfrm>
                  <a:off x="741398" y="1850752"/>
                  <a:ext cx="356365" cy="168450"/>
                </a:xfrm>
                <a:prstGeom prst="ellipse">
                  <a:avLst/>
                </a:prstGeom>
                <a:solidFill>
                  <a:srgbClr val="FFFFFF">
                    <a:alpha val="76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78" name="TextBox 377">
                  <a:extLst>
                    <a:ext uri="{FF2B5EF4-FFF2-40B4-BE49-F238E27FC236}">
                      <a16:creationId xmlns:a16="http://schemas.microsoft.com/office/drawing/2014/main" id="{E11DE245-B5B5-3649-868A-4CD4FF70FE95}"/>
                    </a:ext>
                  </a:extLst>
                </p:cNvPr>
                <p:cNvSpPr txBox="1"/>
                <p:nvPr/>
              </p:nvSpPr>
              <p:spPr>
                <a:xfrm>
                  <a:off x="783895" y="1743005"/>
                  <a:ext cx="292553" cy="333774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u</a:t>
                  </a:r>
                </a:p>
              </p:txBody>
            </p:sp>
          </p:grpSp>
        </p:grpSp>
        <p:grpSp>
          <p:nvGrpSpPr>
            <p:cNvPr id="333" name="Group 332">
              <a:extLst>
                <a:ext uri="{FF2B5EF4-FFF2-40B4-BE49-F238E27FC236}">
                  <a16:creationId xmlns:a16="http://schemas.microsoft.com/office/drawing/2014/main" id="{431BBE16-D442-054B-BAC5-76CAFD6BD2A5}"/>
                </a:ext>
              </a:extLst>
            </p:cNvPr>
            <p:cNvGrpSpPr/>
            <p:nvPr/>
          </p:nvGrpSpPr>
          <p:grpSpPr>
            <a:xfrm>
              <a:off x="6285253" y="2579331"/>
              <a:ext cx="687402" cy="480963"/>
              <a:chOff x="1736090" y="2893762"/>
              <a:chExt cx="565150" cy="347726"/>
            </a:xfrm>
          </p:grpSpPr>
          <p:grpSp>
            <p:nvGrpSpPr>
              <p:cNvPr id="362" name="Group 327">
                <a:extLst>
                  <a:ext uri="{FF2B5EF4-FFF2-40B4-BE49-F238E27FC236}">
                    <a16:creationId xmlns:a16="http://schemas.microsoft.com/office/drawing/2014/main" id="{838F87CD-61CF-C943-AC83-B826FFFF7A3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36090" y="2893762"/>
                <a:ext cx="565150" cy="292100"/>
                <a:chOff x="1871277" y="1576300"/>
                <a:chExt cx="1128371" cy="437861"/>
              </a:xfrm>
            </p:grpSpPr>
            <p:sp>
              <p:nvSpPr>
                <p:cNvPr id="366" name="Oval 365">
                  <a:extLst>
                    <a:ext uri="{FF2B5EF4-FFF2-40B4-BE49-F238E27FC236}">
                      <a16:creationId xmlns:a16="http://schemas.microsoft.com/office/drawing/2014/main" id="{0ED521EC-D0D3-1247-B3BB-E47DF2D2F0C7}"/>
                    </a:ext>
                  </a:extLst>
                </p:cNvPr>
                <p:cNvSpPr/>
                <p:nvPr/>
              </p:nvSpPr>
              <p:spPr bwMode="auto">
                <a:xfrm flipV="1">
                  <a:off x="1874446" y="1692905"/>
                  <a:ext cx="1125202" cy="321256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0" scaled="1"/>
                  <a:tileRect/>
                </a:gra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67" name="Rectangle 366">
                  <a:extLst>
                    <a:ext uri="{FF2B5EF4-FFF2-40B4-BE49-F238E27FC236}">
                      <a16:creationId xmlns:a16="http://schemas.microsoft.com/office/drawing/2014/main" id="{3F6E4DA5-C998-6F45-A49A-5B26D59B20C1}"/>
                    </a:ext>
                  </a:extLst>
                </p:cNvPr>
                <p:cNvSpPr/>
                <p:nvPr/>
              </p:nvSpPr>
              <p:spPr bwMode="auto">
                <a:xfrm>
                  <a:off x="1871277" y="1740499"/>
                  <a:ext cx="1128371" cy="11422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08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68" name="Oval 367">
                  <a:extLst>
                    <a:ext uri="{FF2B5EF4-FFF2-40B4-BE49-F238E27FC236}">
                      <a16:creationId xmlns:a16="http://schemas.microsoft.com/office/drawing/2014/main" id="{E05A0AC1-DC1A-964A-97CC-83B9E3375C59}"/>
                    </a:ext>
                  </a:extLst>
                </p:cNvPr>
                <p:cNvSpPr/>
                <p:nvPr/>
              </p:nvSpPr>
              <p:spPr bwMode="auto">
                <a:xfrm flipV="1">
                  <a:off x="1871277" y="1576300"/>
                  <a:ext cx="1125200" cy="321257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69" name="Freeform 368">
                  <a:extLst>
                    <a:ext uri="{FF2B5EF4-FFF2-40B4-BE49-F238E27FC236}">
                      <a16:creationId xmlns:a16="http://schemas.microsoft.com/office/drawing/2014/main" id="{42E7681D-A64C-F04C-94F3-FA8697E4D3AF}"/>
                    </a:ext>
                  </a:extLst>
                </p:cNvPr>
                <p:cNvSpPr/>
                <p:nvPr/>
              </p:nvSpPr>
              <p:spPr bwMode="auto">
                <a:xfrm>
                  <a:off x="2159708" y="1673868"/>
                  <a:ext cx="548339" cy="159438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70" name="Freeform 369">
                  <a:extLst>
                    <a:ext uri="{FF2B5EF4-FFF2-40B4-BE49-F238E27FC236}">
                      <a16:creationId xmlns:a16="http://schemas.microsoft.com/office/drawing/2014/main" id="{BBF48F50-0417-D740-ADB8-939BE1EA867A}"/>
                    </a:ext>
                  </a:extLst>
                </p:cNvPr>
                <p:cNvSpPr/>
                <p:nvPr/>
              </p:nvSpPr>
              <p:spPr bwMode="auto">
                <a:xfrm>
                  <a:off x="2102655" y="1633412"/>
                  <a:ext cx="662444" cy="111846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71" name="Freeform 370">
                  <a:extLst>
                    <a:ext uri="{FF2B5EF4-FFF2-40B4-BE49-F238E27FC236}">
                      <a16:creationId xmlns:a16="http://schemas.microsoft.com/office/drawing/2014/main" id="{36FD4761-DA58-F74F-8F44-310BBFFE0DED}"/>
                    </a:ext>
                  </a:extLst>
                </p:cNvPr>
                <p:cNvSpPr/>
                <p:nvPr/>
              </p:nvSpPr>
              <p:spPr bwMode="auto">
                <a:xfrm>
                  <a:off x="2536889" y="1728599"/>
                  <a:ext cx="244057" cy="97568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72" name="Freeform 371">
                  <a:extLst>
                    <a:ext uri="{FF2B5EF4-FFF2-40B4-BE49-F238E27FC236}">
                      <a16:creationId xmlns:a16="http://schemas.microsoft.com/office/drawing/2014/main" id="{F8DF6EB3-3D4E-344A-B8CD-29D84ECE8F7B}"/>
                    </a:ext>
                  </a:extLst>
                </p:cNvPr>
                <p:cNvSpPr/>
                <p:nvPr/>
              </p:nvSpPr>
              <p:spPr bwMode="auto">
                <a:xfrm>
                  <a:off x="2089977" y="1730980"/>
                  <a:ext cx="240888" cy="95187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373" name="Straight Connector 372">
                  <a:extLst>
                    <a:ext uri="{FF2B5EF4-FFF2-40B4-BE49-F238E27FC236}">
                      <a16:creationId xmlns:a16="http://schemas.microsoft.com/office/drawing/2014/main" id="{549A5C46-56F8-A240-9B8D-EFB1D85344AA}"/>
                    </a:ext>
                  </a:extLst>
                </p:cNvPr>
                <p:cNvCxnSpPr>
                  <a:endCxn id="368" idx="2"/>
                </p:cNvCxnSpPr>
                <p:nvPr/>
              </p:nvCxnSpPr>
              <p:spPr bwMode="auto">
                <a:xfrm flipH="1" flipV="1">
                  <a:off x="1871277" y="1735739"/>
                  <a:ext cx="3169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374" name="Straight Connector 373">
                  <a:extLst>
                    <a:ext uri="{FF2B5EF4-FFF2-40B4-BE49-F238E27FC236}">
                      <a16:creationId xmlns:a16="http://schemas.microsoft.com/office/drawing/2014/main" id="{85F33945-95FF-464E-B661-0CC95E3B1DCF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2996477" y="1733359"/>
                  <a:ext cx="3171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  <p:grpSp>
            <p:nvGrpSpPr>
              <p:cNvPr id="363" name="Group 362">
                <a:extLst>
                  <a:ext uri="{FF2B5EF4-FFF2-40B4-BE49-F238E27FC236}">
                    <a16:creationId xmlns:a16="http://schemas.microsoft.com/office/drawing/2014/main" id="{3F98D8AA-23AB-DD4F-8F23-362741C6E1CA}"/>
                  </a:ext>
                </a:extLst>
              </p:cNvPr>
              <p:cNvGrpSpPr/>
              <p:nvPr/>
            </p:nvGrpSpPr>
            <p:grpSpPr>
              <a:xfrm>
                <a:off x="1844715" y="2907714"/>
                <a:ext cx="356365" cy="333774"/>
                <a:chOff x="741398" y="1743005"/>
                <a:chExt cx="356365" cy="333774"/>
              </a:xfrm>
            </p:grpSpPr>
            <p:sp>
              <p:nvSpPr>
                <p:cNvPr id="364" name="Oval 363">
                  <a:extLst>
                    <a:ext uri="{FF2B5EF4-FFF2-40B4-BE49-F238E27FC236}">
                      <a16:creationId xmlns:a16="http://schemas.microsoft.com/office/drawing/2014/main" id="{C4070F47-79D5-1D43-8087-8F32388338D0}"/>
                    </a:ext>
                  </a:extLst>
                </p:cNvPr>
                <p:cNvSpPr/>
                <p:nvPr/>
              </p:nvSpPr>
              <p:spPr bwMode="auto">
                <a:xfrm>
                  <a:off x="741398" y="1850752"/>
                  <a:ext cx="356365" cy="168450"/>
                </a:xfrm>
                <a:prstGeom prst="ellipse">
                  <a:avLst/>
                </a:prstGeom>
                <a:solidFill>
                  <a:srgbClr val="FFFFFF">
                    <a:alpha val="76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65" name="TextBox 364">
                  <a:extLst>
                    <a:ext uri="{FF2B5EF4-FFF2-40B4-BE49-F238E27FC236}">
                      <a16:creationId xmlns:a16="http://schemas.microsoft.com/office/drawing/2014/main" id="{7018147D-1608-E247-AF2F-0A3FA61F6872}"/>
                    </a:ext>
                  </a:extLst>
                </p:cNvPr>
                <p:cNvSpPr txBox="1"/>
                <p:nvPr/>
              </p:nvSpPr>
              <p:spPr>
                <a:xfrm>
                  <a:off x="783895" y="1743005"/>
                  <a:ext cx="278343" cy="333774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z</a:t>
                  </a:r>
                </a:p>
              </p:txBody>
            </p:sp>
          </p:grpSp>
        </p:grpSp>
        <p:grpSp>
          <p:nvGrpSpPr>
            <p:cNvPr id="334" name="Group 333">
              <a:extLst>
                <a:ext uri="{FF2B5EF4-FFF2-40B4-BE49-F238E27FC236}">
                  <a16:creationId xmlns:a16="http://schemas.microsoft.com/office/drawing/2014/main" id="{61A2A150-9A5E-2E46-B3B6-B8E0444FDA40}"/>
                </a:ext>
              </a:extLst>
            </p:cNvPr>
            <p:cNvGrpSpPr/>
            <p:nvPr/>
          </p:nvGrpSpPr>
          <p:grpSpPr>
            <a:xfrm>
              <a:off x="4927962" y="3152913"/>
              <a:ext cx="687402" cy="480963"/>
              <a:chOff x="1736090" y="2893762"/>
              <a:chExt cx="565150" cy="347726"/>
            </a:xfrm>
          </p:grpSpPr>
          <p:grpSp>
            <p:nvGrpSpPr>
              <p:cNvPr id="349" name="Group 327">
                <a:extLst>
                  <a:ext uri="{FF2B5EF4-FFF2-40B4-BE49-F238E27FC236}">
                    <a16:creationId xmlns:a16="http://schemas.microsoft.com/office/drawing/2014/main" id="{D9B4429C-85AB-E840-84D8-FA40FE4AAD7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36090" y="2893762"/>
                <a:ext cx="565150" cy="292100"/>
                <a:chOff x="1871277" y="1576300"/>
                <a:chExt cx="1128371" cy="437861"/>
              </a:xfrm>
            </p:grpSpPr>
            <p:sp>
              <p:nvSpPr>
                <p:cNvPr id="353" name="Oval 352">
                  <a:extLst>
                    <a:ext uri="{FF2B5EF4-FFF2-40B4-BE49-F238E27FC236}">
                      <a16:creationId xmlns:a16="http://schemas.microsoft.com/office/drawing/2014/main" id="{EAB42D73-2A2D-FA4C-9CE4-AB00D07503EF}"/>
                    </a:ext>
                  </a:extLst>
                </p:cNvPr>
                <p:cNvSpPr/>
                <p:nvPr/>
              </p:nvSpPr>
              <p:spPr bwMode="auto">
                <a:xfrm flipV="1">
                  <a:off x="1874446" y="1692905"/>
                  <a:ext cx="1125202" cy="321256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0" scaled="1"/>
                  <a:tileRect/>
                </a:gra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54" name="Rectangle 353">
                  <a:extLst>
                    <a:ext uri="{FF2B5EF4-FFF2-40B4-BE49-F238E27FC236}">
                      <a16:creationId xmlns:a16="http://schemas.microsoft.com/office/drawing/2014/main" id="{64BE1C9C-3344-3D42-8250-14C1226B42B2}"/>
                    </a:ext>
                  </a:extLst>
                </p:cNvPr>
                <p:cNvSpPr/>
                <p:nvPr/>
              </p:nvSpPr>
              <p:spPr bwMode="auto">
                <a:xfrm>
                  <a:off x="1871277" y="1740499"/>
                  <a:ext cx="1128371" cy="11422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08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55" name="Oval 354">
                  <a:extLst>
                    <a:ext uri="{FF2B5EF4-FFF2-40B4-BE49-F238E27FC236}">
                      <a16:creationId xmlns:a16="http://schemas.microsoft.com/office/drawing/2014/main" id="{4EA0FEC9-B172-2F49-B3E9-B131F0BBAFF3}"/>
                    </a:ext>
                  </a:extLst>
                </p:cNvPr>
                <p:cNvSpPr/>
                <p:nvPr/>
              </p:nvSpPr>
              <p:spPr bwMode="auto">
                <a:xfrm flipV="1">
                  <a:off x="1871277" y="1576300"/>
                  <a:ext cx="1125200" cy="321257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56" name="Freeform 355">
                  <a:extLst>
                    <a:ext uri="{FF2B5EF4-FFF2-40B4-BE49-F238E27FC236}">
                      <a16:creationId xmlns:a16="http://schemas.microsoft.com/office/drawing/2014/main" id="{DB5061C7-9E8A-D046-B17E-E5570300DE1D}"/>
                    </a:ext>
                  </a:extLst>
                </p:cNvPr>
                <p:cNvSpPr/>
                <p:nvPr/>
              </p:nvSpPr>
              <p:spPr bwMode="auto">
                <a:xfrm>
                  <a:off x="2159708" y="1673868"/>
                  <a:ext cx="548339" cy="159438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57" name="Freeform 356">
                  <a:extLst>
                    <a:ext uri="{FF2B5EF4-FFF2-40B4-BE49-F238E27FC236}">
                      <a16:creationId xmlns:a16="http://schemas.microsoft.com/office/drawing/2014/main" id="{62A5B80A-DD73-F74C-9F2C-58AECB292CB1}"/>
                    </a:ext>
                  </a:extLst>
                </p:cNvPr>
                <p:cNvSpPr/>
                <p:nvPr/>
              </p:nvSpPr>
              <p:spPr bwMode="auto">
                <a:xfrm>
                  <a:off x="2102655" y="1633412"/>
                  <a:ext cx="662444" cy="111846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58" name="Freeform 357">
                  <a:extLst>
                    <a:ext uri="{FF2B5EF4-FFF2-40B4-BE49-F238E27FC236}">
                      <a16:creationId xmlns:a16="http://schemas.microsoft.com/office/drawing/2014/main" id="{FCD61B9F-ACCC-6247-8A0D-B092E4119A1F}"/>
                    </a:ext>
                  </a:extLst>
                </p:cNvPr>
                <p:cNvSpPr/>
                <p:nvPr/>
              </p:nvSpPr>
              <p:spPr bwMode="auto">
                <a:xfrm>
                  <a:off x="2536889" y="1728599"/>
                  <a:ext cx="244057" cy="97568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59" name="Freeform 358">
                  <a:extLst>
                    <a:ext uri="{FF2B5EF4-FFF2-40B4-BE49-F238E27FC236}">
                      <a16:creationId xmlns:a16="http://schemas.microsoft.com/office/drawing/2014/main" id="{94E1C9C7-8C08-6549-B805-129570A13983}"/>
                    </a:ext>
                  </a:extLst>
                </p:cNvPr>
                <p:cNvSpPr/>
                <p:nvPr/>
              </p:nvSpPr>
              <p:spPr bwMode="auto">
                <a:xfrm>
                  <a:off x="2089977" y="1730980"/>
                  <a:ext cx="240888" cy="95187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360" name="Straight Connector 359">
                  <a:extLst>
                    <a:ext uri="{FF2B5EF4-FFF2-40B4-BE49-F238E27FC236}">
                      <a16:creationId xmlns:a16="http://schemas.microsoft.com/office/drawing/2014/main" id="{A4659640-7F4B-0B49-BF24-166017C6A55C}"/>
                    </a:ext>
                  </a:extLst>
                </p:cNvPr>
                <p:cNvCxnSpPr>
                  <a:endCxn id="355" idx="2"/>
                </p:cNvCxnSpPr>
                <p:nvPr/>
              </p:nvCxnSpPr>
              <p:spPr bwMode="auto">
                <a:xfrm flipH="1" flipV="1">
                  <a:off x="1871277" y="1735739"/>
                  <a:ext cx="3169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361" name="Straight Connector 360">
                  <a:extLst>
                    <a:ext uri="{FF2B5EF4-FFF2-40B4-BE49-F238E27FC236}">
                      <a16:creationId xmlns:a16="http://schemas.microsoft.com/office/drawing/2014/main" id="{FCB37C50-EDC1-DA4D-9C1E-43EC565B4844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2996477" y="1733359"/>
                  <a:ext cx="3171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  <p:grpSp>
            <p:nvGrpSpPr>
              <p:cNvPr id="350" name="Group 349">
                <a:extLst>
                  <a:ext uri="{FF2B5EF4-FFF2-40B4-BE49-F238E27FC236}">
                    <a16:creationId xmlns:a16="http://schemas.microsoft.com/office/drawing/2014/main" id="{4CCC8E41-AE12-2E45-9CDA-81815FBE6A31}"/>
                  </a:ext>
                </a:extLst>
              </p:cNvPr>
              <p:cNvGrpSpPr/>
              <p:nvPr/>
            </p:nvGrpSpPr>
            <p:grpSpPr>
              <a:xfrm>
                <a:off x="1844715" y="2907714"/>
                <a:ext cx="356365" cy="333774"/>
                <a:chOff x="741398" y="1743005"/>
                <a:chExt cx="356365" cy="333774"/>
              </a:xfrm>
            </p:grpSpPr>
            <p:sp>
              <p:nvSpPr>
                <p:cNvPr id="351" name="Oval 350">
                  <a:extLst>
                    <a:ext uri="{FF2B5EF4-FFF2-40B4-BE49-F238E27FC236}">
                      <a16:creationId xmlns:a16="http://schemas.microsoft.com/office/drawing/2014/main" id="{EE9F6CD0-DD61-534F-B730-D6272896CA5F}"/>
                    </a:ext>
                  </a:extLst>
                </p:cNvPr>
                <p:cNvSpPr/>
                <p:nvPr/>
              </p:nvSpPr>
              <p:spPr bwMode="auto">
                <a:xfrm>
                  <a:off x="741398" y="1850752"/>
                  <a:ext cx="356365" cy="168450"/>
                </a:xfrm>
                <a:prstGeom prst="ellipse">
                  <a:avLst/>
                </a:prstGeom>
                <a:solidFill>
                  <a:srgbClr val="FFFFFF">
                    <a:alpha val="76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52" name="TextBox 351">
                  <a:extLst>
                    <a:ext uri="{FF2B5EF4-FFF2-40B4-BE49-F238E27FC236}">
                      <a16:creationId xmlns:a16="http://schemas.microsoft.com/office/drawing/2014/main" id="{606A2E50-67A7-944A-BFBE-007FE0561769}"/>
                    </a:ext>
                  </a:extLst>
                </p:cNvPr>
                <p:cNvSpPr txBox="1"/>
                <p:nvPr/>
              </p:nvSpPr>
              <p:spPr>
                <a:xfrm>
                  <a:off x="783895" y="1743005"/>
                  <a:ext cx="278343" cy="333774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y</a:t>
                  </a:r>
                </a:p>
              </p:txBody>
            </p:sp>
          </p:grpSp>
        </p:grpSp>
        <p:grpSp>
          <p:nvGrpSpPr>
            <p:cNvPr id="335" name="Group 334">
              <a:extLst>
                <a:ext uri="{FF2B5EF4-FFF2-40B4-BE49-F238E27FC236}">
                  <a16:creationId xmlns:a16="http://schemas.microsoft.com/office/drawing/2014/main" id="{197C3411-8ACC-A144-B943-909C445C648C}"/>
                </a:ext>
              </a:extLst>
            </p:cNvPr>
            <p:cNvGrpSpPr/>
            <p:nvPr/>
          </p:nvGrpSpPr>
          <p:grpSpPr>
            <a:xfrm>
              <a:off x="3337414" y="3136841"/>
              <a:ext cx="687402" cy="480963"/>
              <a:chOff x="1736090" y="2893762"/>
              <a:chExt cx="565150" cy="347726"/>
            </a:xfrm>
          </p:grpSpPr>
          <p:grpSp>
            <p:nvGrpSpPr>
              <p:cNvPr id="336" name="Group 327">
                <a:extLst>
                  <a:ext uri="{FF2B5EF4-FFF2-40B4-BE49-F238E27FC236}">
                    <a16:creationId xmlns:a16="http://schemas.microsoft.com/office/drawing/2014/main" id="{FA996CF8-59FA-CC40-ABE8-FDC6CACF059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36090" y="2893762"/>
                <a:ext cx="565150" cy="292100"/>
                <a:chOff x="1871277" y="1576300"/>
                <a:chExt cx="1128371" cy="437861"/>
              </a:xfrm>
            </p:grpSpPr>
            <p:sp>
              <p:nvSpPr>
                <p:cNvPr id="340" name="Oval 339">
                  <a:extLst>
                    <a:ext uri="{FF2B5EF4-FFF2-40B4-BE49-F238E27FC236}">
                      <a16:creationId xmlns:a16="http://schemas.microsoft.com/office/drawing/2014/main" id="{22C80AE6-A280-4F4B-BB3C-510377C8C0F4}"/>
                    </a:ext>
                  </a:extLst>
                </p:cNvPr>
                <p:cNvSpPr/>
                <p:nvPr/>
              </p:nvSpPr>
              <p:spPr bwMode="auto">
                <a:xfrm flipV="1">
                  <a:off x="1874446" y="1692905"/>
                  <a:ext cx="1125202" cy="321256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0" scaled="1"/>
                  <a:tileRect/>
                </a:gra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41" name="Rectangle 340">
                  <a:extLst>
                    <a:ext uri="{FF2B5EF4-FFF2-40B4-BE49-F238E27FC236}">
                      <a16:creationId xmlns:a16="http://schemas.microsoft.com/office/drawing/2014/main" id="{7A7898E7-4AEB-F249-8E1A-BB05B6E7C9A1}"/>
                    </a:ext>
                  </a:extLst>
                </p:cNvPr>
                <p:cNvSpPr/>
                <p:nvPr/>
              </p:nvSpPr>
              <p:spPr bwMode="auto">
                <a:xfrm>
                  <a:off x="1871277" y="1740499"/>
                  <a:ext cx="1128371" cy="11422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08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42" name="Oval 341">
                  <a:extLst>
                    <a:ext uri="{FF2B5EF4-FFF2-40B4-BE49-F238E27FC236}">
                      <a16:creationId xmlns:a16="http://schemas.microsoft.com/office/drawing/2014/main" id="{9F50EA59-1055-3C43-B49F-67EE49989A84}"/>
                    </a:ext>
                  </a:extLst>
                </p:cNvPr>
                <p:cNvSpPr/>
                <p:nvPr/>
              </p:nvSpPr>
              <p:spPr bwMode="auto">
                <a:xfrm flipV="1">
                  <a:off x="1871277" y="1576300"/>
                  <a:ext cx="1125200" cy="321257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43" name="Freeform 342">
                  <a:extLst>
                    <a:ext uri="{FF2B5EF4-FFF2-40B4-BE49-F238E27FC236}">
                      <a16:creationId xmlns:a16="http://schemas.microsoft.com/office/drawing/2014/main" id="{D1F158B9-CEAB-D242-AB06-53FBCFA9D5B2}"/>
                    </a:ext>
                  </a:extLst>
                </p:cNvPr>
                <p:cNvSpPr/>
                <p:nvPr/>
              </p:nvSpPr>
              <p:spPr bwMode="auto">
                <a:xfrm>
                  <a:off x="2159708" y="1673868"/>
                  <a:ext cx="548339" cy="159438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44" name="Freeform 343">
                  <a:extLst>
                    <a:ext uri="{FF2B5EF4-FFF2-40B4-BE49-F238E27FC236}">
                      <a16:creationId xmlns:a16="http://schemas.microsoft.com/office/drawing/2014/main" id="{08E9302C-A5DE-0241-BE60-AE05D920ACD3}"/>
                    </a:ext>
                  </a:extLst>
                </p:cNvPr>
                <p:cNvSpPr/>
                <p:nvPr/>
              </p:nvSpPr>
              <p:spPr bwMode="auto">
                <a:xfrm>
                  <a:off x="2102655" y="1633412"/>
                  <a:ext cx="662444" cy="111846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45" name="Freeform 344">
                  <a:extLst>
                    <a:ext uri="{FF2B5EF4-FFF2-40B4-BE49-F238E27FC236}">
                      <a16:creationId xmlns:a16="http://schemas.microsoft.com/office/drawing/2014/main" id="{EAAE4EC6-E487-8A47-8AF3-2A052E995BCF}"/>
                    </a:ext>
                  </a:extLst>
                </p:cNvPr>
                <p:cNvSpPr/>
                <p:nvPr/>
              </p:nvSpPr>
              <p:spPr bwMode="auto">
                <a:xfrm>
                  <a:off x="2536889" y="1728599"/>
                  <a:ext cx="244057" cy="97568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46" name="Freeform 345">
                  <a:extLst>
                    <a:ext uri="{FF2B5EF4-FFF2-40B4-BE49-F238E27FC236}">
                      <a16:creationId xmlns:a16="http://schemas.microsoft.com/office/drawing/2014/main" id="{0164778C-A0F6-7F4F-9284-7AE8E2F673FA}"/>
                    </a:ext>
                  </a:extLst>
                </p:cNvPr>
                <p:cNvSpPr/>
                <p:nvPr/>
              </p:nvSpPr>
              <p:spPr bwMode="auto">
                <a:xfrm>
                  <a:off x="2089977" y="1730980"/>
                  <a:ext cx="240888" cy="95187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347" name="Straight Connector 346">
                  <a:extLst>
                    <a:ext uri="{FF2B5EF4-FFF2-40B4-BE49-F238E27FC236}">
                      <a16:creationId xmlns:a16="http://schemas.microsoft.com/office/drawing/2014/main" id="{ACED6B67-F910-AB41-9E13-0CA1E6D4BA56}"/>
                    </a:ext>
                  </a:extLst>
                </p:cNvPr>
                <p:cNvCxnSpPr>
                  <a:endCxn id="342" idx="2"/>
                </p:cNvCxnSpPr>
                <p:nvPr/>
              </p:nvCxnSpPr>
              <p:spPr bwMode="auto">
                <a:xfrm flipH="1" flipV="1">
                  <a:off x="1871277" y="1735739"/>
                  <a:ext cx="3169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348" name="Straight Connector 347">
                  <a:extLst>
                    <a:ext uri="{FF2B5EF4-FFF2-40B4-BE49-F238E27FC236}">
                      <a16:creationId xmlns:a16="http://schemas.microsoft.com/office/drawing/2014/main" id="{6F5908E8-6AF8-F24C-9B0C-EA7C236DCA30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2996477" y="1733359"/>
                  <a:ext cx="3171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  <p:grpSp>
            <p:nvGrpSpPr>
              <p:cNvPr id="337" name="Group 336">
                <a:extLst>
                  <a:ext uri="{FF2B5EF4-FFF2-40B4-BE49-F238E27FC236}">
                    <a16:creationId xmlns:a16="http://schemas.microsoft.com/office/drawing/2014/main" id="{FF9A239B-8694-AE47-A6A5-D2E2B19846A6}"/>
                  </a:ext>
                </a:extLst>
              </p:cNvPr>
              <p:cNvGrpSpPr/>
              <p:nvPr/>
            </p:nvGrpSpPr>
            <p:grpSpPr>
              <a:xfrm>
                <a:off x="1844715" y="2907714"/>
                <a:ext cx="356365" cy="333774"/>
                <a:chOff x="741398" y="1743005"/>
                <a:chExt cx="356365" cy="333774"/>
              </a:xfrm>
            </p:grpSpPr>
            <p:sp>
              <p:nvSpPr>
                <p:cNvPr id="338" name="Oval 337">
                  <a:extLst>
                    <a:ext uri="{FF2B5EF4-FFF2-40B4-BE49-F238E27FC236}">
                      <a16:creationId xmlns:a16="http://schemas.microsoft.com/office/drawing/2014/main" id="{2B59912B-55F6-B640-9431-9D0C0A4BCB3C}"/>
                    </a:ext>
                  </a:extLst>
                </p:cNvPr>
                <p:cNvSpPr/>
                <p:nvPr/>
              </p:nvSpPr>
              <p:spPr bwMode="auto">
                <a:xfrm>
                  <a:off x="741398" y="1850752"/>
                  <a:ext cx="356365" cy="168450"/>
                </a:xfrm>
                <a:prstGeom prst="ellipse">
                  <a:avLst/>
                </a:prstGeom>
                <a:solidFill>
                  <a:srgbClr val="FFFFFF">
                    <a:alpha val="76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39" name="TextBox 338">
                  <a:extLst>
                    <a:ext uri="{FF2B5EF4-FFF2-40B4-BE49-F238E27FC236}">
                      <a16:creationId xmlns:a16="http://schemas.microsoft.com/office/drawing/2014/main" id="{972EBFF0-B83B-E347-8110-C86DE56A7485}"/>
                    </a:ext>
                  </a:extLst>
                </p:cNvPr>
                <p:cNvSpPr txBox="1"/>
                <p:nvPr/>
              </p:nvSpPr>
              <p:spPr>
                <a:xfrm>
                  <a:off x="783895" y="1743005"/>
                  <a:ext cx="278343" cy="333774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x</a:t>
                  </a:r>
                </a:p>
              </p:txBody>
            </p:sp>
          </p:grpSp>
        </p:grpSp>
      </p:grpSp>
      <p:sp>
        <p:nvSpPr>
          <p:cNvPr id="3" name="Title 2">
            <a:extLst>
              <a:ext uri="{FF2B5EF4-FFF2-40B4-BE49-F238E27FC236}">
                <a16:creationId xmlns:a16="http://schemas.microsoft.com/office/drawing/2014/main" id="{FECD85E7-B9DB-9043-B7EC-8C0919E801A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199" y="364139"/>
            <a:ext cx="10710797" cy="894622"/>
          </a:xfrm>
        </p:spPr>
        <p:txBody>
          <a:bodyPr>
            <a:normAutofit fontScale="90000"/>
          </a:bodyPr>
          <a:lstStyle/>
          <a:p>
            <a:r>
              <a:rPr lang="en-US" dirty="0"/>
              <a:t>Traffic engineering: difficult with traditional routing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8F71119-17C6-6045-B8FE-FECA68C801C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73</a:t>
            </a:fld>
            <a:endParaRPr lang="en-US" dirty="0"/>
          </a:p>
        </p:txBody>
      </p:sp>
      <p:sp>
        <p:nvSpPr>
          <p:cNvPr id="300" name="TextBox 299">
            <a:extLst>
              <a:ext uri="{FF2B5EF4-FFF2-40B4-BE49-F238E27FC236}">
                <a16:creationId xmlns:a16="http://schemas.microsoft.com/office/drawing/2014/main" id="{FA073D9B-37E7-E64E-96CA-547CD0B3CCE6}"/>
              </a:ext>
            </a:extLst>
          </p:cNvPr>
          <p:cNvSpPr txBox="1"/>
          <p:nvPr/>
        </p:nvSpPr>
        <p:spPr>
          <a:xfrm>
            <a:off x="2623386" y="4329157"/>
            <a:ext cx="7417563" cy="138499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i="1" u="sng" dirty="0">
                <a:solidFill>
                  <a:srgbClr val="000090"/>
                </a:solidFill>
              </a:rPr>
              <a:t>Q: </a:t>
            </a:r>
            <a:r>
              <a:rPr lang="en-US" sz="2800" dirty="0"/>
              <a:t>what if network operator wants to split  u-to-z traffic along uvwz </a:t>
            </a:r>
            <a:r>
              <a:rPr lang="en-US" sz="2800" i="1" dirty="0">
                <a:solidFill>
                  <a:srgbClr val="CC0000"/>
                </a:solidFill>
              </a:rPr>
              <a:t>and</a:t>
            </a:r>
            <a:r>
              <a:rPr lang="en-US" sz="2800" dirty="0"/>
              <a:t> uxyz (load balancing)?</a:t>
            </a:r>
          </a:p>
          <a:p>
            <a:r>
              <a:rPr lang="en-US" sz="2800" i="1" u="sng" dirty="0">
                <a:solidFill>
                  <a:srgbClr val="000090"/>
                </a:solidFill>
              </a:rPr>
              <a:t>A: </a:t>
            </a:r>
            <a:r>
              <a:rPr lang="en-US" sz="2800" dirty="0"/>
              <a:t>can’t do it (or need a new routing algorithm)</a:t>
            </a:r>
          </a:p>
        </p:txBody>
      </p:sp>
      <p:grpSp>
        <p:nvGrpSpPr>
          <p:cNvPr id="301" name="Group 300">
            <a:extLst>
              <a:ext uri="{FF2B5EF4-FFF2-40B4-BE49-F238E27FC236}">
                <a16:creationId xmlns:a16="http://schemas.microsoft.com/office/drawing/2014/main" id="{5D2685C4-8AFE-C64F-82B9-C2917F255438}"/>
              </a:ext>
            </a:extLst>
          </p:cNvPr>
          <p:cNvGrpSpPr/>
          <p:nvPr/>
        </p:nvGrpSpPr>
        <p:grpSpPr>
          <a:xfrm>
            <a:off x="3389946" y="2087513"/>
            <a:ext cx="1838752" cy="1207922"/>
            <a:chOff x="1800839" y="2199110"/>
            <a:chExt cx="1838752" cy="1207922"/>
          </a:xfrm>
        </p:grpSpPr>
        <p:sp>
          <p:nvSpPr>
            <p:cNvPr id="302" name="Freeform 301">
              <a:extLst>
                <a:ext uri="{FF2B5EF4-FFF2-40B4-BE49-F238E27FC236}">
                  <a16:creationId xmlns:a16="http://schemas.microsoft.com/office/drawing/2014/main" id="{7C98F31C-E02C-894D-B8D6-652C4F3EC9FD}"/>
                </a:ext>
              </a:extLst>
            </p:cNvPr>
            <p:cNvSpPr/>
            <p:nvPr/>
          </p:nvSpPr>
          <p:spPr>
            <a:xfrm>
              <a:off x="1800839" y="2199110"/>
              <a:ext cx="1838752" cy="549777"/>
            </a:xfrm>
            <a:custGeom>
              <a:avLst/>
              <a:gdLst>
                <a:gd name="connsiteX0" fmla="*/ 0 w 1876665"/>
                <a:gd name="connsiteY0" fmla="*/ 739356 h 739356"/>
                <a:gd name="connsiteX1" fmla="*/ 985723 w 1876665"/>
                <a:gd name="connsiteY1" fmla="*/ 720399 h 739356"/>
                <a:gd name="connsiteX2" fmla="*/ 1876665 w 1876665"/>
                <a:gd name="connsiteY2" fmla="*/ 0 h 739356"/>
                <a:gd name="connsiteX0" fmla="*/ 0 w 1876665"/>
                <a:gd name="connsiteY0" fmla="*/ 739356 h 739356"/>
                <a:gd name="connsiteX1" fmla="*/ 818495 w 1876665"/>
                <a:gd name="connsiteY1" fmla="*/ 720399 h 739356"/>
                <a:gd name="connsiteX2" fmla="*/ 1876665 w 1876665"/>
                <a:gd name="connsiteY2" fmla="*/ 0 h 739356"/>
                <a:gd name="connsiteX0" fmla="*/ 0 w 1802341"/>
                <a:gd name="connsiteY0" fmla="*/ 630627 h 630627"/>
                <a:gd name="connsiteX1" fmla="*/ 818495 w 1802341"/>
                <a:gd name="connsiteY1" fmla="*/ 611670 h 630627"/>
                <a:gd name="connsiteX2" fmla="*/ 1802341 w 1802341"/>
                <a:gd name="connsiteY2" fmla="*/ 0 h 630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802341" h="630627">
                  <a:moveTo>
                    <a:pt x="0" y="630627"/>
                  </a:moveTo>
                  <a:lnTo>
                    <a:pt x="818495" y="611670"/>
                  </a:lnTo>
                  <a:lnTo>
                    <a:pt x="1802341" y="0"/>
                  </a:lnTo>
                </a:path>
              </a:pathLst>
            </a:custGeom>
            <a:ln w="50800" cmpd="sng">
              <a:solidFill>
                <a:srgbClr val="CC0000"/>
              </a:solidFill>
              <a:tailEnd type="triangle"/>
            </a:ln>
          </p:spPr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03" name="Freeform 302">
              <a:extLst>
                <a:ext uri="{FF2B5EF4-FFF2-40B4-BE49-F238E27FC236}">
                  <a16:creationId xmlns:a16="http://schemas.microsoft.com/office/drawing/2014/main" id="{A72301BF-F676-BD4D-99F2-0250E62D90CF}"/>
                </a:ext>
              </a:extLst>
            </p:cNvPr>
            <p:cNvSpPr/>
            <p:nvPr/>
          </p:nvSpPr>
          <p:spPr>
            <a:xfrm flipV="1">
              <a:off x="1801588" y="2749626"/>
              <a:ext cx="1741891" cy="657406"/>
            </a:xfrm>
            <a:custGeom>
              <a:avLst/>
              <a:gdLst>
                <a:gd name="connsiteX0" fmla="*/ 0 w 1876665"/>
                <a:gd name="connsiteY0" fmla="*/ 739356 h 739356"/>
                <a:gd name="connsiteX1" fmla="*/ 985723 w 1876665"/>
                <a:gd name="connsiteY1" fmla="*/ 720399 h 739356"/>
                <a:gd name="connsiteX2" fmla="*/ 1876665 w 1876665"/>
                <a:gd name="connsiteY2" fmla="*/ 0 h 739356"/>
                <a:gd name="connsiteX0" fmla="*/ 0 w 1876665"/>
                <a:gd name="connsiteY0" fmla="*/ 739356 h 739356"/>
                <a:gd name="connsiteX1" fmla="*/ 818495 w 1876665"/>
                <a:gd name="connsiteY1" fmla="*/ 720399 h 739356"/>
                <a:gd name="connsiteX2" fmla="*/ 1876665 w 1876665"/>
                <a:gd name="connsiteY2" fmla="*/ 0 h 739356"/>
                <a:gd name="connsiteX0" fmla="*/ 0 w 1802341"/>
                <a:gd name="connsiteY0" fmla="*/ 630627 h 630627"/>
                <a:gd name="connsiteX1" fmla="*/ 818495 w 1802341"/>
                <a:gd name="connsiteY1" fmla="*/ 611670 h 630627"/>
                <a:gd name="connsiteX2" fmla="*/ 1802341 w 1802341"/>
                <a:gd name="connsiteY2" fmla="*/ 0 h 630627"/>
                <a:gd name="connsiteX0" fmla="*/ 0 w 1707398"/>
                <a:gd name="connsiteY0" fmla="*/ 754084 h 754084"/>
                <a:gd name="connsiteX1" fmla="*/ 818495 w 1707398"/>
                <a:gd name="connsiteY1" fmla="*/ 735127 h 754084"/>
                <a:gd name="connsiteX2" fmla="*/ 1707398 w 1707398"/>
                <a:gd name="connsiteY2" fmla="*/ 0 h 7540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707398" h="754084">
                  <a:moveTo>
                    <a:pt x="0" y="754084"/>
                  </a:moveTo>
                  <a:lnTo>
                    <a:pt x="818495" y="735127"/>
                  </a:lnTo>
                  <a:lnTo>
                    <a:pt x="1707398" y="0"/>
                  </a:lnTo>
                </a:path>
              </a:pathLst>
            </a:custGeom>
            <a:ln w="50800" cmpd="sng">
              <a:solidFill>
                <a:srgbClr val="CC0000"/>
              </a:solidFill>
              <a:tailEnd type="triangle"/>
            </a:ln>
          </p:spPr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</p:spTree>
    <p:extLst>
      <p:ext uri="{BB962C8B-B14F-4D97-AF65-F5344CB8AC3E}">
        <p14:creationId xmlns:p14="http://schemas.microsoft.com/office/powerpoint/2010/main" val="330147304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0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3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30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FECD85E7-B9DB-9043-B7EC-8C0919E801A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199" y="364139"/>
            <a:ext cx="10710797" cy="894622"/>
          </a:xfrm>
        </p:spPr>
        <p:txBody>
          <a:bodyPr>
            <a:normAutofit fontScale="90000"/>
          </a:bodyPr>
          <a:lstStyle/>
          <a:p>
            <a:r>
              <a:rPr lang="en-US" dirty="0"/>
              <a:t>Traffic engineering: difficult with traditional routing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8F71119-17C6-6045-B8FE-FECA68C801C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74</a:t>
            </a:fld>
            <a:endParaRPr lang="en-US" dirty="0"/>
          </a:p>
        </p:txBody>
      </p:sp>
      <p:sp>
        <p:nvSpPr>
          <p:cNvPr id="152" name="TextBox 151">
            <a:extLst>
              <a:ext uri="{FF2B5EF4-FFF2-40B4-BE49-F238E27FC236}">
                <a16:creationId xmlns:a16="http://schemas.microsoft.com/office/drawing/2014/main" id="{B8C4E43C-52C5-9843-9797-566EB715CE33}"/>
              </a:ext>
            </a:extLst>
          </p:cNvPr>
          <p:cNvSpPr txBox="1"/>
          <p:nvPr/>
        </p:nvSpPr>
        <p:spPr>
          <a:xfrm>
            <a:off x="1207432" y="4302204"/>
            <a:ext cx="10513513" cy="110799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sz="2800" i="1" u="sng" dirty="0">
                <a:solidFill>
                  <a:srgbClr val="000090"/>
                </a:solidFill>
                <a:ea typeface="ＭＳ Ｐゴシック" charset="0"/>
              </a:rPr>
              <a:t>Q: </a:t>
            </a:r>
            <a:r>
              <a:rPr lang="en-US" sz="2800" dirty="0"/>
              <a:t>what if w wants to route blue and red traffic differently from w to z?</a:t>
            </a:r>
          </a:p>
          <a:p>
            <a:pPr eaLnBrk="0" fontAlgn="base" hangingPunct="0">
              <a:spcBef>
                <a:spcPts val="1200"/>
              </a:spcBef>
              <a:spcAft>
                <a:spcPct val="0"/>
              </a:spcAft>
            </a:pPr>
            <a:r>
              <a:rPr lang="en-US" sz="2800" i="1" u="sng" dirty="0">
                <a:solidFill>
                  <a:srgbClr val="000090"/>
                </a:solidFill>
                <a:ea typeface="ＭＳ Ｐゴシック" charset="0"/>
              </a:rPr>
              <a:t>A: </a:t>
            </a:r>
            <a:r>
              <a:rPr lang="en-US" sz="2800" dirty="0"/>
              <a:t>can’t do it (with destination-based forwarding, and LS, DV routing)</a:t>
            </a:r>
            <a:endParaRPr lang="en-US" sz="2400" dirty="0">
              <a:solidFill>
                <a:srgbClr val="000000"/>
              </a:solidFill>
              <a:ea typeface="ＭＳ Ｐゴシック" charset="0"/>
            </a:endParaRPr>
          </a:p>
        </p:txBody>
      </p:sp>
      <p:grpSp>
        <p:nvGrpSpPr>
          <p:cNvPr id="297" name="Group 296">
            <a:extLst>
              <a:ext uri="{FF2B5EF4-FFF2-40B4-BE49-F238E27FC236}">
                <a16:creationId xmlns:a16="http://schemas.microsoft.com/office/drawing/2014/main" id="{A94D9CBD-C23E-8E41-A1FD-57F5454A51C2}"/>
              </a:ext>
            </a:extLst>
          </p:cNvPr>
          <p:cNvGrpSpPr/>
          <p:nvPr/>
        </p:nvGrpSpPr>
        <p:grpSpPr>
          <a:xfrm>
            <a:off x="2509218" y="1275410"/>
            <a:ext cx="6875191" cy="2404002"/>
            <a:chOff x="943464" y="1363093"/>
            <a:chExt cx="6875191" cy="2404002"/>
          </a:xfrm>
        </p:grpSpPr>
        <p:grpSp>
          <p:nvGrpSpPr>
            <p:cNvPr id="154" name="Group 1612">
              <a:extLst>
                <a:ext uri="{FF2B5EF4-FFF2-40B4-BE49-F238E27FC236}">
                  <a16:creationId xmlns:a16="http://schemas.microsoft.com/office/drawing/2014/main" id="{0BD8AB97-2D6D-9043-9508-FC2F9B50DE4C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943464" y="2441244"/>
              <a:ext cx="855053" cy="655887"/>
              <a:chOff x="2839" y="3501"/>
              <a:chExt cx="755" cy="803"/>
            </a:xfrm>
          </p:grpSpPr>
          <p:pic>
            <p:nvPicPr>
              <p:cNvPr id="155" name="Picture 1613" descr="desktop_computer_stylized_medium">
                <a:extLst>
                  <a:ext uri="{FF2B5EF4-FFF2-40B4-BE49-F238E27FC236}">
                    <a16:creationId xmlns:a16="http://schemas.microsoft.com/office/drawing/2014/main" id="{00E6DCF3-67BA-4E41-887B-347DDF9653C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56" name="Freeform 1614">
                <a:extLst>
                  <a:ext uri="{FF2B5EF4-FFF2-40B4-BE49-F238E27FC236}">
                    <a16:creationId xmlns:a16="http://schemas.microsoft.com/office/drawing/2014/main" id="{09FB0C63-6B22-4043-96F0-FC9B82E593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157" name="Freeform 3">
              <a:extLst>
                <a:ext uri="{FF2B5EF4-FFF2-40B4-BE49-F238E27FC236}">
                  <a16:creationId xmlns:a16="http://schemas.microsoft.com/office/drawing/2014/main" id="{8E69ABA6-8634-5845-9434-96BFB8B841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9747" y="1363093"/>
              <a:ext cx="5142041" cy="2404002"/>
            </a:xfrm>
            <a:custGeom>
              <a:avLst/>
              <a:gdLst>
                <a:gd name="T0" fmla="*/ 0 w 2250"/>
                <a:gd name="T1" fmla="*/ 624 h 1409"/>
                <a:gd name="T2" fmla="*/ 219 w 2250"/>
                <a:gd name="T3" fmla="*/ 321 h 1409"/>
                <a:gd name="T4" fmla="*/ 529 w 2250"/>
                <a:gd name="T5" fmla="*/ 35 h 1409"/>
                <a:gd name="T6" fmla="*/ 1551 w 2250"/>
                <a:gd name="T7" fmla="*/ 111 h 1409"/>
                <a:gd name="T8" fmla="*/ 1968 w 2250"/>
                <a:gd name="T9" fmla="*/ 483 h 1409"/>
                <a:gd name="T10" fmla="*/ 2199 w 2250"/>
                <a:gd name="T11" fmla="*/ 906 h 1409"/>
                <a:gd name="T12" fmla="*/ 1659 w 2250"/>
                <a:gd name="T13" fmla="*/ 1314 h 1409"/>
                <a:gd name="T14" fmla="*/ 993 w 2250"/>
                <a:gd name="T15" fmla="*/ 1386 h 1409"/>
                <a:gd name="T16" fmla="*/ 465 w 2250"/>
                <a:gd name="T17" fmla="*/ 1356 h 1409"/>
                <a:gd name="T18" fmla="*/ 102 w 2250"/>
                <a:gd name="T19" fmla="*/ 1068 h 1409"/>
                <a:gd name="T20" fmla="*/ 0 w 2250"/>
                <a:gd name="T21" fmla="*/ 624 h 140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2250"/>
                <a:gd name="T34" fmla="*/ 0 h 1409"/>
                <a:gd name="T35" fmla="*/ 2250 w 2250"/>
                <a:gd name="T36" fmla="*/ 1409 h 1409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2250" h="1409">
                  <a:moveTo>
                    <a:pt x="0" y="624"/>
                  </a:moveTo>
                  <a:cubicBezTo>
                    <a:pt x="5" y="506"/>
                    <a:pt x="131" y="419"/>
                    <a:pt x="219" y="321"/>
                  </a:cubicBezTo>
                  <a:cubicBezTo>
                    <a:pt x="307" y="223"/>
                    <a:pt x="307" y="70"/>
                    <a:pt x="529" y="35"/>
                  </a:cubicBezTo>
                  <a:cubicBezTo>
                    <a:pt x="751" y="0"/>
                    <a:pt x="1311" y="36"/>
                    <a:pt x="1551" y="111"/>
                  </a:cubicBezTo>
                  <a:cubicBezTo>
                    <a:pt x="1791" y="186"/>
                    <a:pt x="1860" y="351"/>
                    <a:pt x="1968" y="483"/>
                  </a:cubicBezTo>
                  <a:cubicBezTo>
                    <a:pt x="2076" y="615"/>
                    <a:pt x="2250" y="767"/>
                    <a:pt x="2199" y="906"/>
                  </a:cubicBezTo>
                  <a:cubicBezTo>
                    <a:pt x="2148" y="1045"/>
                    <a:pt x="1860" y="1234"/>
                    <a:pt x="1659" y="1314"/>
                  </a:cubicBezTo>
                  <a:cubicBezTo>
                    <a:pt x="1458" y="1394"/>
                    <a:pt x="1192" y="1379"/>
                    <a:pt x="993" y="1386"/>
                  </a:cubicBezTo>
                  <a:cubicBezTo>
                    <a:pt x="794" y="1393"/>
                    <a:pt x="613" y="1409"/>
                    <a:pt x="465" y="1356"/>
                  </a:cubicBezTo>
                  <a:cubicBezTo>
                    <a:pt x="317" y="1303"/>
                    <a:pt x="180" y="1190"/>
                    <a:pt x="102" y="1068"/>
                  </a:cubicBezTo>
                  <a:cubicBezTo>
                    <a:pt x="24" y="946"/>
                    <a:pt x="21" y="716"/>
                    <a:pt x="0" y="624"/>
                  </a:cubicBezTo>
                  <a:close/>
                </a:path>
              </a:pathLst>
            </a:custGeom>
            <a:solidFill>
              <a:srgbClr val="9CE0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158" name="Freeform 4">
              <a:extLst>
                <a:ext uri="{FF2B5EF4-FFF2-40B4-BE49-F238E27FC236}">
                  <a16:creationId xmlns:a16="http://schemas.microsoft.com/office/drawing/2014/main" id="{8D497D06-6BFF-794A-BBB9-2BD260DF6F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4105" y="2267385"/>
              <a:ext cx="781590" cy="317349"/>
            </a:xfrm>
            <a:custGeom>
              <a:avLst/>
              <a:gdLst>
                <a:gd name="T0" fmla="*/ 0 w 342"/>
                <a:gd name="T1" fmla="*/ 186 h 186"/>
                <a:gd name="T2" fmla="*/ 342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59" name="Freeform 35">
              <a:extLst>
                <a:ext uri="{FF2B5EF4-FFF2-40B4-BE49-F238E27FC236}">
                  <a16:creationId xmlns:a16="http://schemas.microsoft.com/office/drawing/2014/main" id="{4365C0F0-386F-5444-A46B-58693A02756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54292" y="2313451"/>
              <a:ext cx="2285" cy="890624"/>
            </a:xfrm>
            <a:custGeom>
              <a:avLst/>
              <a:gdLst>
                <a:gd name="T0" fmla="*/ 0 w 1"/>
                <a:gd name="T1" fmla="*/ 0 h 522"/>
                <a:gd name="T2" fmla="*/ 0 w 1"/>
                <a:gd name="T3" fmla="*/ 522 h 522"/>
                <a:gd name="T4" fmla="*/ 0 60000 65536"/>
                <a:gd name="T5" fmla="*/ 0 60000 65536"/>
                <a:gd name="T6" fmla="*/ 0 w 1"/>
                <a:gd name="T7" fmla="*/ 0 h 522"/>
                <a:gd name="T8" fmla="*/ 1 w 1"/>
                <a:gd name="T9" fmla="*/ 522 h 52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522">
                  <a:moveTo>
                    <a:pt x="0" y="0"/>
                  </a:moveTo>
                  <a:lnTo>
                    <a:pt x="0" y="522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60" name="Freeform 36">
              <a:extLst>
                <a:ext uri="{FF2B5EF4-FFF2-40B4-BE49-F238E27FC236}">
                  <a16:creationId xmlns:a16="http://schemas.microsoft.com/office/drawing/2014/main" id="{C77BBDC2-B941-6546-9C6F-9F6FE73C0C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0544" y="2323688"/>
              <a:ext cx="2285" cy="916217"/>
            </a:xfrm>
            <a:custGeom>
              <a:avLst/>
              <a:gdLst>
                <a:gd name="T0" fmla="*/ 0 w 1"/>
                <a:gd name="T1" fmla="*/ 0 h 537"/>
                <a:gd name="T2" fmla="*/ 0 w 1"/>
                <a:gd name="T3" fmla="*/ 537 h 537"/>
                <a:gd name="T4" fmla="*/ 0 60000 65536"/>
                <a:gd name="T5" fmla="*/ 0 60000 65536"/>
                <a:gd name="T6" fmla="*/ 0 w 1"/>
                <a:gd name="T7" fmla="*/ 0 h 537"/>
                <a:gd name="T8" fmla="*/ 1 w 1"/>
                <a:gd name="T9" fmla="*/ 537 h 53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537">
                  <a:moveTo>
                    <a:pt x="0" y="0"/>
                  </a:moveTo>
                  <a:lnTo>
                    <a:pt x="0" y="537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61" name="Freeform 37">
              <a:extLst>
                <a:ext uri="{FF2B5EF4-FFF2-40B4-BE49-F238E27FC236}">
                  <a16:creationId xmlns:a16="http://schemas.microsoft.com/office/drawing/2014/main" id="{23546693-3BF2-A145-ABBB-84180074DD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6497" y="2298095"/>
              <a:ext cx="1462948" cy="1050313"/>
            </a:xfrm>
            <a:custGeom>
              <a:avLst/>
              <a:gdLst>
                <a:gd name="T0" fmla="*/ 0 w 378"/>
                <a:gd name="T1" fmla="*/ 142610238 h 174"/>
                <a:gd name="T2" fmla="*/ 8951 w 378"/>
                <a:gd name="T3" fmla="*/ 0 h 174"/>
                <a:gd name="T4" fmla="*/ 0 60000 65536"/>
                <a:gd name="T5" fmla="*/ 0 60000 65536"/>
                <a:gd name="T6" fmla="*/ 0 w 378"/>
                <a:gd name="T7" fmla="*/ 0 h 174"/>
                <a:gd name="T8" fmla="*/ 378 w 378"/>
                <a:gd name="T9" fmla="*/ 174 h 17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78" h="174">
                  <a:moveTo>
                    <a:pt x="0" y="174"/>
                  </a:moveTo>
                  <a:lnTo>
                    <a:pt x="378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62" name="Freeform 38">
              <a:extLst>
                <a:ext uri="{FF2B5EF4-FFF2-40B4-BE49-F238E27FC236}">
                  <a16:creationId xmlns:a16="http://schemas.microsoft.com/office/drawing/2014/main" id="{4B108790-D860-1A40-8A30-29BC147110C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92247" y="2891845"/>
              <a:ext cx="1161856" cy="455711"/>
            </a:xfrm>
            <a:custGeom>
              <a:avLst/>
              <a:gdLst>
                <a:gd name="T0" fmla="*/ 0 w 366"/>
                <a:gd name="T1" fmla="*/ 270 h 270"/>
                <a:gd name="T2" fmla="*/ 366 w 366"/>
                <a:gd name="T3" fmla="*/ 0 h 270"/>
                <a:gd name="T4" fmla="*/ 0 60000 65536"/>
                <a:gd name="T5" fmla="*/ 0 60000 65536"/>
                <a:gd name="T6" fmla="*/ 0 w 366"/>
                <a:gd name="T7" fmla="*/ 0 h 270"/>
                <a:gd name="T8" fmla="*/ 366 w 366"/>
                <a:gd name="T9" fmla="*/ 270 h 270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270">
                  <a:moveTo>
                    <a:pt x="0" y="270"/>
                  </a:moveTo>
                  <a:lnTo>
                    <a:pt x="366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63" name="Freeform 39">
              <a:extLst>
                <a:ext uri="{FF2B5EF4-FFF2-40B4-BE49-F238E27FC236}">
                  <a16:creationId xmlns:a16="http://schemas.microsoft.com/office/drawing/2014/main" id="{673850FE-4FB2-384A-95A9-0192EBDCBEC4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4022465" y="3327268"/>
              <a:ext cx="908330" cy="45719"/>
            </a:xfrm>
            <a:custGeom>
              <a:avLst/>
              <a:gdLst>
                <a:gd name="T0" fmla="*/ 366 w 366"/>
                <a:gd name="T1" fmla="*/ 0 h 1"/>
                <a:gd name="T2" fmla="*/ 0 w 366"/>
                <a:gd name="T3" fmla="*/ 0 h 1"/>
                <a:gd name="T4" fmla="*/ 0 60000 65536"/>
                <a:gd name="T5" fmla="*/ 0 60000 65536"/>
                <a:gd name="T6" fmla="*/ 0 w 366"/>
                <a:gd name="T7" fmla="*/ 0 h 1"/>
                <a:gd name="T8" fmla="*/ 366 w 366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1">
                  <a:moveTo>
                    <a:pt x="366" y="0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64" name="Freeform 40">
              <a:extLst>
                <a:ext uri="{FF2B5EF4-FFF2-40B4-BE49-F238E27FC236}">
                  <a16:creationId xmlns:a16="http://schemas.microsoft.com/office/drawing/2014/main" id="{831F2C0E-017B-6F47-B699-72D1057035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0696" y="2820186"/>
              <a:ext cx="630757" cy="450430"/>
            </a:xfrm>
            <a:custGeom>
              <a:avLst/>
              <a:gdLst>
                <a:gd name="T0" fmla="*/ 276 w 276"/>
                <a:gd name="T1" fmla="*/ 264 h 264"/>
                <a:gd name="T2" fmla="*/ 0 w 276"/>
                <a:gd name="T3" fmla="*/ 0 h 264"/>
                <a:gd name="T4" fmla="*/ 0 60000 65536"/>
                <a:gd name="T5" fmla="*/ 0 60000 65536"/>
                <a:gd name="T6" fmla="*/ 0 w 276"/>
                <a:gd name="T7" fmla="*/ 0 h 264"/>
                <a:gd name="T8" fmla="*/ 276 w 276"/>
                <a:gd name="T9" fmla="*/ 264 h 26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76" h="264">
                  <a:moveTo>
                    <a:pt x="276" y="264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65" name="Freeform 41">
              <a:extLst>
                <a:ext uri="{FF2B5EF4-FFF2-40B4-BE49-F238E27FC236}">
                  <a16:creationId xmlns:a16="http://schemas.microsoft.com/office/drawing/2014/main" id="{6A4B4D8E-FA05-2C41-84E8-F4C9EDC49C0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7627" y="2195725"/>
              <a:ext cx="836439" cy="1706"/>
            </a:xfrm>
            <a:custGeom>
              <a:avLst/>
              <a:gdLst>
                <a:gd name="T0" fmla="*/ 366 w 366"/>
                <a:gd name="T1" fmla="*/ 0 h 1"/>
                <a:gd name="T2" fmla="*/ 0 w 366"/>
                <a:gd name="T3" fmla="*/ 0 h 1"/>
                <a:gd name="T4" fmla="*/ 0 60000 65536"/>
                <a:gd name="T5" fmla="*/ 0 60000 65536"/>
                <a:gd name="T6" fmla="*/ 0 w 366"/>
                <a:gd name="T7" fmla="*/ 0 h 1"/>
                <a:gd name="T8" fmla="*/ 366 w 366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1">
                  <a:moveTo>
                    <a:pt x="366" y="0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66" name="Freeform 42">
              <a:extLst>
                <a:ext uri="{FF2B5EF4-FFF2-40B4-BE49-F238E27FC236}">
                  <a16:creationId xmlns:a16="http://schemas.microsoft.com/office/drawing/2014/main" id="{918A6C29-ABC4-E04D-BD68-BEAFDF1C9DFA}"/>
                </a:ext>
              </a:extLst>
            </p:cNvPr>
            <p:cNvSpPr>
              <a:spLocks/>
            </p:cNvSpPr>
            <p:nvPr/>
          </p:nvSpPr>
          <p:spPr bwMode="auto">
            <a:xfrm>
              <a:off x="5572253" y="2248471"/>
              <a:ext cx="922986" cy="397685"/>
            </a:xfrm>
            <a:custGeom>
              <a:avLst/>
              <a:gdLst>
                <a:gd name="T0" fmla="*/ 396 w 396"/>
                <a:gd name="T1" fmla="*/ 267 h 267"/>
                <a:gd name="T2" fmla="*/ 0 w 396"/>
                <a:gd name="T3" fmla="*/ 0 h 267"/>
                <a:gd name="T4" fmla="*/ 0 60000 65536"/>
                <a:gd name="T5" fmla="*/ 0 60000 65536"/>
                <a:gd name="T6" fmla="*/ 0 w 396"/>
                <a:gd name="T7" fmla="*/ 0 h 267"/>
                <a:gd name="T8" fmla="*/ 396 w 396"/>
                <a:gd name="T9" fmla="*/ 267 h 26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96" h="267">
                  <a:moveTo>
                    <a:pt x="396" y="267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67" name="Freeform 43">
              <a:extLst>
                <a:ext uri="{FF2B5EF4-FFF2-40B4-BE49-F238E27FC236}">
                  <a16:creationId xmlns:a16="http://schemas.microsoft.com/office/drawing/2014/main" id="{EB32E367-2118-A94D-BF00-9C13677782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0431" y="1458657"/>
              <a:ext cx="2536740" cy="1100484"/>
            </a:xfrm>
            <a:custGeom>
              <a:avLst/>
              <a:gdLst>
                <a:gd name="T0" fmla="*/ 1110 w 1110"/>
                <a:gd name="T1" fmla="*/ 342 h 645"/>
                <a:gd name="T2" fmla="*/ 0 w 1110"/>
                <a:gd name="T3" fmla="*/ 645 h 645"/>
                <a:gd name="T4" fmla="*/ 0 60000 65536"/>
                <a:gd name="T5" fmla="*/ 0 60000 65536"/>
                <a:gd name="T6" fmla="*/ 0 w 1110"/>
                <a:gd name="T7" fmla="*/ 0 h 645"/>
                <a:gd name="T8" fmla="*/ 1110 w 1110"/>
                <a:gd name="T9" fmla="*/ 645 h 645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110" h="645">
                  <a:moveTo>
                    <a:pt x="1110" y="342"/>
                  </a:moveTo>
                  <a:cubicBezTo>
                    <a:pt x="1104" y="0"/>
                    <a:pt x="21" y="63"/>
                    <a:pt x="0" y="645"/>
                  </a:cubicBez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68" name="Text Box 62">
              <a:extLst>
                <a:ext uri="{FF2B5EF4-FFF2-40B4-BE49-F238E27FC236}">
                  <a16:creationId xmlns:a16="http://schemas.microsoft.com/office/drawing/2014/main" id="{40CFA898-AE18-AA4C-B890-BC5A3211543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22678" y="2178663"/>
              <a:ext cx="447929" cy="3941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69" name="Text Box 63">
              <a:extLst>
                <a:ext uri="{FF2B5EF4-FFF2-40B4-BE49-F238E27FC236}">
                  <a16:creationId xmlns:a16="http://schemas.microsoft.com/office/drawing/2014/main" id="{7F410C6B-8CD5-444B-B3B5-0BE3A1A00F0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17981" y="2552316"/>
              <a:ext cx="447929" cy="3941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70" name="Text Box 64">
              <a:extLst>
                <a:ext uri="{FF2B5EF4-FFF2-40B4-BE49-F238E27FC236}">
                  <a16:creationId xmlns:a16="http://schemas.microsoft.com/office/drawing/2014/main" id="{E8BAF6B1-6822-6740-9788-557793FE7F0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623853" y="2915732"/>
              <a:ext cx="447929" cy="3941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71" name="Text Box 65">
              <a:extLst>
                <a:ext uri="{FF2B5EF4-FFF2-40B4-BE49-F238E27FC236}">
                  <a16:creationId xmlns:a16="http://schemas.microsoft.com/office/drawing/2014/main" id="{9B6FC99A-D559-1742-9432-5A6A153482E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495556" y="2710990"/>
              <a:ext cx="447929" cy="3941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72" name="Text Box 66">
              <a:extLst>
                <a:ext uri="{FF2B5EF4-FFF2-40B4-BE49-F238E27FC236}">
                  <a16:creationId xmlns:a16="http://schemas.microsoft.com/office/drawing/2014/main" id="{F6A2F549-C6AA-564D-9B19-4C5435640D9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51579" y="3314977"/>
              <a:ext cx="447929" cy="3941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73" name="Text Box 67">
              <a:extLst>
                <a:ext uri="{FF2B5EF4-FFF2-40B4-BE49-F238E27FC236}">
                  <a16:creationId xmlns:a16="http://schemas.microsoft.com/office/drawing/2014/main" id="{2DF2DEE5-DD0B-5C4A-A7A2-9E21D9EE3A1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74305" y="2583027"/>
              <a:ext cx="447929" cy="3941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74" name="Text Box 68">
              <a:extLst>
                <a:ext uri="{FF2B5EF4-FFF2-40B4-BE49-F238E27FC236}">
                  <a16:creationId xmlns:a16="http://schemas.microsoft.com/office/drawing/2014/main" id="{C755B828-30E8-C041-9870-4446F2CA45C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97032" y="3033458"/>
              <a:ext cx="447929" cy="3941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75" name="Text Box 69">
              <a:extLst>
                <a:ext uri="{FF2B5EF4-FFF2-40B4-BE49-F238E27FC236}">
                  <a16:creationId xmlns:a16="http://schemas.microsoft.com/office/drawing/2014/main" id="{BE7844F9-45FF-334E-8175-B2939E1BB8D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35327" y="2117241"/>
              <a:ext cx="447929" cy="3941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76" name="Text Box 70">
              <a:extLst>
                <a:ext uri="{FF2B5EF4-FFF2-40B4-BE49-F238E27FC236}">
                  <a16:creationId xmlns:a16="http://schemas.microsoft.com/office/drawing/2014/main" id="{4001CA90-07A9-534E-BEBA-99903C0B7D2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55594" y="1861315"/>
              <a:ext cx="447929" cy="3941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77" name="Text Box 71">
              <a:extLst>
                <a:ext uri="{FF2B5EF4-FFF2-40B4-BE49-F238E27FC236}">
                  <a16:creationId xmlns:a16="http://schemas.microsoft.com/office/drawing/2014/main" id="{66FFC234-ABD7-A34C-9CAA-28A69EBD05C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53435" y="1405766"/>
              <a:ext cx="447929" cy="3941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178" name="Group 1507">
              <a:extLst>
                <a:ext uri="{FF2B5EF4-FFF2-40B4-BE49-F238E27FC236}">
                  <a16:creationId xmlns:a16="http://schemas.microsoft.com/office/drawing/2014/main" id="{BDCCE051-86D6-FF44-A3CF-726B1387618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391175" y="2426604"/>
              <a:ext cx="427480" cy="711995"/>
              <a:chOff x="4140" y="429"/>
              <a:chExt cx="1425" cy="2396"/>
            </a:xfrm>
          </p:grpSpPr>
          <p:sp>
            <p:nvSpPr>
              <p:cNvPr id="179" name="Freeform 1508">
                <a:extLst>
                  <a:ext uri="{FF2B5EF4-FFF2-40B4-BE49-F238E27FC236}">
                    <a16:creationId xmlns:a16="http://schemas.microsoft.com/office/drawing/2014/main" id="{96985BD9-1EBB-5048-A404-89C3430CE2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6 w 354"/>
                  <a:gd name="T1" fmla="*/ 0 h 2742"/>
                  <a:gd name="T2" fmla="*/ 30 w 354"/>
                  <a:gd name="T3" fmla="*/ 46 h 2742"/>
                  <a:gd name="T4" fmla="*/ 30 w 354"/>
                  <a:gd name="T5" fmla="*/ 354 h 2742"/>
                  <a:gd name="T6" fmla="*/ 0 w 354"/>
                  <a:gd name="T7" fmla="*/ 371 h 2742"/>
                  <a:gd name="T8" fmla="*/ 6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80" name="Rectangle 1509">
                <a:extLst>
                  <a:ext uri="{FF2B5EF4-FFF2-40B4-BE49-F238E27FC236}">
                    <a16:creationId xmlns:a16="http://schemas.microsoft.com/office/drawing/2014/main" id="{EBC1A6A1-C52E-B240-AA5F-AD38052E4C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429"/>
                <a:ext cx="1046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81" name="Freeform 1510">
                <a:extLst>
                  <a:ext uri="{FF2B5EF4-FFF2-40B4-BE49-F238E27FC236}">
                    <a16:creationId xmlns:a16="http://schemas.microsoft.com/office/drawing/2014/main" id="{A55FF62B-453D-0144-8D3A-790924C625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18 w 211"/>
                  <a:gd name="T3" fmla="*/ 30 h 2537"/>
                  <a:gd name="T4" fmla="*/ 2 w 211"/>
                  <a:gd name="T5" fmla="*/ 338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82" name="Freeform 1511">
                <a:extLst>
                  <a:ext uri="{FF2B5EF4-FFF2-40B4-BE49-F238E27FC236}">
                    <a16:creationId xmlns:a16="http://schemas.microsoft.com/office/drawing/2014/main" id="{09704F97-85BB-CC48-A684-04599496D9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29 w 328"/>
                  <a:gd name="T3" fmla="*/ 18 h 226"/>
                  <a:gd name="T4" fmla="*/ 29 w 328"/>
                  <a:gd name="T5" fmla="*/ 32 h 226"/>
                  <a:gd name="T6" fmla="*/ 0 w 328"/>
                  <a:gd name="T7" fmla="*/ 13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83" name="Rectangle 1512">
                <a:extLst>
                  <a:ext uri="{FF2B5EF4-FFF2-40B4-BE49-F238E27FC236}">
                    <a16:creationId xmlns:a16="http://schemas.microsoft.com/office/drawing/2014/main" id="{884A67DF-619B-ED4E-AC3D-21AB000470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184" name="Group 1513">
                <a:extLst>
                  <a:ext uri="{FF2B5EF4-FFF2-40B4-BE49-F238E27FC236}">
                    <a16:creationId xmlns:a16="http://schemas.microsoft.com/office/drawing/2014/main" id="{5BEA2F45-C020-AA43-A2F3-A46C75D266C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209" name="AutoShape 1514">
                  <a:extLst>
                    <a:ext uri="{FF2B5EF4-FFF2-40B4-BE49-F238E27FC236}">
                      <a16:creationId xmlns:a16="http://schemas.microsoft.com/office/drawing/2014/main" id="{70D4B9E7-296E-0642-B673-79A2D94158A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1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0" name="AutoShape 1515">
                  <a:extLst>
                    <a:ext uri="{FF2B5EF4-FFF2-40B4-BE49-F238E27FC236}">
                      <a16:creationId xmlns:a16="http://schemas.microsoft.com/office/drawing/2014/main" id="{AA93C4D3-C495-5046-A8E9-F2A7E980B28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1"/>
                  <a:ext cx="696" cy="11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185" name="Rectangle 1516">
                <a:extLst>
                  <a:ext uri="{FF2B5EF4-FFF2-40B4-BE49-F238E27FC236}">
                    <a16:creationId xmlns:a16="http://schemas.microsoft.com/office/drawing/2014/main" id="{D8B79EE5-423F-7444-81CA-736BD5E2A4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022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186" name="Group 1517">
                <a:extLst>
                  <a:ext uri="{FF2B5EF4-FFF2-40B4-BE49-F238E27FC236}">
                    <a16:creationId xmlns:a16="http://schemas.microsoft.com/office/drawing/2014/main" id="{37C890AE-D818-BF45-B21B-D1B6C466BFB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207" name="AutoShape 1518">
                  <a:extLst>
                    <a:ext uri="{FF2B5EF4-FFF2-40B4-BE49-F238E27FC236}">
                      <a16:creationId xmlns:a16="http://schemas.microsoft.com/office/drawing/2014/main" id="{6F23D5AB-733A-5249-8006-6597617C995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4"/>
                  <a:ext cx="721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8" name="AutoShape 1519">
                  <a:extLst>
                    <a:ext uri="{FF2B5EF4-FFF2-40B4-BE49-F238E27FC236}">
                      <a16:creationId xmlns:a16="http://schemas.microsoft.com/office/drawing/2014/main" id="{57310829-30E6-DA40-B6D5-EB6E78A6A04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8" y="2581"/>
                  <a:ext cx="696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187" name="Rectangle 1520">
                <a:extLst>
                  <a:ext uri="{FF2B5EF4-FFF2-40B4-BE49-F238E27FC236}">
                    <a16:creationId xmlns:a16="http://schemas.microsoft.com/office/drawing/2014/main" id="{ED536B88-CB7A-A448-873C-F9B4921A06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354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88" name="Rectangle 1521">
                <a:extLst>
                  <a:ext uri="{FF2B5EF4-FFF2-40B4-BE49-F238E27FC236}">
                    <a16:creationId xmlns:a16="http://schemas.microsoft.com/office/drawing/2014/main" id="{0BD5D15A-96F4-1E43-BA8D-CA897B1ECF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5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189" name="Group 1522">
                <a:extLst>
                  <a:ext uri="{FF2B5EF4-FFF2-40B4-BE49-F238E27FC236}">
                    <a16:creationId xmlns:a16="http://schemas.microsoft.com/office/drawing/2014/main" id="{ACD0D4F4-7531-684D-BF06-52E8951CA2E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205" name="AutoShape 1523">
                  <a:extLst>
                    <a:ext uri="{FF2B5EF4-FFF2-40B4-BE49-F238E27FC236}">
                      <a16:creationId xmlns:a16="http://schemas.microsoft.com/office/drawing/2014/main" id="{37699AFB-C392-2E4A-8E48-55F40CF67BA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8" y="2579"/>
                  <a:ext cx="720" cy="131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6" name="AutoShape 1524">
                  <a:extLst>
                    <a:ext uri="{FF2B5EF4-FFF2-40B4-BE49-F238E27FC236}">
                      <a16:creationId xmlns:a16="http://schemas.microsoft.com/office/drawing/2014/main" id="{CE0317EE-B4C0-5D42-95BC-29707D2FCFD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6"/>
                  <a:ext cx="695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190" name="Freeform 1525">
                <a:extLst>
                  <a:ext uri="{FF2B5EF4-FFF2-40B4-BE49-F238E27FC236}">
                    <a16:creationId xmlns:a16="http://schemas.microsoft.com/office/drawing/2014/main" id="{58FA48BF-5BEB-3649-B255-9818499650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29 w 328"/>
                  <a:gd name="T3" fmla="*/ 17 h 226"/>
                  <a:gd name="T4" fmla="*/ 29 w 328"/>
                  <a:gd name="T5" fmla="*/ 30 h 226"/>
                  <a:gd name="T6" fmla="*/ 0 w 328"/>
                  <a:gd name="T7" fmla="*/ 12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191" name="Group 1526">
                <a:extLst>
                  <a:ext uri="{FF2B5EF4-FFF2-40B4-BE49-F238E27FC236}">
                    <a16:creationId xmlns:a16="http://schemas.microsoft.com/office/drawing/2014/main" id="{426B7E5E-5886-A941-849E-119A9FC704E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203" name="AutoShape 1527">
                  <a:extLst>
                    <a:ext uri="{FF2B5EF4-FFF2-40B4-BE49-F238E27FC236}">
                      <a16:creationId xmlns:a16="http://schemas.microsoft.com/office/drawing/2014/main" id="{FEEE27D4-C7E7-FA4E-857E-93ABC50DDA5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71"/>
                  <a:ext cx="732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4" name="AutoShape 1528">
                  <a:extLst>
                    <a:ext uri="{FF2B5EF4-FFF2-40B4-BE49-F238E27FC236}">
                      <a16:creationId xmlns:a16="http://schemas.microsoft.com/office/drawing/2014/main" id="{91BF4DF9-F566-6447-8DDA-39EFA14AC0E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7"/>
                  <a:ext cx="720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192" name="Rectangle 1529">
                <a:extLst>
                  <a:ext uri="{FF2B5EF4-FFF2-40B4-BE49-F238E27FC236}">
                    <a16:creationId xmlns:a16="http://schemas.microsoft.com/office/drawing/2014/main" id="{21A34DD1-4C7B-B64E-85BE-35537CC7B9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6" y="429"/>
                <a:ext cx="70" cy="228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93" name="Freeform 1530">
                <a:extLst>
                  <a:ext uri="{FF2B5EF4-FFF2-40B4-BE49-F238E27FC236}">
                    <a16:creationId xmlns:a16="http://schemas.microsoft.com/office/drawing/2014/main" id="{C603D6E1-AAFA-184D-89A9-72B6A6EAB1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26 w 296"/>
                  <a:gd name="T3" fmla="*/ 18 h 256"/>
                  <a:gd name="T4" fmla="*/ 26 w 296"/>
                  <a:gd name="T5" fmla="*/ 34 h 256"/>
                  <a:gd name="T6" fmla="*/ 0 w 296"/>
                  <a:gd name="T7" fmla="*/ 12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94" name="Freeform 1531">
                <a:extLst>
                  <a:ext uri="{FF2B5EF4-FFF2-40B4-BE49-F238E27FC236}">
                    <a16:creationId xmlns:a16="http://schemas.microsoft.com/office/drawing/2014/main" id="{90AB7BB6-28E1-D445-B0FB-681F6A7E99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27 w 304"/>
                  <a:gd name="T3" fmla="*/ 23 h 288"/>
                  <a:gd name="T4" fmla="*/ 25 w 304"/>
                  <a:gd name="T5" fmla="*/ 40 h 288"/>
                  <a:gd name="T6" fmla="*/ 2 w 304"/>
                  <a:gd name="T7" fmla="*/ 17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95" name="Oval 1532">
                <a:extLst>
                  <a:ext uri="{FF2B5EF4-FFF2-40B4-BE49-F238E27FC236}">
                    <a16:creationId xmlns:a16="http://schemas.microsoft.com/office/drawing/2014/main" id="{2E3BA9CB-71B1-E146-B00D-2A6A4254EA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5" y="2611"/>
                <a:ext cx="50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96" name="Freeform 1533">
                <a:extLst>
                  <a:ext uri="{FF2B5EF4-FFF2-40B4-BE49-F238E27FC236}">
                    <a16:creationId xmlns:a16="http://schemas.microsoft.com/office/drawing/2014/main" id="{3FBB51DC-60AC-004B-9988-DFC6F2C5E2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15 h 240"/>
                  <a:gd name="T2" fmla="*/ 2 w 306"/>
                  <a:gd name="T3" fmla="*/ 33 h 240"/>
                  <a:gd name="T4" fmla="*/ 27 w 306"/>
                  <a:gd name="T5" fmla="*/ 15 h 240"/>
                  <a:gd name="T6" fmla="*/ 26 w 306"/>
                  <a:gd name="T7" fmla="*/ 0 h 240"/>
                  <a:gd name="T8" fmla="*/ 0 w 306"/>
                  <a:gd name="T9" fmla="*/ 15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97" name="AutoShape 1534">
                <a:extLst>
                  <a:ext uri="{FF2B5EF4-FFF2-40B4-BE49-F238E27FC236}">
                    <a16:creationId xmlns:a16="http://schemas.microsoft.com/office/drawing/2014/main" id="{C7D92014-93F6-FD42-B391-41AFA50F9E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196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98" name="AutoShape 1535">
                <a:extLst>
                  <a:ext uri="{FF2B5EF4-FFF2-40B4-BE49-F238E27FC236}">
                    <a16:creationId xmlns:a16="http://schemas.microsoft.com/office/drawing/2014/main" id="{E1E9DDBF-EA47-9840-A949-BA74FC4701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2714"/>
                <a:ext cx="1066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00"/>
                  </a:gs>
                  <a:gs pos="100000">
                    <a:srgbClr val="808080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99" name="Oval 1536">
                <a:extLst>
                  <a:ext uri="{FF2B5EF4-FFF2-40B4-BE49-F238E27FC236}">
                    <a16:creationId xmlns:a16="http://schemas.microsoft.com/office/drawing/2014/main" id="{0DB1E3FB-C59B-1646-8EE3-E608AB063E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9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00" name="Oval 1537">
                <a:extLst>
                  <a:ext uri="{FF2B5EF4-FFF2-40B4-BE49-F238E27FC236}">
                    <a16:creationId xmlns:a16="http://schemas.microsoft.com/office/drawing/2014/main" id="{340DC864-66D1-7E49-9A72-B3F8F5C2C5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9" y="2382"/>
                <a:ext cx="159" cy="142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201" name="Oval 1538">
                <a:extLst>
                  <a:ext uri="{FF2B5EF4-FFF2-40B4-BE49-F238E27FC236}">
                    <a16:creationId xmlns:a16="http://schemas.microsoft.com/office/drawing/2014/main" id="{75A0ADC4-73B5-B648-A6A2-76D3FC07A2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8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02" name="Rectangle 1539">
                <a:extLst>
                  <a:ext uri="{FF2B5EF4-FFF2-40B4-BE49-F238E27FC236}">
                    <a16:creationId xmlns:a16="http://schemas.microsoft.com/office/drawing/2014/main" id="{E031E688-0428-B34F-B6AF-D877388491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7" y="1837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cxnSp>
          <p:nvCxnSpPr>
            <p:cNvPr id="211" name="Straight Connector 210">
              <a:extLst>
                <a:ext uri="{FF2B5EF4-FFF2-40B4-BE49-F238E27FC236}">
                  <a16:creationId xmlns:a16="http://schemas.microsoft.com/office/drawing/2014/main" id="{FD8ABA05-7BC6-134E-9842-E13088DD5085}"/>
                </a:ext>
              </a:extLst>
            </p:cNvPr>
            <p:cNvCxnSpPr/>
            <p:nvPr/>
          </p:nvCxnSpPr>
          <p:spPr bwMode="auto">
            <a:xfrm>
              <a:off x="1682405" y="2744686"/>
              <a:ext cx="526774" cy="0"/>
            </a:xfrm>
            <a:prstGeom prst="line">
              <a:avLst/>
            </a:prstGeom>
            <a:solidFill>
              <a:srgbClr val="00CC99"/>
            </a:solidFill>
            <a:ln w="9525" cap="flat" cmpd="sng" algn="ctr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212" name="Straight Connector 211">
              <a:extLst>
                <a:ext uri="{FF2B5EF4-FFF2-40B4-BE49-F238E27FC236}">
                  <a16:creationId xmlns:a16="http://schemas.microsoft.com/office/drawing/2014/main" id="{2972B3E4-2EF5-1C4D-BA48-9E2DBFF13DD6}"/>
                </a:ext>
              </a:extLst>
            </p:cNvPr>
            <p:cNvCxnSpPr/>
            <p:nvPr/>
          </p:nvCxnSpPr>
          <p:spPr bwMode="auto">
            <a:xfrm>
              <a:off x="6895267" y="2779855"/>
              <a:ext cx="526774" cy="0"/>
            </a:xfrm>
            <a:prstGeom prst="line">
              <a:avLst/>
            </a:prstGeom>
            <a:solidFill>
              <a:srgbClr val="00CC99"/>
            </a:solidFill>
            <a:ln w="9525" cap="flat" cmpd="sng" algn="ctr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grpSp>
          <p:nvGrpSpPr>
            <p:cNvPr id="213" name="Group 212">
              <a:extLst>
                <a:ext uri="{FF2B5EF4-FFF2-40B4-BE49-F238E27FC236}">
                  <a16:creationId xmlns:a16="http://schemas.microsoft.com/office/drawing/2014/main" id="{1B62057E-7CD5-784D-AF16-F589A9C2A126}"/>
                </a:ext>
              </a:extLst>
            </p:cNvPr>
            <p:cNvGrpSpPr/>
            <p:nvPr/>
          </p:nvGrpSpPr>
          <p:grpSpPr>
            <a:xfrm>
              <a:off x="3414626" y="1982945"/>
              <a:ext cx="687402" cy="571677"/>
              <a:chOff x="1736090" y="2893762"/>
              <a:chExt cx="565150" cy="413310"/>
            </a:xfrm>
          </p:grpSpPr>
          <p:grpSp>
            <p:nvGrpSpPr>
              <p:cNvPr id="214" name="Group 327">
                <a:extLst>
                  <a:ext uri="{FF2B5EF4-FFF2-40B4-BE49-F238E27FC236}">
                    <a16:creationId xmlns:a16="http://schemas.microsoft.com/office/drawing/2014/main" id="{93A249A5-94E0-DD46-8A08-0F2A4B828A9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36090" y="2893762"/>
                <a:ext cx="565150" cy="292100"/>
                <a:chOff x="1871277" y="1576300"/>
                <a:chExt cx="1128371" cy="437861"/>
              </a:xfrm>
            </p:grpSpPr>
            <p:sp>
              <p:nvSpPr>
                <p:cNvPr id="218" name="Oval 217">
                  <a:extLst>
                    <a:ext uri="{FF2B5EF4-FFF2-40B4-BE49-F238E27FC236}">
                      <a16:creationId xmlns:a16="http://schemas.microsoft.com/office/drawing/2014/main" id="{3F2A420C-9228-DC44-8575-064D82A5F82B}"/>
                    </a:ext>
                  </a:extLst>
                </p:cNvPr>
                <p:cNvSpPr/>
                <p:nvPr/>
              </p:nvSpPr>
              <p:spPr bwMode="auto">
                <a:xfrm flipV="1">
                  <a:off x="1874446" y="1692905"/>
                  <a:ext cx="1125202" cy="321256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0" scaled="1"/>
                  <a:tileRect/>
                </a:gra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19" name="Rectangle 218">
                  <a:extLst>
                    <a:ext uri="{FF2B5EF4-FFF2-40B4-BE49-F238E27FC236}">
                      <a16:creationId xmlns:a16="http://schemas.microsoft.com/office/drawing/2014/main" id="{4B0BD2B3-55EF-BC4D-99F1-1B2D1ECE76BA}"/>
                    </a:ext>
                  </a:extLst>
                </p:cNvPr>
                <p:cNvSpPr/>
                <p:nvPr/>
              </p:nvSpPr>
              <p:spPr bwMode="auto">
                <a:xfrm>
                  <a:off x="1871277" y="1740499"/>
                  <a:ext cx="1128371" cy="11422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08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20" name="Oval 219">
                  <a:extLst>
                    <a:ext uri="{FF2B5EF4-FFF2-40B4-BE49-F238E27FC236}">
                      <a16:creationId xmlns:a16="http://schemas.microsoft.com/office/drawing/2014/main" id="{41023A7C-8CE9-1142-A7AB-F6A4085CC159}"/>
                    </a:ext>
                  </a:extLst>
                </p:cNvPr>
                <p:cNvSpPr/>
                <p:nvPr/>
              </p:nvSpPr>
              <p:spPr bwMode="auto">
                <a:xfrm flipV="1">
                  <a:off x="1871277" y="1576300"/>
                  <a:ext cx="1125200" cy="321257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21" name="Freeform 220">
                  <a:extLst>
                    <a:ext uri="{FF2B5EF4-FFF2-40B4-BE49-F238E27FC236}">
                      <a16:creationId xmlns:a16="http://schemas.microsoft.com/office/drawing/2014/main" id="{B3447922-7710-ED42-A095-3F29AAAAE27C}"/>
                    </a:ext>
                  </a:extLst>
                </p:cNvPr>
                <p:cNvSpPr/>
                <p:nvPr/>
              </p:nvSpPr>
              <p:spPr bwMode="auto">
                <a:xfrm>
                  <a:off x="2159708" y="1673868"/>
                  <a:ext cx="548339" cy="159438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22" name="Freeform 221">
                  <a:extLst>
                    <a:ext uri="{FF2B5EF4-FFF2-40B4-BE49-F238E27FC236}">
                      <a16:creationId xmlns:a16="http://schemas.microsoft.com/office/drawing/2014/main" id="{B95E7BF2-F4C0-D540-BEB2-B8D00E34EC7A}"/>
                    </a:ext>
                  </a:extLst>
                </p:cNvPr>
                <p:cNvSpPr/>
                <p:nvPr/>
              </p:nvSpPr>
              <p:spPr bwMode="auto">
                <a:xfrm>
                  <a:off x="2102655" y="1633412"/>
                  <a:ext cx="662444" cy="111846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23" name="Freeform 222">
                  <a:extLst>
                    <a:ext uri="{FF2B5EF4-FFF2-40B4-BE49-F238E27FC236}">
                      <a16:creationId xmlns:a16="http://schemas.microsoft.com/office/drawing/2014/main" id="{9C765D4A-55C5-3E4F-990F-F1DDDA19366B}"/>
                    </a:ext>
                  </a:extLst>
                </p:cNvPr>
                <p:cNvSpPr/>
                <p:nvPr/>
              </p:nvSpPr>
              <p:spPr bwMode="auto">
                <a:xfrm>
                  <a:off x="2536889" y="1728599"/>
                  <a:ext cx="244057" cy="97568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24" name="Freeform 223">
                  <a:extLst>
                    <a:ext uri="{FF2B5EF4-FFF2-40B4-BE49-F238E27FC236}">
                      <a16:creationId xmlns:a16="http://schemas.microsoft.com/office/drawing/2014/main" id="{D0F89FFE-2A39-B248-9E77-478786D44164}"/>
                    </a:ext>
                  </a:extLst>
                </p:cNvPr>
                <p:cNvSpPr/>
                <p:nvPr/>
              </p:nvSpPr>
              <p:spPr bwMode="auto">
                <a:xfrm>
                  <a:off x="2089977" y="1730980"/>
                  <a:ext cx="240888" cy="95187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225" name="Straight Connector 224">
                  <a:extLst>
                    <a:ext uri="{FF2B5EF4-FFF2-40B4-BE49-F238E27FC236}">
                      <a16:creationId xmlns:a16="http://schemas.microsoft.com/office/drawing/2014/main" id="{90ED5833-7FE8-B445-9816-C17A89B3786B}"/>
                    </a:ext>
                  </a:extLst>
                </p:cNvPr>
                <p:cNvCxnSpPr>
                  <a:endCxn id="220" idx="2"/>
                </p:cNvCxnSpPr>
                <p:nvPr/>
              </p:nvCxnSpPr>
              <p:spPr bwMode="auto">
                <a:xfrm flipH="1" flipV="1">
                  <a:off x="1871277" y="1735739"/>
                  <a:ext cx="3169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226" name="Straight Connector 225">
                  <a:extLst>
                    <a:ext uri="{FF2B5EF4-FFF2-40B4-BE49-F238E27FC236}">
                      <a16:creationId xmlns:a16="http://schemas.microsoft.com/office/drawing/2014/main" id="{B7F901BF-BDFF-904E-B0FC-6E44C7DE552B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2996477" y="1733359"/>
                  <a:ext cx="3171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  <p:grpSp>
            <p:nvGrpSpPr>
              <p:cNvPr id="215" name="Group 214">
                <a:extLst>
                  <a:ext uri="{FF2B5EF4-FFF2-40B4-BE49-F238E27FC236}">
                    <a16:creationId xmlns:a16="http://schemas.microsoft.com/office/drawing/2014/main" id="{69196583-C3F0-CE45-A74B-E4899AB2ED27}"/>
                  </a:ext>
                </a:extLst>
              </p:cNvPr>
              <p:cNvGrpSpPr/>
              <p:nvPr/>
            </p:nvGrpSpPr>
            <p:grpSpPr>
              <a:xfrm>
                <a:off x="1844715" y="2907714"/>
                <a:ext cx="356365" cy="399358"/>
                <a:chOff x="741398" y="1743005"/>
                <a:chExt cx="356365" cy="399358"/>
              </a:xfrm>
            </p:grpSpPr>
            <p:sp>
              <p:nvSpPr>
                <p:cNvPr id="216" name="Oval 215">
                  <a:extLst>
                    <a:ext uri="{FF2B5EF4-FFF2-40B4-BE49-F238E27FC236}">
                      <a16:creationId xmlns:a16="http://schemas.microsoft.com/office/drawing/2014/main" id="{8A4F8C42-5E86-E244-8596-BEF6A12DA5F2}"/>
                    </a:ext>
                  </a:extLst>
                </p:cNvPr>
                <p:cNvSpPr/>
                <p:nvPr/>
              </p:nvSpPr>
              <p:spPr bwMode="auto">
                <a:xfrm>
                  <a:off x="741398" y="1850752"/>
                  <a:ext cx="356365" cy="168450"/>
                </a:xfrm>
                <a:prstGeom prst="ellipse">
                  <a:avLst/>
                </a:prstGeom>
                <a:solidFill>
                  <a:srgbClr val="FFFFFF">
                    <a:alpha val="76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17" name="TextBox 216">
                  <a:extLst>
                    <a:ext uri="{FF2B5EF4-FFF2-40B4-BE49-F238E27FC236}">
                      <a16:creationId xmlns:a16="http://schemas.microsoft.com/office/drawing/2014/main" id="{E4B1ABDE-7C4C-FD4B-930B-55A7063D558B}"/>
                    </a:ext>
                  </a:extLst>
                </p:cNvPr>
                <p:cNvSpPr txBox="1"/>
                <p:nvPr/>
              </p:nvSpPr>
              <p:spPr>
                <a:xfrm>
                  <a:off x="783895" y="1743005"/>
                  <a:ext cx="288887" cy="399358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v</a:t>
                  </a:r>
                </a:p>
              </p:txBody>
            </p:sp>
          </p:grpSp>
        </p:grpSp>
        <p:grpSp>
          <p:nvGrpSpPr>
            <p:cNvPr id="227" name="Group 226">
              <a:extLst>
                <a:ext uri="{FF2B5EF4-FFF2-40B4-BE49-F238E27FC236}">
                  <a16:creationId xmlns:a16="http://schemas.microsoft.com/office/drawing/2014/main" id="{BB40F0D0-1681-A642-8442-C8696E3F8350}"/>
                </a:ext>
              </a:extLst>
            </p:cNvPr>
            <p:cNvGrpSpPr/>
            <p:nvPr/>
          </p:nvGrpSpPr>
          <p:grpSpPr>
            <a:xfrm>
              <a:off x="4888811" y="1979830"/>
              <a:ext cx="687402" cy="480963"/>
              <a:chOff x="1736090" y="2893762"/>
              <a:chExt cx="565150" cy="347726"/>
            </a:xfrm>
          </p:grpSpPr>
          <p:grpSp>
            <p:nvGrpSpPr>
              <p:cNvPr id="228" name="Group 327">
                <a:extLst>
                  <a:ext uri="{FF2B5EF4-FFF2-40B4-BE49-F238E27FC236}">
                    <a16:creationId xmlns:a16="http://schemas.microsoft.com/office/drawing/2014/main" id="{BBD74363-E296-CB47-97E2-38C96349194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36090" y="2893762"/>
                <a:ext cx="565150" cy="292100"/>
                <a:chOff x="1871277" y="1576300"/>
                <a:chExt cx="1128371" cy="437861"/>
              </a:xfrm>
            </p:grpSpPr>
            <p:sp>
              <p:nvSpPr>
                <p:cNvPr id="232" name="Oval 231">
                  <a:extLst>
                    <a:ext uri="{FF2B5EF4-FFF2-40B4-BE49-F238E27FC236}">
                      <a16:creationId xmlns:a16="http://schemas.microsoft.com/office/drawing/2014/main" id="{40A23250-28E2-4140-BD06-5BC0EF037CEF}"/>
                    </a:ext>
                  </a:extLst>
                </p:cNvPr>
                <p:cNvSpPr/>
                <p:nvPr/>
              </p:nvSpPr>
              <p:spPr bwMode="auto">
                <a:xfrm flipV="1">
                  <a:off x="1874446" y="1692905"/>
                  <a:ext cx="1125202" cy="321256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0" scaled="1"/>
                  <a:tileRect/>
                </a:gra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33" name="Rectangle 232">
                  <a:extLst>
                    <a:ext uri="{FF2B5EF4-FFF2-40B4-BE49-F238E27FC236}">
                      <a16:creationId xmlns:a16="http://schemas.microsoft.com/office/drawing/2014/main" id="{F03F3BEF-3FA5-5A4F-89E4-C489D0348533}"/>
                    </a:ext>
                  </a:extLst>
                </p:cNvPr>
                <p:cNvSpPr/>
                <p:nvPr/>
              </p:nvSpPr>
              <p:spPr bwMode="auto">
                <a:xfrm>
                  <a:off x="1871277" y="1740499"/>
                  <a:ext cx="1128371" cy="11422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08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34" name="Oval 233">
                  <a:extLst>
                    <a:ext uri="{FF2B5EF4-FFF2-40B4-BE49-F238E27FC236}">
                      <a16:creationId xmlns:a16="http://schemas.microsoft.com/office/drawing/2014/main" id="{30C68CB3-9FD0-7F4C-9398-ACD7ADE72C8D}"/>
                    </a:ext>
                  </a:extLst>
                </p:cNvPr>
                <p:cNvSpPr/>
                <p:nvPr/>
              </p:nvSpPr>
              <p:spPr bwMode="auto">
                <a:xfrm flipV="1">
                  <a:off x="1871277" y="1576300"/>
                  <a:ext cx="1125200" cy="321257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35" name="Freeform 234">
                  <a:extLst>
                    <a:ext uri="{FF2B5EF4-FFF2-40B4-BE49-F238E27FC236}">
                      <a16:creationId xmlns:a16="http://schemas.microsoft.com/office/drawing/2014/main" id="{89617952-F6E8-134F-8A66-706B8A6A1BB1}"/>
                    </a:ext>
                  </a:extLst>
                </p:cNvPr>
                <p:cNvSpPr/>
                <p:nvPr/>
              </p:nvSpPr>
              <p:spPr bwMode="auto">
                <a:xfrm>
                  <a:off x="2159708" y="1673868"/>
                  <a:ext cx="548339" cy="159438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36" name="Freeform 235">
                  <a:extLst>
                    <a:ext uri="{FF2B5EF4-FFF2-40B4-BE49-F238E27FC236}">
                      <a16:creationId xmlns:a16="http://schemas.microsoft.com/office/drawing/2014/main" id="{FE82D86E-5093-454D-B8F9-E82414DE6A78}"/>
                    </a:ext>
                  </a:extLst>
                </p:cNvPr>
                <p:cNvSpPr/>
                <p:nvPr/>
              </p:nvSpPr>
              <p:spPr bwMode="auto">
                <a:xfrm>
                  <a:off x="2102655" y="1633412"/>
                  <a:ext cx="662444" cy="111846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37" name="Freeform 236">
                  <a:extLst>
                    <a:ext uri="{FF2B5EF4-FFF2-40B4-BE49-F238E27FC236}">
                      <a16:creationId xmlns:a16="http://schemas.microsoft.com/office/drawing/2014/main" id="{12203A1F-D864-CF45-BE84-52982D97F8CF}"/>
                    </a:ext>
                  </a:extLst>
                </p:cNvPr>
                <p:cNvSpPr/>
                <p:nvPr/>
              </p:nvSpPr>
              <p:spPr bwMode="auto">
                <a:xfrm>
                  <a:off x="2536889" y="1728599"/>
                  <a:ext cx="244057" cy="97568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38" name="Freeform 237">
                  <a:extLst>
                    <a:ext uri="{FF2B5EF4-FFF2-40B4-BE49-F238E27FC236}">
                      <a16:creationId xmlns:a16="http://schemas.microsoft.com/office/drawing/2014/main" id="{DDD0C91B-747F-1F40-BE95-2DEDEFFD28F0}"/>
                    </a:ext>
                  </a:extLst>
                </p:cNvPr>
                <p:cNvSpPr/>
                <p:nvPr/>
              </p:nvSpPr>
              <p:spPr bwMode="auto">
                <a:xfrm>
                  <a:off x="2089977" y="1730980"/>
                  <a:ext cx="240888" cy="95187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239" name="Straight Connector 238">
                  <a:extLst>
                    <a:ext uri="{FF2B5EF4-FFF2-40B4-BE49-F238E27FC236}">
                      <a16:creationId xmlns:a16="http://schemas.microsoft.com/office/drawing/2014/main" id="{60855AB5-38E2-5047-94CF-F93AEDE48463}"/>
                    </a:ext>
                  </a:extLst>
                </p:cNvPr>
                <p:cNvCxnSpPr>
                  <a:endCxn id="234" idx="2"/>
                </p:cNvCxnSpPr>
                <p:nvPr/>
              </p:nvCxnSpPr>
              <p:spPr bwMode="auto">
                <a:xfrm flipH="1" flipV="1">
                  <a:off x="1871277" y="1735739"/>
                  <a:ext cx="3169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240" name="Straight Connector 239">
                  <a:extLst>
                    <a:ext uri="{FF2B5EF4-FFF2-40B4-BE49-F238E27FC236}">
                      <a16:creationId xmlns:a16="http://schemas.microsoft.com/office/drawing/2014/main" id="{E9F2AF81-8A25-1748-839B-04227AB45EBE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2996477" y="1733359"/>
                  <a:ext cx="3171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  <p:grpSp>
            <p:nvGrpSpPr>
              <p:cNvPr id="229" name="Group 228">
                <a:extLst>
                  <a:ext uri="{FF2B5EF4-FFF2-40B4-BE49-F238E27FC236}">
                    <a16:creationId xmlns:a16="http://schemas.microsoft.com/office/drawing/2014/main" id="{7964B355-4810-014B-A1C5-041691B6C17A}"/>
                  </a:ext>
                </a:extLst>
              </p:cNvPr>
              <p:cNvGrpSpPr/>
              <p:nvPr/>
            </p:nvGrpSpPr>
            <p:grpSpPr>
              <a:xfrm>
                <a:off x="1844715" y="2907714"/>
                <a:ext cx="378664" cy="333774"/>
                <a:chOff x="741398" y="1743005"/>
                <a:chExt cx="378664" cy="333774"/>
              </a:xfrm>
            </p:grpSpPr>
            <p:sp>
              <p:nvSpPr>
                <p:cNvPr id="230" name="Oval 229">
                  <a:extLst>
                    <a:ext uri="{FF2B5EF4-FFF2-40B4-BE49-F238E27FC236}">
                      <a16:creationId xmlns:a16="http://schemas.microsoft.com/office/drawing/2014/main" id="{214D36DA-D0EB-D543-A626-A7D40DAEB48E}"/>
                    </a:ext>
                  </a:extLst>
                </p:cNvPr>
                <p:cNvSpPr/>
                <p:nvPr/>
              </p:nvSpPr>
              <p:spPr bwMode="auto">
                <a:xfrm>
                  <a:off x="741398" y="1850752"/>
                  <a:ext cx="356365" cy="168450"/>
                </a:xfrm>
                <a:prstGeom prst="ellipse">
                  <a:avLst/>
                </a:prstGeom>
                <a:solidFill>
                  <a:srgbClr val="FFFFFF">
                    <a:alpha val="76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31" name="TextBox 230">
                  <a:extLst>
                    <a:ext uri="{FF2B5EF4-FFF2-40B4-BE49-F238E27FC236}">
                      <a16:creationId xmlns:a16="http://schemas.microsoft.com/office/drawing/2014/main" id="{9DEC418F-B51C-C844-81EE-773597B27C20}"/>
                    </a:ext>
                  </a:extLst>
                </p:cNvPr>
                <p:cNvSpPr txBox="1"/>
                <p:nvPr/>
              </p:nvSpPr>
              <p:spPr>
                <a:xfrm>
                  <a:off x="767915" y="1743005"/>
                  <a:ext cx="352147" cy="333774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w</a:t>
                  </a:r>
                </a:p>
              </p:txBody>
            </p:sp>
          </p:grpSp>
        </p:grpSp>
        <p:grpSp>
          <p:nvGrpSpPr>
            <p:cNvPr id="241" name="Group 240">
              <a:extLst>
                <a:ext uri="{FF2B5EF4-FFF2-40B4-BE49-F238E27FC236}">
                  <a16:creationId xmlns:a16="http://schemas.microsoft.com/office/drawing/2014/main" id="{6F7C5052-E03F-3F44-9006-7B4324064CF0}"/>
                </a:ext>
              </a:extLst>
            </p:cNvPr>
            <p:cNvGrpSpPr/>
            <p:nvPr/>
          </p:nvGrpSpPr>
          <p:grpSpPr>
            <a:xfrm>
              <a:off x="2206359" y="2517647"/>
              <a:ext cx="687402" cy="480963"/>
              <a:chOff x="1736090" y="2893762"/>
              <a:chExt cx="565150" cy="347726"/>
            </a:xfrm>
          </p:grpSpPr>
          <p:grpSp>
            <p:nvGrpSpPr>
              <p:cNvPr id="242" name="Group 327">
                <a:extLst>
                  <a:ext uri="{FF2B5EF4-FFF2-40B4-BE49-F238E27FC236}">
                    <a16:creationId xmlns:a16="http://schemas.microsoft.com/office/drawing/2014/main" id="{6FF0A418-9FF8-0142-A079-37FA364359F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36090" y="2893762"/>
                <a:ext cx="565150" cy="292100"/>
                <a:chOff x="1871277" y="1576300"/>
                <a:chExt cx="1128371" cy="437861"/>
              </a:xfrm>
            </p:grpSpPr>
            <p:sp>
              <p:nvSpPr>
                <p:cNvPr id="246" name="Oval 245">
                  <a:extLst>
                    <a:ext uri="{FF2B5EF4-FFF2-40B4-BE49-F238E27FC236}">
                      <a16:creationId xmlns:a16="http://schemas.microsoft.com/office/drawing/2014/main" id="{AB990880-7418-D044-9529-416A5ED05A19}"/>
                    </a:ext>
                  </a:extLst>
                </p:cNvPr>
                <p:cNvSpPr/>
                <p:nvPr/>
              </p:nvSpPr>
              <p:spPr bwMode="auto">
                <a:xfrm flipV="1">
                  <a:off x="1874446" y="1692905"/>
                  <a:ext cx="1125202" cy="321256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0" scaled="1"/>
                  <a:tileRect/>
                </a:gra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47" name="Rectangle 246">
                  <a:extLst>
                    <a:ext uri="{FF2B5EF4-FFF2-40B4-BE49-F238E27FC236}">
                      <a16:creationId xmlns:a16="http://schemas.microsoft.com/office/drawing/2014/main" id="{1D705EBC-50CA-2A42-8813-5D96DE5B1ABE}"/>
                    </a:ext>
                  </a:extLst>
                </p:cNvPr>
                <p:cNvSpPr/>
                <p:nvPr/>
              </p:nvSpPr>
              <p:spPr bwMode="auto">
                <a:xfrm>
                  <a:off x="1871277" y="1740499"/>
                  <a:ext cx="1128371" cy="11422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08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48" name="Oval 247">
                  <a:extLst>
                    <a:ext uri="{FF2B5EF4-FFF2-40B4-BE49-F238E27FC236}">
                      <a16:creationId xmlns:a16="http://schemas.microsoft.com/office/drawing/2014/main" id="{7EFB9376-B654-4543-AA2A-0DACC7370FC8}"/>
                    </a:ext>
                  </a:extLst>
                </p:cNvPr>
                <p:cNvSpPr/>
                <p:nvPr/>
              </p:nvSpPr>
              <p:spPr bwMode="auto">
                <a:xfrm flipV="1">
                  <a:off x="1871277" y="1576300"/>
                  <a:ext cx="1125200" cy="321257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49" name="Freeform 248">
                  <a:extLst>
                    <a:ext uri="{FF2B5EF4-FFF2-40B4-BE49-F238E27FC236}">
                      <a16:creationId xmlns:a16="http://schemas.microsoft.com/office/drawing/2014/main" id="{831C19D8-CB06-A44F-90E3-1ECF60BAD47C}"/>
                    </a:ext>
                  </a:extLst>
                </p:cNvPr>
                <p:cNvSpPr/>
                <p:nvPr/>
              </p:nvSpPr>
              <p:spPr bwMode="auto">
                <a:xfrm>
                  <a:off x="2159708" y="1673868"/>
                  <a:ext cx="548339" cy="159438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50" name="Freeform 249">
                  <a:extLst>
                    <a:ext uri="{FF2B5EF4-FFF2-40B4-BE49-F238E27FC236}">
                      <a16:creationId xmlns:a16="http://schemas.microsoft.com/office/drawing/2014/main" id="{81C1E223-772D-EE4D-ADE8-4A33BDBF011B}"/>
                    </a:ext>
                  </a:extLst>
                </p:cNvPr>
                <p:cNvSpPr/>
                <p:nvPr/>
              </p:nvSpPr>
              <p:spPr bwMode="auto">
                <a:xfrm>
                  <a:off x="2102655" y="1633412"/>
                  <a:ext cx="662444" cy="111846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51" name="Freeform 250">
                  <a:extLst>
                    <a:ext uri="{FF2B5EF4-FFF2-40B4-BE49-F238E27FC236}">
                      <a16:creationId xmlns:a16="http://schemas.microsoft.com/office/drawing/2014/main" id="{3A21FED8-257D-4D4F-8266-417E16396504}"/>
                    </a:ext>
                  </a:extLst>
                </p:cNvPr>
                <p:cNvSpPr/>
                <p:nvPr/>
              </p:nvSpPr>
              <p:spPr bwMode="auto">
                <a:xfrm>
                  <a:off x="2536889" y="1728599"/>
                  <a:ext cx="244057" cy="97568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52" name="Freeform 251">
                  <a:extLst>
                    <a:ext uri="{FF2B5EF4-FFF2-40B4-BE49-F238E27FC236}">
                      <a16:creationId xmlns:a16="http://schemas.microsoft.com/office/drawing/2014/main" id="{48608EE4-3075-7F4C-AE2B-A2C6F83CC6A4}"/>
                    </a:ext>
                  </a:extLst>
                </p:cNvPr>
                <p:cNvSpPr/>
                <p:nvPr/>
              </p:nvSpPr>
              <p:spPr bwMode="auto">
                <a:xfrm>
                  <a:off x="2089977" y="1730980"/>
                  <a:ext cx="240888" cy="95187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253" name="Straight Connector 252">
                  <a:extLst>
                    <a:ext uri="{FF2B5EF4-FFF2-40B4-BE49-F238E27FC236}">
                      <a16:creationId xmlns:a16="http://schemas.microsoft.com/office/drawing/2014/main" id="{5825568B-5099-AF44-AC2F-41690811932A}"/>
                    </a:ext>
                  </a:extLst>
                </p:cNvPr>
                <p:cNvCxnSpPr>
                  <a:endCxn id="248" idx="2"/>
                </p:cNvCxnSpPr>
                <p:nvPr/>
              </p:nvCxnSpPr>
              <p:spPr bwMode="auto">
                <a:xfrm flipH="1" flipV="1">
                  <a:off x="1871277" y="1735739"/>
                  <a:ext cx="3169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254" name="Straight Connector 253">
                  <a:extLst>
                    <a:ext uri="{FF2B5EF4-FFF2-40B4-BE49-F238E27FC236}">
                      <a16:creationId xmlns:a16="http://schemas.microsoft.com/office/drawing/2014/main" id="{5F28E881-2020-0D42-B363-6D96ED5803B0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2996477" y="1733359"/>
                  <a:ext cx="3171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  <p:grpSp>
            <p:nvGrpSpPr>
              <p:cNvPr id="243" name="Group 242">
                <a:extLst>
                  <a:ext uri="{FF2B5EF4-FFF2-40B4-BE49-F238E27FC236}">
                    <a16:creationId xmlns:a16="http://schemas.microsoft.com/office/drawing/2014/main" id="{8942E785-C91F-D449-B979-854D754BD3E4}"/>
                  </a:ext>
                </a:extLst>
              </p:cNvPr>
              <p:cNvGrpSpPr/>
              <p:nvPr/>
            </p:nvGrpSpPr>
            <p:grpSpPr>
              <a:xfrm>
                <a:off x="1844715" y="2907714"/>
                <a:ext cx="356365" cy="333774"/>
                <a:chOff x="741398" y="1743005"/>
                <a:chExt cx="356365" cy="333774"/>
              </a:xfrm>
            </p:grpSpPr>
            <p:sp>
              <p:nvSpPr>
                <p:cNvPr id="244" name="Oval 243">
                  <a:extLst>
                    <a:ext uri="{FF2B5EF4-FFF2-40B4-BE49-F238E27FC236}">
                      <a16:creationId xmlns:a16="http://schemas.microsoft.com/office/drawing/2014/main" id="{5E94977C-1E2D-8947-8A9C-60855CC9E8D6}"/>
                    </a:ext>
                  </a:extLst>
                </p:cNvPr>
                <p:cNvSpPr/>
                <p:nvPr/>
              </p:nvSpPr>
              <p:spPr bwMode="auto">
                <a:xfrm>
                  <a:off x="741398" y="1850752"/>
                  <a:ext cx="356365" cy="168450"/>
                </a:xfrm>
                <a:prstGeom prst="ellipse">
                  <a:avLst/>
                </a:prstGeom>
                <a:solidFill>
                  <a:srgbClr val="FFFFFF">
                    <a:alpha val="76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45" name="TextBox 244">
                  <a:extLst>
                    <a:ext uri="{FF2B5EF4-FFF2-40B4-BE49-F238E27FC236}">
                      <a16:creationId xmlns:a16="http://schemas.microsoft.com/office/drawing/2014/main" id="{1B734CED-54CE-704F-AE6B-10957858188E}"/>
                    </a:ext>
                  </a:extLst>
                </p:cNvPr>
                <p:cNvSpPr txBox="1"/>
                <p:nvPr/>
              </p:nvSpPr>
              <p:spPr>
                <a:xfrm>
                  <a:off x="783895" y="1743005"/>
                  <a:ext cx="292553" cy="333774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u</a:t>
                  </a:r>
                </a:p>
              </p:txBody>
            </p:sp>
          </p:grpSp>
        </p:grpSp>
        <p:grpSp>
          <p:nvGrpSpPr>
            <p:cNvPr id="255" name="Group 254">
              <a:extLst>
                <a:ext uri="{FF2B5EF4-FFF2-40B4-BE49-F238E27FC236}">
                  <a16:creationId xmlns:a16="http://schemas.microsoft.com/office/drawing/2014/main" id="{C73C2842-BC87-F64D-93B6-3A74B566211B}"/>
                </a:ext>
              </a:extLst>
            </p:cNvPr>
            <p:cNvGrpSpPr/>
            <p:nvPr/>
          </p:nvGrpSpPr>
          <p:grpSpPr>
            <a:xfrm>
              <a:off x="6285253" y="2579331"/>
              <a:ext cx="687402" cy="480963"/>
              <a:chOff x="1736090" y="2893762"/>
              <a:chExt cx="565150" cy="347726"/>
            </a:xfrm>
          </p:grpSpPr>
          <p:grpSp>
            <p:nvGrpSpPr>
              <p:cNvPr id="256" name="Group 327">
                <a:extLst>
                  <a:ext uri="{FF2B5EF4-FFF2-40B4-BE49-F238E27FC236}">
                    <a16:creationId xmlns:a16="http://schemas.microsoft.com/office/drawing/2014/main" id="{DBD0C7BB-475C-C54A-A290-4C368241C8D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36090" y="2893762"/>
                <a:ext cx="565150" cy="292100"/>
                <a:chOff x="1871277" y="1576300"/>
                <a:chExt cx="1128371" cy="437861"/>
              </a:xfrm>
            </p:grpSpPr>
            <p:sp>
              <p:nvSpPr>
                <p:cNvPr id="260" name="Oval 259">
                  <a:extLst>
                    <a:ext uri="{FF2B5EF4-FFF2-40B4-BE49-F238E27FC236}">
                      <a16:creationId xmlns:a16="http://schemas.microsoft.com/office/drawing/2014/main" id="{F8843434-4582-0843-9F4A-1008055D6DF2}"/>
                    </a:ext>
                  </a:extLst>
                </p:cNvPr>
                <p:cNvSpPr/>
                <p:nvPr/>
              </p:nvSpPr>
              <p:spPr bwMode="auto">
                <a:xfrm flipV="1">
                  <a:off x="1874446" y="1692905"/>
                  <a:ext cx="1125202" cy="321256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0" scaled="1"/>
                  <a:tileRect/>
                </a:gra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61" name="Rectangle 260">
                  <a:extLst>
                    <a:ext uri="{FF2B5EF4-FFF2-40B4-BE49-F238E27FC236}">
                      <a16:creationId xmlns:a16="http://schemas.microsoft.com/office/drawing/2014/main" id="{A9A40BF1-CB31-E949-A261-1F2A4DFAF06C}"/>
                    </a:ext>
                  </a:extLst>
                </p:cNvPr>
                <p:cNvSpPr/>
                <p:nvPr/>
              </p:nvSpPr>
              <p:spPr bwMode="auto">
                <a:xfrm>
                  <a:off x="1871277" y="1740499"/>
                  <a:ext cx="1128371" cy="11422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08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62" name="Oval 261">
                  <a:extLst>
                    <a:ext uri="{FF2B5EF4-FFF2-40B4-BE49-F238E27FC236}">
                      <a16:creationId xmlns:a16="http://schemas.microsoft.com/office/drawing/2014/main" id="{49DC5033-E57A-E141-A201-4131DC4C631A}"/>
                    </a:ext>
                  </a:extLst>
                </p:cNvPr>
                <p:cNvSpPr/>
                <p:nvPr/>
              </p:nvSpPr>
              <p:spPr bwMode="auto">
                <a:xfrm flipV="1">
                  <a:off x="1871277" y="1576300"/>
                  <a:ext cx="1125200" cy="321257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63" name="Freeform 262">
                  <a:extLst>
                    <a:ext uri="{FF2B5EF4-FFF2-40B4-BE49-F238E27FC236}">
                      <a16:creationId xmlns:a16="http://schemas.microsoft.com/office/drawing/2014/main" id="{0214BA56-A328-6F4F-A2BE-0749009F07CF}"/>
                    </a:ext>
                  </a:extLst>
                </p:cNvPr>
                <p:cNvSpPr/>
                <p:nvPr/>
              </p:nvSpPr>
              <p:spPr bwMode="auto">
                <a:xfrm>
                  <a:off x="2159708" y="1673868"/>
                  <a:ext cx="548339" cy="159438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64" name="Freeform 263">
                  <a:extLst>
                    <a:ext uri="{FF2B5EF4-FFF2-40B4-BE49-F238E27FC236}">
                      <a16:creationId xmlns:a16="http://schemas.microsoft.com/office/drawing/2014/main" id="{C65ECECE-0DE1-EF4A-A9B8-9A0333FF13CB}"/>
                    </a:ext>
                  </a:extLst>
                </p:cNvPr>
                <p:cNvSpPr/>
                <p:nvPr/>
              </p:nvSpPr>
              <p:spPr bwMode="auto">
                <a:xfrm>
                  <a:off x="2102655" y="1633412"/>
                  <a:ext cx="662444" cy="111846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65" name="Freeform 264">
                  <a:extLst>
                    <a:ext uri="{FF2B5EF4-FFF2-40B4-BE49-F238E27FC236}">
                      <a16:creationId xmlns:a16="http://schemas.microsoft.com/office/drawing/2014/main" id="{961A33AE-7BC4-964E-A16D-5F0E752527D4}"/>
                    </a:ext>
                  </a:extLst>
                </p:cNvPr>
                <p:cNvSpPr/>
                <p:nvPr/>
              </p:nvSpPr>
              <p:spPr bwMode="auto">
                <a:xfrm>
                  <a:off x="2536889" y="1728599"/>
                  <a:ext cx="244057" cy="97568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66" name="Freeform 265">
                  <a:extLst>
                    <a:ext uri="{FF2B5EF4-FFF2-40B4-BE49-F238E27FC236}">
                      <a16:creationId xmlns:a16="http://schemas.microsoft.com/office/drawing/2014/main" id="{A6CC4429-65CD-1642-AECF-7C1343F2F0E2}"/>
                    </a:ext>
                  </a:extLst>
                </p:cNvPr>
                <p:cNvSpPr/>
                <p:nvPr/>
              </p:nvSpPr>
              <p:spPr bwMode="auto">
                <a:xfrm>
                  <a:off x="2089977" y="1730980"/>
                  <a:ext cx="240888" cy="95187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267" name="Straight Connector 266">
                  <a:extLst>
                    <a:ext uri="{FF2B5EF4-FFF2-40B4-BE49-F238E27FC236}">
                      <a16:creationId xmlns:a16="http://schemas.microsoft.com/office/drawing/2014/main" id="{5D432486-69DB-1345-B0F3-ED8A873DCB5E}"/>
                    </a:ext>
                  </a:extLst>
                </p:cNvPr>
                <p:cNvCxnSpPr>
                  <a:endCxn id="262" idx="2"/>
                </p:cNvCxnSpPr>
                <p:nvPr/>
              </p:nvCxnSpPr>
              <p:spPr bwMode="auto">
                <a:xfrm flipH="1" flipV="1">
                  <a:off x="1871277" y="1735739"/>
                  <a:ext cx="3169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268" name="Straight Connector 267">
                  <a:extLst>
                    <a:ext uri="{FF2B5EF4-FFF2-40B4-BE49-F238E27FC236}">
                      <a16:creationId xmlns:a16="http://schemas.microsoft.com/office/drawing/2014/main" id="{E78B3E25-A5E6-7F45-A0A0-E859C35ED6B8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2996477" y="1733359"/>
                  <a:ext cx="3171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  <p:grpSp>
            <p:nvGrpSpPr>
              <p:cNvPr id="257" name="Group 256">
                <a:extLst>
                  <a:ext uri="{FF2B5EF4-FFF2-40B4-BE49-F238E27FC236}">
                    <a16:creationId xmlns:a16="http://schemas.microsoft.com/office/drawing/2014/main" id="{3F4386B1-C072-514B-8E42-6DBFE6D4CFE4}"/>
                  </a:ext>
                </a:extLst>
              </p:cNvPr>
              <p:cNvGrpSpPr/>
              <p:nvPr/>
            </p:nvGrpSpPr>
            <p:grpSpPr>
              <a:xfrm>
                <a:off x="1844715" y="2907714"/>
                <a:ext cx="356365" cy="333774"/>
                <a:chOff x="741398" y="1743005"/>
                <a:chExt cx="356365" cy="333774"/>
              </a:xfrm>
            </p:grpSpPr>
            <p:sp>
              <p:nvSpPr>
                <p:cNvPr id="258" name="Oval 257">
                  <a:extLst>
                    <a:ext uri="{FF2B5EF4-FFF2-40B4-BE49-F238E27FC236}">
                      <a16:creationId xmlns:a16="http://schemas.microsoft.com/office/drawing/2014/main" id="{CF8E4305-903D-2B48-9BDE-E2C9AA960E7E}"/>
                    </a:ext>
                  </a:extLst>
                </p:cNvPr>
                <p:cNvSpPr/>
                <p:nvPr/>
              </p:nvSpPr>
              <p:spPr bwMode="auto">
                <a:xfrm>
                  <a:off x="741398" y="1850752"/>
                  <a:ext cx="356365" cy="168450"/>
                </a:xfrm>
                <a:prstGeom prst="ellipse">
                  <a:avLst/>
                </a:prstGeom>
                <a:solidFill>
                  <a:srgbClr val="FFFFFF">
                    <a:alpha val="76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59" name="TextBox 258">
                  <a:extLst>
                    <a:ext uri="{FF2B5EF4-FFF2-40B4-BE49-F238E27FC236}">
                      <a16:creationId xmlns:a16="http://schemas.microsoft.com/office/drawing/2014/main" id="{6F4540FF-A271-7F4F-BBE3-820E3626E6AB}"/>
                    </a:ext>
                  </a:extLst>
                </p:cNvPr>
                <p:cNvSpPr txBox="1"/>
                <p:nvPr/>
              </p:nvSpPr>
              <p:spPr>
                <a:xfrm>
                  <a:off x="783895" y="1743005"/>
                  <a:ext cx="278343" cy="333774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z</a:t>
                  </a:r>
                </a:p>
              </p:txBody>
            </p:sp>
          </p:grpSp>
        </p:grpSp>
        <p:grpSp>
          <p:nvGrpSpPr>
            <p:cNvPr id="269" name="Group 268">
              <a:extLst>
                <a:ext uri="{FF2B5EF4-FFF2-40B4-BE49-F238E27FC236}">
                  <a16:creationId xmlns:a16="http://schemas.microsoft.com/office/drawing/2014/main" id="{F06FFBAB-9268-9D4B-9E0A-DCC585BF1D65}"/>
                </a:ext>
              </a:extLst>
            </p:cNvPr>
            <p:cNvGrpSpPr/>
            <p:nvPr/>
          </p:nvGrpSpPr>
          <p:grpSpPr>
            <a:xfrm>
              <a:off x="4927962" y="3152913"/>
              <a:ext cx="687402" cy="480963"/>
              <a:chOff x="1736090" y="2893762"/>
              <a:chExt cx="565150" cy="347726"/>
            </a:xfrm>
          </p:grpSpPr>
          <p:grpSp>
            <p:nvGrpSpPr>
              <p:cNvPr id="270" name="Group 327">
                <a:extLst>
                  <a:ext uri="{FF2B5EF4-FFF2-40B4-BE49-F238E27FC236}">
                    <a16:creationId xmlns:a16="http://schemas.microsoft.com/office/drawing/2014/main" id="{9E2D60CF-76F8-3843-92F3-50D9E024279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36090" y="2893762"/>
                <a:ext cx="565150" cy="292100"/>
                <a:chOff x="1871277" y="1576300"/>
                <a:chExt cx="1128371" cy="437861"/>
              </a:xfrm>
            </p:grpSpPr>
            <p:sp>
              <p:nvSpPr>
                <p:cNvPr id="274" name="Oval 273">
                  <a:extLst>
                    <a:ext uri="{FF2B5EF4-FFF2-40B4-BE49-F238E27FC236}">
                      <a16:creationId xmlns:a16="http://schemas.microsoft.com/office/drawing/2014/main" id="{E2796E7A-4522-1740-9C93-D723E5BE5A12}"/>
                    </a:ext>
                  </a:extLst>
                </p:cNvPr>
                <p:cNvSpPr/>
                <p:nvPr/>
              </p:nvSpPr>
              <p:spPr bwMode="auto">
                <a:xfrm flipV="1">
                  <a:off x="1874446" y="1692905"/>
                  <a:ext cx="1125202" cy="321256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0" scaled="1"/>
                  <a:tileRect/>
                </a:gra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75" name="Rectangle 274">
                  <a:extLst>
                    <a:ext uri="{FF2B5EF4-FFF2-40B4-BE49-F238E27FC236}">
                      <a16:creationId xmlns:a16="http://schemas.microsoft.com/office/drawing/2014/main" id="{57FCA721-4235-434E-9F5B-731DB7B25D92}"/>
                    </a:ext>
                  </a:extLst>
                </p:cNvPr>
                <p:cNvSpPr/>
                <p:nvPr/>
              </p:nvSpPr>
              <p:spPr bwMode="auto">
                <a:xfrm>
                  <a:off x="1871277" y="1740499"/>
                  <a:ext cx="1128371" cy="11422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08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76" name="Oval 275">
                  <a:extLst>
                    <a:ext uri="{FF2B5EF4-FFF2-40B4-BE49-F238E27FC236}">
                      <a16:creationId xmlns:a16="http://schemas.microsoft.com/office/drawing/2014/main" id="{AD3266EF-03F4-CD46-8377-C2E54F3E0AA1}"/>
                    </a:ext>
                  </a:extLst>
                </p:cNvPr>
                <p:cNvSpPr/>
                <p:nvPr/>
              </p:nvSpPr>
              <p:spPr bwMode="auto">
                <a:xfrm flipV="1">
                  <a:off x="1871277" y="1576300"/>
                  <a:ext cx="1125200" cy="321257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77" name="Freeform 276">
                  <a:extLst>
                    <a:ext uri="{FF2B5EF4-FFF2-40B4-BE49-F238E27FC236}">
                      <a16:creationId xmlns:a16="http://schemas.microsoft.com/office/drawing/2014/main" id="{427D0060-E833-BB40-975E-DDC3D3F318F4}"/>
                    </a:ext>
                  </a:extLst>
                </p:cNvPr>
                <p:cNvSpPr/>
                <p:nvPr/>
              </p:nvSpPr>
              <p:spPr bwMode="auto">
                <a:xfrm>
                  <a:off x="2159708" y="1673868"/>
                  <a:ext cx="548339" cy="159438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78" name="Freeform 277">
                  <a:extLst>
                    <a:ext uri="{FF2B5EF4-FFF2-40B4-BE49-F238E27FC236}">
                      <a16:creationId xmlns:a16="http://schemas.microsoft.com/office/drawing/2014/main" id="{27B8B9DD-0624-CC4A-9EBD-343860A97402}"/>
                    </a:ext>
                  </a:extLst>
                </p:cNvPr>
                <p:cNvSpPr/>
                <p:nvPr/>
              </p:nvSpPr>
              <p:spPr bwMode="auto">
                <a:xfrm>
                  <a:off x="2102655" y="1633412"/>
                  <a:ext cx="662444" cy="111846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79" name="Freeform 278">
                  <a:extLst>
                    <a:ext uri="{FF2B5EF4-FFF2-40B4-BE49-F238E27FC236}">
                      <a16:creationId xmlns:a16="http://schemas.microsoft.com/office/drawing/2014/main" id="{46653F1B-468B-6D44-AC59-FCD05DD98609}"/>
                    </a:ext>
                  </a:extLst>
                </p:cNvPr>
                <p:cNvSpPr/>
                <p:nvPr/>
              </p:nvSpPr>
              <p:spPr bwMode="auto">
                <a:xfrm>
                  <a:off x="2536889" y="1728599"/>
                  <a:ext cx="244057" cy="97568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80" name="Freeform 279">
                  <a:extLst>
                    <a:ext uri="{FF2B5EF4-FFF2-40B4-BE49-F238E27FC236}">
                      <a16:creationId xmlns:a16="http://schemas.microsoft.com/office/drawing/2014/main" id="{66341352-4465-F948-88CD-0DF7F30D5051}"/>
                    </a:ext>
                  </a:extLst>
                </p:cNvPr>
                <p:cNvSpPr/>
                <p:nvPr/>
              </p:nvSpPr>
              <p:spPr bwMode="auto">
                <a:xfrm>
                  <a:off x="2089977" y="1730980"/>
                  <a:ext cx="240888" cy="95187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281" name="Straight Connector 280">
                  <a:extLst>
                    <a:ext uri="{FF2B5EF4-FFF2-40B4-BE49-F238E27FC236}">
                      <a16:creationId xmlns:a16="http://schemas.microsoft.com/office/drawing/2014/main" id="{EBAAB9DD-CF43-DE40-875C-A58E46E15251}"/>
                    </a:ext>
                  </a:extLst>
                </p:cNvPr>
                <p:cNvCxnSpPr>
                  <a:endCxn id="276" idx="2"/>
                </p:cNvCxnSpPr>
                <p:nvPr/>
              </p:nvCxnSpPr>
              <p:spPr bwMode="auto">
                <a:xfrm flipH="1" flipV="1">
                  <a:off x="1871277" y="1735739"/>
                  <a:ext cx="3169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282" name="Straight Connector 281">
                  <a:extLst>
                    <a:ext uri="{FF2B5EF4-FFF2-40B4-BE49-F238E27FC236}">
                      <a16:creationId xmlns:a16="http://schemas.microsoft.com/office/drawing/2014/main" id="{AF65CEB3-91DB-E246-AF96-E16A191475A5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2996477" y="1733359"/>
                  <a:ext cx="3171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  <p:grpSp>
            <p:nvGrpSpPr>
              <p:cNvPr id="271" name="Group 270">
                <a:extLst>
                  <a:ext uri="{FF2B5EF4-FFF2-40B4-BE49-F238E27FC236}">
                    <a16:creationId xmlns:a16="http://schemas.microsoft.com/office/drawing/2014/main" id="{0F61F705-7F75-D443-9776-8FCCA4C0CDE7}"/>
                  </a:ext>
                </a:extLst>
              </p:cNvPr>
              <p:cNvGrpSpPr/>
              <p:nvPr/>
            </p:nvGrpSpPr>
            <p:grpSpPr>
              <a:xfrm>
                <a:off x="1844715" y="2907714"/>
                <a:ext cx="356365" cy="333774"/>
                <a:chOff x="741398" y="1743005"/>
                <a:chExt cx="356365" cy="333774"/>
              </a:xfrm>
            </p:grpSpPr>
            <p:sp>
              <p:nvSpPr>
                <p:cNvPr id="272" name="Oval 271">
                  <a:extLst>
                    <a:ext uri="{FF2B5EF4-FFF2-40B4-BE49-F238E27FC236}">
                      <a16:creationId xmlns:a16="http://schemas.microsoft.com/office/drawing/2014/main" id="{D2E419CF-FF59-6547-A602-DC62BC454686}"/>
                    </a:ext>
                  </a:extLst>
                </p:cNvPr>
                <p:cNvSpPr/>
                <p:nvPr/>
              </p:nvSpPr>
              <p:spPr bwMode="auto">
                <a:xfrm>
                  <a:off x="741398" y="1850752"/>
                  <a:ext cx="356365" cy="168450"/>
                </a:xfrm>
                <a:prstGeom prst="ellipse">
                  <a:avLst/>
                </a:prstGeom>
                <a:solidFill>
                  <a:srgbClr val="FFFFFF">
                    <a:alpha val="76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73" name="TextBox 272">
                  <a:extLst>
                    <a:ext uri="{FF2B5EF4-FFF2-40B4-BE49-F238E27FC236}">
                      <a16:creationId xmlns:a16="http://schemas.microsoft.com/office/drawing/2014/main" id="{08FC805C-5378-7142-9D2C-F267CF6568D7}"/>
                    </a:ext>
                  </a:extLst>
                </p:cNvPr>
                <p:cNvSpPr txBox="1"/>
                <p:nvPr/>
              </p:nvSpPr>
              <p:spPr>
                <a:xfrm>
                  <a:off x="783895" y="1743005"/>
                  <a:ext cx="278343" cy="333774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y</a:t>
                  </a:r>
                </a:p>
              </p:txBody>
            </p:sp>
          </p:grpSp>
        </p:grpSp>
        <p:grpSp>
          <p:nvGrpSpPr>
            <p:cNvPr id="283" name="Group 282">
              <a:extLst>
                <a:ext uri="{FF2B5EF4-FFF2-40B4-BE49-F238E27FC236}">
                  <a16:creationId xmlns:a16="http://schemas.microsoft.com/office/drawing/2014/main" id="{D5092B0D-E5F5-194B-813D-67A3F6D11D28}"/>
                </a:ext>
              </a:extLst>
            </p:cNvPr>
            <p:cNvGrpSpPr/>
            <p:nvPr/>
          </p:nvGrpSpPr>
          <p:grpSpPr>
            <a:xfrm>
              <a:off x="3337414" y="3136841"/>
              <a:ext cx="687402" cy="480963"/>
              <a:chOff x="1736090" y="2893762"/>
              <a:chExt cx="565150" cy="347726"/>
            </a:xfrm>
          </p:grpSpPr>
          <p:grpSp>
            <p:nvGrpSpPr>
              <p:cNvPr id="284" name="Group 327">
                <a:extLst>
                  <a:ext uri="{FF2B5EF4-FFF2-40B4-BE49-F238E27FC236}">
                    <a16:creationId xmlns:a16="http://schemas.microsoft.com/office/drawing/2014/main" id="{CC880B25-57E8-3E49-A44B-E22B9574377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36090" y="2893762"/>
                <a:ext cx="565150" cy="292100"/>
                <a:chOff x="1871277" y="1576300"/>
                <a:chExt cx="1128371" cy="437861"/>
              </a:xfrm>
            </p:grpSpPr>
            <p:sp>
              <p:nvSpPr>
                <p:cNvPr id="288" name="Oval 287">
                  <a:extLst>
                    <a:ext uri="{FF2B5EF4-FFF2-40B4-BE49-F238E27FC236}">
                      <a16:creationId xmlns:a16="http://schemas.microsoft.com/office/drawing/2014/main" id="{EAEA361B-12C2-D240-B391-D3E93CE399B1}"/>
                    </a:ext>
                  </a:extLst>
                </p:cNvPr>
                <p:cNvSpPr/>
                <p:nvPr/>
              </p:nvSpPr>
              <p:spPr bwMode="auto">
                <a:xfrm flipV="1">
                  <a:off x="1874446" y="1692905"/>
                  <a:ext cx="1125202" cy="321256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0" scaled="1"/>
                  <a:tileRect/>
                </a:gra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89" name="Rectangle 288">
                  <a:extLst>
                    <a:ext uri="{FF2B5EF4-FFF2-40B4-BE49-F238E27FC236}">
                      <a16:creationId xmlns:a16="http://schemas.microsoft.com/office/drawing/2014/main" id="{5DEA8AC2-81D9-1E48-B9A5-42237FF4F86E}"/>
                    </a:ext>
                  </a:extLst>
                </p:cNvPr>
                <p:cNvSpPr/>
                <p:nvPr/>
              </p:nvSpPr>
              <p:spPr bwMode="auto">
                <a:xfrm>
                  <a:off x="1871277" y="1740499"/>
                  <a:ext cx="1128371" cy="11422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08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90" name="Oval 289">
                  <a:extLst>
                    <a:ext uri="{FF2B5EF4-FFF2-40B4-BE49-F238E27FC236}">
                      <a16:creationId xmlns:a16="http://schemas.microsoft.com/office/drawing/2014/main" id="{9EA8E302-D309-3445-AF9E-77C489DDA721}"/>
                    </a:ext>
                  </a:extLst>
                </p:cNvPr>
                <p:cNvSpPr/>
                <p:nvPr/>
              </p:nvSpPr>
              <p:spPr bwMode="auto">
                <a:xfrm flipV="1">
                  <a:off x="1871277" y="1576300"/>
                  <a:ext cx="1125200" cy="321257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91" name="Freeform 290">
                  <a:extLst>
                    <a:ext uri="{FF2B5EF4-FFF2-40B4-BE49-F238E27FC236}">
                      <a16:creationId xmlns:a16="http://schemas.microsoft.com/office/drawing/2014/main" id="{B9A89D72-61A0-1142-AF3F-FE8B2EB5433B}"/>
                    </a:ext>
                  </a:extLst>
                </p:cNvPr>
                <p:cNvSpPr/>
                <p:nvPr/>
              </p:nvSpPr>
              <p:spPr bwMode="auto">
                <a:xfrm>
                  <a:off x="2159708" y="1673868"/>
                  <a:ext cx="548339" cy="159438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92" name="Freeform 291">
                  <a:extLst>
                    <a:ext uri="{FF2B5EF4-FFF2-40B4-BE49-F238E27FC236}">
                      <a16:creationId xmlns:a16="http://schemas.microsoft.com/office/drawing/2014/main" id="{66FE1286-64A8-D841-BB84-F9A16C15EC4E}"/>
                    </a:ext>
                  </a:extLst>
                </p:cNvPr>
                <p:cNvSpPr/>
                <p:nvPr/>
              </p:nvSpPr>
              <p:spPr bwMode="auto">
                <a:xfrm>
                  <a:off x="2102655" y="1633412"/>
                  <a:ext cx="662444" cy="111846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93" name="Freeform 292">
                  <a:extLst>
                    <a:ext uri="{FF2B5EF4-FFF2-40B4-BE49-F238E27FC236}">
                      <a16:creationId xmlns:a16="http://schemas.microsoft.com/office/drawing/2014/main" id="{6E1013B2-FB9A-9643-A3CD-C4A3A5A083EB}"/>
                    </a:ext>
                  </a:extLst>
                </p:cNvPr>
                <p:cNvSpPr/>
                <p:nvPr/>
              </p:nvSpPr>
              <p:spPr bwMode="auto">
                <a:xfrm>
                  <a:off x="2536889" y="1728599"/>
                  <a:ext cx="244057" cy="97568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94" name="Freeform 293">
                  <a:extLst>
                    <a:ext uri="{FF2B5EF4-FFF2-40B4-BE49-F238E27FC236}">
                      <a16:creationId xmlns:a16="http://schemas.microsoft.com/office/drawing/2014/main" id="{E439E20D-546B-B24F-AC7A-2BA85C329D8B}"/>
                    </a:ext>
                  </a:extLst>
                </p:cNvPr>
                <p:cNvSpPr/>
                <p:nvPr/>
              </p:nvSpPr>
              <p:spPr bwMode="auto">
                <a:xfrm>
                  <a:off x="2089977" y="1730980"/>
                  <a:ext cx="240888" cy="95187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295" name="Straight Connector 294">
                  <a:extLst>
                    <a:ext uri="{FF2B5EF4-FFF2-40B4-BE49-F238E27FC236}">
                      <a16:creationId xmlns:a16="http://schemas.microsoft.com/office/drawing/2014/main" id="{7540BE15-9182-9544-A6CE-B6E1CA592097}"/>
                    </a:ext>
                  </a:extLst>
                </p:cNvPr>
                <p:cNvCxnSpPr>
                  <a:endCxn id="290" idx="2"/>
                </p:cNvCxnSpPr>
                <p:nvPr/>
              </p:nvCxnSpPr>
              <p:spPr bwMode="auto">
                <a:xfrm flipH="1" flipV="1">
                  <a:off x="1871277" y="1735739"/>
                  <a:ext cx="3169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296" name="Straight Connector 295">
                  <a:extLst>
                    <a:ext uri="{FF2B5EF4-FFF2-40B4-BE49-F238E27FC236}">
                      <a16:creationId xmlns:a16="http://schemas.microsoft.com/office/drawing/2014/main" id="{FF4B6776-17EA-2D43-9D3F-6F2BBF3C1234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2996477" y="1733359"/>
                  <a:ext cx="3171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  <p:grpSp>
            <p:nvGrpSpPr>
              <p:cNvPr id="285" name="Group 284">
                <a:extLst>
                  <a:ext uri="{FF2B5EF4-FFF2-40B4-BE49-F238E27FC236}">
                    <a16:creationId xmlns:a16="http://schemas.microsoft.com/office/drawing/2014/main" id="{05552A60-CDAD-BC43-B8BC-B7439F5C3402}"/>
                  </a:ext>
                </a:extLst>
              </p:cNvPr>
              <p:cNvGrpSpPr/>
              <p:nvPr/>
            </p:nvGrpSpPr>
            <p:grpSpPr>
              <a:xfrm>
                <a:off x="1844715" y="2907714"/>
                <a:ext cx="356365" cy="333774"/>
                <a:chOff x="741398" y="1743005"/>
                <a:chExt cx="356365" cy="333774"/>
              </a:xfrm>
            </p:grpSpPr>
            <p:sp>
              <p:nvSpPr>
                <p:cNvPr id="286" name="Oval 285">
                  <a:extLst>
                    <a:ext uri="{FF2B5EF4-FFF2-40B4-BE49-F238E27FC236}">
                      <a16:creationId xmlns:a16="http://schemas.microsoft.com/office/drawing/2014/main" id="{5BF2E95A-EACF-9143-B987-FD7A353ADE6F}"/>
                    </a:ext>
                  </a:extLst>
                </p:cNvPr>
                <p:cNvSpPr/>
                <p:nvPr/>
              </p:nvSpPr>
              <p:spPr bwMode="auto">
                <a:xfrm>
                  <a:off x="741398" y="1850752"/>
                  <a:ext cx="356365" cy="168450"/>
                </a:xfrm>
                <a:prstGeom prst="ellipse">
                  <a:avLst/>
                </a:prstGeom>
                <a:solidFill>
                  <a:srgbClr val="FFFFFF">
                    <a:alpha val="76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87" name="TextBox 286">
                  <a:extLst>
                    <a:ext uri="{FF2B5EF4-FFF2-40B4-BE49-F238E27FC236}">
                      <a16:creationId xmlns:a16="http://schemas.microsoft.com/office/drawing/2014/main" id="{AA2DCF6D-54DC-0A47-8B69-0F1B77FF66B0}"/>
                    </a:ext>
                  </a:extLst>
                </p:cNvPr>
                <p:cNvSpPr txBox="1"/>
                <p:nvPr/>
              </p:nvSpPr>
              <p:spPr>
                <a:xfrm>
                  <a:off x="783895" y="1743005"/>
                  <a:ext cx="278343" cy="333774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x</a:t>
                  </a:r>
                </a:p>
              </p:txBody>
            </p:sp>
          </p:grpSp>
        </p:grpSp>
      </p:grpSp>
      <p:sp>
        <p:nvSpPr>
          <p:cNvPr id="298" name="Freeform 297">
            <a:extLst>
              <a:ext uri="{FF2B5EF4-FFF2-40B4-BE49-F238E27FC236}">
                <a16:creationId xmlns:a16="http://schemas.microsoft.com/office/drawing/2014/main" id="{AD8B86B2-93D9-A745-9897-F855B37ADC0B}"/>
              </a:ext>
            </a:extLst>
          </p:cNvPr>
          <p:cNvSpPr/>
          <p:nvPr/>
        </p:nvSpPr>
        <p:spPr>
          <a:xfrm>
            <a:off x="3283003" y="2075675"/>
            <a:ext cx="5676290" cy="537233"/>
          </a:xfrm>
          <a:custGeom>
            <a:avLst/>
            <a:gdLst>
              <a:gd name="connsiteX0" fmla="*/ 0 w 5035463"/>
              <a:gd name="connsiteY0" fmla="*/ 551145 h 551145"/>
              <a:gd name="connsiteX1" fmla="*/ 901874 w 5035463"/>
              <a:gd name="connsiteY1" fmla="*/ 551145 h 551145"/>
              <a:gd name="connsiteX2" fmla="*/ 2329841 w 5035463"/>
              <a:gd name="connsiteY2" fmla="*/ 0 h 551145"/>
              <a:gd name="connsiteX3" fmla="*/ 3933173 w 5035463"/>
              <a:gd name="connsiteY3" fmla="*/ 12526 h 551145"/>
              <a:gd name="connsiteX4" fmla="*/ 5035463 w 5035463"/>
              <a:gd name="connsiteY4" fmla="*/ 488515 h 551145"/>
              <a:gd name="connsiteX0" fmla="*/ 0 w 5035463"/>
              <a:gd name="connsiteY0" fmla="*/ 554892 h 554892"/>
              <a:gd name="connsiteX1" fmla="*/ 901874 w 5035463"/>
              <a:gd name="connsiteY1" fmla="*/ 554892 h 554892"/>
              <a:gd name="connsiteX2" fmla="*/ 2082503 w 5035463"/>
              <a:gd name="connsiteY2" fmla="*/ 0 h 554892"/>
              <a:gd name="connsiteX3" fmla="*/ 3933173 w 5035463"/>
              <a:gd name="connsiteY3" fmla="*/ 16273 h 554892"/>
              <a:gd name="connsiteX4" fmla="*/ 5035463 w 5035463"/>
              <a:gd name="connsiteY4" fmla="*/ 492262 h 554892"/>
              <a:gd name="connsiteX0" fmla="*/ 0 w 5035463"/>
              <a:gd name="connsiteY0" fmla="*/ 554892 h 554892"/>
              <a:gd name="connsiteX1" fmla="*/ 860651 w 5035463"/>
              <a:gd name="connsiteY1" fmla="*/ 487436 h 554892"/>
              <a:gd name="connsiteX2" fmla="*/ 2082503 w 5035463"/>
              <a:gd name="connsiteY2" fmla="*/ 0 h 554892"/>
              <a:gd name="connsiteX3" fmla="*/ 3933173 w 5035463"/>
              <a:gd name="connsiteY3" fmla="*/ 16273 h 554892"/>
              <a:gd name="connsiteX4" fmla="*/ 5035463 w 5035463"/>
              <a:gd name="connsiteY4" fmla="*/ 492262 h 554892"/>
              <a:gd name="connsiteX0" fmla="*/ 0 w 5024220"/>
              <a:gd name="connsiteY0" fmla="*/ 491184 h 492262"/>
              <a:gd name="connsiteX1" fmla="*/ 849408 w 5024220"/>
              <a:gd name="connsiteY1" fmla="*/ 487436 h 492262"/>
              <a:gd name="connsiteX2" fmla="*/ 2071260 w 5024220"/>
              <a:gd name="connsiteY2" fmla="*/ 0 h 492262"/>
              <a:gd name="connsiteX3" fmla="*/ 3921930 w 5024220"/>
              <a:gd name="connsiteY3" fmla="*/ 16273 h 492262"/>
              <a:gd name="connsiteX4" fmla="*/ 5024220 w 5024220"/>
              <a:gd name="connsiteY4" fmla="*/ 492262 h 492262"/>
              <a:gd name="connsiteX0" fmla="*/ 0 w 5020472"/>
              <a:gd name="connsiteY0" fmla="*/ 479942 h 492262"/>
              <a:gd name="connsiteX1" fmla="*/ 845660 w 5020472"/>
              <a:gd name="connsiteY1" fmla="*/ 487436 h 492262"/>
              <a:gd name="connsiteX2" fmla="*/ 2067512 w 5020472"/>
              <a:gd name="connsiteY2" fmla="*/ 0 h 492262"/>
              <a:gd name="connsiteX3" fmla="*/ 3918182 w 5020472"/>
              <a:gd name="connsiteY3" fmla="*/ 16273 h 492262"/>
              <a:gd name="connsiteX4" fmla="*/ 5020472 w 5020472"/>
              <a:gd name="connsiteY4" fmla="*/ 492262 h 492262"/>
              <a:gd name="connsiteX0" fmla="*/ 0 w 5020472"/>
              <a:gd name="connsiteY0" fmla="*/ 494932 h 494932"/>
              <a:gd name="connsiteX1" fmla="*/ 845660 w 5020472"/>
              <a:gd name="connsiteY1" fmla="*/ 487436 h 494932"/>
              <a:gd name="connsiteX2" fmla="*/ 2067512 w 5020472"/>
              <a:gd name="connsiteY2" fmla="*/ 0 h 494932"/>
              <a:gd name="connsiteX3" fmla="*/ 3918182 w 5020472"/>
              <a:gd name="connsiteY3" fmla="*/ 16273 h 494932"/>
              <a:gd name="connsiteX4" fmla="*/ 5020472 w 5020472"/>
              <a:gd name="connsiteY4" fmla="*/ 492262 h 494932"/>
              <a:gd name="connsiteX0" fmla="*/ 0 w 5009229"/>
              <a:gd name="connsiteY0" fmla="*/ 479941 h 492262"/>
              <a:gd name="connsiteX1" fmla="*/ 834417 w 5009229"/>
              <a:gd name="connsiteY1" fmla="*/ 487436 h 492262"/>
              <a:gd name="connsiteX2" fmla="*/ 2056269 w 5009229"/>
              <a:gd name="connsiteY2" fmla="*/ 0 h 492262"/>
              <a:gd name="connsiteX3" fmla="*/ 3906939 w 5009229"/>
              <a:gd name="connsiteY3" fmla="*/ 16273 h 492262"/>
              <a:gd name="connsiteX4" fmla="*/ 5009229 w 5009229"/>
              <a:gd name="connsiteY4" fmla="*/ 492262 h 492262"/>
              <a:gd name="connsiteX0" fmla="*/ 0 w 5009229"/>
              <a:gd name="connsiteY0" fmla="*/ 491183 h 492262"/>
              <a:gd name="connsiteX1" fmla="*/ 834417 w 5009229"/>
              <a:gd name="connsiteY1" fmla="*/ 487436 h 492262"/>
              <a:gd name="connsiteX2" fmla="*/ 2056269 w 5009229"/>
              <a:gd name="connsiteY2" fmla="*/ 0 h 492262"/>
              <a:gd name="connsiteX3" fmla="*/ 3906939 w 5009229"/>
              <a:gd name="connsiteY3" fmla="*/ 16273 h 492262"/>
              <a:gd name="connsiteX4" fmla="*/ 5009229 w 5009229"/>
              <a:gd name="connsiteY4" fmla="*/ 492262 h 492262"/>
              <a:gd name="connsiteX0" fmla="*/ 0 w 5009229"/>
              <a:gd name="connsiteY0" fmla="*/ 519881 h 520960"/>
              <a:gd name="connsiteX1" fmla="*/ 834417 w 5009229"/>
              <a:gd name="connsiteY1" fmla="*/ 516134 h 520960"/>
              <a:gd name="connsiteX2" fmla="*/ 2056269 w 5009229"/>
              <a:gd name="connsiteY2" fmla="*/ 28698 h 520960"/>
              <a:gd name="connsiteX3" fmla="*/ 3663349 w 5009229"/>
              <a:gd name="connsiteY3" fmla="*/ 0 h 520960"/>
              <a:gd name="connsiteX4" fmla="*/ 5009229 w 5009229"/>
              <a:gd name="connsiteY4" fmla="*/ 520960 h 520960"/>
              <a:gd name="connsiteX0" fmla="*/ 0 w 4953016"/>
              <a:gd name="connsiteY0" fmla="*/ 519881 h 558436"/>
              <a:gd name="connsiteX1" fmla="*/ 834417 w 4953016"/>
              <a:gd name="connsiteY1" fmla="*/ 516134 h 558436"/>
              <a:gd name="connsiteX2" fmla="*/ 2056269 w 4953016"/>
              <a:gd name="connsiteY2" fmla="*/ 28698 h 558436"/>
              <a:gd name="connsiteX3" fmla="*/ 3663349 w 4953016"/>
              <a:gd name="connsiteY3" fmla="*/ 0 h 558436"/>
              <a:gd name="connsiteX4" fmla="*/ 4953016 w 4953016"/>
              <a:gd name="connsiteY4" fmla="*/ 558436 h 558436"/>
              <a:gd name="connsiteX0" fmla="*/ 0 w 4953016"/>
              <a:gd name="connsiteY0" fmla="*/ 519881 h 558436"/>
              <a:gd name="connsiteX1" fmla="*/ 834417 w 4953016"/>
              <a:gd name="connsiteY1" fmla="*/ 516134 h 558436"/>
              <a:gd name="connsiteX2" fmla="*/ 2056269 w 4953016"/>
              <a:gd name="connsiteY2" fmla="*/ 28698 h 558436"/>
              <a:gd name="connsiteX3" fmla="*/ 3663349 w 4953016"/>
              <a:gd name="connsiteY3" fmla="*/ 0 h 558436"/>
              <a:gd name="connsiteX4" fmla="*/ 4631805 w 4953016"/>
              <a:gd name="connsiteY4" fmla="*/ 415156 h 558436"/>
              <a:gd name="connsiteX5" fmla="*/ 4953016 w 4953016"/>
              <a:gd name="connsiteY5" fmla="*/ 558436 h 558436"/>
              <a:gd name="connsiteX0" fmla="*/ 0 w 5676291"/>
              <a:gd name="connsiteY0" fmla="*/ 519881 h 558436"/>
              <a:gd name="connsiteX1" fmla="*/ 834417 w 5676291"/>
              <a:gd name="connsiteY1" fmla="*/ 516134 h 558436"/>
              <a:gd name="connsiteX2" fmla="*/ 2056269 w 5676291"/>
              <a:gd name="connsiteY2" fmla="*/ 28698 h 558436"/>
              <a:gd name="connsiteX3" fmla="*/ 3663349 w 5676291"/>
              <a:gd name="connsiteY3" fmla="*/ 0 h 558436"/>
              <a:gd name="connsiteX4" fmla="*/ 4631805 w 5676291"/>
              <a:gd name="connsiteY4" fmla="*/ 415156 h 558436"/>
              <a:gd name="connsiteX5" fmla="*/ 5676291 w 5676291"/>
              <a:gd name="connsiteY5" fmla="*/ 558436 h 558436"/>
              <a:gd name="connsiteX0" fmla="*/ 0 w 5676291"/>
              <a:gd name="connsiteY0" fmla="*/ 519881 h 558436"/>
              <a:gd name="connsiteX1" fmla="*/ 834417 w 5676291"/>
              <a:gd name="connsiteY1" fmla="*/ 516134 h 558436"/>
              <a:gd name="connsiteX2" fmla="*/ 2056269 w 5676291"/>
              <a:gd name="connsiteY2" fmla="*/ 28698 h 558436"/>
              <a:gd name="connsiteX3" fmla="*/ 3663349 w 5676291"/>
              <a:gd name="connsiteY3" fmla="*/ 0 h 558436"/>
              <a:gd name="connsiteX4" fmla="*/ 4909124 w 5676291"/>
              <a:gd name="connsiteY4" fmla="*/ 527582 h 558436"/>
              <a:gd name="connsiteX5" fmla="*/ 5676291 w 5676291"/>
              <a:gd name="connsiteY5" fmla="*/ 558436 h 558436"/>
              <a:gd name="connsiteX0" fmla="*/ 0 w 5672543"/>
              <a:gd name="connsiteY0" fmla="*/ 519881 h 535951"/>
              <a:gd name="connsiteX1" fmla="*/ 834417 w 5672543"/>
              <a:gd name="connsiteY1" fmla="*/ 516134 h 535951"/>
              <a:gd name="connsiteX2" fmla="*/ 2056269 w 5672543"/>
              <a:gd name="connsiteY2" fmla="*/ 28698 h 535951"/>
              <a:gd name="connsiteX3" fmla="*/ 3663349 w 5672543"/>
              <a:gd name="connsiteY3" fmla="*/ 0 h 535951"/>
              <a:gd name="connsiteX4" fmla="*/ 4909124 w 5672543"/>
              <a:gd name="connsiteY4" fmla="*/ 527582 h 535951"/>
              <a:gd name="connsiteX5" fmla="*/ 5672543 w 5672543"/>
              <a:gd name="connsiteY5" fmla="*/ 535951 h 535951"/>
              <a:gd name="connsiteX0" fmla="*/ 0 w 5676290"/>
              <a:gd name="connsiteY0" fmla="*/ 519881 h 528456"/>
              <a:gd name="connsiteX1" fmla="*/ 834417 w 5676290"/>
              <a:gd name="connsiteY1" fmla="*/ 516134 h 528456"/>
              <a:gd name="connsiteX2" fmla="*/ 2056269 w 5676290"/>
              <a:gd name="connsiteY2" fmla="*/ 28698 h 528456"/>
              <a:gd name="connsiteX3" fmla="*/ 3663349 w 5676290"/>
              <a:gd name="connsiteY3" fmla="*/ 0 h 528456"/>
              <a:gd name="connsiteX4" fmla="*/ 4909124 w 5676290"/>
              <a:gd name="connsiteY4" fmla="*/ 527582 h 528456"/>
              <a:gd name="connsiteX5" fmla="*/ 5676290 w 5676290"/>
              <a:gd name="connsiteY5" fmla="*/ 528456 h 528456"/>
              <a:gd name="connsiteX0" fmla="*/ 0 w 5676290"/>
              <a:gd name="connsiteY0" fmla="*/ 519881 h 528456"/>
              <a:gd name="connsiteX1" fmla="*/ 834417 w 5676290"/>
              <a:gd name="connsiteY1" fmla="*/ 516134 h 528456"/>
              <a:gd name="connsiteX2" fmla="*/ 2052521 w 5676290"/>
              <a:gd name="connsiteY2" fmla="*/ 6213 h 528456"/>
              <a:gd name="connsiteX3" fmla="*/ 3663349 w 5676290"/>
              <a:gd name="connsiteY3" fmla="*/ 0 h 528456"/>
              <a:gd name="connsiteX4" fmla="*/ 4909124 w 5676290"/>
              <a:gd name="connsiteY4" fmla="*/ 527582 h 528456"/>
              <a:gd name="connsiteX5" fmla="*/ 5676290 w 5676290"/>
              <a:gd name="connsiteY5" fmla="*/ 528456 h 528456"/>
              <a:gd name="connsiteX0" fmla="*/ 0 w 5676290"/>
              <a:gd name="connsiteY0" fmla="*/ 528658 h 537233"/>
              <a:gd name="connsiteX1" fmla="*/ 834417 w 5676290"/>
              <a:gd name="connsiteY1" fmla="*/ 524911 h 537233"/>
              <a:gd name="connsiteX2" fmla="*/ 2052521 w 5676290"/>
              <a:gd name="connsiteY2" fmla="*/ 0 h 537233"/>
              <a:gd name="connsiteX3" fmla="*/ 3663349 w 5676290"/>
              <a:gd name="connsiteY3" fmla="*/ 8777 h 537233"/>
              <a:gd name="connsiteX4" fmla="*/ 4909124 w 5676290"/>
              <a:gd name="connsiteY4" fmla="*/ 536359 h 537233"/>
              <a:gd name="connsiteX5" fmla="*/ 5676290 w 5676290"/>
              <a:gd name="connsiteY5" fmla="*/ 537233 h 537233"/>
              <a:gd name="connsiteX0" fmla="*/ 0 w 5676290"/>
              <a:gd name="connsiteY0" fmla="*/ 528658 h 537233"/>
              <a:gd name="connsiteX1" fmla="*/ 834417 w 5676290"/>
              <a:gd name="connsiteY1" fmla="*/ 524911 h 537233"/>
              <a:gd name="connsiteX2" fmla="*/ 2052521 w 5676290"/>
              <a:gd name="connsiteY2" fmla="*/ 0 h 537233"/>
              <a:gd name="connsiteX3" fmla="*/ 3637117 w 5676290"/>
              <a:gd name="connsiteY3" fmla="*/ 1282 h 537233"/>
              <a:gd name="connsiteX4" fmla="*/ 4909124 w 5676290"/>
              <a:gd name="connsiteY4" fmla="*/ 536359 h 537233"/>
              <a:gd name="connsiteX5" fmla="*/ 5676290 w 5676290"/>
              <a:gd name="connsiteY5" fmla="*/ 537233 h 5372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5676290" h="537233">
                <a:moveTo>
                  <a:pt x="0" y="528658"/>
                </a:moveTo>
                <a:lnTo>
                  <a:pt x="834417" y="524911"/>
                </a:lnTo>
                <a:lnTo>
                  <a:pt x="2052521" y="0"/>
                </a:lnTo>
                <a:lnTo>
                  <a:pt x="3637117" y="1282"/>
                </a:lnTo>
                <a:lnTo>
                  <a:pt x="4909124" y="536359"/>
                </a:lnTo>
                <a:lnTo>
                  <a:pt x="5676290" y="537233"/>
                </a:lnTo>
              </a:path>
            </a:pathLst>
          </a:custGeom>
          <a:noFill/>
          <a:ln w="57150">
            <a:solidFill>
              <a:srgbClr val="C00000"/>
            </a:solidFill>
            <a:tailEnd type="triangle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99" name="Freeform 298">
            <a:extLst>
              <a:ext uri="{FF2B5EF4-FFF2-40B4-BE49-F238E27FC236}">
                <a16:creationId xmlns:a16="http://schemas.microsoft.com/office/drawing/2014/main" id="{5B662D9B-5836-4A49-AEF3-3844A1A658DF}"/>
              </a:ext>
            </a:extLst>
          </p:cNvPr>
          <p:cNvSpPr/>
          <p:nvPr/>
        </p:nvSpPr>
        <p:spPr>
          <a:xfrm>
            <a:off x="5246494" y="2202412"/>
            <a:ext cx="3684951" cy="1712667"/>
          </a:xfrm>
          <a:custGeom>
            <a:avLst/>
            <a:gdLst>
              <a:gd name="connsiteX0" fmla="*/ 0 w 3494761"/>
              <a:gd name="connsiteY0" fmla="*/ 1202498 h 1202498"/>
              <a:gd name="connsiteX1" fmla="*/ 1415441 w 3494761"/>
              <a:gd name="connsiteY1" fmla="*/ 0 h 1202498"/>
              <a:gd name="connsiteX2" fmla="*/ 1427967 w 3494761"/>
              <a:gd name="connsiteY2" fmla="*/ 1027134 h 1202498"/>
              <a:gd name="connsiteX3" fmla="*/ 2793304 w 3494761"/>
              <a:gd name="connsiteY3" fmla="*/ 538619 h 1202498"/>
              <a:gd name="connsiteX4" fmla="*/ 3494761 w 3494761"/>
              <a:gd name="connsiteY4" fmla="*/ 551145 h 1202498"/>
              <a:gd name="connsiteX0" fmla="*/ 0 w 3494761"/>
              <a:gd name="connsiteY0" fmla="*/ 1202498 h 1202498"/>
              <a:gd name="connsiteX1" fmla="*/ 1415441 w 3494761"/>
              <a:gd name="connsiteY1" fmla="*/ 0 h 1202498"/>
              <a:gd name="connsiteX2" fmla="*/ 1490597 w 3494761"/>
              <a:gd name="connsiteY2" fmla="*/ 1102290 h 1202498"/>
              <a:gd name="connsiteX3" fmla="*/ 2793304 w 3494761"/>
              <a:gd name="connsiteY3" fmla="*/ 538619 h 1202498"/>
              <a:gd name="connsiteX4" fmla="*/ 3494761 w 3494761"/>
              <a:gd name="connsiteY4" fmla="*/ 551145 h 1202498"/>
              <a:gd name="connsiteX0" fmla="*/ 0 w 3494761"/>
              <a:gd name="connsiteY0" fmla="*/ 1202498 h 1202498"/>
              <a:gd name="connsiteX1" fmla="*/ 1415441 w 3494761"/>
              <a:gd name="connsiteY1" fmla="*/ 0 h 1202498"/>
              <a:gd name="connsiteX2" fmla="*/ 1472012 w 3494761"/>
              <a:gd name="connsiteY2" fmla="*/ 1050251 h 1202498"/>
              <a:gd name="connsiteX3" fmla="*/ 2793304 w 3494761"/>
              <a:gd name="connsiteY3" fmla="*/ 538619 h 1202498"/>
              <a:gd name="connsiteX4" fmla="*/ 3494761 w 3494761"/>
              <a:gd name="connsiteY4" fmla="*/ 551145 h 1202498"/>
              <a:gd name="connsiteX0" fmla="*/ 0 w 3494761"/>
              <a:gd name="connsiteY0" fmla="*/ 1202498 h 1202498"/>
              <a:gd name="connsiteX1" fmla="*/ 1415441 w 3494761"/>
              <a:gd name="connsiteY1" fmla="*/ 0 h 1202498"/>
              <a:gd name="connsiteX2" fmla="*/ 1438558 w 3494761"/>
              <a:gd name="connsiteY2" fmla="*/ 1050251 h 1202498"/>
              <a:gd name="connsiteX3" fmla="*/ 2793304 w 3494761"/>
              <a:gd name="connsiteY3" fmla="*/ 538619 h 1202498"/>
              <a:gd name="connsiteX4" fmla="*/ 3494761 w 3494761"/>
              <a:gd name="connsiteY4" fmla="*/ 551145 h 1202498"/>
              <a:gd name="connsiteX0" fmla="*/ 0 w 3494761"/>
              <a:gd name="connsiteY0" fmla="*/ 1217367 h 1217367"/>
              <a:gd name="connsiteX1" fmla="*/ 1441460 w 3494761"/>
              <a:gd name="connsiteY1" fmla="*/ 0 h 1217367"/>
              <a:gd name="connsiteX2" fmla="*/ 1438558 w 3494761"/>
              <a:gd name="connsiteY2" fmla="*/ 1065120 h 1217367"/>
              <a:gd name="connsiteX3" fmla="*/ 2793304 w 3494761"/>
              <a:gd name="connsiteY3" fmla="*/ 553488 h 1217367"/>
              <a:gd name="connsiteX4" fmla="*/ 3494761 w 3494761"/>
              <a:gd name="connsiteY4" fmla="*/ 566014 h 1217367"/>
              <a:gd name="connsiteX0" fmla="*/ 0 w 3494761"/>
              <a:gd name="connsiteY0" fmla="*/ 1217367 h 1217367"/>
              <a:gd name="connsiteX1" fmla="*/ 1441460 w 3494761"/>
              <a:gd name="connsiteY1" fmla="*/ 0 h 1217367"/>
              <a:gd name="connsiteX2" fmla="*/ 1438558 w 3494761"/>
              <a:gd name="connsiteY2" fmla="*/ 1065120 h 1217367"/>
              <a:gd name="connsiteX3" fmla="*/ 2808172 w 3494761"/>
              <a:gd name="connsiteY3" fmla="*/ 557205 h 1217367"/>
              <a:gd name="connsiteX4" fmla="*/ 3494761 w 3494761"/>
              <a:gd name="connsiteY4" fmla="*/ 566014 h 1217367"/>
              <a:gd name="connsiteX0" fmla="*/ 0 w 3494761"/>
              <a:gd name="connsiteY0" fmla="*/ 1217367 h 1217367"/>
              <a:gd name="connsiteX1" fmla="*/ 1441460 w 3494761"/>
              <a:gd name="connsiteY1" fmla="*/ 0 h 1217367"/>
              <a:gd name="connsiteX2" fmla="*/ 1438558 w 3494761"/>
              <a:gd name="connsiteY2" fmla="*/ 1065120 h 1217367"/>
              <a:gd name="connsiteX3" fmla="*/ 2808172 w 3494761"/>
              <a:gd name="connsiteY3" fmla="*/ 572073 h 1217367"/>
              <a:gd name="connsiteX4" fmla="*/ 3494761 w 3494761"/>
              <a:gd name="connsiteY4" fmla="*/ 566014 h 1217367"/>
              <a:gd name="connsiteX0" fmla="*/ 0 w 3505912"/>
              <a:gd name="connsiteY0" fmla="*/ 1217367 h 1217367"/>
              <a:gd name="connsiteX1" fmla="*/ 1441460 w 3505912"/>
              <a:gd name="connsiteY1" fmla="*/ 0 h 1217367"/>
              <a:gd name="connsiteX2" fmla="*/ 1438558 w 3505912"/>
              <a:gd name="connsiteY2" fmla="*/ 1065120 h 1217367"/>
              <a:gd name="connsiteX3" fmla="*/ 2808172 w 3505912"/>
              <a:gd name="connsiteY3" fmla="*/ 572073 h 1217367"/>
              <a:gd name="connsiteX4" fmla="*/ 3505912 w 3505912"/>
              <a:gd name="connsiteY4" fmla="*/ 588317 h 1217367"/>
              <a:gd name="connsiteX0" fmla="*/ 0 w 3505912"/>
              <a:gd name="connsiteY0" fmla="*/ 1217367 h 1217367"/>
              <a:gd name="connsiteX1" fmla="*/ 1441460 w 3505912"/>
              <a:gd name="connsiteY1" fmla="*/ 0 h 1217367"/>
              <a:gd name="connsiteX2" fmla="*/ 1438558 w 3505912"/>
              <a:gd name="connsiteY2" fmla="*/ 1065120 h 1217367"/>
              <a:gd name="connsiteX3" fmla="*/ 2845343 w 3505912"/>
              <a:gd name="connsiteY3" fmla="*/ 583224 h 1217367"/>
              <a:gd name="connsiteX4" fmla="*/ 3505912 w 3505912"/>
              <a:gd name="connsiteY4" fmla="*/ 588317 h 1217367"/>
              <a:gd name="connsiteX0" fmla="*/ 0 w 3505912"/>
              <a:gd name="connsiteY0" fmla="*/ 1217367 h 1217367"/>
              <a:gd name="connsiteX1" fmla="*/ 1441460 w 3505912"/>
              <a:gd name="connsiteY1" fmla="*/ 0 h 1217367"/>
              <a:gd name="connsiteX2" fmla="*/ 1438558 w 3505912"/>
              <a:gd name="connsiteY2" fmla="*/ 1065120 h 1217367"/>
              <a:gd name="connsiteX3" fmla="*/ 2785870 w 3505912"/>
              <a:gd name="connsiteY3" fmla="*/ 564639 h 1217367"/>
              <a:gd name="connsiteX4" fmla="*/ 3505912 w 3505912"/>
              <a:gd name="connsiteY4" fmla="*/ 588317 h 1217367"/>
              <a:gd name="connsiteX0" fmla="*/ 0 w 3557951"/>
              <a:gd name="connsiteY0" fmla="*/ 1217367 h 1217367"/>
              <a:gd name="connsiteX1" fmla="*/ 1441460 w 3557951"/>
              <a:gd name="connsiteY1" fmla="*/ 0 h 1217367"/>
              <a:gd name="connsiteX2" fmla="*/ 1438558 w 3557951"/>
              <a:gd name="connsiteY2" fmla="*/ 1065120 h 1217367"/>
              <a:gd name="connsiteX3" fmla="*/ 2785870 w 3557951"/>
              <a:gd name="connsiteY3" fmla="*/ 564639 h 1217367"/>
              <a:gd name="connsiteX4" fmla="*/ 3557951 w 3557951"/>
              <a:gd name="connsiteY4" fmla="*/ 577165 h 1217367"/>
              <a:gd name="connsiteX0" fmla="*/ 0 w 3557951"/>
              <a:gd name="connsiteY0" fmla="*/ 1217367 h 1217367"/>
              <a:gd name="connsiteX1" fmla="*/ 71632 w 3557951"/>
              <a:gd name="connsiteY1" fmla="*/ 1153564 h 1217367"/>
              <a:gd name="connsiteX2" fmla="*/ 1441460 w 3557951"/>
              <a:gd name="connsiteY2" fmla="*/ 0 h 1217367"/>
              <a:gd name="connsiteX3" fmla="*/ 1438558 w 3557951"/>
              <a:gd name="connsiteY3" fmla="*/ 1065120 h 1217367"/>
              <a:gd name="connsiteX4" fmla="*/ 2785870 w 3557951"/>
              <a:gd name="connsiteY4" fmla="*/ 564639 h 1217367"/>
              <a:gd name="connsiteX5" fmla="*/ 3557951 w 3557951"/>
              <a:gd name="connsiteY5" fmla="*/ 577165 h 1217367"/>
              <a:gd name="connsiteX0" fmla="*/ 0 w 3831001"/>
              <a:gd name="connsiteY0" fmla="*/ 1595192 h 1595192"/>
              <a:gd name="connsiteX1" fmla="*/ 344682 w 3831001"/>
              <a:gd name="connsiteY1" fmla="*/ 1153564 h 1595192"/>
              <a:gd name="connsiteX2" fmla="*/ 1714510 w 3831001"/>
              <a:gd name="connsiteY2" fmla="*/ 0 h 1595192"/>
              <a:gd name="connsiteX3" fmla="*/ 1711608 w 3831001"/>
              <a:gd name="connsiteY3" fmla="*/ 1065120 h 1595192"/>
              <a:gd name="connsiteX4" fmla="*/ 3058920 w 3831001"/>
              <a:gd name="connsiteY4" fmla="*/ 564639 h 1595192"/>
              <a:gd name="connsiteX5" fmla="*/ 3831001 w 3831001"/>
              <a:gd name="connsiteY5" fmla="*/ 577165 h 1595192"/>
              <a:gd name="connsiteX0" fmla="*/ 0 w 3831001"/>
              <a:gd name="connsiteY0" fmla="*/ 1595192 h 1595192"/>
              <a:gd name="connsiteX1" fmla="*/ 125607 w 3831001"/>
              <a:gd name="connsiteY1" fmla="*/ 1226589 h 1595192"/>
              <a:gd name="connsiteX2" fmla="*/ 1714510 w 3831001"/>
              <a:gd name="connsiteY2" fmla="*/ 0 h 1595192"/>
              <a:gd name="connsiteX3" fmla="*/ 1711608 w 3831001"/>
              <a:gd name="connsiteY3" fmla="*/ 1065120 h 1595192"/>
              <a:gd name="connsiteX4" fmla="*/ 3058920 w 3831001"/>
              <a:gd name="connsiteY4" fmla="*/ 564639 h 1595192"/>
              <a:gd name="connsiteX5" fmla="*/ 3831001 w 3831001"/>
              <a:gd name="connsiteY5" fmla="*/ 577165 h 1595192"/>
              <a:gd name="connsiteX0" fmla="*/ 0 w 3831001"/>
              <a:gd name="connsiteY0" fmla="*/ 1595192 h 1595192"/>
              <a:gd name="connsiteX1" fmla="*/ 131957 w 3831001"/>
              <a:gd name="connsiteY1" fmla="*/ 1220239 h 1595192"/>
              <a:gd name="connsiteX2" fmla="*/ 1714510 w 3831001"/>
              <a:gd name="connsiteY2" fmla="*/ 0 h 1595192"/>
              <a:gd name="connsiteX3" fmla="*/ 1711608 w 3831001"/>
              <a:gd name="connsiteY3" fmla="*/ 1065120 h 1595192"/>
              <a:gd name="connsiteX4" fmla="*/ 3058920 w 3831001"/>
              <a:gd name="connsiteY4" fmla="*/ 564639 h 1595192"/>
              <a:gd name="connsiteX5" fmla="*/ 3831001 w 3831001"/>
              <a:gd name="connsiteY5" fmla="*/ 577165 h 1595192"/>
              <a:gd name="connsiteX0" fmla="*/ 0 w 3831001"/>
              <a:gd name="connsiteY0" fmla="*/ 1595192 h 1595192"/>
              <a:gd name="connsiteX1" fmla="*/ 147832 w 3831001"/>
              <a:gd name="connsiteY1" fmla="*/ 1051964 h 1595192"/>
              <a:gd name="connsiteX2" fmla="*/ 1714510 w 3831001"/>
              <a:gd name="connsiteY2" fmla="*/ 0 h 1595192"/>
              <a:gd name="connsiteX3" fmla="*/ 1711608 w 3831001"/>
              <a:gd name="connsiteY3" fmla="*/ 1065120 h 1595192"/>
              <a:gd name="connsiteX4" fmla="*/ 3058920 w 3831001"/>
              <a:gd name="connsiteY4" fmla="*/ 564639 h 1595192"/>
              <a:gd name="connsiteX5" fmla="*/ 3831001 w 3831001"/>
              <a:gd name="connsiteY5" fmla="*/ 577165 h 1595192"/>
              <a:gd name="connsiteX0" fmla="*/ 0 w 3688126"/>
              <a:gd name="connsiteY0" fmla="*/ 1680917 h 1680917"/>
              <a:gd name="connsiteX1" fmla="*/ 4957 w 3688126"/>
              <a:gd name="connsiteY1" fmla="*/ 1051964 h 1680917"/>
              <a:gd name="connsiteX2" fmla="*/ 1571635 w 3688126"/>
              <a:gd name="connsiteY2" fmla="*/ 0 h 1680917"/>
              <a:gd name="connsiteX3" fmla="*/ 1568733 w 3688126"/>
              <a:gd name="connsiteY3" fmla="*/ 1065120 h 1680917"/>
              <a:gd name="connsiteX4" fmla="*/ 2916045 w 3688126"/>
              <a:gd name="connsiteY4" fmla="*/ 564639 h 1680917"/>
              <a:gd name="connsiteX5" fmla="*/ 3688126 w 3688126"/>
              <a:gd name="connsiteY5" fmla="*/ 577165 h 1680917"/>
              <a:gd name="connsiteX0" fmla="*/ 0 w 3684951"/>
              <a:gd name="connsiteY0" fmla="*/ 1712667 h 1712667"/>
              <a:gd name="connsiteX1" fmla="*/ 1782 w 3684951"/>
              <a:gd name="connsiteY1" fmla="*/ 1051964 h 1712667"/>
              <a:gd name="connsiteX2" fmla="*/ 1568460 w 3684951"/>
              <a:gd name="connsiteY2" fmla="*/ 0 h 1712667"/>
              <a:gd name="connsiteX3" fmla="*/ 1565558 w 3684951"/>
              <a:gd name="connsiteY3" fmla="*/ 1065120 h 1712667"/>
              <a:gd name="connsiteX4" fmla="*/ 2912870 w 3684951"/>
              <a:gd name="connsiteY4" fmla="*/ 564639 h 1712667"/>
              <a:gd name="connsiteX5" fmla="*/ 3684951 w 3684951"/>
              <a:gd name="connsiteY5" fmla="*/ 577165 h 17126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684951" h="1712667">
                <a:moveTo>
                  <a:pt x="0" y="1712667"/>
                </a:moveTo>
                <a:cubicBezTo>
                  <a:pt x="1652" y="1503016"/>
                  <a:pt x="130" y="1261615"/>
                  <a:pt x="1782" y="1051964"/>
                </a:cubicBezTo>
                <a:lnTo>
                  <a:pt x="1568460" y="0"/>
                </a:lnTo>
                <a:cubicBezTo>
                  <a:pt x="1567493" y="355040"/>
                  <a:pt x="1566525" y="710080"/>
                  <a:pt x="1565558" y="1065120"/>
                </a:cubicBezTo>
                <a:lnTo>
                  <a:pt x="2912870" y="564639"/>
                </a:lnTo>
                <a:lnTo>
                  <a:pt x="3684951" y="577165"/>
                </a:lnTo>
              </a:path>
            </a:pathLst>
          </a:custGeom>
          <a:noFill/>
          <a:ln w="47625">
            <a:solidFill>
              <a:srgbClr val="0000A8"/>
            </a:solidFill>
            <a:tailEnd type="triangle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00" name="TextBox 299">
            <a:extLst>
              <a:ext uri="{FF2B5EF4-FFF2-40B4-BE49-F238E27FC236}">
                <a16:creationId xmlns:a16="http://schemas.microsoft.com/office/drawing/2014/main" id="{4BA8D4EB-6400-5347-8FCF-BA0939582BD3}"/>
              </a:ext>
            </a:extLst>
          </p:cNvPr>
          <p:cNvSpPr txBox="1"/>
          <p:nvPr/>
        </p:nvSpPr>
        <p:spPr>
          <a:xfrm>
            <a:off x="1351953" y="5524714"/>
            <a:ext cx="9783686" cy="95410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sz="2800" dirty="0">
                <a:solidFill>
                  <a:srgbClr val="CC0000"/>
                </a:solidFill>
                <a:ea typeface="ＭＳ Ｐゴシック" charset="0"/>
              </a:rPr>
              <a:t>We learned in Chapter 4 that generalized forwarding and SDN can be used to achieve </a:t>
            </a:r>
            <a:r>
              <a:rPr lang="en-US" sz="2800" i="1" dirty="0">
                <a:solidFill>
                  <a:srgbClr val="CC0000"/>
                </a:solidFill>
                <a:ea typeface="ＭＳ Ｐゴシック" charset="0"/>
              </a:rPr>
              <a:t>any</a:t>
            </a:r>
            <a:r>
              <a:rPr lang="en-US" sz="2800" dirty="0">
                <a:solidFill>
                  <a:srgbClr val="CC0000"/>
                </a:solidFill>
                <a:ea typeface="ＭＳ Ｐゴシック" charset="0"/>
              </a:rPr>
              <a:t> routing desired</a:t>
            </a:r>
          </a:p>
        </p:txBody>
      </p:sp>
    </p:spTree>
    <p:extLst>
      <p:ext uri="{BB962C8B-B14F-4D97-AF65-F5344CB8AC3E}">
        <p14:creationId xmlns:p14="http://schemas.microsoft.com/office/powerpoint/2010/main" val="422145288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5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500"/>
                                        <p:tgtEl>
                                          <p:spTgt spid="2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2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15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5" dur="500"/>
                                        <p:tgtEl>
                                          <p:spTgt spid="3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98" grpId="0" animBg="1"/>
      <p:bldP spid="299" grpId="0" animBg="1"/>
      <p:bldP spid="300" grpId="0"/>
    </p:bldLst>
  </p:timing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FECD85E7-B9DB-9043-B7EC-8C0919E801A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4139"/>
            <a:ext cx="10515600" cy="894622"/>
          </a:xfrm>
        </p:spPr>
        <p:txBody>
          <a:bodyPr>
            <a:normAutofit/>
          </a:bodyPr>
          <a:lstStyle/>
          <a:p>
            <a:r>
              <a:rPr lang="en-US" dirty="0"/>
              <a:t>Software defined networking (SDN)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8F71119-17C6-6045-B8FE-FECA68C801C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75</a:t>
            </a:fld>
            <a:endParaRPr lang="en-US" dirty="0"/>
          </a:p>
        </p:txBody>
      </p:sp>
      <p:grpSp>
        <p:nvGrpSpPr>
          <p:cNvPr id="368" name="Group 367">
            <a:extLst>
              <a:ext uri="{FF2B5EF4-FFF2-40B4-BE49-F238E27FC236}">
                <a16:creationId xmlns:a16="http://schemas.microsoft.com/office/drawing/2014/main" id="{97528339-91BF-A047-B131-DB1084069AD0}"/>
              </a:ext>
            </a:extLst>
          </p:cNvPr>
          <p:cNvGrpSpPr/>
          <p:nvPr/>
        </p:nvGrpSpPr>
        <p:grpSpPr>
          <a:xfrm>
            <a:off x="3056815" y="1998116"/>
            <a:ext cx="7050773" cy="4668701"/>
            <a:chOff x="1453484" y="1555350"/>
            <a:chExt cx="7050773" cy="4668701"/>
          </a:xfrm>
        </p:grpSpPr>
        <p:grpSp>
          <p:nvGrpSpPr>
            <p:cNvPr id="369" name="Group 368">
              <a:extLst>
                <a:ext uri="{FF2B5EF4-FFF2-40B4-BE49-F238E27FC236}">
                  <a16:creationId xmlns:a16="http://schemas.microsoft.com/office/drawing/2014/main" id="{65D1C995-A844-2B42-9010-C4218A5CA77D}"/>
                </a:ext>
              </a:extLst>
            </p:cNvPr>
            <p:cNvGrpSpPr/>
            <p:nvPr/>
          </p:nvGrpSpPr>
          <p:grpSpPr>
            <a:xfrm>
              <a:off x="1453484" y="1555350"/>
              <a:ext cx="6027737" cy="1440135"/>
              <a:chOff x="1492879" y="2061336"/>
              <a:chExt cx="6027737" cy="1440135"/>
            </a:xfrm>
          </p:grpSpPr>
          <p:sp>
            <p:nvSpPr>
              <p:cNvPr id="641" name="Rectangle 640">
                <a:extLst>
                  <a:ext uri="{FF2B5EF4-FFF2-40B4-BE49-F238E27FC236}">
                    <a16:creationId xmlns:a16="http://schemas.microsoft.com/office/drawing/2014/main" id="{0E8C8ADE-E45C-8948-918B-042EEC2FAE7D}"/>
                  </a:ext>
                </a:extLst>
              </p:cNvPr>
              <p:cNvSpPr/>
              <p:nvPr/>
            </p:nvSpPr>
            <p:spPr bwMode="auto">
              <a:xfrm>
                <a:off x="1929251" y="2064703"/>
                <a:ext cx="5043488" cy="1017588"/>
              </a:xfrm>
              <a:prstGeom prst="rect">
                <a:avLst/>
              </a:prstGeom>
              <a:solidFill>
                <a:srgbClr val="2D2DB9">
                  <a:lumMod val="20000"/>
                  <a:lumOff val="80000"/>
                </a:srgbClr>
              </a:solidFill>
              <a:ln w="317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642" name="Freeform 641">
                <a:extLst>
                  <a:ext uri="{FF2B5EF4-FFF2-40B4-BE49-F238E27FC236}">
                    <a16:creationId xmlns:a16="http://schemas.microsoft.com/office/drawing/2014/main" id="{4C064E57-91B4-C64F-BC29-DB5B58D5D836}"/>
                  </a:ext>
                </a:extLst>
              </p:cNvPr>
              <p:cNvSpPr/>
              <p:nvPr/>
            </p:nvSpPr>
            <p:spPr bwMode="auto">
              <a:xfrm>
                <a:off x="1739747" y="2067585"/>
                <a:ext cx="198437" cy="1385888"/>
              </a:xfrm>
              <a:custGeom>
                <a:avLst/>
                <a:gdLst>
                  <a:gd name="connsiteX0" fmla="*/ 0 w 312616"/>
                  <a:gd name="connsiteY0" fmla="*/ 644770 h 1367693"/>
                  <a:gd name="connsiteX1" fmla="*/ 312616 w 312616"/>
                  <a:gd name="connsiteY1" fmla="*/ 0 h 1367693"/>
                  <a:gd name="connsiteX2" fmla="*/ 312616 w 312616"/>
                  <a:gd name="connsiteY2" fmla="*/ 1016000 h 1367693"/>
                  <a:gd name="connsiteX3" fmla="*/ 117231 w 312616"/>
                  <a:gd name="connsiteY3" fmla="*/ 1367693 h 1367693"/>
                  <a:gd name="connsiteX4" fmla="*/ 0 w 312616"/>
                  <a:gd name="connsiteY4" fmla="*/ 644770 h 1367693"/>
                  <a:gd name="connsiteX0" fmla="*/ 0 w 199855"/>
                  <a:gd name="connsiteY0" fmla="*/ 733787 h 1367693"/>
                  <a:gd name="connsiteX1" fmla="*/ 199855 w 199855"/>
                  <a:gd name="connsiteY1" fmla="*/ 0 h 1367693"/>
                  <a:gd name="connsiteX2" fmla="*/ 199855 w 199855"/>
                  <a:gd name="connsiteY2" fmla="*/ 1016000 h 1367693"/>
                  <a:gd name="connsiteX3" fmla="*/ 4470 w 199855"/>
                  <a:gd name="connsiteY3" fmla="*/ 1367693 h 1367693"/>
                  <a:gd name="connsiteX4" fmla="*/ 0 w 199855"/>
                  <a:gd name="connsiteY4" fmla="*/ 733787 h 1367693"/>
                  <a:gd name="connsiteX0" fmla="*/ 25203 w 225058"/>
                  <a:gd name="connsiteY0" fmla="*/ 733787 h 1361758"/>
                  <a:gd name="connsiteX1" fmla="*/ 225058 w 225058"/>
                  <a:gd name="connsiteY1" fmla="*/ 0 h 1361758"/>
                  <a:gd name="connsiteX2" fmla="*/ 225058 w 225058"/>
                  <a:gd name="connsiteY2" fmla="*/ 1016000 h 1361758"/>
                  <a:gd name="connsiteX3" fmla="*/ 0 w 225058"/>
                  <a:gd name="connsiteY3" fmla="*/ 1361758 h 1361758"/>
                  <a:gd name="connsiteX4" fmla="*/ 25203 w 225058"/>
                  <a:gd name="connsiteY4" fmla="*/ 733787 h 1361758"/>
                  <a:gd name="connsiteX0" fmla="*/ 25203 w 230992"/>
                  <a:gd name="connsiteY0" fmla="*/ 787197 h 1415168"/>
                  <a:gd name="connsiteX1" fmla="*/ 230992 w 230992"/>
                  <a:gd name="connsiteY1" fmla="*/ 0 h 1415168"/>
                  <a:gd name="connsiteX2" fmla="*/ 225058 w 230992"/>
                  <a:gd name="connsiteY2" fmla="*/ 1069410 h 1415168"/>
                  <a:gd name="connsiteX3" fmla="*/ 0 w 230992"/>
                  <a:gd name="connsiteY3" fmla="*/ 1415168 h 1415168"/>
                  <a:gd name="connsiteX4" fmla="*/ 25203 w 230992"/>
                  <a:gd name="connsiteY4" fmla="*/ 787197 h 1415168"/>
                  <a:gd name="connsiteX0" fmla="*/ 0 w 205789"/>
                  <a:gd name="connsiteY0" fmla="*/ 787197 h 1427037"/>
                  <a:gd name="connsiteX1" fmla="*/ 205789 w 205789"/>
                  <a:gd name="connsiteY1" fmla="*/ 0 h 1427037"/>
                  <a:gd name="connsiteX2" fmla="*/ 199855 w 205789"/>
                  <a:gd name="connsiteY2" fmla="*/ 1069410 h 1427037"/>
                  <a:gd name="connsiteX3" fmla="*/ 4471 w 205789"/>
                  <a:gd name="connsiteY3" fmla="*/ 1427037 h 1427037"/>
                  <a:gd name="connsiteX4" fmla="*/ 0 w 205789"/>
                  <a:gd name="connsiteY4" fmla="*/ 787197 h 1427037"/>
                  <a:gd name="connsiteX0" fmla="*/ 0 w 199855"/>
                  <a:gd name="connsiteY0" fmla="*/ 745656 h 1385496"/>
                  <a:gd name="connsiteX1" fmla="*/ 193920 w 199855"/>
                  <a:gd name="connsiteY1" fmla="*/ 0 h 1385496"/>
                  <a:gd name="connsiteX2" fmla="*/ 199855 w 199855"/>
                  <a:gd name="connsiteY2" fmla="*/ 1027869 h 1385496"/>
                  <a:gd name="connsiteX3" fmla="*/ 4471 w 199855"/>
                  <a:gd name="connsiteY3" fmla="*/ 1385496 h 1385496"/>
                  <a:gd name="connsiteX4" fmla="*/ 0 w 199855"/>
                  <a:gd name="connsiteY4" fmla="*/ 745656 h 13854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9855" h="1385496">
                    <a:moveTo>
                      <a:pt x="0" y="745656"/>
                    </a:moveTo>
                    <a:lnTo>
                      <a:pt x="193920" y="0"/>
                    </a:lnTo>
                    <a:cubicBezTo>
                      <a:pt x="195898" y="342623"/>
                      <a:pt x="197877" y="685246"/>
                      <a:pt x="199855" y="1027869"/>
                    </a:cubicBezTo>
                    <a:lnTo>
                      <a:pt x="4471" y="1385496"/>
                    </a:lnTo>
                    <a:cubicBezTo>
                      <a:pt x="2981" y="1172216"/>
                      <a:pt x="1490" y="958936"/>
                      <a:pt x="0" y="745656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FFFFFF">
                      <a:lumMod val="95000"/>
                    </a:srgbClr>
                  </a:gs>
                  <a:gs pos="100000">
                    <a:srgbClr val="2D2DB9">
                      <a:lumMod val="20000"/>
                      <a:lumOff val="80000"/>
                    </a:srgbClr>
                  </a:gs>
                </a:gsLst>
                <a:lin ang="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643" name="Freeform 642">
                <a:extLst>
                  <a:ext uri="{FF2B5EF4-FFF2-40B4-BE49-F238E27FC236}">
                    <a16:creationId xmlns:a16="http://schemas.microsoft.com/office/drawing/2014/main" id="{FA5C362A-704A-E343-9748-70DE7380E98C}"/>
                  </a:ext>
                </a:extLst>
              </p:cNvPr>
              <p:cNvSpPr/>
              <p:nvPr/>
            </p:nvSpPr>
            <p:spPr bwMode="auto">
              <a:xfrm flipH="1">
                <a:off x="6969078" y="2061336"/>
                <a:ext cx="220427" cy="1370587"/>
              </a:xfrm>
              <a:custGeom>
                <a:avLst/>
                <a:gdLst>
                  <a:gd name="connsiteX0" fmla="*/ 0 w 312616"/>
                  <a:gd name="connsiteY0" fmla="*/ 644770 h 1367693"/>
                  <a:gd name="connsiteX1" fmla="*/ 312616 w 312616"/>
                  <a:gd name="connsiteY1" fmla="*/ 0 h 1367693"/>
                  <a:gd name="connsiteX2" fmla="*/ 312616 w 312616"/>
                  <a:gd name="connsiteY2" fmla="*/ 1016000 h 1367693"/>
                  <a:gd name="connsiteX3" fmla="*/ 117231 w 312616"/>
                  <a:gd name="connsiteY3" fmla="*/ 1367693 h 1367693"/>
                  <a:gd name="connsiteX4" fmla="*/ 0 w 312616"/>
                  <a:gd name="connsiteY4" fmla="*/ 644770 h 1367693"/>
                  <a:gd name="connsiteX0" fmla="*/ 0 w 199855"/>
                  <a:gd name="connsiteY0" fmla="*/ 733787 h 1367693"/>
                  <a:gd name="connsiteX1" fmla="*/ 199855 w 199855"/>
                  <a:gd name="connsiteY1" fmla="*/ 0 h 1367693"/>
                  <a:gd name="connsiteX2" fmla="*/ 199855 w 199855"/>
                  <a:gd name="connsiteY2" fmla="*/ 1016000 h 1367693"/>
                  <a:gd name="connsiteX3" fmla="*/ 4470 w 199855"/>
                  <a:gd name="connsiteY3" fmla="*/ 1367693 h 1367693"/>
                  <a:gd name="connsiteX4" fmla="*/ 0 w 199855"/>
                  <a:gd name="connsiteY4" fmla="*/ 733787 h 1367693"/>
                  <a:gd name="connsiteX0" fmla="*/ 25203 w 225058"/>
                  <a:gd name="connsiteY0" fmla="*/ 733787 h 1361758"/>
                  <a:gd name="connsiteX1" fmla="*/ 225058 w 225058"/>
                  <a:gd name="connsiteY1" fmla="*/ 0 h 1361758"/>
                  <a:gd name="connsiteX2" fmla="*/ 225058 w 225058"/>
                  <a:gd name="connsiteY2" fmla="*/ 1016000 h 1361758"/>
                  <a:gd name="connsiteX3" fmla="*/ 0 w 225058"/>
                  <a:gd name="connsiteY3" fmla="*/ 1361758 h 1361758"/>
                  <a:gd name="connsiteX4" fmla="*/ 25203 w 225058"/>
                  <a:gd name="connsiteY4" fmla="*/ 733787 h 1361758"/>
                  <a:gd name="connsiteX0" fmla="*/ 25203 w 230992"/>
                  <a:gd name="connsiteY0" fmla="*/ 787197 h 1415168"/>
                  <a:gd name="connsiteX1" fmla="*/ 230992 w 230992"/>
                  <a:gd name="connsiteY1" fmla="*/ 0 h 1415168"/>
                  <a:gd name="connsiteX2" fmla="*/ 225058 w 230992"/>
                  <a:gd name="connsiteY2" fmla="*/ 1069410 h 1415168"/>
                  <a:gd name="connsiteX3" fmla="*/ 0 w 230992"/>
                  <a:gd name="connsiteY3" fmla="*/ 1415168 h 1415168"/>
                  <a:gd name="connsiteX4" fmla="*/ 25203 w 230992"/>
                  <a:gd name="connsiteY4" fmla="*/ 787197 h 1415168"/>
                  <a:gd name="connsiteX0" fmla="*/ 0 w 205789"/>
                  <a:gd name="connsiteY0" fmla="*/ 787197 h 1427037"/>
                  <a:gd name="connsiteX1" fmla="*/ 205789 w 205789"/>
                  <a:gd name="connsiteY1" fmla="*/ 0 h 1427037"/>
                  <a:gd name="connsiteX2" fmla="*/ 199855 w 205789"/>
                  <a:gd name="connsiteY2" fmla="*/ 1069410 h 1427037"/>
                  <a:gd name="connsiteX3" fmla="*/ 4471 w 205789"/>
                  <a:gd name="connsiteY3" fmla="*/ 1427037 h 1427037"/>
                  <a:gd name="connsiteX4" fmla="*/ 0 w 205789"/>
                  <a:gd name="connsiteY4" fmla="*/ 787197 h 1427037"/>
                  <a:gd name="connsiteX0" fmla="*/ 0 w 199855"/>
                  <a:gd name="connsiteY0" fmla="*/ 745656 h 1385496"/>
                  <a:gd name="connsiteX1" fmla="*/ 193920 w 199855"/>
                  <a:gd name="connsiteY1" fmla="*/ 0 h 1385496"/>
                  <a:gd name="connsiteX2" fmla="*/ 199855 w 199855"/>
                  <a:gd name="connsiteY2" fmla="*/ 1027869 h 1385496"/>
                  <a:gd name="connsiteX3" fmla="*/ 4471 w 199855"/>
                  <a:gd name="connsiteY3" fmla="*/ 1385496 h 1385496"/>
                  <a:gd name="connsiteX4" fmla="*/ 0 w 199855"/>
                  <a:gd name="connsiteY4" fmla="*/ 745656 h 1385496"/>
                  <a:gd name="connsiteX0" fmla="*/ 0 w 219519"/>
                  <a:gd name="connsiteY0" fmla="*/ 730359 h 1370199"/>
                  <a:gd name="connsiteX1" fmla="*/ 219401 w 219519"/>
                  <a:gd name="connsiteY1" fmla="*/ 0 h 1370199"/>
                  <a:gd name="connsiteX2" fmla="*/ 199855 w 219519"/>
                  <a:gd name="connsiteY2" fmla="*/ 1012572 h 1370199"/>
                  <a:gd name="connsiteX3" fmla="*/ 4471 w 219519"/>
                  <a:gd name="connsiteY3" fmla="*/ 1370199 h 1370199"/>
                  <a:gd name="connsiteX4" fmla="*/ 0 w 219519"/>
                  <a:gd name="connsiteY4" fmla="*/ 730359 h 1370199"/>
                  <a:gd name="connsiteX0" fmla="*/ 0 w 219602"/>
                  <a:gd name="connsiteY0" fmla="*/ 730359 h 1370199"/>
                  <a:gd name="connsiteX1" fmla="*/ 219401 w 219602"/>
                  <a:gd name="connsiteY1" fmla="*/ 0 h 1370199"/>
                  <a:gd name="connsiteX2" fmla="*/ 210047 w 219602"/>
                  <a:gd name="connsiteY2" fmla="*/ 1007473 h 1370199"/>
                  <a:gd name="connsiteX3" fmla="*/ 4471 w 219602"/>
                  <a:gd name="connsiteY3" fmla="*/ 1370199 h 1370199"/>
                  <a:gd name="connsiteX4" fmla="*/ 0 w 219602"/>
                  <a:gd name="connsiteY4" fmla="*/ 730359 h 1370199"/>
                  <a:gd name="connsiteX0" fmla="*/ 0 w 220239"/>
                  <a:gd name="connsiteY0" fmla="*/ 730359 h 1370199"/>
                  <a:gd name="connsiteX1" fmla="*/ 219401 w 220239"/>
                  <a:gd name="connsiteY1" fmla="*/ 0 h 1370199"/>
                  <a:gd name="connsiteX2" fmla="*/ 220239 w 220239"/>
                  <a:gd name="connsiteY2" fmla="*/ 1007473 h 1370199"/>
                  <a:gd name="connsiteX3" fmla="*/ 4471 w 220239"/>
                  <a:gd name="connsiteY3" fmla="*/ 1370199 h 1370199"/>
                  <a:gd name="connsiteX4" fmla="*/ 0 w 220239"/>
                  <a:gd name="connsiteY4" fmla="*/ 730359 h 13701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0239" h="1370199">
                    <a:moveTo>
                      <a:pt x="0" y="730359"/>
                    </a:moveTo>
                    <a:cubicBezTo>
                      <a:pt x="64640" y="481807"/>
                      <a:pt x="154761" y="248552"/>
                      <a:pt x="219401" y="0"/>
                    </a:cubicBezTo>
                    <a:cubicBezTo>
                      <a:pt x="221379" y="342623"/>
                      <a:pt x="218261" y="664850"/>
                      <a:pt x="220239" y="1007473"/>
                    </a:cubicBezTo>
                    <a:lnTo>
                      <a:pt x="4471" y="1370199"/>
                    </a:lnTo>
                    <a:cubicBezTo>
                      <a:pt x="2981" y="1156919"/>
                      <a:pt x="1490" y="943639"/>
                      <a:pt x="0" y="730359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D2DB9">
                      <a:lumMod val="20000"/>
                      <a:lumOff val="80000"/>
                    </a:srgbClr>
                  </a:gs>
                  <a:gs pos="100000">
                    <a:srgbClr val="FFFFFF"/>
                  </a:gs>
                </a:gsLst>
                <a:lin ang="108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grpSp>
            <p:nvGrpSpPr>
              <p:cNvPr id="644" name="Group 950">
                <a:extLst>
                  <a:ext uri="{FF2B5EF4-FFF2-40B4-BE49-F238E27FC236}">
                    <a16:creationId xmlns:a16="http://schemas.microsoft.com/office/drawing/2014/main" id="{BFB22C9B-BC09-B440-A46F-2D76736973C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92879" y="2820676"/>
                <a:ext cx="338137" cy="653816"/>
                <a:chOff x="4140" y="429"/>
                <a:chExt cx="1425" cy="2396"/>
              </a:xfrm>
            </p:grpSpPr>
            <p:sp>
              <p:nvSpPr>
                <p:cNvPr id="678" name="Freeform 951">
                  <a:extLst>
                    <a:ext uri="{FF2B5EF4-FFF2-40B4-BE49-F238E27FC236}">
                      <a16:creationId xmlns:a16="http://schemas.microsoft.com/office/drawing/2014/main" id="{C93B17FF-0040-E143-8CD8-47B3382C9ED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68" y="433"/>
                  <a:ext cx="283" cy="2286"/>
                </a:xfrm>
                <a:custGeom>
                  <a:avLst/>
                  <a:gdLst>
                    <a:gd name="T0" fmla="*/ 3 w 354"/>
                    <a:gd name="T1" fmla="*/ 0 h 2742"/>
                    <a:gd name="T2" fmla="*/ 15 w 354"/>
                    <a:gd name="T3" fmla="*/ 27 h 2742"/>
                    <a:gd name="T4" fmla="*/ 15 w 354"/>
                    <a:gd name="T5" fmla="*/ 205 h 2742"/>
                    <a:gd name="T6" fmla="*/ 0 w 354"/>
                    <a:gd name="T7" fmla="*/ 215 h 2742"/>
                    <a:gd name="T8" fmla="*/ 3 w 354"/>
                    <a:gd name="T9" fmla="*/ 0 h 27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4"/>
                    <a:gd name="T16" fmla="*/ 0 h 2742"/>
                    <a:gd name="T17" fmla="*/ 354 w 354"/>
                    <a:gd name="T18" fmla="*/ 2742 h 27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4" h="2742">
                      <a:moveTo>
                        <a:pt x="63" y="0"/>
                      </a:moveTo>
                      <a:lnTo>
                        <a:pt x="354" y="339"/>
                      </a:lnTo>
                      <a:lnTo>
                        <a:pt x="346" y="2624"/>
                      </a:lnTo>
                      <a:lnTo>
                        <a:pt x="0" y="2742"/>
                      </a:lnTo>
                      <a:lnTo>
                        <a:pt x="6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79" name="Rectangle 952">
                  <a:extLst>
                    <a:ext uri="{FF2B5EF4-FFF2-40B4-BE49-F238E27FC236}">
                      <a16:creationId xmlns:a16="http://schemas.microsoft.com/office/drawing/2014/main" id="{94E3F1D7-858E-134B-B23C-9AEF0360420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429"/>
                  <a:ext cx="1046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80" name="Freeform 953">
                  <a:extLst>
                    <a:ext uri="{FF2B5EF4-FFF2-40B4-BE49-F238E27FC236}">
                      <a16:creationId xmlns:a16="http://schemas.microsoft.com/office/drawing/2014/main" id="{A5ADCD62-7F66-5342-A67A-0AAD6E62980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21" y="570"/>
                  <a:ext cx="169" cy="2115"/>
                </a:xfrm>
                <a:custGeom>
                  <a:avLst/>
                  <a:gdLst>
                    <a:gd name="T0" fmla="*/ 2 w 211"/>
                    <a:gd name="T1" fmla="*/ 0 h 2537"/>
                    <a:gd name="T2" fmla="*/ 9 w 211"/>
                    <a:gd name="T3" fmla="*/ 18 h 2537"/>
                    <a:gd name="T4" fmla="*/ 2 w 211"/>
                    <a:gd name="T5" fmla="*/ 196 h 2537"/>
                    <a:gd name="T6" fmla="*/ 2 w 211"/>
                    <a:gd name="T7" fmla="*/ 0 h 2537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11"/>
                    <a:gd name="T13" fmla="*/ 0 h 2537"/>
                    <a:gd name="T14" fmla="*/ 211 w 211"/>
                    <a:gd name="T15" fmla="*/ 2537 h 2537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1" h="2537">
                      <a:moveTo>
                        <a:pt x="7" y="0"/>
                      </a:moveTo>
                      <a:cubicBezTo>
                        <a:pt x="7" y="0"/>
                        <a:pt x="57" y="28"/>
                        <a:pt x="211" y="218"/>
                      </a:cubicBezTo>
                      <a:cubicBezTo>
                        <a:pt x="0" y="1229"/>
                        <a:pt x="41" y="2537"/>
                        <a:pt x="7" y="2501"/>
                      </a:cubicBezTo>
                      <a:lnTo>
                        <a:pt x="7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808080"/>
                    </a:gs>
                    <a:gs pos="100000">
                      <a:srgbClr val="F8F8F8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81" name="Freeform 954">
                  <a:extLst>
                    <a:ext uri="{FF2B5EF4-FFF2-40B4-BE49-F238E27FC236}">
                      <a16:creationId xmlns:a16="http://schemas.microsoft.com/office/drawing/2014/main" id="{798CC50B-B3EC-314B-9757-048EDA87280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4" y="1640"/>
                  <a:ext cx="263" cy="189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1 h 226"/>
                    <a:gd name="T4" fmla="*/ 14 w 328"/>
                    <a:gd name="T5" fmla="*/ 19 h 226"/>
                    <a:gd name="T6" fmla="*/ 0 w 328"/>
                    <a:gd name="T7" fmla="*/ 8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82" name="Rectangle 955">
                  <a:extLst>
                    <a:ext uri="{FF2B5EF4-FFF2-40B4-BE49-F238E27FC236}">
                      <a16:creationId xmlns:a16="http://schemas.microsoft.com/office/drawing/2014/main" id="{8AC0730C-7FD1-954C-9651-01160E90FBB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690"/>
                  <a:ext cx="598" cy="47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grpSp>
              <p:nvGrpSpPr>
                <p:cNvPr id="683" name="Group 956">
                  <a:extLst>
                    <a:ext uri="{FF2B5EF4-FFF2-40B4-BE49-F238E27FC236}">
                      <a16:creationId xmlns:a16="http://schemas.microsoft.com/office/drawing/2014/main" id="{46F1238A-3BE5-7E4D-9C16-6AF856100F5B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9" y="668"/>
                  <a:ext cx="581" cy="145"/>
                  <a:chOff x="614" y="2568"/>
                  <a:chExt cx="725" cy="139"/>
                </a:xfrm>
              </p:grpSpPr>
              <p:sp>
                <p:nvSpPr>
                  <p:cNvPr id="708" name="AutoShape 957">
                    <a:extLst>
                      <a:ext uri="{FF2B5EF4-FFF2-40B4-BE49-F238E27FC236}">
                        <a16:creationId xmlns:a16="http://schemas.microsoft.com/office/drawing/2014/main" id="{8F3DFBFB-DFA3-5F48-8418-ED7B15AEE23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66"/>
                    <a:ext cx="721" cy="14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709" name="AutoShape 958">
                    <a:extLst>
                      <a:ext uri="{FF2B5EF4-FFF2-40B4-BE49-F238E27FC236}">
                        <a16:creationId xmlns:a16="http://schemas.microsoft.com/office/drawing/2014/main" id="{3EF6C38B-BA43-AE4B-8950-AC4EC3C4696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1"/>
                    <a:ext cx="696" cy="114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sp>
              <p:nvSpPr>
                <p:cNvPr id="684" name="Rectangle 959">
                  <a:extLst>
                    <a:ext uri="{FF2B5EF4-FFF2-40B4-BE49-F238E27FC236}">
                      <a16:creationId xmlns:a16="http://schemas.microsoft.com/office/drawing/2014/main" id="{A5086A21-7AAE-C24B-A458-7EA58661E9E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022"/>
                  <a:ext cx="598" cy="47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grpSp>
              <p:nvGrpSpPr>
                <p:cNvPr id="685" name="Group 960">
                  <a:extLst>
                    <a:ext uri="{FF2B5EF4-FFF2-40B4-BE49-F238E27FC236}">
                      <a16:creationId xmlns:a16="http://schemas.microsoft.com/office/drawing/2014/main" id="{DC0F35FB-5641-C341-93CC-CF394A1D806B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7" y="994"/>
                  <a:ext cx="581" cy="134"/>
                  <a:chOff x="614" y="2568"/>
                  <a:chExt cx="725" cy="139"/>
                </a:xfrm>
              </p:grpSpPr>
              <p:sp>
                <p:nvSpPr>
                  <p:cNvPr id="706" name="AutoShape 961">
                    <a:extLst>
                      <a:ext uri="{FF2B5EF4-FFF2-40B4-BE49-F238E27FC236}">
                        <a16:creationId xmlns:a16="http://schemas.microsoft.com/office/drawing/2014/main" id="{77FB2B1D-3750-5049-9EFA-8AC3214A62C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5" y="2564"/>
                    <a:ext cx="721" cy="139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707" name="AutoShape 962">
                    <a:extLst>
                      <a:ext uri="{FF2B5EF4-FFF2-40B4-BE49-F238E27FC236}">
                        <a16:creationId xmlns:a16="http://schemas.microsoft.com/office/drawing/2014/main" id="{956944B6-375A-5147-8F14-3875730F072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8" y="2581"/>
                    <a:ext cx="696" cy="107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sp>
              <p:nvSpPr>
                <p:cNvPr id="686" name="Rectangle 963">
                  <a:extLst>
                    <a:ext uri="{FF2B5EF4-FFF2-40B4-BE49-F238E27FC236}">
                      <a16:creationId xmlns:a16="http://schemas.microsoft.com/office/drawing/2014/main" id="{51250F08-E9E0-8947-B41A-98CA619BEBE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354"/>
                  <a:ext cx="598" cy="47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87" name="Rectangle 964">
                  <a:extLst>
                    <a:ext uri="{FF2B5EF4-FFF2-40B4-BE49-F238E27FC236}">
                      <a16:creationId xmlns:a16="http://schemas.microsoft.com/office/drawing/2014/main" id="{A7290D91-148F-E442-B5BE-7041CAA1277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30" y="1655"/>
                  <a:ext cx="598" cy="47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grpSp>
              <p:nvGrpSpPr>
                <p:cNvPr id="688" name="Group 965">
                  <a:extLst>
                    <a:ext uri="{FF2B5EF4-FFF2-40B4-BE49-F238E27FC236}">
                      <a16:creationId xmlns:a16="http://schemas.microsoft.com/office/drawing/2014/main" id="{A4AC7B26-9599-E447-9575-F78EA7DB36A9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5" y="1627"/>
                  <a:ext cx="582" cy="151"/>
                  <a:chOff x="614" y="2568"/>
                  <a:chExt cx="725" cy="139"/>
                </a:xfrm>
              </p:grpSpPr>
              <p:sp>
                <p:nvSpPr>
                  <p:cNvPr id="704" name="AutoShape 966">
                    <a:extLst>
                      <a:ext uri="{FF2B5EF4-FFF2-40B4-BE49-F238E27FC236}">
                        <a16:creationId xmlns:a16="http://schemas.microsoft.com/office/drawing/2014/main" id="{16872CF0-ABED-9445-8EA2-8FBA6496009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8" y="2586"/>
                    <a:ext cx="720" cy="12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705" name="AutoShape 967">
                    <a:extLst>
                      <a:ext uri="{FF2B5EF4-FFF2-40B4-BE49-F238E27FC236}">
                        <a16:creationId xmlns:a16="http://schemas.microsoft.com/office/drawing/2014/main" id="{64523BD2-4BE8-E847-BE4E-D2CBBC05CE7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30" y="2586"/>
                    <a:ext cx="695" cy="109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sp>
              <p:nvSpPr>
                <p:cNvPr id="689" name="Freeform 968">
                  <a:extLst>
                    <a:ext uri="{FF2B5EF4-FFF2-40B4-BE49-F238E27FC236}">
                      <a16:creationId xmlns:a16="http://schemas.microsoft.com/office/drawing/2014/main" id="{766AF934-6B9F-7A4A-BA2F-5AC0F59DDC5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8" y="1354"/>
                  <a:ext cx="263" cy="188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0 h 226"/>
                    <a:gd name="T4" fmla="*/ 14 w 328"/>
                    <a:gd name="T5" fmla="*/ 17 h 226"/>
                    <a:gd name="T6" fmla="*/ 0 w 328"/>
                    <a:gd name="T7" fmla="*/ 7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grpSp>
              <p:nvGrpSpPr>
                <p:cNvPr id="690" name="Group 969">
                  <a:extLst>
                    <a:ext uri="{FF2B5EF4-FFF2-40B4-BE49-F238E27FC236}">
                      <a16:creationId xmlns:a16="http://schemas.microsoft.com/office/drawing/2014/main" id="{01B1207E-761E-8B48-A649-9F16B0E817F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9" y="1327"/>
                  <a:ext cx="582" cy="139"/>
                  <a:chOff x="614" y="2568"/>
                  <a:chExt cx="725" cy="139"/>
                </a:xfrm>
              </p:grpSpPr>
              <p:sp>
                <p:nvSpPr>
                  <p:cNvPr id="702" name="AutoShape 970">
                    <a:extLst>
                      <a:ext uri="{FF2B5EF4-FFF2-40B4-BE49-F238E27FC236}">
                        <a16:creationId xmlns:a16="http://schemas.microsoft.com/office/drawing/2014/main" id="{08367B9F-30AC-DB4D-86E0-8706AB6F17B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71"/>
                    <a:ext cx="732" cy="13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703" name="AutoShape 971">
                    <a:extLst>
                      <a:ext uri="{FF2B5EF4-FFF2-40B4-BE49-F238E27FC236}">
                        <a16:creationId xmlns:a16="http://schemas.microsoft.com/office/drawing/2014/main" id="{0CCF312D-E5E0-DD42-BC43-029376F07D0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7"/>
                    <a:ext cx="720" cy="103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sp>
              <p:nvSpPr>
                <p:cNvPr id="691" name="Rectangle 972">
                  <a:extLst>
                    <a:ext uri="{FF2B5EF4-FFF2-40B4-BE49-F238E27FC236}">
                      <a16:creationId xmlns:a16="http://schemas.microsoft.com/office/drawing/2014/main" id="{77C87858-B0B9-CD40-83EF-2AE4B8CE36A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46" y="429"/>
                  <a:ext cx="70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33"/>
                    </a:gs>
                    <a:gs pos="5000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92" name="Freeform 973">
                  <a:extLst>
                    <a:ext uri="{FF2B5EF4-FFF2-40B4-BE49-F238E27FC236}">
                      <a16:creationId xmlns:a16="http://schemas.microsoft.com/office/drawing/2014/main" id="{A75FB760-53D9-F645-965D-EACA234C7B3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2" y="1007"/>
                  <a:ext cx="237" cy="213"/>
                </a:xfrm>
                <a:custGeom>
                  <a:avLst/>
                  <a:gdLst>
                    <a:gd name="T0" fmla="*/ 2 w 296"/>
                    <a:gd name="T1" fmla="*/ 0 h 256"/>
                    <a:gd name="T2" fmla="*/ 14 w 296"/>
                    <a:gd name="T3" fmla="*/ 10 h 256"/>
                    <a:gd name="T4" fmla="*/ 14 w 296"/>
                    <a:gd name="T5" fmla="*/ 19 h 256"/>
                    <a:gd name="T6" fmla="*/ 0 w 296"/>
                    <a:gd name="T7" fmla="*/ 7 h 256"/>
                    <a:gd name="T8" fmla="*/ 2 w 296"/>
                    <a:gd name="T9" fmla="*/ 0 h 25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6"/>
                    <a:gd name="T16" fmla="*/ 0 h 256"/>
                    <a:gd name="T17" fmla="*/ 296 w 296"/>
                    <a:gd name="T18" fmla="*/ 256 h 25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6" h="256">
                      <a:moveTo>
                        <a:pt x="4" y="0"/>
                      </a:moveTo>
                      <a:cubicBezTo>
                        <a:pt x="55" y="10"/>
                        <a:pt x="144" y="68"/>
                        <a:pt x="292" y="144"/>
                      </a:cubicBezTo>
                      <a:cubicBezTo>
                        <a:pt x="290" y="178"/>
                        <a:pt x="296" y="188"/>
                        <a:pt x="296" y="256"/>
                      </a:cubicBezTo>
                      <a:cubicBezTo>
                        <a:pt x="296" y="256"/>
                        <a:pt x="160" y="176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93" name="Freeform 974">
                  <a:extLst>
                    <a:ext uri="{FF2B5EF4-FFF2-40B4-BE49-F238E27FC236}">
                      <a16:creationId xmlns:a16="http://schemas.microsoft.com/office/drawing/2014/main" id="{D0F6A067-0F6C-1542-93C8-8767BAB2817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5" y="680"/>
                  <a:ext cx="244" cy="240"/>
                </a:xfrm>
                <a:custGeom>
                  <a:avLst/>
                  <a:gdLst>
                    <a:gd name="T0" fmla="*/ 0 w 304"/>
                    <a:gd name="T1" fmla="*/ 0 h 288"/>
                    <a:gd name="T2" fmla="*/ 14 w 304"/>
                    <a:gd name="T3" fmla="*/ 13 h 288"/>
                    <a:gd name="T4" fmla="*/ 13 w 304"/>
                    <a:gd name="T5" fmla="*/ 23 h 288"/>
                    <a:gd name="T6" fmla="*/ 2 w 304"/>
                    <a:gd name="T7" fmla="*/ 10 h 288"/>
                    <a:gd name="T8" fmla="*/ 0 w 304"/>
                    <a:gd name="T9" fmla="*/ 0 h 28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4"/>
                    <a:gd name="T16" fmla="*/ 0 h 288"/>
                    <a:gd name="T17" fmla="*/ 304 w 304"/>
                    <a:gd name="T18" fmla="*/ 288 h 28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4" h="288">
                      <a:moveTo>
                        <a:pt x="0" y="0"/>
                      </a:moveTo>
                      <a:cubicBezTo>
                        <a:pt x="51" y="10"/>
                        <a:pt x="148" y="76"/>
                        <a:pt x="304" y="164"/>
                      </a:cubicBezTo>
                      <a:cubicBezTo>
                        <a:pt x="302" y="198"/>
                        <a:pt x="284" y="220"/>
                        <a:pt x="284" y="288"/>
                      </a:cubicBezTo>
                      <a:cubicBezTo>
                        <a:pt x="284" y="288"/>
                        <a:pt x="163" y="179"/>
                        <a:pt x="8" y="124"/>
                      </a:cubicBezTo>
                      <a:cubicBezTo>
                        <a:pt x="8" y="72"/>
                        <a:pt x="0" y="17"/>
                        <a:pt x="0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94" name="Oval 975">
                  <a:extLst>
                    <a:ext uri="{FF2B5EF4-FFF2-40B4-BE49-F238E27FC236}">
                      <a16:creationId xmlns:a16="http://schemas.microsoft.com/office/drawing/2014/main" id="{B148E6EE-1086-9D40-820A-A5B06CF3073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515" y="2611"/>
                  <a:ext cx="50" cy="95"/>
                </a:xfrm>
                <a:prstGeom prst="ellipse">
                  <a:avLst/>
                </a:pr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95" name="Freeform 976">
                  <a:extLst>
                    <a:ext uri="{FF2B5EF4-FFF2-40B4-BE49-F238E27FC236}">
                      <a16:creationId xmlns:a16="http://schemas.microsoft.com/office/drawing/2014/main" id="{D8F25B87-4D7C-9E4E-A7D7-69EF334ADEA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02" y="2614"/>
                  <a:ext cx="245" cy="200"/>
                </a:xfrm>
                <a:custGeom>
                  <a:avLst/>
                  <a:gdLst>
                    <a:gd name="T0" fmla="*/ 0 w 306"/>
                    <a:gd name="T1" fmla="*/ 9 h 240"/>
                    <a:gd name="T2" fmla="*/ 2 w 306"/>
                    <a:gd name="T3" fmla="*/ 19 h 240"/>
                    <a:gd name="T4" fmla="*/ 14 w 306"/>
                    <a:gd name="T5" fmla="*/ 9 h 240"/>
                    <a:gd name="T6" fmla="*/ 14 w 306"/>
                    <a:gd name="T7" fmla="*/ 0 h 240"/>
                    <a:gd name="T8" fmla="*/ 0 w 306"/>
                    <a:gd name="T9" fmla="*/ 9 h 24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6"/>
                    <a:gd name="T16" fmla="*/ 0 h 240"/>
                    <a:gd name="T17" fmla="*/ 306 w 306"/>
                    <a:gd name="T18" fmla="*/ 240 h 24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6" h="240">
                      <a:moveTo>
                        <a:pt x="0" y="106"/>
                      </a:moveTo>
                      <a:lnTo>
                        <a:pt x="2" y="240"/>
                      </a:lnTo>
                      <a:lnTo>
                        <a:pt x="306" y="110"/>
                      </a:lnTo>
                      <a:lnTo>
                        <a:pt x="300" y="0"/>
                      </a:lnTo>
                      <a:lnTo>
                        <a:pt x="0" y="106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96" name="AutoShape 977">
                  <a:extLst>
                    <a:ext uri="{FF2B5EF4-FFF2-40B4-BE49-F238E27FC236}">
                      <a16:creationId xmlns:a16="http://schemas.microsoft.com/office/drawing/2014/main" id="{F19FCB47-2C02-3A4D-8F7C-5C007AACF9E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140" y="2675"/>
                  <a:ext cx="1196" cy="150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DDDDDD"/>
                </a:solidFill>
                <a:ln w="9525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97" name="AutoShape 978">
                  <a:extLst>
                    <a:ext uri="{FF2B5EF4-FFF2-40B4-BE49-F238E27FC236}">
                      <a16:creationId xmlns:a16="http://schemas.microsoft.com/office/drawing/2014/main" id="{02DAEA9E-1C92-1E49-ADA1-E12E559547A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2714"/>
                  <a:ext cx="1066" cy="7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00"/>
                    </a:gs>
                    <a:gs pos="100000">
                      <a:srgbClr val="808080"/>
                    </a:gs>
                  </a:gsLst>
                  <a:lin ang="0" scaled="1"/>
                </a:gradFill>
                <a:ln w="9525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98" name="Oval 979">
                  <a:extLst>
                    <a:ext uri="{FF2B5EF4-FFF2-40B4-BE49-F238E27FC236}">
                      <a16:creationId xmlns:a16="http://schemas.microsoft.com/office/drawing/2014/main" id="{05D8FE8F-A7EC-5C49-899C-04C2851574D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309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99" name="Oval 980">
                  <a:extLst>
                    <a:ext uri="{FF2B5EF4-FFF2-40B4-BE49-F238E27FC236}">
                      <a16:creationId xmlns:a16="http://schemas.microsoft.com/office/drawing/2014/main" id="{9EF3949A-4727-6545-8662-15885849059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489" y="2382"/>
                  <a:ext cx="159" cy="142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700" name="Oval 981">
                  <a:extLst>
                    <a:ext uri="{FF2B5EF4-FFF2-40B4-BE49-F238E27FC236}">
                      <a16:creationId xmlns:a16="http://schemas.microsoft.com/office/drawing/2014/main" id="{0403B0BF-BF1F-DA46-9D8B-5B8849E3B9A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58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701" name="Rectangle 982">
                  <a:extLst>
                    <a:ext uri="{FF2B5EF4-FFF2-40B4-BE49-F238E27FC236}">
                      <a16:creationId xmlns:a16="http://schemas.microsoft.com/office/drawing/2014/main" id="{11732AD1-CADA-424C-B568-61AE7615F99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067" y="1837"/>
                  <a:ext cx="80" cy="759"/>
                </a:xfrm>
                <a:prstGeom prst="rect">
                  <a:avLst/>
                </a:prstGeom>
                <a:solidFill>
                  <a:srgbClr val="292929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645" name="Group 950">
                <a:extLst>
                  <a:ext uri="{FF2B5EF4-FFF2-40B4-BE49-F238E27FC236}">
                    <a16:creationId xmlns:a16="http://schemas.microsoft.com/office/drawing/2014/main" id="{FECCC7AA-D327-D443-87B8-617FD040173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182479" y="2847655"/>
                <a:ext cx="338137" cy="653816"/>
                <a:chOff x="4140" y="429"/>
                <a:chExt cx="1425" cy="2396"/>
              </a:xfrm>
            </p:grpSpPr>
            <p:sp>
              <p:nvSpPr>
                <p:cNvPr id="646" name="Freeform 951">
                  <a:extLst>
                    <a:ext uri="{FF2B5EF4-FFF2-40B4-BE49-F238E27FC236}">
                      <a16:creationId xmlns:a16="http://schemas.microsoft.com/office/drawing/2014/main" id="{D0EE5BDB-2A71-CE4D-A062-CF068F3292F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68" y="433"/>
                  <a:ext cx="283" cy="2286"/>
                </a:xfrm>
                <a:custGeom>
                  <a:avLst/>
                  <a:gdLst>
                    <a:gd name="T0" fmla="*/ 3 w 354"/>
                    <a:gd name="T1" fmla="*/ 0 h 2742"/>
                    <a:gd name="T2" fmla="*/ 15 w 354"/>
                    <a:gd name="T3" fmla="*/ 27 h 2742"/>
                    <a:gd name="T4" fmla="*/ 15 w 354"/>
                    <a:gd name="T5" fmla="*/ 205 h 2742"/>
                    <a:gd name="T6" fmla="*/ 0 w 354"/>
                    <a:gd name="T7" fmla="*/ 215 h 2742"/>
                    <a:gd name="T8" fmla="*/ 3 w 354"/>
                    <a:gd name="T9" fmla="*/ 0 h 27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4"/>
                    <a:gd name="T16" fmla="*/ 0 h 2742"/>
                    <a:gd name="T17" fmla="*/ 354 w 354"/>
                    <a:gd name="T18" fmla="*/ 2742 h 27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4" h="2742">
                      <a:moveTo>
                        <a:pt x="63" y="0"/>
                      </a:moveTo>
                      <a:lnTo>
                        <a:pt x="354" y="339"/>
                      </a:lnTo>
                      <a:lnTo>
                        <a:pt x="346" y="2624"/>
                      </a:lnTo>
                      <a:lnTo>
                        <a:pt x="0" y="2742"/>
                      </a:lnTo>
                      <a:lnTo>
                        <a:pt x="6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47" name="Rectangle 952">
                  <a:extLst>
                    <a:ext uri="{FF2B5EF4-FFF2-40B4-BE49-F238E27FC236}">
                      <a16:creationId xmlns:a16="http://schemas.microsoft.com/office/drawing/2014/main" id="{9E873E53-60F1-0244-90AF-FCDF28B9639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429"/>
                  <a:ext cx="1046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48" name="Freeform 953">
                  <a:extLst>
                    <a:ext uri="{FF2B5EF4-FFF2-40B4-BE49-F238E27FC236}">
                      <a16:creationId xmlns:a16="http://schemas.microsoft.com/office/drawing/2014/main" id="{0FAA8939-0162-2647-AA4C-426D1152D4D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21" y="570"/>
                  <a:ext cx="169" cy="2115"/>
                </a:xfrm>
                <a:custGeom>
                  <a:avLst/>
                  <a:gdLst>
                    <a:gd name="T0" fmla="*/ 2 w 211"/>
                    <a:gd name="T1" fmla="*/ 0 h 2537"/>
                    <a:gd name="T2" fmla="*/ 9 w 211"/>
                    <a:gd name="T3" fmla="*/ 18 h 2537"/>
                    <a:gd name="T4" fmla="*/ 2 w 211"/>
                    <a:gd name="T5" fmla="*/ 196 h 2537"/>
                    <a:gd name="T6" fmla="*/ 2 w 211"/>
                    <a:gd name="T7" fmla="*/ 0 h 2537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11"/>
                    <a:gd name="T13" fmla="*/ 0 h 2537"/>
                    <a:gd name="T14" fmla="*/ 211 w 211"/>
                    <a:gd name="T15" fmla="*/ 2537 h 2537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1" h="2537">
                      <a:moveTo>
                        <a:pt x="7" y="0"/>
                      </a:moveTo>
                      <a:cubicBezTo>
                        <a:pt x="7" y="0"/>
                        <a:pt x="57" y="28"/>
                        <a:pt x="211" y="218"/>
                      </a:cubicBezTo>
                      <a:cubicBezTo>
                        <a:pt x="0" y="1229"/>
                        <a:pt x="41" y="2537"/>
                        <a:pt x="7" y="2501"/>
                      </a:cubicBezTo>
                      <a:lnTo>
                        <a:pt x="7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808080"/>
                    </a:gs>
                    <a:gs pos="100000">
                      <a:srgbClr val="F8F8F8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49" name="Freeform 954">
                  <a:extLst>
                    <a:ext uri="{FF2B5EF4-FFF2-40B4-BE49-F238E27FC236}">
                      <a16:creationId xmlns:a16="http://schemas.microsoft.com/office/drawing/2014/main" id="{ACF078AF-FFA7-DC47-91FC-2294F2AE48F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4" y="1640"/>
                  <a:ext cx="263" cy="189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1 h 226"/>
                    <a:gd name="T4" fmla="*/ 14 w 328"/>
                    <a:gd name="T5" fmla="*/ 19 h 226"/>
                    <a:gd name="T6" fmla="*/ 0 w 328"/>
                    <a:gd name="T7" fmla="*/ 8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50" name="Rectangle 955">
                  <a:extLst>
                    <a:ext uri="{FF2B5EF4-FFF2-40B4-BE49-F238E27FC236}">
                      <a16:creationId xmlns:a16="http://schemas.microsoft.com/office/drawing/2014/main" id="{5AB29191-3455-804D-BDB2-439F7285B70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690"/>
                  <a:ext cx="598" cy="47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grpSp>
              <p:nvGrpSpPr>
                <p:cNvPr id="651" name="Group 956">
                  <a:extLst>
                    <a:ext uri="{FF2B5EF4-FFF2-40B4-BE49-F238E27FC236}">
                      <a16:creationId xmlns:a16="http://schemas.microsoft.com/office/drawing/2014/main" id="{4B1AE814-DE01-8344-A38E-AB9760179910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9" y="668"/>
                  <a:ext cx="581" cy="145"/>
                  <a:chOff x="614" y="2568"/>
                  <a:chExt cx="725" cy="139"/>
                </a:xfrm>
              </p:grpSpPr>
              <p:sp>
                <p:nvSpPr>
                  <p:cNvPr id="676" name="AutoShape 957">
                    <a:extLst>
                      <a:ext uri="{FF2B5EF4-FFF2-40B4-BE49-F238E27FC236}">
                        <a16:creationId xmlns:a16="http://schemas.microsoft.com/office/drawing/2014/main" id="{3D8B382B-4EE2-3044-AB03-ED5E89F6208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66"/>
                    <a:ext cx="721" cy="14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677" name="AutoShape 958">
                    <a:extLst>
                      <a:ext uri="{FF2B5EF4-FFF2-40B4-BE49-F238E27FC236}">
                        <a16:creationId xmlns:a16="http://schemas.microsoft.com/office/drawing/2014/main" id="{EE12B379-2B8C-6249-85FA-34B6B72F880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1"/>
                    <a:ext cx="696" cy="114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sp>
              <p:nvSpPr>
                <p:cNvPr id="652" name="Rectangle 959">
                  <a:extLst>
                    <a:ext uri="{FF2B5EF4-FFF2-40B4-BE49-F238E27FC236}">
                      <a16:creationId xmlns:a16="http://schemas.microsoft.com/office/drawing/2014/main" id="{8B337E37-83E3-8A4F-A114-0556F0655BB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022"/>
                  <a:ext cx="598" cy="47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grpSp>
              <p:nvGrpSpPr>
                <p:cNvPr id="653" name="Group 960">
                  <a:extLst>
                    <a:ext uri="{FF2B5EF4-FFF2-40B4-BE49-F238E27FC236}">
                      <a16:creationId xmlns:a16="http://schemas.microsoft.com/office/drawing/2014/main" id="{2B1B316A-27F7-544C-BB1F-529B81FEBCE0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7" y="994"/>
                  <a:ext cx="581" cy="134"/>
                  <a:chOff x="614" y="2568"/>
                  <a:chExt cx="725" cy="139"/>
                </a:xfrm>
              </p:grpSpPr>
              <p:sp>
                <p:nvSpPr>
                  <p:cNvPr id="674" name="AutoShape 961">
                    <a:extLst>
                      <a:ext uri="{FF2B5EF4-FFF2-40B4-BE49-F238E27FC236}">
                        <a16:creationId xmlns:a16="http://schemas.microsoft.com/office/drawing/2014/main" id="{82CB4D18-8227-7449-A037-629C0FF8F63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5" y="2564"/>
                    <a:ext cx="721" cy="139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675" name="AutoShape 962">
                    <a:extLst>
                      <a:ext uri="{FF2B5EF4-FFF2-40B4-BE49-F238E27FC236}">
                        <a16:creationId xmlns:a16="http://schemas.microsoft.com/office/drawing/2014/main" id="{77C4C892-C52D-2A43-9E00-5E5F89DAA9C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8" y="2581"/>
                    <a:ext cx="696" cy="107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sp>
              <p:nvSpPr>
                <p:cNvPr id="654" name="Rectangle 963">
                  <a:extLst>
                    <a:ext uri="{FF2B5EF4-FFF2-40B4-BE49-F238E27FC236}">
                      <a16:creationId xmlns:a16="http://schemas.microsoft.com/office/drawing/2014/main" id="{9B59ADB0-5FC1-6947-8652-152C4431F5F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354"/>
                  <a:ext cx="598" cy="47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55" name="Rectangle 964">
                  <a:extLst>
                    <a:ext uri="{FF2B5EF4-FFF2-40B4-BE49-F238E27FC236}">
                      <a16:creationId xmlns:a16="http://schemas.microsoft.com/office/drawing/2014/main" id="{8036EA19-0F4F-4C4C-AB33-071D6E220F8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30" y="1655"/>
                  <a:ext cx="598" cy="47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grpSp>
              <p:nvGrpSpPr>
                <p:cNvPr id="656" name="Group 965">
                  <a:extLst>
                    <a:ext uri="{FF2B5EF4-FFF2-40B4-BE49-F238E27FC236}">
                      <a16:creationId xmlns:a16="http://schemas.microsoft.com/office/drawing/2014/main" id="{A1852D81-9CD2-8342-A865-F1FC4DE773FD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5" y="1627"/>
                  <a:ext cx="582" cy="151"/>
                  <a:chOff x="614" y="2568"/>
                  <a:chExt cx="725" cy="139"/>
                </a:xfrm>
              </p:grpSpPr>
              <p:sp>
                <p:nvSpPr>
                  <p:cNvPr id="672" name="AutoShape 966">
                    <a:extLst>
                      <a:ext uri="{FF2B5EF4-FFF2-40B4-BE49-F238E27FC236}">
                        <a16:creationId xmlns:a16="http://schemas.microsoft.com/office/drawing/2014/main" id="{108E3B46-89A3-BF49-B0A1-1143515C5F2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8" y="2586"/>
                    <a:ext cx="720" cy="12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673" name="AutoShape 967">
                    <a:extLst>
                      <a:ext uri="{FF2B5EF4-FFF2-40B4-BE49-F238E27FC236}">
                        <a16:creationId xmlns:a16="http://schemas.microsoft.com/office/drawing/2014/main" id="{EC7B04A0-DF7A-634B-9639-ECB3A2ECCD2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30" y="2586"/>
                    <a:ext cx="695" cy="109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sp>
              <p:nvSpPr>
                <p:cNvPr id="657" name="Freeform 968">
                  <a:extLst>
                    <a:ext uri="{FF2B5EF4-FFF2-40B4-BE49-F238E27FC236}">
                      <a16:creationId xmlns:a16="http://schemas.microsoft.com/office/drawing/2014/main" id="{CEABE947-354F-A444-B6A6-162F825E5B4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8" y="1354"/>
                  <a:ext cx="263" cy="188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0 h 226"/>
                    <a:gd name="T4" fmla="*/ 14 w 328"/>
                    <a:gd name="T5" fmla="*/ 17 h 226"/>
                    <a:gd name="T6" fmla="*/ 0 w 328"/>
                    <a:gd name="T7" fmla="*/ 7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grpSp>
              <p:nvGrpSpPr>
                <p:cNvPr id="658" name="Group 969">
                  <a:extLst>
                    <a:ext uri="{FF2B5EF4-FFF2-40B4-BE49-F238E27FC236}">
                      <a16:creationId xmlns:a16="http://schemas.microsoft.com/office/drawing/2014/main" id="{C17DC2A8-1A2D-024C-81BB-C671F1D74297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9" y="1327"/>
                  <a:ext cx="582" cy="139"/>
                  <a:chOff x="614" y="2568"/>
                  <a:chExt cx="725" cy="139"/>
                </a:xfrm>
              </p:grpSpPr>
              <p:sp>
                <p:nvSpPr>
                  <p:cNvPr id="670" name="AutoShape 970">
                    <a:extLst>
                      <a:ext uri="{FF2B5EF4-FFF2-40B4-BE49-F238E27FC236}">
                        <a16:creationId xmlns:a16="http://schemas.microsoft.com/office/drawing/2014/main" id="{F160E30B-0993-AE40-BCC2-F036B6614B5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71"/>
                    <a:ext cx="732" cy="13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671" name="AutoShape 971">
                    <a:extLst>
                      <a:ext uri="{FF2B5EF4-FFF2-40B4-BE49-F238E27FC236}">
                        <a16:creationId xmlns:a16="http://schemas.microsoft.com/office/drawing/2014/main" id="{538FC7AE-F6DF-8747-A7AB-B6B79861FEE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7"/>
                    <a:ext cx="720" cy="103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sp>
              <p:nvSpPr>
                <p:cNvPr id="659" name="Rectangle 972">
                  <a:extLst>
                    <a:ext uri="{FF2B5EF4-FFF2-40B4-BE49-F238E27FC236}">
                      <a16:creationId xmlns:a16="http://schemas.microsoft.com/office/drawing/2014/main" id="{B8C1B32E-8389-0C40-AC5D-FE4DC23D4D2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46" y="429"/>
                  <a:ext cx="70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33"/>
                    </a:gs>
                    <a:gs pos="5000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60" name="Freeform 973">
                  <a:extLst>
                    <a:ext uri="{FF2B5EF4-FFF2-40B4-BE49-F238E27FC236}">
                      <a16:creationId xmlns:a16="http://schemas.microsoft.com/office/drawing/2014/main" id="{C409700D-9137-5047-8DD1-2ADBEDCE3E0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2" y="1007"/>
                  <a:ext cx="237" cy="213"/>
                </a:xfrm>
                <a:custGeom>
                  <a:avLst/>
                  <a:gdLst>
                    <a:gd name="T0" fmla="*/ 2 w 296"/>
                    <a:gd name="T1" fmla="*/ 0 h 256"/>
                    <a:gd name="T2" fmla="*/ 14 w 296"/>
                    <a:gd name="T3" fmla="*/ 10 h 256"/>
                    <a:gd name="T4" fmla="*/ 14 w 296"/>
                    <a:gd name="T5" fmla="*/ 19 h 256"/>
                    <a:gd name="T6" fmla="*/ 0 w 296"/>
                    <a:gd name="T7" fmla="*/ 7 h 256"/>
                    <a:gd name="T8" fmla="*/ 2 w 296"/>
                    <a:gd name="T9" fmla="*/ 0 h 25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6"/>
                    <a:gd name="T16" fmla="*/ 0 h 256"/>
                    <a:gd name="T17" fmla="*/ 296 w 296"/>
                    <a:gd name="T18" fmla="*/ 256 h 25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6" h="256">
                      <a:moveTo>
                        <a:pt x="4" y="0"/>
                      </a:moveTo>
                      <a:cubicBezTo>
                        <a:pt x="55" y="10"/>
                        <a:pt x="144" y="68"/>
                        <a:pt x="292" y="144"/>
                      </a:cubicBezTo>
                      <a:cubicBezTo>
                        <a:pt x="290" y="178"/>
                        <a:pt x="296" y="188"/>
                        <a:pt x="296" y="256"/>
                      </a:cubicBezTo>
                      <a:cubicBezTo>
                        <a:pt x="296" y="256"/>
                        <a:pt x="160" y="176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61" name="Freeform 974">
                  <a:extLst>
                    <a:ext uri="{FF2B5EF4-FFF2-40B4-BE49-F238E27FC236}">
                      <a16:creationId xmlns:a16="http://schemas.microsoft.com/office/drawing/2014/main" id="{5B9FA4F0-FCB9-934A-B103-01E54A04CFF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5" y="680"/>
                  <a:ext cx="244" cy="240"/>
                </a:xfrm>
                <a:custGeom>
                  <a:avLst/>
                  <a:gdLst>
                    <a:gd name="T0" fmla="*/ 0 w 304"/>
                    <a:gd name="T1" fmla="*/ 0 h 288"/>
                    <a:gd name="T2" fmla="*/ 14 w 304"/>
                    <a:gd name="T3" fmla="*/ 13 h 288"/>
                    <a:gd name="T4" fmla="*/ 13 w 304"/>
                    <a:gd name="T5" fmla="*/ 23 h 288"/>
                    <a:gd name="T6" fmla="*/ 2 w 304"/>
                    <a:gd name="T7" fmla="*/ 10 h 288"/>
                    <a:gd name="T8" fmla="*/ 0 w 304"/>
                    <a:gd name="T9" fmla="*/ 0 h 28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4"/>
                    <a:gd name="T16" fmla="*/ 0 h 288"/>
                    <a:gd name="T17" fmla="*/ 304 w 304"/>
                    <a:gd name="T18" fmla="*/ 288 h 28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4" h="288">
                      <a:moveTo>
                        <a:pt x="0" y="0"/>
                      </a:moveTo>
                      <a:cubicBezTo>
                        <a:pt x="51" y="10"/>
                        <a:pt x="148" y="76"/>
                        <a:pt x="304" y="164"/>
                      </a:cubicBezTo>
                      <a:cubicBezTo>
                        <a:pt x="302" y="198"/>
                        <a:pt x="284" y="220"/>
                        <a:pt x="284" y="288"/>
                      </a:cubicBezTo>
                      <a:cubicBezTo>
                        <a:pt x="284" y="288"/>
                        <a:pt x="163" y="179"/>
                        <a:pt x="8" y="124"/>
                      </a:cubicBezTo>
                      <a:cubicBezTo>
                        <a:pt x="8" y="72"/>
                        <a:pt x="0" y="17"/>
                        <a:pt x="0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62" name="Oval 975">
                  <a:extLst>
                    <a:ext uri="{FF2B5EF4-FFF2-40B4-BE49-F238E27FC236}">
                      <a16:creationId xmlns:a16="http://schemas.microsoft.com/office/drawing/2014/main" id="{023DC606-4CC2-3F4F-9F3C-9273A59A46D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515" y="2611"/>
                  <a:ext cx="50" cy="95"/>
                </a:xfrm>
                <a:prstGeom prst="ellipse">
                  <a:avLst/>
                </a:pr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63" name="Freeform 976">
                  <a:extLst>
                    <a:ext uri="{FF2B5EF4-FFF2-40B4-BE49-F238E27FC236}">
                      <a16:creationId xmlns:a16="http://schemas.microsoft.com/office/drawing/2014/main" id="{53BD9118-EC44-984F-BEE7-589634D00B5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02" y="2614"/>
                  <a:ext cx="245" cy="200"/>
                </a:xfrm>
                <a:custGeom>
                  <a:avLst/>
                  <a:gdLst>
                    <a:gd name="T0" fmla="*/ 0 w 306"/>
                    <a:gd name="T1" fmla="*/ 9 h 240"/>
                    <a:gd name="T2" fmla="*/ 2 w 306"/>
                    <a:gd name="T3" fmla="*/ 19 h 240"/>
                    <a:gd name="T4" fmla="*/ 14 w 306"/>
                    <a:gd name="T5" fmla="*/ 9 h 240"/>
                    <a:gd name="T6" fmla="*/ 14 w 306"/>
                    <a:gd name="T7" fmla="*/ 0 h 240"/>
                    <a:gd name="T8" fmla="*/ 0 w 306"/>
                    <a:gd name="T9" fmla="*/ 9 h 24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6"/>
                    <a:gd name="T16" fmla="*/ 0 h 240"/>
                    <a:gd name="T17" fmla="*/ 306 w 306"/>
                    <a:gd name="T18" fmla="*/ 240 h 24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6" h="240">
                      <a:moveTo>
                        <a:pt x="0" y="106"/>
                      </a:moveTo>
                      <a:lnTo>
                        <a:pt x="2" y="240"/>
                      </a:lnTo>
                      <a:lnTo>
                        <a:pt x="306" y="110"/>
                      </a:lnTo>
                      <a:lnTo>
                        <a:pt x="300" y="0"/>
                      </a:lnTo>
                      <a:lnTo>
                        <a:pt x="0" y="106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64" name="AutoShape 977">
                  <a:extLst>
                    <a:ext uri="{FF2B5EF4-FFF2-40B4-BE49-F238E27FC236}">
                      <a16:creationId xmlns:a16="http://schemas.microsoft.com/office/drawing/2014/main" id="{EAE28A53-589D-8949-97F5-B64BCC5E941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140" y="2675"/>
                  <a:ext cx="1196" cy="150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DDDDDD"/>
                </a:solidFill>
                <a:ln w="9525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65" name="AutoShape 978">
                  <a:extLst>
                    <a:ext uri="{FF2B5EF4-FFF2-40B4-BE49-F238E27FC236}">
                      <a16:creationId xmlns:a16="http://schemas.microsoft.com/office/drawing/2014/main" id="{B726ADB7-E2D7-4A4D-8A36-F54F820A7D7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2714"/>
                  <a:ext cx="1066" cy="7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00"/>
                    </a:gs>
                    <a:gs pos="100000">
                      <a:srgbClr val="808080"/>
                    </a:gs>
                  </a:gsLst>
                  <a:lin ang="0" scaled="1"/>
                </a:gradFill>
                <a:ln w="9525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66" name="Oval 979">
                  <a:extLst>
                    <a:ext uri="{FF2B5EF4-FFF2-40B4-BE49-F238E27FC236}">
                      <a16:creationId xmlns:a16="http://schemas.microsoft.com/office/drawing/2014/main" id="{72BFBA95-D735-264D-9CF3-6336547B057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309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67" name="Oval 980">
                  <a:extLst>
                    <a:ext uri="{FF2B5EF4-FFF2-40B4-BE49-F238E27FC236}">
                      <a16:creationId xmlns:a16="http://schemas.microsoft.com/office/drawing/2014/main" id="{17EC0A8D-B065-BF41-B9E4-498E2464722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489" y="2382"/>
                  <a:ext cx="159" cy="142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68" name="Oval 981">
                  <a:extLst>
                    <a:ext uri="{FF2B5EF4-FFF2-40B4-BE49-F238E27FC236}">
                      <a16:creationId xmlns:a16="http://schemas.microsoft.com/office/drawing/2014/main" id="{D57BC389-6B5C-B547-B5A5-0A29CCF6C15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58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69" name="Rectangle 982">
                  <a:extLst>
                    <a:ext uri="{FF2B5EF4-FFF2-40B4-BE49-F238E27FC236}">
                      <a16:creationId xmlns:a16="http://schemas.microsoft.com/office/drawing/2014/main" id="{B32EABF4-6F89-1849-A226-D1AAB432C6B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067" y="1837"/>
                  <a:ext cx="80" cy="759"/>
                </a:xfrm>
                <a:prstGeom prst="rect">
                  <a:avLst/>
                </a:prstGeom>
                <a:solidFill>
                  <a:srgbClr val="292929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sp>
          <p:nvSpPr>
            <p:cNvPr id="370" name="Freeform 2">
              <a:extLst>
                <a:ext uri="{FF2B5EF4-FFF2-40B4-BE49-F238E27FC236}">
                  <a16:creationId xmlns:a16="http://schemas.microsoft.com/office/drawing/2014/main" id="{3BB28199-D5FC-D443-8567-6C0DFD261C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2388" y="5284251"/>
              <a:ext cx="4027487" cy="939800"/>
            </a:xfrm>
            <a:custGeom>
              <a:avLst/>
              <a:gdLst>
                <a:gd name="T0" fmla="*/ 648763 w 10001"/>
                <a:gd name="T1" fmla="*/ 34777612 h 10125"/>
                <a:gd name="T2" fmla="*/ 115976403 w 10001"/>
                <a:gd name="T3" fmla="*/ 13733703 h 10125"/>
                <a:gd name="T4" fmla="*/ 507700960 w 10001"/>
                <a:gd name="T5" fmla="*/ 8662125 h 10125"/>
                <a:gd name="T6" fmla="*/ 810212713 w 10001"/>
                <a:gd name="T7" fmla="*/ 0 h 10125"/>
                <a:gd name="T8" fmla="*/ 1090015738 w 10001"/>
                <a:gd name="T9" fmla="*/ 8687929 h 10125"/>
                <a:gd name="T10" fmla="*/ 1310938763 w 10001"/>
                <a:gd name="T11" fmla="*/ 4279362 h 10125"/>
                <a:gd name="T12" fmla="*/ 1620263134 w 10001"/>
                <a:gd name="T13" fmla="*/ 25736690 h 10125"/>
                <a:gd name="T14" fmla="*/ 1394798364 w 10001"/>
                <a:gd name="T15" fmla="*/ 58525268 h 10125"/>
                <a:gd name="T16" fmla="*/ 1134622140 w 10001"/>
                <a:gd name="T17" fmla="*/ 80266624 h 10125"/>
                <a:gd name="T18" fmla="*/ 860820276 w 10001"/>
                <a:gd name="T19" fmla="*/ 76142271 h 10125"/>
                <a:gd name="T20" fmla="*/ 708996782 w 10001"/>
                <a:gd name="T21" fmla="*/ 85346835 h 10125"/>
                <a:gd name="T22" fmla="*/ 509322667 w 10001"/>
                <a:gd name="T23" fmla="*/ 86268164 h 10125"/>
                <a:gd name="T24" fmla="*/ 353443899 w 10001"/>
                <a:gd name="T25" fmla="*/ 67979516 h 10125"/>
                <a:gd name="T26" fmla="*/ 192536914 w 10001"/>
                <a:gd name="T27" fmla="*/ 64535347 h 10125"/>
                <a:gd name="T28" fmla="*/ 648763 w 10001"/>
                <a:gd name="T29" fmla="*/ 34777612 h 1012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0001" h="10125">
                  <a:moveTo>
                    <a:pt x="4" y="4039"/>
                  </a:moveTo>
                  <a:cubicBezTo>
                    <a:pt x="-29" y="2271"/>
                    <a:pt x="194" y="2100"/>
                    <a:pt x="715" y="1595"/>
                  </a:cubicBezTo>
                  <a:cubicBezTo>
                    <a:pt x="1236" y="1089"/>
                    <a:pt x="2417" y="1272"/>
                    <a:pt x="3130" y="1006"/>
                  </a:cubicBezTo>
                  <a:cubicBezTo>
                    <a:pt x="3843" y="740"/>
                    <a:pt x="4397" y="0"/>
                    <a:pt x="4995" y="0"/>
                  </a:cubicBezTo>
                  <a:cubicBezTo>
                    <a:pt x="5593" y="1"/>
                    <a:pt x="6206" y="926"/>
                    <a:pt x="6720" y="1009"/>
                  </a:cubicBezTo>
                  <a:cubicBezTo>
                    <a:pt x="7234" y="1092"/>
                    <a:pt x="7536" y="241"/>
                    <a:pt x="8082" y="497"/>
                  </a:cubicBezTo>
                  <a:cubicBezTo>
                    <a:pt x="8628" y="756"/>
                    <a:pt x="9854" y="442"/>
                    <a:pt x="9989" y="2989"/>
                  </a:cubicBezTo>
                  <a:cubicBezTo>
                    <a:pt x="10124" y="5536"/>
                    <a:pt x="9098" y="5742"/>
                    <a:pt x="8599" y="6797"/>
                  </a:cubicBezTo>
                  <a:cubicBezTo>
                    <a:pt x="8100" y="7852"/>
                    <a:pt x="7544" y="8981"/>
                    <a:pt x="6995" y="9322"/>
                  </a:cubicBezTo>
                  <a:cubicBezTo>
                    <a:pt x="6446" y="9663"/>
                    <a:pt x="5793" y="8957"/>
                    <a:pt x="5307" y="8843"/>
                  </a:cubicBezTo>
                  <a:cubicBezTo>
                    <a:pt x="4819" y="8726"/>
                    <a:pt x="4628" y="10048"/>
                    <a:pt x="4371" y="9912"/>
                  </a:cubicBezTo>
                  <a:cubicBezTo>
                    <a:pt x="4114" y="9775"/>
                    <a:pt x="3505" y="10355"/>
                    <a:pt x="3140" y="10019"/>
                  </a:cubicBezTo>
                  <a:cubicBezTo>
                    <a:pt x="2774" y="9683"/>
                    <a:pt x="2820" y="8138"/>
                    <a:pt x="2179" y="7895"/>
                  </a:cubicBezTo>
                  <a:cubicBezTo>
                    <a:pt x="1586" y="6800"/>
                    <a:pt x="1549" y="8137"/>
                    <a:pt x="1187" y="7495"/>
                  </a:cubicBezTo>
                  <a:cubicBezTo>
                    <a:pt x="825" y="6852"/>
                    <a:pt x="-7" y="6157"/>
                    <a:pt x="4" y="4039"/>
                  </a:cubicBezTo>
                  <a:close/>
                </a:path>
              </a:pathLst>
            </a:custGeom>
            <a:solidFill>
              <a:srgbClr val="9CE0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cxnSp>
          <p:nvCxnSpPr>
            <p:cNvPr id="371" name="Straight Connector 370">
              <a:extLst>
                <a:ext uri="{FF2B5EF4-FFF2-40B4-BE49-F238E27FC236}">
                  <a16:creationId xmlns:a16="http://schemas.microsoft.com/office/drawing/2014/main" id="{0FAAA199-AEB8-E64A-B909-18FBC3F37878}"/>
                </a:ext>
              </a:extLst>
            </p:cNvPr>
            <p:cNvCxnSpPr/>
            <p:nvPr/>
          </p:nvCxnSpPr>
          <p:spPr>
            <a:xfrm flipV="1">
              <a:off x="3262941" y="5435064"/>
              <a:ext cx="1316038" cy="131762"/>
            </a:xfrm>
            <a:prstGeom prst="line">
              <a:avLst/>
            </a:prstGeom>
            <a:noFill/>
            <a:ln w="127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372" name="Straight Connector 371">
              <a:extLst>
                <a:ext uri="{FF2B5EF4-FFF2-40B4-BE49-F238E27FC236}">
                  <a16:creationId xmlns:a16="http://schemas.microsoft.com/office/drawing/2014/main" id="{2ABBCC09-F2C0-4C45-87E5-813EA3F60370}"/>
                </a:ext>
              </a:extLst>
            </p:cNvPr>
            <p:cNvCxnSpPr/>
            <p:nvPr/>
          </p:nvCxnSpPr>
          <p:spPr>
            <a:xfrm>
              <a:off x="3151816" y="5622389"/>
              <a:ext cx="2259013" cy="298450"/>
            </a:xfrm>
            <a:prstGeom prst="line">
              <a:avLst/>
            </a:prstGeom>
            <a:noFill/>
            <a:ln w="127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373" name="Straight Connector 372">
              <a:extLst>
                <a:ext uri="{FF2B5EF4-FFF2-40B4-BE49-F238E27FC236}">
                  <a16:creationId xmlns:a16="http://schemas.microsoft.com/office/drawing/2014/main" id="{9AFB164F-4D28-5C4F-B4A4-CF779B610802}"/>
                </a:ext>
              </a:extLst>
            </p:cNvPr>
            <p:cNvCxnSpPr/>
            <p:nvPr/>
          </p:nvCxnSpPr>
          <p:spPr>
            <a:xfrm>
              <a:off x="3164516" y="5727164"/>
              <a:ext cx="714375" cy="276225"/>
            </a:xfrm>
            <a:prstGeom prst="line">
              <a:avLst/>
            </a:prstGeom>
            <a:noFill/>
            <a:ln w="127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374" name="Straight Connector 373">
              <a:extLst>
                <a:ext uri="{FF2B5EF4-FFF2-40B4-BE49-F238E27FC236}">
                  <a16:creationId xmlns:a16="http://schemas.microsoft.com/office/drawing/2014/main" id="{CA14130F-9391-1649-BCE9-D4C5BF17E520}"/>
                </a:ext>
              </a:extLst>
            </p:cNvPr>
            <p:cNvCxnSpPr/>
            <p:nvPr/>
          </p:nvCxnSpPr>
          <p:spPr>
            <a:xfrm flipV="1">
              <a:off x="4182104" y="5920839"/>
              <a:ext cx="1247775" cy="82550"/>
            </a:xfrm>
            <a:prstGeom prst="line">
              <a:avLst/>
            </a:prstGeom>
            <a:noFill/>
            <a:ln w="127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375" name="Straight Connector 374">
              <a:extLst>
                <a:ext uri="{FF2B5EF4-FFF2-40B4-BE49-F238E27FC236}">
                  <a16:creationId xmlns:a16="http://schemas.microsoft.com/office/drawing/2014/main" id="{C9F6F123-ABA3-F044-9B04-6AA48EA0F9DE}"/>
                </a:ext>
              </a:extLst>
            </p:cNvPr>
            <p:cNvCxnSpPr/>
            <p:nvPr/>
          </p:nvCxnSpPr>
          <p:spPr>
            <a:xfrm>
              <a:off x="4842504" y="5468401"/>
              <a:ext cx="1057275" cy="123825"/>
            </a:xfrm>
            <a:prstGeom prst="line">
              <a:avLst/>
            </a:prstGeom>
            <a:noFill/>
            <a:ln w="127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376" name="Straight Connector 375">
              <a:extLst>
                <a:ext uri="{FF2B5EF4-FFF2-40B4-BE49-F238E27FC236}">
                  <a16:creationId xmlns:a16="http://schemas.microsoft.com/office/drawing/2014/main" id="{4CE11005-F216-1D4E-B997-41E3293C9349}"/>
                </a:ext>
              </a:extLst>
            </p:cNvPr>
            <p:cNvCxnSpPr/>
            <p:nvPr/>
          </p:nvCxnSpPr>
          <p:spPr>
            <a:xfrm flipV="1">
              <a:off x="4126541" y="5622389"/>
              <a:ext cx="1790700" cy="298450"/>
            </a:xfrm>
            <a:prstGeom prst="line">
              <a:avLst/>
            </a:prstGeom>
            <a:noFill/>
            <a:ln w="127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377" name="Straight Connector 376">
              <a:extLst>
                <a:ext uri="{FF2B5EF4-FFF2-40B4-BE49-F238E27FC236}">
                  <a16:creationId xmlns:a16="http://schemas.microsoft.com/office/drawing/2014/main" id="{7B22F5BD-70D2-8045-8E17-1709AE17C5EB}"/>
                </a:ext>
              </a:extLst>
            </p:cNvPr>
            <p:cNvCxnSpPr/>
            <p:nvPr/>
          </p:nvCxnSpPr>
          <p:spPr>
            <a:xfrm flipV="1">
              <a:off x="5453691" y="5650964"/>
              <a:ext cx="588963" cy="269875"/>
            </a:xfrm>
            <a:prstGeom prst="line">
              <a:avLst/>
            </a:prstGeom>
            <a:noFill/>
            <a:ln w="127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378" name="Straight Connector 377">
              <a:extLst>
                <a:ext uri="{FF2B5EF4-FFF2-40B4-BE49-F238E27FC236}">
                  <a16:creationId xmlns:a16="http://schemas.microsoft.com/office/drawing/2014/main" id="{D473209B-0783-D043-91DD-0738BF606A6A}"/>
                </a:ext>
              </a:extLst>
            </p:cNvPr>
            <p:cNvCxnSpPr/>
            <p:nvPr/>
          </p:nvCxnSpPr>
          <p:spPr>
            <a:xfrm>
              <a:off x="4596441" y="5435064"/>
              <a:ext cx="814388" cy="401637"/>
            </a:xfrm>
            <a:prstGeom prst="line">
              <a:avLst/>
            </a:prstGeom>
            <a:noFill/>
            <a:ln w="12700" cap="flat" cmpd="sng" algn="ctr">
              <a:solidFill>
                <a:srgbClr val="000000"/>
              </a:solidFill>
              <a:prstDash val="solid"/>
            </a:ln>
            <a:effectLst/>
          </p:spPr>
        </p:cxnSp>
        <p:grpSp>
          <p:nvGrpSpPr>
            <p:cNvPr id="379" name="Group 378">
              <a:extLst>
                <a:ext uri="{FF2B5EF4-FFF2-40B4-BE49-F238E27FC236}">
                  <a16:creationId xmlns:a16="http://schemas.microsoft.com/office/drawing/2014/main" id="{924A91F2-B835-1641-AD58-010D594B46E6}"/>
                </a:ext>
              </a:extLst>
            </p:cNvPr>
            <p:cNvGrpSpPr/>
            <p:nvPr/>
          </p:nvGrpSpPr>
          <p:grpSpPr>
            <a:xfrm>
              <a:off x="1526216" y="2537824"/>
              <a:ext cx="6978041" cy="1096962"/>
              <a:chOff x="1526216" y="3003498"/>
              <a:chExt cx="6978041" cy="1096962"/>
            </a:xfrm>
          </p:grpSpPr>
          <p:sp>
            <p:nvSpPr>
              <p:cNvPr id="638" name="TextBox 399">
                <a:extLst>
                  <a:ext uri="{FF2B5EF4-FFF2-40B4-BE49-F238E27FC236}">
                    <a16:creationId xmlns:a16="http://schemas.microsoft.com/office/drawing/2014/main" id="{2DE4202B-F7AE-464D-85EF-3680ADAE96D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714291" y="3628973"/>
                <a:ext cx="595313" cy="47148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ts val="1463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data</a:t>
                </a:r>
              </a:p>
              <a:p>
                <a:pPr marL="0" marR="0" lvl="0" indent="0" algn="ctr" defTabSz="914400" eaLnBrk="0" fontAlgn="base" latinLnBrk="0" hangingPunct="0">
                  <a:lnSpc>
                    <a:spcPts val="1463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plane</a:t>
                </a:r>
              </a:p>
            </p:txBody>
          </p:sp>
          <p:sp>
            <p:nvSpPr>
              <p:cNvPr id="639" name="TextBox 400">
                <a:extLst>
                  <a:ext uri="{FF2B5EF4-FFF2-40B4-BE49-F238E27FC236}">
                    <a16:creationId xmlns:a16="http://schemas.microsoft.com/office/drawing/2014/main" id="{53016057-1EB1-8A4A-B611-EED63CFF8FD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728579" y="3003498"/>
                <a:ext cx="709612" cy="47148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ts val="1463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control</a:t>
                </a:r>
              </a:p>
              <a:p>
                <a:pPr marL="0" marR="0" lvl="0" indent="0" algn="ctr" defTabSz="914400" eaLnBrk="0" fontAlgn="base" latinLnBrk="0" hangingPunct="0">
                  <a:lnSpc>
                    <a:spcPts val="1463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plane</a:t>
                </a:r>
              </a:p>
            </p:txBody>
          </p:sp>
          <p:cxnSp>
            <p:nvCxnSpPr>
              <p:cNvPr id="640" name="Straight Connector 639">
                <a:extLst>
                  <a:ext uri="{FF2B5EF4-FFF2-40B4-BE49-F238E27FC236}">
                    <a16:creationId xmlns:a16="http://schemas.microsoft.com/office/drawing/2014/main" id="{EA6D2DB9-8854-0442-A96B-1D9E2F06B259}"/>
                  </a:ext>
                </a:extLst>
              </p:cNvPr>
              <p:cNvCxnSpPr/>
              <p:nvPr/>
            </p:nvCxnSpPr>
            <p:spPr bwMode="auto">
              <a:xfrm flipV="1">
                <a:off x="1526216" y="3579342"/>
                <a:ext cx="6978041" cy="12155"/>
              </a:xfrm>
              <a:prstGeom prst="line">
                <a:avLst/>
              </a:prstGeom>
              <a:noFill/>
              <a:ln w="25400" cap="flat" cmpd="sng" algn="ctr">
                <a:solidFill>
                  <a:srgbClr val="000000"/>
                </a:solidFill>
                <a:prstDash val="dash"/>
              </a:ln>
              <a:effectLst/>
            </p:spPr>
          </p:cxnSp>
        </p:grpSp>
        <p:grpSp>
          <p:nvGrpSpPr>
            <p:cNvPr id="380" name="Group 379">
              <a:extLst>
                <a:ext uri="{FF2B5EF4-FFF2-40B4-BE49-F238E27FC236}">
                  <a16:creationId xmlns:a16="http://schemas.microsoft.com/office/drawing/2014/main" id="{D9EF9FA8-A052-1E4B-8493-23C6F99BF5BD}"/>
                </a:ext>
              </a:extLst>
            </p:cNvPr>
            <p:cNvGrpSpPr/>
            <p:nvPr/>
          </p:nvGrpSpPr>
          <p:grpSpPr>
            <a:xfrm>
              <a:off x="2436115" y="2269434"/>
              <a:ext cx="4296530" cy="320561"/>
              <a:chOff x="2433511" y="2792111"/>
              <a:chExt cx="4296530" cy="320561"/>
            </a:xfrm>
          </p:grpSpPr>
          <p:grpSp>
            <p:nvGrpSpPr>
              <p:cNvPr id="613" name="Group 401">
                <a:extLst>
                  <a:ext uri="{FF2B5EF4-FFF2-40B4-BE49-F238E27FC236}">
                    <a16:creationId xmlns:a16="http://schemas.microsoft.com/office/drawing/2014/main" id="{05A4BF94-4385-8842-B7E2-E973047C10A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433511" y="2794083"/>
                <a:ext cx="349250" cy="317387"/>
                <a:chOff x="2931664" y="3912603"/>
                <a:chExt cx="430450" cy="329314"/>
              </a:xfrm>
            </p:grpSpPr>
            <p:sp>
              <p:nvSpPr>
                <p:cNvPr id="634" name="Rectangle 633">
                  <a:extLst>
                    <a:ext uri="{FF2B5EF4-FFF2-40B4-BE49-F238E27FC236}">
                      <a16:creationId xmlns:a16="http://schemas.microsoft.com/office/drawing/2014/main" id="{D5B3C7B3-62DD-5C45-A7D4-49AF6317073F}"/>
                    </a:ext>
                  </a:extLst>
                </p:cNvPr>
                <p:cNvSpPr/>
                <p:nvPr/>
              </p:nvSpPr>
              <p:spPr>
                <a:xfrm>
                  <a:off x="2937534" y="3912858"/>
                  <a:ext cx="424580" cy="329431"/>
                </a:xfrm>
                <a:prstGeom prst="rect">
                  <a:avLst/>
                </a:prstGeom>
                <a:solidFill>
                  <a:srgbClr val="FFFFFF"/>
                </a:solidFill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635" name="Straight Connector 634">
                  <a:extLst>
                    <a:ext uri="{FF2B5EF4-FFF2-40B4-BE49-F238E27FC236}">
                      <a16:creationId xmlns:a16="http://schemas.microsoft.com/office/drawing/2014/main" id="{3071C495-C991-484D-8473-774C4A4DE550}"/>
                    </a:ext>
                  </a:extLst>
                </p:cNvPr>
                <p:cNvCxnSpPr/>
                <p:nvPr/>
              </p:nvCxnSpPr>
              <p:spPr>
                <a:xfrm>
                  <a:off x="2931664" y="4005099"/>
                  <a:ext cx="424581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  <p:cxnSp>
              <p:nvCxnSpPr>
                <p:cNvPr id="636" name="Straight Connector 635">
                  <a:extLst>
                    <a:ext uri="{FF2B5EF4-FFF2-40B4-BE49-F238E27FC236}">
                      <a16:creationId xmlns:a16="http://schemas.microsoft.com/office/drawing/2014/main" id="{9162B16E-CB2C-D447-9356-87B6C1626E8A}"/>
                    </a:ext>
                  </a:extLst>
                </p:cNvPr>
                <p:cNvCxnSpPr/>
                <p:nvPr/>
              </p:nvCxnSpPr>
              <p:spPr>
                <a:xfrm>
                  <a:off x="2931664" y="4067691"/>
                  <a:ext cx="424581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  <p:cxnSp>
              <p:nvCxnSpPr>
                <p:cNvPr id="637" name="Straight Connector 636">
                  <a:extLst>
                    <a:ext uri="{FF2B5EF4-FFF2-40B4-BE49-F238E27FC236}">
                      <a16:creationId xmlns:a16="http://schemas.microsoft.com/office/drawing/2014/main" id="{72EF13CE-F094-AE46-8825-363CCE8D4D99}"/>
                    </a:ext>
                  </a:extLst>
                </p:cNvPr>
                <p:cNvCxnSpPr>
                  <a:stCxn id="634" idx="2"/>
                </p:cNvCxnSpPr>
                <p:nvPr/>
              </p:nvCxnSpPr>
              <p:spPr>
                <a:xfrm flipH="1" flipV="1">
                  <a:off x="3148846" y="4005099"/>
                  <a:ext cx="0" cy="23719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</p:grpSp>
          <p:grpSp>
            <p:nvGrpSpPr>
              <p:cNvPr id="614" name="Group 406">
                <a:extLst>
                  <a:ext uri="{FF2B5EF4-FFF2-40B4-BE49-F238E27FC236}">
                    <a16:creationId xmlns:a16="http://schemas.microsoft.com/office/drawing/2014/main" id="{0BA03DBB-9E31-ED41-B491-F9410189BCC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348666" y="2792111"/>
                <a:ext cx="350838" cy="317387"/>
                <a:chOff x="2931664" y="3912603"/>
                <a:chExt cx="430450" cy="329314"/>
              </a:xfrm>
            </p:grpSpPr>
            <p:sp>
              <p:nvSpPr>
                <p:cNvPr id="630" name="Rectangle 629">
                  <a:extLst>
                    <a:ext uri="{FF2B5EF4-FFF2-40B4-BE49-F238E27FC236}">
                      <a16:creationId xmlns:a16="http://schemas.microsoft.com/office/drawing/2014/main" id="{F1EFA42E-9EE1-2C42-B7FE-074F7E0718DD}"/>
                    </a:ext>
                  </a:extLst>
                </p:cNvPr>
                <p:cNvSpPr/>
                <p:nvPr/>
              </p:nvSpPr>
              <p:spPr>
                <a:xfrm>
                  <a:off x="2937508" y="3912861"/>
                  <a:ext cx="424606" cy="329431"/>
                </a:xfrm>
                <a:prstGeom prst="rect">
                  <a:avLst/>
                </a:prstGeom>
                <a:solidFill>
                  <a:srgbClr val="FFFFFF"/>
                </a:solidFill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631" name="Straight Connector 630">
                  <a:extLst>
                    <a:ext uri="{FF2B5EF4-FFF2-40B4-BE49-F238E27FC236}">
                      <a16:creationId xmlns:a16="http://schemas.microsoft.com/office/drawing/2014/main" id="{C24CBB58-24D5-8F4F-9DCA-1BD16C773ACC}"/>
                    </a:ext>
                  </a:extLst>
                </p:cNvPr>
                <p:cNvCxnSpPr/>
                <p:nvPr/>
              </p:nvCxnSpPr>
              <p:spPr>
                <a:xfrm>
                  <a:off x="2931664" y="4005102"/>
                  <a:ext cx="424606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  <p:cxnSp>
              <p:nvCxnSpPr>
                <p:cNvPr id="632" name="Straight Connector 631">
                  <a:extLst>
                    <a:ext uri="{FF2B5EF4-FFF2-40B4-BE49-F238E27FC236}">
                      <a16:creationId xmlns:a16="http://schemas.microsoft.com/office/drawing/2014/main" id="{6C95D30C-56CB-C54B-A1AA-B6796069204D}"/>
                    </a:ext>
                  </a:extLst>
                </p:cNvPr>
                <p:cNvCxnSpPr/>
                <p:nvPr/>
              </p:nvCxnSpPr>
              <p:spPr>
                <a:xfrm>
                  <a:off x="2931664" y="4067694"/>
                  <a:ext cx="424606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  <p:cxnSp>
              <p:nvCxnSpPr>
                <p:cNvPr id="633" name="Straight Connector 632">
                  <a:extLst>
                    <a:ext uri="{FF2B5EF4-FFF2-40B4-BE49-F238E27FC236}">
                      <a16:creationId xmlns:a16="http://schemas.microsoft.com/office/drawing/2014/main" id="{769665D5-2FA8-5949-BBD2-CB31A87F0C6A}"/>
                    </a:ext>
                  </a:extLst>
                </p:cNvPr>
                <p:cNvCxnSpPr>
                  <a:stCxn id="630" idx="2"/>
                </p:cNvCxnSpPr>
                <p:nvPr/>
              </p:nvCxnSpPr>
              <p:spPr>
                <a:xfrm flipH="1" flipV="1">
                  <a:off x="3147863" y="4005102"/>
                  <a:ext cx="1947" cy="23719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</p:grpSp>
          <p:grpSp>
            <p:nvGrpSpPr>
              <p:cNvPr id="615" name="Group 411">
                <a:extLst>
                  <a:ext uri="{FF2B5EF4-FFF2-40B4-BE49-F238E27FC236}">
                    <a16:creationId xmlns:a16="http://schemas.microsoft.com/office/drawing/2014/main" id="{C2E0C0F0-A088-804B-8FC7-0223E6ACFE4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182104" y="2792111"/>
                <a:ext cx="350837" cy="317387"/>
                <a:chOff x="2931664" y="3912603"/>
                <a:chExt cx="430450" cy="329314"/>
              </a:xfrm>
            </p:grpSpPr>
            <p:sp>
              <p:nvSpPr>
                <p:cNvPr id="626" name="Rectangle 625">
                  <a:extLst>
                    <a:ext uri="{FF2B5EF4-FFF2-40B4-BE49-F238E27FC236}">
                      <a16:creationId xmlns:a16="http://schemas.microsoft.com/office/drawing/2014/main" id="{432910A3-D517-B541-8E55-8B64D1938FCA}"/>
                    </a:ext>
                  </a:extLst>
                </p:cNvPr>
                <p:cNvSpPr/>
                <p:nvPr/>
              </p:nvSpPr>
              <p:spPr>
                <a:xfrm>
                  <a:off x="2937507" y="3912861"/>
                  <a:ext cx="424607" cy="329431"/>
                </a:xfrm>
                <a:prstGeom prst="rect">
                  <a:avLst/>
                </a:prstGeom>
                <a:solidFill>
                  <a:srgbClr val="FFFFFF"/>
                </a:solidFill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627" name="Straight Connector 626">
                  <a:extLst>
                    <a:ext uri="{FF2B5EF4-FFF2-40B4-BE49-F238E27FC236}">
                      <a16:creationId xmlns:a16="http://schemas.microsoft.com/office/drawing/2014/main" id="{7B39DF40-EF02-FE42-B7B6-8228C7C37D4C}"/>
                    </a:ext>
                  </a:extLst>
                </p:cNvPr>
                <p:cNvCxnSpPr/>
                <p:nvPr/>
              </p:nvCxnSpPr>
              <p:spPr>
                <a:xfrm>
                  <a:off x="2931664" y="4005102"/>
                  <a:ext cx="424607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  <p:cxnSp>
              <p:nvCxnSpPr>
                <p:cNvPr id="628" name="Straight Connector 627">
                  <a:extLst>
                    <a:ext uri="{FF2B5EF4-FFF2-40B4-BE49-F238E27FC236}">
                      <a16:creationId xmlns:a16="http://schemas.microsoft.com/office/drawing/2014/main" id="{139037D7-D9A4-8849-A9AD-B0AF003AC93C}"/>
                    </a:ext>
                  </a:extLst>
                </p:cNvPr>
                <p:cNvCxnSpPr/>
                <p:nvPr/>
              </p:nvCxnSpPr>
              <p:spPr>
                <a:xfrm>
                  <a:off x="2931664" y="4067694"/>
                  <a:ext cx="424607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  <p:cxnSp>
              <p:nvCxnSpPr>
                <p:cNvPr id="629" name="Straight Connector 628">
                  <a:extLst>
                    <a:ext uri="{FF2B5EF4-FFF2-40B4-BE49-F238E27FC236}">
                      <a16:creationId xmlns:a16="http://schemas.microsoft.com/office/drawing/2014/main" id="{1175C58C-5928-2242-B6BA-9262716F374A}"/>
                    </a:ext>
                  </a:extLst>
                </p:cNvPr>
                <p:cNvCxnSpPr>
                  <a:stCxn id="626" idx="2"/>
                </p:cNvCxnSpPr>
                <p:nvPr/>
              </p:nvCxnSpPr>
              <p:spPr>
                <a:xfrm flipH="1" flipV="1">
                  <a:off x="3147863" y="4005102"/>
                  <a:ext cx="1948" cy="23719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</p:grpSp>
          <p:grpSp>
            <p:nvGrpSpPr>
              <p:cNvPr id="616" name="Group 416">
                <a:extLst>
                  <a:ext uri="{FF2B5EF4-FFF2-40B4-BE49-F238E27FC236}">
                    <a16:creationId xmlns:a16="http://schemas.microsoft.com/office/drawing/2014/main" id="{83F96C8C-DAD5-EE46-B616-652B5880301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374316" y="2795285"/>
                <a:ext cx="349250" cy="317387"/>
                <a:chOff x="2931664" y="3912603"/>
                <a:chExt cx="430450" cy="329314"/>
              </a:xfrm>
            </p:grpSpPr>
            <p:sp>
              <p:nvSpPr>
                <p:cNvPr id="622" name="Rectangle 621">
                  <a:extLst>
                    <a:ext uri="{FF2B5EF4-FFF2-40B4-BE49-F238E27FC236}">
                      <a16:creationId xmlns:a16="http://schemas.microsoft.com/office/drawing/2014/main" id="{26AA9474-8579-BB43-9D7F-A06CED135615}"/>
                    </a:ext>
                  </a:extLst>
                </p:cNvPr>
                <p:cNvSpPr/>
                <p:nvPr/>
              </p:nvSpPr>
              <p:spPr>
                <a:xfrm>
                  <a:off x="2937534" y="3912862"/>
                  <a:ext cx="424580" cy="329431"/>
                </a:xfrm>
                <a:prstGeom prst="rect">
                  <a:avLst/>
                </a:prstGeom>
                <a:solidFill>
                  <a:srgbClr val="FFFFFF"/>
                </a:solidFill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623" name="Straight Connector 622">
                  <a:extLst>
                    <a:ext uri="{FF2B5EF4-FFF2-40B4-BE49-F238E27FC236}">
                      <a16:creationId xmlns:a16="http://schemas.microsoft.com/office/drawing/2014/main" id="{EEF09EFB-9060-4A43-8519-AE0FB86E5704}"/>
                    </a:ext>
                  </a:extLst>
                </p:cNvPr>
                <p:cNvCxnSpPr/>
                <p:nvPr/>
              </p:nvCxnSpPr>
              <p:spPr>
                <a:xfrm>
                  <a:off x="2931664" y="4005103"/>
                  <a:ext cx="424581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  <p:cxnSp>
              <p:nvCxnSpPr>
                <p:cNvPr id="624" name="Straight Connector 623">
                  <a:extLst>
                    <a:ext uri="{FF2B5EF4-FFF2-40B4-BE49-F238E27FC236}">
                      <a16:creationId xmlns:a16="http://schemas.microsoft.com/office/drawing/2014/main" id="{6DCF03A3-A7BB-D447-88ED-3F203BF06D2F}"/>
                    </a:ext>
                  </a:extLst>
                </p:cNvPr>
                <p:cNvCxnSpPr/>
                <p:nvPr/>
              </p:nvCxnSpPr>
              <p:spPr>
                <a:xfrm>
                  <a:off x="2931664" y="4067695"/>
                  <a:ext cx="424581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  <p:cxnSp>
              <p:nvCxnSpPr>
                <p:cNvPr id="625" name="Straight Connector 624">
                  <a:extLst>
                    <a:ext uri="{FF2B5EF4-FFF2-40B4-BE49-F238E27FC236}">
                      <a16:creationId xmlns:a16="http://schemas.microsoft.com/office/drawing/2014/main" id="{436E5D85-A165-8F4C-8E01-98D7AB941B1A}"/>
                    </a:ext>
                  </a:extLst>
                </p:cNvPr>
                <p:cNvCxnSpPr>
                  <a:stCxn id="622" idx="2"/>
                </p:cNvCxnSpPr>
                <p:nvPr/>
              </p:nvCxnSpPr>
              <p:spPr>
                <a:xfrm flipH="1" flipV="1">
                  <a:off x="3148846" y="4005103"/>
                  <a:ext cx="0" cy="23719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</p:grpSp>
          <p:grpSp>
            <p:nvGrpSpPr>
              <p:cNvPr id="617" name="Group 421">
                <a:extLst>
                  <a:ext uri="{FF2B5EF4-FFF2-40B4-BE49-F238E27FC236}">
                    <a16:creationId xmlns:a16="http://schemas.microsoft.com/office/drawing/2014/main" id="{B3361BB7-7F3E-A244-9EEE-76BAF3743B5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379204" y="2792111"/>
                <a:ext cx="350837" cy="317387"/>
                <a:chOff x="2931664" y="3912603"/>
                <a:chExt cx="430450" cy="329314"/>
              </a:xfrm>
            </p:grpSpPr>
            <p:sp>
              <p:nvSpPr>
                <p:cNvPr id="618" name="Rectangle 617">
                  <a:extLst>
                    <a:ext uri="{FF2B5EF4-FFF2-40B4-BE49-F238E27FC236}">
                      <a16:creationId xmlns:a16="http://schemas.microsoft.com/office/drawing/2014/main" id="{9544BB1A-468F-EB42-B6D9-9D17394D11CB}"/>
                    </a:ext>
                  </a:extLst>
                </p:cNvPr>
                <p:cNvSpPr/>
                <p:nvPr/>
              </p:nvSpPr>
              <p:spPr>
                <a:xfrm>
                  <a:off x="2937507" y="3912861"/>
                  <a:ext cx="424607" cy="329431"/>
                </a:xfrm>
                <a:prstGeom prst="rect">
                  <a:avLst/>
                </a:prstGeom>
                <a:solidFill>
                  <a:srgbClr val="FFFFFF"/>
                </a:solidFill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619" name="Straight Connector 618">
                  <a:extLst>
                    <a:ext uri="{FF2B5EF4-FFF2-40B4-BE49-F238E27FC236}">
                      <a16:creationId xmlns:a16="http://schemas.microsoft.com/office/drawing/2014/main" id="{E0C9CBDA-5A98-344F-9010-2ADC07A68287}"/>
                    </a:ext>
                  </a:extLst>
                </p:cNvPr>
                <p:cNvCxnSpPr/>
                <p:nvPr/>
              </p:nvCxnSpPr>
              <p:spPr>
                <a:xfrm>
                  <a:off x="2931664" y="4005102"/>
                  <a:ext cx="424607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  <p:cxnSp>
              <p:nvCxnSpPr>
                <p:cNvPr id="620" name="Straight Connector 619">
                  <a:extLst>
                    <a:ext uri="{FF2B5EF4-FFF2-40B4-BE49-F238E27FC236}">
                      <a16:creationId xmlns:a16="http://schemas.microsoft.com/office/drawing/2014/main" id="{6ABCC3E0-D16E-F045-B191-6DBE3FEDF800}"/>
                    </a:ext>
                  </a:extLst>
                </p:cNvPr>
                <p:cNvCxnSpPr/>
                <p:nvPr/>
              </p:nvCxnSpPr>
              <p:spPr>
                <a:xfrm>
                  <a:off x="2931664" y="4067694"/>
                  <a:ext cx="424607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  <p:cxnSp>
              <p:nvCxnSpPr>
                <p:cNvPr id="621" name="Straight Connector 620">
                  <a:extLst>
                    <a:ext uri="{FF2B5EF4-FFF2-40B4-BE49-F238E27FC236}">
                      <a16:creationId xmlns:a16="http://schemas.microsoft.com/office/drawing/2014/main" id="{ACAC7A61-3B84-D649-9CBA-582DC70E220C}"/>
                    </a:ext>
                  </a:extLst>
                </p:cNvPr>
                <p:cNvCxnSpPr>
                  <a:stCxn id="618" idx="2"/>
                </p:cNvCxnSpPr>
                <p:nvPr/>
              </p:nvCxnSpPr>
              <p:spPr>
                <a:xfrm flipH="1" flipV="1">
                  <a:off x="3147863" y="4005102"/>
                  <a:ext cx="1948" cy="23719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</p:grpSp>
        </p:grpSp>
        <p:grpSp>
          <p:nvGrpSpPr>
            <p:cNvPr id="381" name="Group 380">
              <a:extLst>
                <a:ext uri="{FF2B5EF4-FFF2-40B4-BE49-F238E27FC236}">
                  <a16:creationId xmlns:a16="http://schemas.microsoft.com/office/drawing/2014/main" id="{73E9270F-9772-3547-8D3A-075B55009534}"/>
                </a:ext>
              </a:extLst>
            </p:cNvPr>
            <p:cNvGrpSpPr/>
            <p:nvPr/>
          </p:nvGrpSpPr>
          <p:grpSpPr>
            <a:xfrm>
              <a:off x="1856416" y="3244261"/>
              <a:ext cx="5211763" cy="2739614"/>
              <a:chOff x="1856416" y="3709935"/>
              <a:chExt cx="5211763" cy="2739614"/>
            </a:xfrm>
          </p:grpSpPr>
          <p:sp>
            <p:nvSpPr>
              <p:cNvPr id="503" name="Freeform 502">
                <a:extLst>
                  <a:ext uri="{FF2B5EF4-FFF2-40B4-BE49-F238E27FC236}">
                    <a16:creationId xmlns:a16="http://schemas.microsoft.com/office/drawing/2014/main" id="{C206A3DD-781F-3F45-81D5-9EEC12668B4C}"/>
                  </a:ext>
                </a:extLst>
              </p:cNvPr>
              <p:cNvSpPr/>
              <p:nvPr/>
            </p:nvSpPr>
            <p:spPr>
              <a:xfrm>
                <a:off x="1876731" y="5330139"/>
                <a:ext cx="1280789" cy="759087"/>
              </a:xfrm>
              <a:custGeom>
                <a:avLst/>
                <a:gdLst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139870 w 1040633"/>
                  <a:gd name="connsiteY4" fmla="*/ 1191723 h 1219697"/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139870 w 1040633"/>
                  <a:gd name="connsiteY4" fmla="*/ 1191723 h 1219697"/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139870 w 1040633"/>
                  <a:gd name="connsiteY4" fmla="*/ 1191723 h 1219697"/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139870 w 1040633"/>
                  <a:gd name="connsiteY4" fmla="*/ 1191723 h 1219697"/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139870 w 1040633"/>
                  <a:gd name="connsiteY4" fmla="*/ 1191723 h 1219697"/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418712 w 1040633"/>
                  <a:gd name="connsiteY4" fmla="*/ 1189324 h 1219697"/>
                  <a:gd name="connsiteX5" fmla="*/ 139870 w 1040633"/>
                  <a:gd name="connsiteY5" fmla="*/ 1191723 h 1219697"/>
                  <a:gd name="connsiteX0" fmla="*/ 139870 w 1040633"/>
                  <a:gd name="connsiteY0" fmla="*/ 1191723 h 1355926"/>
                  <a:gd name="connsiteX1" fmla="*/ 0 w 1040633"/>
                  <a:gd name="connsiteY1" fmla="*/ 0 h 1355926"/>
                  <a:gd name="connsiteX2" fmla="*/ 1040633 w 1040633"/>
                  <a:gd name="connsiteY2" fmla="*/ 16785 h 1355926"/>
                  <a:gd name="connsiteX3" fmla="*/ 833625 w 1040633"/>
                  <a:gd name="connsiteY3" fmla="*/ 1219697 h 1355926"/>
                  <a:gd name="connsiteX4" fmla="*/ 139870 w 1040633"/>
                  <a:gd name="connsiteY4" fmla="*/ 1191723 h 1355926"/>
                  <a:gd name="connsiteX0" fmla="*/ 139870 w 1040633"/>
                  <a:gd name="connsiteY0" fmla="*/ 1191723 h 1289901"/>
                  <a:gd name="connsiteX1" fmla="*/ 0 w 1040633"/>
                  <a:gd name="connsiteY1" fmla="*/ 0 h 1289901"/>
                  <a:gd name="connsiteX2" fmla="*/ 1040633 w 1040633"/>
                  <a:gd name="connsiteY2" fmla="*/ 16785 h 1289901"/>
                  <a:gd name="connsiteX3" fmla="*/ 833625 w 1040633"/>
                  <a:gd name="connsiteY3" fmla="*/ 1219697 h 1289901"/>
                  <a:gd name="connsiteX4" fmla="*/ 139870 w 1040633"/>
                  <a:gd name="connsiteY4" fmla="*/ 1191723 h 1289901"/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139870 w 1040633"/>
                  <a:gd name="connsiteY4" fmla="*/ 1191723 h 1219697"/>
                  <a:gd name="connsiteX0" fmla="*/ 139870 w 1040633"/>
                  <a:gd name="connsiteY0" fmla="*/ 1191723 h 1191723"/>
                  <a:gd name="connsiteX1" fmla="*/ 0 w 1040633"/>
                  <a:gd name="connsiteY1" fmla="*/ 0 h 1191723"/>
                  <a:gd name="connsiteX2" fmla="*/ 1040633 w 1040633"/>
                  <a:gd name="connsiteY2" fmla="*/ 16785 h 1191723"/>
                  <a:gd name="connsiteX3" fmla="*/ 671988 w 1040633"/>
                  <a:gd name="connsiteY3" fmla="*/ 1158121 h 1191723"/>
                  <a:gd name="connsiteX4" fmla="*/ 139870 w 1040633"/>
                  <a:gd name="connsiteY4" fmla="*/ 1191723 h 1191723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56947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56947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448507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569478 w 1040633"/>
                  <a:gd name="connsiteY3" fmla="*/ 1158121 h 1160935"/>
                  <a:gd name="connsiteX4" fmla="*/ 448507 w 1040633"/>
                  <a:gd name="connsiteY4" fmla="*/ 1160935 h 1160935"/>
                  <a:gd name="connsiteX0" fmla="*/ 448507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569478 w 1040633"/>
                  <a:gd name="connsiteY3" fmla="*/ 1158121 h 1160935"/>
                  <a:gd name="connsiteX4" fmla="*/ 448507 w 1040633"/>
                  <a:gd name="connsiteY4" fmla="*/ 1160935 h 1160935"/>
                  <a:gd name="connsiteX0" fmla="*/ 448507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569478 w 1040633"/>
                  <a:gd name="connsiteY3" fmla="*/ 1158121 h 1160935"/>
                  <a:gd name="connsiteX4" fmla="*/ 448507 w 1040633"/>
                  <a:gd name="connsiteY4" fmla="*/ 1160935 h 1160935"/>
                  <a:gd name="connsiteX0" fmla="*/ 448507 w 1325315"/>
                  <a:gd name="connsiteY0" fmla="*/ 1160935 h 1160935"/>
                  <a:gd name="connsiteX1" fmla="*/ 0 w 1325315"/>
                  <a:gd name="connsiteY1" fmla="*/ 0 h 1160935"/>
                  <a:gd name="connsiteX2" fmla="*/ 1040633 w 1325315"/>
                  <a:gd name="connsiteY2" fmla="*/ 16785 h 1160935"/>
                  <a:gd name="connsiteX3" fmla="*/ 1214315 w 1325315"/>
                  <a:gd name="connsiteY3" fmla="*/ 1064597 h 1160935"/>
                  <a:gd name="connsiteX4" fmla="*/ 448507 w 1325315"/>
                  <a:gd name="connsiteY4" fmla="*/ 1160935 h 1160935"/>
                  <a:gd name="connsiteX0" fmla="*/ 448507 w 1214315"/>
                  <a:gd name="connsiteY0" fmla="*/ 1160935 h 1160935"/>
                  <a:gd name="connsiteX1" fmla="*/ 0 w 1214315"/>
                  <a:gd name="connsiteY1" fmla="*/ 0 h 1160935"/>
                  <a:gd name="connsiteX2" fmla="*/ 1040633 w 1214315"/>
                  <a:gd name="connsiteY2" fmla="*/ 16785 h 1160935"/>
                  <a:gd name="connsiteX3" fmla="*/ 1214315 w 1214315"/>
                  <a:gd name="connsiteY3" fmla="*/ 1064597 h 1160935"/>
                  <a:gd name="connsiteX4" fmla="*/ 448507 w 1214315"/>
                  <a:gd name="connsiteY4" fmla="*/ 1160935 h 1160935"/>
                  <a:gd name="connsiteX0" fmla="*/ 448507 w 1214315"/>
                  <a:gd name="connsiteY0" fmla="*/ 1160935 h 1160935"/>
                  <a:gd name="connsiteX1" fmla="*/ 0 w 1214315"/>
                  <a:gd name="connsiteY1" fmla="*/ 0 h 1160935"/>
                  <a:gd name="connsiteX2" fmla="*/ 1040633 w 1214315"/>
                  <a:gd name="connsiteY2" fmla="*/ 16785 h 1160935"/>
                  <a:gd name="connsiteX3" fmla="*/ 1214315 w 1214315"/>
                  <a:gd name="connsiteY3" fmla="*/ 1064597 h 1160935"/>
                  <a:gd name="connsiteX4" fmla="*/ 448507 w 1214315"/>
                  <a:gd name="connsiteY4" fmla="*/ 1160935 h 1160935"/>
                  <a:gd name="connsiteX0" fmla="*/ 1053964 w 1214315"/>
                  <a:gd name="connsiteY0" fmla="*/ 1136323 h 1136323"/>
                  <a:gd name="connsiteX1" fmla="*/ 0 w 1214315"/>
                  <a:gd name="connsiteY1" fmla="*/ 0 h 1136323"/>
                  <a:gd name="connsiteX2" fmla="*/ 1040633 w 1214315"/>
                  <a:gd name="connsiteY2" fmla="*/ 16785 h 1136323"/>
                  <a:gd name="connsiteX3" fmla="*/ 1214315 w 1214315"/>
                  <a:gd name="connsiteY3" fmla="*/ 1064597 h 1136323"/>
                  <a:gd name="connsiteX4" fmla="*/ 1053964 w 1214315"/>
                  <a:gd name="connsiteY4" fmla="*/ 1136323 h 1136323"/>
                  <a:gd name="connsiteX0" fmla="*/ 1053964 w 1214315"/>
                  <a:gd name="connsiteY0" fmla="*/ 1136323 h 1136323"/>
                  <a:gd name="connsiteX1" fmla="*/ 0 w 1214315"/>
                  <a:gd name="connsiteY1" fmla="*/ 0 h 1136323"/>
                  <a:gd name="connsiteX2" fmla="*/ 1040633 w 1214315"/>
                  <a:gd name="connsiteY2" fmla="*/ 16785 h 1136323"/>
                  <a:gd name="connsiteX3" fmla="*/ 1214315 w 1214315"/>
                  <a:gd name="connsiteY3" fmla="*/ 1064597 h 1136323"/>
                  <a:gd name="connsiteX4" fmla="*/ 1053964 w 1214315"/>
                  <a:gd name="connsiteY4" fmla="*/ 1136323 h 1136323"/>
                  <a:gd name="connsiteX0" fmla="*/ 1053964 w 1214315"/>
                  <a:gd name="connsiteY0" fmla="*/ 1136323 h 1136323"/>
                  <a:gd name="connsiteX1" fmla="*/ 0 w 1214315"/>
                  <a:gd name="connsiteY1" fmla="*/ 0 h 1136323"/>
                  <a:gd name="connsiteX2" fmla="*/ 1040633 w 1214315"/>
                  <a:gd name="connsiteY2" fmla="*/ 16785 h 1136323"/>
                  <a:gd name="connsiteX3" fmla="*/ 1214315 w 1214315"/>
                  <a:gd name="connsiteY3" fmla="*/ 1064597 h 1136323"/>
                  <a:gd name="connsiteX4" fmla="*/ 1053964 w 1214315"/>
                  <a:gd name="connsiteY4" fmla="*/ 1136323 h 1136323"/>
                  <a:gd name="connsiteX0" fmla="*/ 1060159 w 1220510"/>
                  <a:gd name="connsiteY0" fmla="*/ 1119627 h 1119627"/>
                  <a:gd name="connsiteX1" fmla="*/ 0 w 1220510"/>
                  <a:gd name="connsiteY1" fmla="*/ 249694 h 1119627"/>
                  <a:gd name="connsiteX2" fmla="*/ 1046828 w 1220510"/>
                  <a:gd name="connsiteY2" fmla="*/ 89 h 1119627"/>
                  <a:gd name="connsiteX3" fmla="*/ 1220510 w 1220510"/>
                  <a:gd name="connsiteY3" fmla="*/ 1047901 h 1119627"/>
                  <a:gd name="connsiteX4" fmla="*/ 1060159 w 1220510"/>
                  <a:gd name="connsiteY4" fmla="*/ 1119627 h 1119627"/>
                  <a:gd name="connsiteX0" fmla="*/ 1060159 w 1220510"/>
                  <a:gd name="connsiteY0" fmla="*/ 1119627 h 1119627"/>
                  <a:gd name="connsiteX1" fmla="*/ 0 w 1220510"/>
                  <a:gd name="connsiteY1" fmla="*/ 249694 h 1119627"/>
                  <a:gd name="connsiteX2" fmla="*/ 1046828 w 1220510"/>
                  <a:gd name="connsiteY2" fmla="*/ 89 h 1119627"/>
                  <a:gd name="connsiteX3" fmla="*/ 1220510 w 1220510"/>
                  <a:gd name="connsiteY3" fmla="*/ 1047901 h 1119627"/>
                  <a:gd name="connsiteX4" fmla="*/ 1060159 w 1220510"/>
                  <a:gd name="connsiteY4" fmla="*/ 1119627 h 1119627"/>
                  <a:gd name="connsiteX0" fmla="*/ 1060159 w 1220510"/>
                  <a:gd name="connsiteY0" fmla="*/ 1119627 h 1119627"/>
                  <a:gd name="connsiteX1" fmla="*/ 0 w 1220510"/>
                  <a:gd name="connsiteY1" fmla="*/ 249694 h 1119627"/>
                  <a:gd name="connsiteX2" fmla="*/ 1046828 w 1220510"/>
                  <a:gd name="connsiteY2" fmla="*/ 89 h 1119627"/>
                  <a:gd name="connsiteX3" fmla="*/ 1220510 w 1220510"/>
                  <a:gd name="connsiteY3" fmla="*/ 1047901 h 1119627"/>
                  <a:gd name="connsiteX4" fmla="*/ 1060159 w 1220510"/>
                  <a:gd name="connsiteY4" fmla="*/ 1119627 h 1119627"/>
                  <a:gd name="connsiteX0" fmla="*/ 1060159 w 1220510"/>
                  <a:gd name="connsiteY0" fmla="*/ 921649 h 921649"/>
                  <a:gd name="connsiteX1" fmla="*/ 0 w 1220510"/>
                  <a:gd name="connsiteY1" fmla="*/ 51716 h 921649"/>
                  <a:gd name="connsiteX2" fmla="*/ 1059218 w 1220510"/>
                  <a:gd name="connsiteY2" fmla="*/ 355 h 921649"/>
                  <a:gd name="connsiteX3" fmla="*/ 1220510 w 1220510"/>
                  <a:gd name="connsiteY3" fmla="*/ 849923 h 921649"/>
                  <a:gd name="connsiteX4" fmla="*/ 1060159 w 1220510"/>
                  <a:gd name="connsiteY4" fmla="*/ 921649 h 921649"/>
                  <a:gd name="connsiteX0" fmla="*/ 1060159 w 1220510"/>
                  <a:gd name="connsiteY0" fmla="*/ 921649 h 921649"/>
                  <a:gd name="connsiteX1" fmla="*/ 0 w 1220510"/>
                  <a:gd name="connsiteY1" fmla="*/ 51716 h 921649"/>
                  <a:gd name="connsiteX2" fmla="*/ 1059218 w 1220510"/>
                  <a:gd name="connsiteY2" fmla="*/ 355 h 921649"/>
                  <a:gd name="connsiteX3" fmla="*/ 1220510 w 1220510"/>
                  <a:gd name="connsiteY3" fmla="*/ 849923 h 921649"/>
                  <a:gd name="connsiteX4" fmla="*/ 1060159 w 1220510"/>
                  <a:gd name="connsiteY4" fmla="*/ 921649 h 921649"/>
                  <a:gd name="connsiteX0" fmla="*/ 1060159 w 1220510"/>
                  <a:gd name="connsiteY0" fmla="*/ 921649 h 921649"/>
                  <a:gd name="connsiteX1" fmla="*/ 0 w 1220510"/>
                  <a:gd name="connsiteY1" fmla="*/ 51716 h 921649"/>
                  <a:gd name="connsiteX2" fmla="*/ 1059218 w 1220510"/>
                  <a:gd name="connsiteY2" fmla="*/ 355 h 921649"/>
                  <a:gd name="connsiteX3" fmla="*/ 1220510 w 1220510"/>
                  <a:gd name="connsiteY3" fmla="*/ 849923 h 921649"/>
                  <a:gd name="connsiteX4" fmla="*/ 1060159 w 1220510"/>
                  <a:gd name="connsiteY4" fmla="*/ 921649 h 921649"/>
                  <a:gd name="connsiteX0" fmla="*/ 1060159 w 1340486"/>
                  <a:gd name="connsiteY0" fmla="*/ 921649 h 921649"/>
                  <a:gd name="connsiteX1" fmla="*/ 0 w 1340486"/>
                  <a:gd name="connsiteY1" fmla="*/ 51716 h 921649"/>
                  <a:gd name="connsiteX2" fmla="*/ 1059218 w 1340486"/>
                  <a:gd name="connsiteY2" fmla="*/ 355 h 921649"/>
                  <a:gd name="connsiteX3" fmla="*/ 1340486 w 1340486"/>
                  <a:gd name="connsiteY3" fmla="*/ 709789 h 921649"/>
                  <a:gd name="connsiteX4" fmla="*/ 1060159 w 1340486"/>
                  <a:gd name="connsiteY4" fmla="*/ 921649 h 921649"/>
                  <a:gd name="connsiteX0" fmla="*/ 1060159 w 1340486"/>
                  <a:gd name="connsiteY0" fmla="*/ 921649 h 921649"/>
                  <a:gd name="connsiteX1" fmla="*/ 0 w 1340486"/>
                  <a:gd name="connsiteY1" fmla="*/ 51716 h 921649"/>
                  <a:gd name="connsiteX2" fmla="*/ 1059218 w 1340486"/>
                  <a:gd name="connsiteY2" fmla="*/ 355 h 921649"/>
                  <a:gd name="connsiteX3" fmla="*/ 1340486 w 1340486"/>
                  <a:gd name="connsiteY3" fmla="*/ 709789 h 921649"/>
                  <a:gd name="connsiteX4" fmla="*/ 1060159 w 1340486"/>
                  <a:gd name="connsiteY4" fmla="*/ 921649 h 921649"/>
                  <a:gd name="connsiteX0" fmla="*/ 1060159 w 1340486"/>
                  <a:gd name="connsiteY0" fmla="*/ 921649 h 921649"/>
                  <a:gd name="connsiteX1" fmla="*/ 0 w 1340486"/>
                  <a:gd name="connsiteY1" fmla="*/ 51716 h 921649"/>
                  <a:gd name="connsiteX2" fmla="*/ 1059218 w 1340486"/>
                  <a:gd name="connsiteY2" fmla="*/ 355 h 921649"/>
                  <a:gd name="connsiteX3" fmla="*/ 1340486 w 1340486"/>
                  <a:gd name="connsiteY3" fmla="*/ 709789 h 921649"/>
                  <a:gd name="connsiteX4" fmla="*/ 1060159 w 1340486"/>
                  <a:gd name="connsiteY4" fmla="*/ 921649 h 921649"/>
                  <a:gd name="connsiteX0" fmla="*/ 1025166 w 1340486"/>
                  <a:gd name="connsiteY0" fmla="*/ 746482 h 746482"/>
                  <a:gd name="connsiteX1" fmla="*/ 0 w 1340486"/>
                  <a:gd name="connsiteY1" fmla="*/ 51716 h 746482"/>
                  <a:gd name="connsiteX2" fmla="*/ 1059218 w 1340486"/>
                  <a:gd name="connsiteY2" fmla="*/ 355 h 746482"/>
                  <a:gd name="connsiteX3" fmla="*/ 1340486 w 1340486"/>
                  <a:gd name="connsiteY3" fmla="*/ 709789 h 746482"/>
                  <a:gd name="connsiteX4" fmla="*/ 1025166 w 1340486"/>
                  <a:gd name="connsiteY4" fmla="*/ 746482 h 746482"/>
                  <a:gd name="connsiteX0" fmla="*/ 1025166 w 1340486"/>
                  <a:gd name="connsiteY0" fmla="*/ 746482 h 746482"/>
                  <a:gd name="connsiteX1" fmla="*/ 0 w 1340486"/>
                  <a:gd name="connsiteY1" fmla="*/ 51716 h 746482"/>
                  <a:gd name="connsiteX2" fmla="*/ 1059218 w 1340486"/>
                  <a:gd name="connsiteY2" fmla="*/ 355 h 746482"/>
                  <a:gd name="connsiteX3" fmla="*/ 1340486 w 1340486"/>
                  <a:gd name="connsiteY3" fmla="*/ 709789 h 746482"/>
                  <a:gd name="connsiteX4" fmla="*/ 1025166 w 1340486"/>
                  <a:gd name="connsiteY4" fmla="*/ 746482 h 746482"/>
                  <a:gd name="connsiteX0" fmla="*/ 965179 w 1280499"/>
                  <a:gd name="connsiteY0" fmla="*/ 759828 h 759828"/>
                  <a:gd name="connsiteX1" fmla="*/ 0 w 1280499"/>
                  <a:gd name="connsiteY1" fmla="*/ 0 h 759828"/>
                  <a:gd name="connsiteX2" fmla="*/ 999231 w 1280499"/>
                  <a:gd name="connsiteY2" fmla="*/ 13701 h 759828"/>
                  <a:gd name="connsiteX3" fmla="*/ 1280499 w 1280499"/>
                  <a:gd name="connsiteY3" fmla="*/ 723135 h 759828"/>
                  <a:gd name="connsiteX4" fmla="*/ 965179 w 1280499"/>
                  <a:gd name="connsiteY4" fmla="*/ 759828 h 759828"/>
                  <a:gd name="connsiteX0" fmla="*/ 965179 w 1280499"/>
                  <a:gd name="connsiteY0" fmla="*/ 759828 h 759828"/>
                  <a:gd name="connsiteX1" fmla="*/ 0 w 1280499"/>
                  <a:gd name="connsiteY1" fmla="*/ 0 h 759828"/>
                  <a:gd name="connsiteX2" fmla="*/ 999231 w 1280499"/>
                  <a:gd name="connsiteY2" fmla="*/ 13701 h 759828"/>
                  <a:gd name="connsiteX3" fmla="*/ 1280499 w 1280499"/>
                  <a:gd name="connsiteY3" fmla="*/ 723135 h 759828"/>
                  <a:gd name="connsiteX4" fmla="*/ 965179 w 1280499"/>
                  <a:gd name="connsiteY4" fmla="*/ 759828 h 7598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80499" h="759828">
                    <a:moveTo>
                      <a:pt x="965179" y="759828"/>
                    </a:moveTo>
                    <a:cubicBezTo>
                      <a:pt x="301565" y="231725"/>
                      <a:pt x="628999" y="498939"/>
                      <a:pt x="0" y="0"/>
                    </a:cubicBezTo>
                    <a:lnTo>
                      <a:pt x="999231" y="13701"/>
                    </a:lnTo>
                    <a:cubicBezTo>
                      <a:pt x="1112985" y="379881"/>
                      <a:pt x="1055867" y="236107"/>
                      <a:pt x="1280499" y="723135"/>
                    </a:cubicBezTo>
                    <a:cubicBezTo>
                      <a:pt x="1186079" y="728668"/>
                      <a:pt x="1127207" y="701414"/>
                      <a:pt x="965179" y="759828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FFFFFF">
                      <a:lumMod val="95000"/>
                    </a:srgbClr>
                  </a:gs>
                  <a:gs pos="100000">
                    <a:srgbClr val="FFFFFF">
                      <a:lumMod val="75000"/>
                    </a:srgbClr>
                  </a:gs>
                </a:gsLst>
                <a:lin ang="16200000" scaled="0"/>
              </a:gradFill>
              <a:ln w="9525" cap="flat" cmpd="sng" algn="ctr">
                <a:solidFill>
                  <a:srgbClr val="FFFFFF">
                    <a:lumMod val="75000"/>
                  </a:srgbClr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504" name="Freeform 503">
                <a:extLst>
                  <a:ext uri="{FF2B5EF4-FFF2-40B4-BE49-F238E27FC236}">
                    <a16:creationId xmlns:a16="http://schemas.microsoft.com/office/drawing/2014/main" id="{CE7F88D8-59A6-794C-B854-DAF873B26405}"/>
                  </a:ext>
                </a:extLst>
              </p:cNvPr>
              <p:cNvSpPr/>
              <p:nvPr/>
            </p:nvSpPr>
            <p:spPr>
              <a:xfrm>
                <a:off x="6202668" y="5429198"/>
                <a:ext cx="865511" cy="553828"/>
              </a:xfrm>
              <a:custGeom>
                <a:avLst/>
                <a:gdLst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139870 w 1040633"/>
                  <a:gd name="connsiteY4" fmla="*/ 1191723 h 1219697"/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139870 w 1040633"/>
                  <a:gd name="connsiteY4" fmla="*/ 1191723 h 1219697"/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139870 w 1040633"/>
                  <a:gd name="connsiteY4" fmla="*/ 1191723 h 1219697"/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139870 w 1040633"/>
                  <a:gd name="connsiteY4" fmla="*/ 1191723 h 1219697"/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139870 w 1040633"/>
                  <a:gd name="connsiteY4" fmla="*/ 1191723 h 1219697"/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418712 w 1040633"/>
                  <a:gd name="connsiteY4" fmla="*/ 1189324 h 1219697"/>
                  <a:gd name="connsiteX5" fmla="*/ 139870 w 1040633"/>
                  <a:gd name="connsiteY5" fmla="*/ 1191723 h 1219697"/>
                  <a:gd name="connsiteX0" fmla="*/ 139870 w 1040633"/>
                  <a:gd name="connsiteY0" fmla="*/ 1191723 h 1355926"/>
                  <a:gd name="connsiteX1" fmla="*/ 0 w 1040633"/>
                  <a:gd name="connsiteY1" fmla="*/ 0 h 1355926"/>
                  <a:gd name="connsiteX2" fmla="*/ 1040633 w 1040633"/>
                  <a:gd name="connsiteY2" fmla="*/ 16785 h 1355926"/>
                  <a:gd name="connsiteX3" fmla="*/ 833625 w 1040633"/>
                  <a:gd name="connsiteY3" fmla="*/ 1219697 h 1355926"/>
                  <a:gd name="connsiteX4" fmla="*/ 139870 w 1040633"/>
                  <a:gd name="connsiteY4" fmla="*/ 1191723 h 1355926"/>
                  <a:gd name="connsiteX0" fmla="*/ 139870 w 1040633"/>
                  <a:gd name="connsiteY0" fmla="*/ 1191723 h 1289901"/>
                  <a:gd name="connsiteX1" fmla="*/ 0 w 1040633"/>
                  <a:gd name="connsiteY1" fmla="*/ 0 h 1289901"/>
                  <a:gd name="connsiteX2" fmla="*/ 1040633 w 1040633"/>
                  <a:gd name="connsiteY2" fmla="*/ 16785 h 1289901"/>
                  <a:gd name="connsiteX3" fmla="*/ 833625 w 1040633"/>
                  <a:gd name="connsiteY3" fmla="*/ 1219697 h 1289901"/>
                  <a:gd name="connsiteX4" fmla="*/ 139870 w 1040633"/>
                  <a:gd name="connsiteY4" fmla="*/ 1191723 h 1289901"/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139870 w 1040633"/>
                  <a:gd name="connsiteY4" fmla="*/ 1191723 h 1219697"/>
                  <a:gd name="connsiteX0" fmla="*/ 139870 w 1040633"/>
                  <a:gd name="connsiteY0" fmla="*/ 1191723 h 1191723"/>
                  <a:gd name="connsiteX1" fmla="*/ 0 w 1040633"/>
                  <a:gd name="connsiteY1" fmla="*/ 0 h 1191723"/>
                  <a:gd name="connsiteX2" fmla="*/ 1040633 w 1040633"/>
                  <a:gd name="connsiteY2" fmla="*/ 16785 h 1191723"/>
                  <a:gd name="connsiteX3" fmla="*/ 671988 w 1040633"/>
                  <a:gd name="connsiteY3" fmla="*/ 1158121 h 1191723"/>
                  <a:gd name="connsiteX4" fmla="*/ 139870 w 1040633"/>
                  <a:gd name="connsiteY4" fmla="*/ 1191723 h 1191723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778664"/>
                  <a:gd name="connsiteY0" fmla="*/ 1160935 h 1160935"/>
                  <a:gd name="connsiteX1" fmla="*/ 0 w 778664"/>
                  <a:gd name="connsiteY1" fmla="*/ 0 h 1160935"/>
                  <a:gd name="connsiteX2" fmla="*/ 778664 w 778664"/>
                  <a:gd name="connsiteY2" fmla="*/ 130682 h 1160935"/>
                  <a:gd name="connsiteX3" fmla="*/ 671988 w 778664"/>
                  <a:gd name="connsiteY3" fmla="*/ 1158121 h 1160935"/>
                  <a:gd name="connsiteX4" fmla="*/ 363082 w 778664"/>
                  <a:gd name="connsiteY4" fmla="*/ 1160935 h 1160935"/>
                  <a:gd name="connsiteX0" fmla="*/ 363082 w 778664"/>
                  <a:gd name="connsiteY0" fmla="*/ 1160935 h 1160935"/>
                  <a:gd name="connsiteX1" fmla="*/ 0 w 778664"/>
                  <a:gd name="connsiteY1" fmla="*/ 0 h 1160935"/>
                  <a:gd name="connsiteX2" fmla="*/ 778664 w 778664"/>
                  <a:gd name="connsiteY2" fmla="*/ 130682 h 1160935"/>
                  <a:gd name="connsiteX3" fmla="*/ 694768 w 778664"/>
                  <a:gd name="connsiteY3" fmla="*/ 1112562 h 1160935"/>
                  <a:gd name="connsiteX4" fmla="*/ 363082 w 778664"/>
                  <a:gd name="connsiteY4" fmla="*/ 1160935 h 1160935"/>
                  <a:gd name="connsiteX0" fmla="*/ 363082 w 778664"/>
                  <a:gd name="connsiteY0" fmla="*/ 1160935 h 1160935"/>
                  <a:gd name="connsiteX1" fmla="*/ 0 w 778664"/>
                  <a:gd name="connsiteY1" fmla="*/ 0 h 1160935"/>
                  <a:gd name="connsiteX2" fmla="*/ 778664 w 778664"/>
                  <a:gd name="connsiteY2" fmla="*/ 130682 h 1160935"/>
                  <a:gd name="connsiteX3" fmla="*/ 694768 w 778664"/>
                  <a:gd name="connsiteY3" fmla="*/ 1112562 h 1160935"/>
                  <a:gd name="connsiteX4" fmla="*/ 363082 w 778664"/>
                  <a:gd name="connsiteY4" fmla="*/ 1160935 h 1160935"/>
                  <a:gd name="connsiteX0" fmla="*/ 397252 w 778664"/>
                  <a:gd name="connsiteY0" fmla="*/ 1103987 h 1112562"/>
                  <a:gd name="connsiteX1" fmla="*/ 0 w 778664"/>
                  <a:gd name="connsiteY1" fmla="*/ 0 h 1112562"/>
                  <a:gd name="connsiteX2" fmla="*/ 778664 w 778664"/>
                  <a:gd name="connsiteY2" fmla="*/ 130682 h 1112562"/>
                  <a:gd name="connsiteX3" fmla="*/ 694768 w 778664"/>
                  <a:gd name="connsiteY3" fmla="*/ 1112562 h 1112562"/>
                  <a:gd name="connsiteX4" fmla="*/ 397252 w 778664"/>
                  <a:gd name="connsiteY4" fmla="*/ 1103987 h 1112562"/>
                  <a:gd name="connsiteX0" fmla="*/ 397252 w 778664"/>
                  <a:gd name="connsiteY0" fmla="*/ 1103987 h 1112562"/>
                  <a:gd name="connsiteX1" fmla="*/ 0 w 778664"/>
                  <a:gd name="connsiteY1" fmla="*/ 0 h 1112562"/>
                  <a:gd name="connsiteX2" fmla="*/ 778664 w 778664"/>
                  <a:gd name="connsiteY2" fmla="*/ 130682 h 1112562"/>
                  <a:gd name="connsiteX3" fmla="*/ 694768 w 778664"/>
                  <a:gd name="connsiteY3" fmla="*/ 1112562 h 1112562"/>
                  <a:gd name="connsiteX4" fmla="*/ 397252 w 778664"/>
                  <a:gd name="connsiteY4" fmla="*/ 1103987 h 1112562"/>
                  <a:gd name="connsiteX0" fmla="*/ 397252 w 778664"/>
                  <a:gd name="connsiteY0" fmla="*/ 1103987 h 1112562"/>
                  <a:gd name="connsiteX1" fmla="*/ 0 w 778664"/>
                  <a:gd name="connsiteY1" fmla="*/ 0 h 1112562"/>
                  <a:gd name="connsiteX2" fmla="*/ 778664 w 778664"/>
                  <a:gd name="connsiteY2" fmla="*/ 130682 h 1112562"/>
                  <a:gd name="connsiteX3" fmla="*/ 694768 w 778664"/>
                  <a:gd name="connsiteY3" fmla="*/ 1112562 h 1112562"/>
                  <a:gd name="connsiteX4" fmla="*/ 397252 w 778664"/>
                  <a:gd name="connsiteY4" fmla="*/ 1103987 h 1112562"/>
                  <a:gd name="connsiteX0" fmla="*/ 123893 w 505305"/>
                  <a:gd name="connsiteY0" fmla="*/ 973305 h 981880"/>
                  <a:gd name="connsiteX1" fmla="*/ 0 w 505305"/>
                  <a:gd name="connsiteY1" fmla="*/ 28773 h 981880"/>
                  <a:gd name="connsiteX2" fmla="*/ 505305 w 505305"/>
                  <a:gd name="connsiteY2" fmla="*/ 0 h 981880"/>
                  <a:gd name="connsiteX3" fmla="*/ 421409 w 505305"/>
                  <a:gd name="connsiteY3" fmla="*/ 981880 h 981880"/>
                  <a:gd name="connsiteX4" fmla="*/ 123893 w 505305"/>
                  <a:gd name="connsiteY4" fmla="*/ 973305 h 981880"/>
                  <a:gd name="connsiteX0" fmla="*/ 123893 w 505305"/>
                  <a:gd name="connsiteY0" fmla="*/ 973305 h 981880"/>
                  <a:gd name="connsiteX1" fmla="*/ 0 w 505305"/>
                  <a:gd name="connsiteY1" fmla="*/ 28773 h 981880"/>
                  <a:gd name="connsiteX2" fmla="*/ 505305 w 505305"/>
                  <a:gd name="connsiteY2" fmla="*/ 0 h 981880"/>
                  <a:gd name="connsiteX3" fmla="*/ 421409 w 505305"/>
                  <a:gd name="connsiteY3" fmla="*/ 981880 h 981880"/>
                  <a:gd name="connsiteX4" fmla="*/ 123893 w 505305"/>
                  <a:gd name="connsiteY4" fmla="*/ 973305 h 981880"/>
                  <a:gd name="connsiteX0" fmla="*/ 123893 w 505305"/>
                  <a:gd name="connsiteY0" fmla="*/ 973305 h 981880"/>
                  <a:gd name="connsiteX1" fmla="*/ 0 w 505305"/>
                  <a:gd name="connsiteY1" fmla="*/ 28773 h 981880"/>
                  <a:gd name="connsiteX2" fmla="*/ 505305 w 505305"/>
                  <a:gd name="connsiteY2" fmla="*/ 0 h 981880"/>
                  <a:gd name="connsiteX3" fmla="*/ 421409 w 505305"/>
                  <a:gd name="connsiteY3" fmla="*/ 981880 h 981880"/>
                  <a:gd name="connsiteX4" fmla="*/ 123893 w 505305"/>
                  <a:gd name="connsiteY4" fmla="*/ 973305 h 981880"/>
                  <a:gd name="connsiteX0" fmla="*/ 123893 w 505305"/>
                  <a:gd name="connsiteY0" fmla="*/ 973305 h 981880"/>
                  <a:gd name="connsiteX1" fmla="*/ 0 w 505305"/>
                  <a:gd name="connsiteY1" fmla="*/ 28773 h 981880"/>
                  <a:gd name="connsiteX2" fmla="*/ 505305 w 505305"/>
                  <a:gd name="connsiteY2" fmla="*/ 0 h 981880"/>
                  <a:gd name="connsiteX3" fmla="*/ 421409 w 505305"/>
                  <a:gd name="connsiteY3" fmla="*/ 981880 h 981880"/>
                  <a:gd name="connsiteX4" fmla="*/ 123893 w 505305"/>
                  <a:gd name="connsiteY4" fmla="*/ 973305 h 981880"/>
                  <a:gd name="connsiteX0" fmla="*/ 118198 w 499610"/>
                  <a:gd name="connsiteY0" fmla="*/ 973305 h 981880"/>
                  <a:gd name="connsiteX1" fmla="*/ 0 w 499610"/>
                  <a:gd name="connsiteY1" fmla="*/ 11688 h 981880"/>
                  <a:gd name="connsiteX2" fmla="*/ 499610 w 499610"/>
                  <a:gd name="connsiteY2" fmla="*/ 0 h 981880"/>
                  <a:gd name="connsiteX3" fmla="*/ 415714 w 499610"/>
                  <a:gd name="connsiteY3" fmla="*/ 981880 h 981880"/>
                  <a:gd name="connsiteX4" fmla="*/ 118198 w 499610"/>
                  <a:gd name="connsiteY4" fmla="*/ 973305 h 981880"/>
                  <a:gd name="connsiteX0" fmla="*/ 118198 w 499610"/>
                  <a:gd name="connsiteY0" fmla="*/ 973305 h 981880"/>
                  <a:gd name="connsiteX1" fmla="*/ 0 w 499610"/>
                  <a:gd name="connsiteY1" fmla="*/ 11688 h 981880"/>
                  <a:gd name="connsiteX2" fmla="*/ 499610 w 499610"/>
                  <a:gd name="connsiteY2" fmla="*/ 0 h 981880"/>
                  <a:gd name="connsiteX3" fmla="*/ 415714 w 499610"/>
                  <a:gd name="connsiteY3" fmla="*/ 981880 h 981880"/>
                  <a:gd name="connsiteX4" fmla="*/ 118198 w 499610"/>
                  <a:gd name="connsiteY4" fmla="*/ 973305 h 981880"/>
                  <a:gd name="connsiteX0" fmla="*/ 118198 w 499610"/>
                  <a:gd name="connsiteY0" fmla="*/ 973305 h 981880"/>
                  <a:gd name="connsiteX1" fmla="*/ 0 w 499610"/>
                  <a:gd name="connsiteY1" fmla="*/ 11688 h 981880"/>
                  <a:gd name="connsiteX2" fmla="*/ 499610 w 499610"/>
                  <a:gd name="connsiteY2" fmla="*/ 0 h 981880"/>
                  <a:gd name="connsiteX3" fmla="*/ 415714 w 499610"/>
                  <a:gd name="connsiteY3" fmla="*/ 981880 h 981880"/>
                  <a:gd name="connsiteX4" fmla="*/ 118198 w 499610"/>
                  <a:gd name="connsiteY4" fmla="*/ 973305 h 981880"/>
                  <a:gd name="connsiteX0" fmla="*/ 118198 w 499610"/>
                  <a:gd name="connsiteY0" fmla="*/ 973305 h 981880"/>
                  <a:gd name="connsiteX1" fmla="*/ 0 w 499610"/>
                  <a:gd name="connsiteY1" fmla="*/ 11688 h 981880"/>
                  <a:gd name="connsiteX2" fmla="*/ 499610 w 499610"/>
                  <a:gd name="connsiteY2" fmla="*/ 0 h 981880"/>
                  <a:gd name="connsiteX3" fmla="*/ 415714 w 499610"/>
                  <a:gd name="connsiteY3" fmla="*/ 981880 h 981880"/>
                  <a:gd name="connsiteX4" fmla="*/ 118198 w 499610"/>
                  <a:gd name="connsiteY4" fmla="*/ 973305 h 981880"/>
                  <a:gd name="connsiteX0" fmla="*/ 118198 w 499610"/>
                  <a:gd name="connsiteY0" fmla="*/ 973305 h 981880"/>
                  <a:gd name="connsiteX1" fmla="*/ 0 w 499610"/>
                  <a:gd name="connsiteY1" fmla="*/ 11688 h 981880"/>
                  <a:gd name="connsiteX2" fmla="*/ 499610 w 499610"/>
                  <a:gd name="connsiteY2" fmla="*/ 0 h 981880"/>
                  <a:gd name="connsiteX3" fmla="*/ 415714 w 499610"/>
                  <a:gd name="connsiteY3" fmla="*/ 981880 h 981880"/>
                  <a:gd name="connsiteX4" fmla="*/ 118198 w 499610"/>
                  <a:gd name="connsiteY4" fmla="*/ 973305 h 981880"/>
                  <a:gd name="connsiteX0" fmla="*/ 118198 w 499610"/>
                  <a:gd name="connsiteY0" fmla="*/ 973305 h 976186"/>
                  <a:gd name="connsiteX1" fmla="*/ 0 w 499610"/>
                  <a:gd name="connsiteY1" fmla="*/ 11688 h 976186"/>
                  <a:gd name="connsiteX2" fmla="*/ 499610 w 499610"/>
                  <a:gd name="connsiteY2" fmla="*/ 0 h 976186"/>
                  <a:gd name="connsiteX3" fmla="*/ 273339 w 499610"/>
                  <a:gd name="connsiteY3" fmla="*/ 976186 h 976186"/>
                  <a:gd name="connsiteX4" fmla="*/ 118198 w 499610"/>
                  <a:gd name="connsiteY4" fmla="*/ 973305 h 976186"/>
                  <a:gd name="connsiteX0" fmla="*/ 118198 w 499610"/>
                  <a:gd name="connsiteY0" fmla="*/ 973305 h 976186"/>
                  <a:gd name="connsiteX1" fmla="*/ 0 w 499610"/>
                  <a:gd name="connsiteY1" fmla="*/ 11688 h 976186"/>
                  <a:gd name="connsiteX2" fmla="*/ 499610 w 499610"/>
                  <a:gd name="connsiteY2" fmla="*/ 0 h 976186"/>
                  <a:gd name="connsiteX3" fmla="*/ 273339 w 499610"/>
                  <a:gd name="connsiteY3" fmla="*/ 976186 h 976186"/>
                  <a:gd name="connsiteX4" fmla="*/ 118198 w 499610"/>
                  <a:gd name="connsiteY4" fmla="*/ 973305 h 976186"/>
                  <a:gd name="connsiteX0" fmla="*/ 197928 w 499610"/>
                  <a:gd name="connsiteY0" fmla="*/ 973305 h 976186"/>
                  <a:gd name="connsiteX1" fmla="*/ 0 w 499610"/>
                  <a:gd name="connsiteY1" fmla="*/ 11688 h 976186"/>
                  <a:gd name="connsiteX2" fmla="*/ 499610 w 499610"/>
                  <a:gd name="connsiteY2" fmla="*/ 0 h 976186"/>
                  <a:gd name="connsiteX3" fmla="*/ 273339 w 499610"/>
                  <a:gd name="connsiteY3" fmla="*/ 976186 h 976186"/>
                  <a:gd name="connsiteX4" fmla="*/ 197928 w 499610"/>
                  <a:gd name="connsiteY4" fmla="*/ 973305 h 976186"/>
                  <a:gd name="connsiteX0" fmla="*/ 197928 w 499610"/>
                  <a:gd name="connsiteY0" fmla="*/ 973305 h 976186"/>
                  <a:gd name="connsiteX1" fmla="*/ 0 w 499610"/>
                  <a:gd name="connsiteY1" fmla="*/ 11688 h 976186"/>
                  <a:gd name="connsiteX2" fmla="*/ 499610 w 499610"/>
                  <a:gd name="connsiteY2" fmla="*/ 0 h 976186"/>
                  <a:gd name="connsiteX3" fmla="*/ 273339 w 499610"/>
                  <a:gd name="connsiteY3" fmla="*/ 976186 h 976186"/>
                  <a:gd name="connsiteX4" fmla="*/ 197928 w 499610"/>
                  <a:gd name="connsiteY4" fmla="*/ 973305 h 976186"/>
                  <a:gd name="connsiteX0" fmla="*/ 197928 w 499610"/>
                  <a:gd name="connsiteY0" fmla="*/ 973305 h 976186"/>
                  <a:gd name="connsiteX1" fmla="*/ 0 w 499610"/>
                  <a:gd name="connsiteY1" fmla="*/ 11688 h 976186"/>
                  <a:gd name="connsiteX2" fmla="*/ 499610 w 499610"/>
                  <a:gd name="connsiteY2" fmla="*/ 0 h 976186"/>
                  <a:gd name="connsiteX3" fmla="*/ 273339 w 499610"/>
                  <a:gd name="connsiteY3" fmla="*/ 976186 h 976186"/>
                  <a:gd name="connsiteX4" fmla="*/ 197928 w 499610"/>
                  <a:gd name="connsiteY4" fmla="*/ 973305 h 976186"/>
                  <a:gd name="connsiteX0" fmla="*/ 197928 w 499610"/>
                  <a:gd name="connsiteY0" fmla="*/ 973305 h 976186"/>
                  <a:gd name="connsiteX1" fmla="*/ 0 w 499610"/>
                  <a:gd name="connsiteY1" fmla="*/ 11688 h 976186"/>
                  <a:gd name="connsiteX2" fmla="*/ 499610 w 499610"/>
                  <a:gd name="connsiteY2" fmla="*/ 0 h 976186"/>
                  <a:gd name="connsiteX3" fmla="*/ 273339 w 499610"/>
                  <a:gd name="connsiteY3" fmla="*/ 976186 h 976186"/>
                  <a:gd name="connsiteX4" fmla="*/ 197928 w 499610"/>
                  <a:gd name="connsiteY4" fmla="*/ 973305 h 976186"/>
                  <a:gd name="connsiteX0" fmla="*/ 23004 w 954755"/>
                  <a:gd name="connsiteY0" fmla="*/ 943771 h 976186"/>
                  <a:gd name="connsiteX1" fmla="*/ 455145 w 954755"/>
                  <a:gd name="connsiteY1" fmla="*/ 11688 h 976186"/>
                  <a:gd name="connsiteX2" fmla="*/ 954755 w 954755"/>
                  <a:gd name="connsiteY2" fmla="*/ 0 h 976186"/>
                  <a:gd name="connsiteX3" fmla="*/ 728484 w 954755"/>
                  <a:gd name="connsiteY3" fmla="*/ 976186 h 976186"/>
                  <a:gd name="connsiteX4" fmla="*/ 23004 w 954755"/>
                  <a:gd name="connsiteY4" fmla="*/ 943771 h 976186"/>
                  <a:gd name="connsiteX0" fmla="*/ 0 w 931751"/>
                  <a:gd name="connsiteY0" fmla="*/ 943771 h 976186"/>
                  <a:gd name="connsiteX1" fmla="*/ 432141 w 931751"/>
                  <a:gd name="connsiteY1" fmla="*/ 11688 h 976186"/>
                  <a:gd name="connsiteX2" fmla="*/ 931751 w 931751"/>
                  <a:gd name="connsiteY2" fmla="*/ 0 h 976186"/>
                  <a:gd name="connsiteX3" fmla="*/ 705480 w 931751"/>
                  <a:gd name="connsiteY3" fmla="*/ 976186 h 976186"/>
                  <a:gd name="connsiteX4" fmla="*/ 0 w 931751"/>
                  <a:gd name="connsiteY4" fmla="*/ 943771 h 976186"/>
                  <a:gd name="connsiteX0" fmla="*/ 0 w 931751"/>
                  <a:gd name="connsiteY0" fmla="*/ 943771 h 976186"/>
                  <a:gd name="connsiteX1" fmla="*/ 432141 w 931751"/>
                  <a:gd name="connsiteY1" fmla="*/ 11688 h 976186"/>
                  <a:gd name="connsiteX2" fmla="*/ 931751 w 931751"/>
                  <a:gd name="connsiteY2" fmla="*/ 0 h 976186"/>
                  <a:gd name="connsiteX3" fmla="*/ 705480 w 931751"/>
                  <a:gd name="connsiteY3" fmla="*/ 976186 h 976186"/>
                  <a:gd name="connsiteX4" fmla="*/ 0 w 931751"/>
                  <a:gd name="connsiteY4" fmla="*/ 943771 h 976186"/>
                  <a:gd name="connsiteX0" fmla="*/ 0 w 931751"/>
                  <a:gd name="connsiteY0" fmla="*/ 943771 h 976186"/>
                  <a:gd name="connsiteX1" fmla="*/ 432141 w 931751"/>
                  <a:gd name="connsiteY1" fmla="*/ 11688 h 976186"/>
                  <a:gd name="connsiteX2" fmla="*/ 931751 w 931751"/>
                  <a:gd name="connsiteY2" fmla="*/ 0 h 976186"/>
                  <a:gd name="connsiteX3" fmla="*/ 705480 w 931751"/>
                  <a:gd name="connsiteY3" fmla="*/ 976186 h 976186"/>
                  <a:gd name="connsiteX4" fmla="*/ 0 w 931751"/>
                  <a:gd name="connsiteY4" fmla="*/ 943771 h 976186"/>
                  <a:gd name="connsiteX0" fmla="*/ 0 w 931751"/>
                  <a:gd name="connsiteY0" fmla="*/ 943771 h 966342"/>
                  <a:gd name="connsiteX1" fmla="*/ 432141 w 931751"/>
                  <a:gd name="connsiteY1" fmla="*/ 11688 h 966342"/>
                  <a:gd name="connsiteX2" fmla="*/ 931751 w 931751"/>
                  <a:gd name="connsiteY2" fmla="*/ 0 h 966342"/>
                  <a:gd name="connsiteX3" fmla="*/ 183705 w 931751"/>
                  <a:gd name="connsiteY3" fmla="*/ 966342 h 966342"/>
                  <a:gd name="connsiteX4" fmla="*/ 0 w 931751"/>
                  <a:gd name="connsiteY4" fmla="*/ 943771 h 966342"/>
                  <a:gd name="connsiteX0" fmla="*/ 0 w 931751"/>
                  <a:gd name="connsiteY0" fmla="*/ 943771 h 966342"/>
                  <a:gd name="connsiteX1" fmla="*/ 432141 w 931751"/>
                  <a:gd name="connsiteY1" fmla="*/ 11688 h 966342"/>
                  <a:gd name="connsiteX2" fmla="*/ 931751 w 931751"/>
                  <a:gd name="connsiteY2" fmla="*/ 0 h 966342"/>
                  <a:gd name="connsiteX3" fmla="*/ 183705 w 931751"/>
                  <a:gd name="connsiteY3" fmla="*/ 966342 h 966342"/>
                  <a:gd name="connsiteX4" fmla="*/ 0 w 931751"/>
                  <a:gd name="connsiteY4" fmla="*/ 943771 h 966342"/>
                  <a:gd name="connsiteX0" fmla="*/ 0 w 931751"/>
                  <a:gd name="connsiteY0" fmla="*/ 943771 h 966342"/>
                  <a:gd name="connsiteX1" fmla="*/ 432141 w 931751"/>
                  <a:gd name="connsiteY1" fmla="*/ 11688 h 966342"/>
                  <a:gd name="connsiteX2" fmla="*/ 931751 w 931751"/>
                  <a:gd name="connsiteY2" fmla="*/ 0 h 966342"/>
                  <a:gd name="connsiteX3" fmla="*/ 183705 w 931751"/>
                  <a:gd name="connsiteY3" fmla="*/ 966342 h 966342"/>
                  <a:gd name="connsiteX4" fmla="*/ 0 w 931751"/>
                  <a:gd name="connsiteY4" fmla="*/ 943771 h 966342"/>
                  <a:gd name="connsiteX0" fmla="*/ 0 w 956363"/>
                  <a:gd name="connsiteY0" fmla="*/ 932083 h 954654"/>
                  <a:gd name="connsiteX1" fmla="*/ 432141 w 956363"/>
                  <a:gd name="connsiteY1" fmla="*/ 0 h 954654"/>
                  <a:gd name="connsiteX2" fmla="*/ 956363 w 956363"/>
                  <a:gd name="connsiteY2" fmla="*/ 12924 h 954654"/>
                  <a:gd name="connsiteX3" fmla="*/ 183705 w 956363"/>
                  <a:gd name="connsiteY3" fmla="*/ 954654 h 954654"/>
                  <a:gd name="connsiteX4" fmla="*/ 0 w 956363"/>
                  <a:gd name="connsiteY4" fmla="*/ 932083 h 954654"/>
                  <a:gd name="connsiteX0" fmla="*/ 0 w 956363"/>
                  <a:gd name="connsiteY0" fmla="*/ 919226 h 941797"/>
                  <a:gd name="connsiteX1" fmla="*/ 405840 w 956363"/>
                  <a:gd name="connsiteY1" fmla="*/ 197551 h 941797"/>
                  <a:gd name="connsiteX2" fmla="*/ 956363 w 956363"/>
                  <a:gd name="connsiteY2" fmla="*/ 67 h 941797"/>
                  <a:gd name="connsiteX3" fmla="*/ 183705 w 956363"/>
                  <a:gd name="connsiteY3" fmla="*/ 941797 h 941797"/>
                  <a:gd name="connsiteX4" fmla="*/ 0 w 956363"/>
                  <a:gd name="connsiteY4" fmla="*/ 919226 h 941797"/>
                  <a:gd name="connsiteX0" fmla="*/ 0 w 956363"/>
                  <a:gd name="connsiteY0" fmla="*/ 919226 h 941797"/>
                  <a:gd name="connsiteX1" fmla="*/ 405840 w 956363"/>
                  <a:gd name="connsiteY1" fmla="*/ 197551 h 941797"/>
                  <a:gd name="connsiteX2" fmla="*/ 956363 w 956363"/>
                  <a:gd name="connsiteY2" fmla="*/ 67 h 941797"/>
                  <a:gd name="connsiteX3" fmla="*/ 183705 w 956363"/>
                  <a:gd name="connsiteY3" fmla="*/ 941797 h 941797"/>
                  <a:gd name="connsiteX4" fmla="*/ 0 w 956363"/>
                  <a:gd name="connsiteY4" fmla="*/ 919226 h 941797"/>
                  <a:gd name="connsiteX0" fmla="*/ 0 w 956363"/>
                  <a:gd name="connsiteY0" fmla="*/ 919226 h 941797"/>
                  <a:gd name="connsiteX1" fmla="*/ 405840 w 956363"/>
                  <a:gd name="connsiteY1" fmla="*/ 197551 h 941797"/>
                  <a:gd name="connsiteX2" fmla="*/ 956363 w 956363"/>
                  <a:gd name="connsiteY2" fmla="*/ 67 h 941797"/>
                  <a:gd name="connsiteX3" fmla="*/ 183705 w 956363"/>
                  <a:gd name="connsiteY3" fmla="*/ 941797 h 941797"/>
                  <a:gd name="connsiteX4" fmla="*/ 0 w 956363"/>
                  <a:gd name="connsiteY4" fmla="*/ 919226 h 941797"/>
                  <a:gd name="connsiteX0" fmla="*/ 0 w 926304"/>
                  <a:gd name="connsiteY0" fmla="*/ 735614 h 758185"/>
                  <a:gd name="connsiteX1" fmla="*/ 405840 w 926304"/>
                  <a:gd name="connsiteY1" fmla="*/ 13939 h 758185"/>
                  <a:gd name="connsiteX2" fmla="*/ 926304 w 926304"/>
                  <a:gd name="connsiteY2" fmla="*/ 563 h 758185"/>
                  <a:gd name="connsiteX3" fmla="*/ 183705 w 926304"/>
                  <a:gd name="connsiteY3" fmla="*/ 758185 h 758185"/>
                  <a:gd name="connsiteX4" fmla="*/ 0 w 926304"/>
                  <a:gd name="connsiteY4" fmla="*/ 735614 h 758185"/>
                  <a:gd name="connsiteX0" fmla="*/ 0 w 926304"/>
                  <a:gd name="connsiteY0" fmla="*/ 735614 h 758185"/>
                  <a:gd name="connsiteX1" fmla="*/ 405840 w 926304"/>
                  <a:gd name="connsiteY1" fmla="*/ 13939 h 758185"/>
                  <a:gd name="connsiteX2" fmla="*/ 926304 w 926304"/>
                  <a:gd name="connsiteY2" fmla="*/ 563 h 758185"/>
                  <a:gd name="connsiteX3" fmla="*/ 183705 w 926304"/>
                  <a:gd name="connsiteY3" fmla="*/ 758185 h 758185"/>
                  <a:gd name="connsiteX4" fmla="*/ 0 w 926304"/>
                  <a:gd name="connsiteY4" fmla="*/ 735614 h 758185"/>
                  <a:gd name="connsiteX0" fmla="*/ 0 w 926304"/>
                  <a:gd name="connsiteY0" fmla="*/ 735614 h 758185"/>
                  <a:gd name="connsiteX1" fmla="*/ 405840 w 926304"/>
                  <a:gd name="connsiteY1" fmla="*/ 13939 h 758185"/>
                  <a:gd name="connsiteX2" fmla="*/ 926304 w 926304"/>
                  <a:gd name="connsiteY2" fmla="*/ 563 h 758185"/>
                  <a:gd name="connsiteX3" fmla="*/ 183705 w 926304"/>
                  <a:gd name="connsiteY3" fmla="*/ 758185 h 758185"/>
                  <a:gd name="connsiteX4" fmla="*/ 0 w 926304"/>
                  <a:gd name="connsiteY4" fmla="*/ 735614 h 758185"/>
                  <a:gd name="connsiteX0" fmla="*/ 0 w 926304"/>
                  <a:gd name="connsiteY0" fmla="*/ 735614 h 758185"/>
                  <a:gd name="connsiteX1" fmla="*/ 405840 w 926304"/>
                  <a:gd name="connsiteY1" fmla="*/ 13939 h 758185"/>
                  <a:gd name="connsiteX2" fmla="*/ 926304 w 926304"/>
                  <a:gd name="connsiteY2" fmla="*/ 563 h 758185"/>
                  <a:gd name="connsiteX3" fmla="*/ 183705 w 926304"/>
                  <a:gd name="connsiteY3" fmla="*/ 758185 h 758185"/>
                  <a:gd name="connsiteX4" fmla="*/ 0 w 926304"/>
                  <a:gd name="connsiteY4" fmla="*/ 735614 h 758185"/>
                  <a:gd name="connsiteX0" fmla="*/ 0 w 1011379"/>
                  <a:gd name="connsiteY0" fmla="*/ 605727 h 758185"/>
                  <a:gd name="connsiteX1" fmla="*/ 490915 w 1011379"/>
                  <a:gd name="connsiteY1" fmla="*/ 13939 h 758185"/>
                  <a:gd name="connsiteX2" fmla="*/ 1011379 w 1011379"/>
                  <a:gd name="connsiteY2" fmla="*/ 563 h 758185"/>
                  <a:gd name="connsiteX3" fmla="*/ 268780 w 1011379"/>
                  <a:gd name="connsiteY3" fmla="*/ 758185 h 758185"/>
                  <a:gd name="connsiteX4" fmla="*/ 0 w 1011379"/>
                  <a:gd name="connsiteY4" fmla="*/ 605727 h 758185"/>
                  <a:gd name="connsiteX0" fmla="*/ 0 w 1011379"/>
                  <a:gd name="connsiteY0" fmla="*/ 605727 h 648280"/>
                  <a:gd name="connsiteX1" fmla="*/ 490915 w 1011379"/>
                  <a:gd name="connsiteY1" fmla="*/ 13939 h 648280"/>
                  <a:gd name="connsiteX2" fmla="*/ 1011379 w 1011379"/>
                  <a:gd name="connsiteY2" fmla="*/ 563 h 648280"/>
                  <a:gd name="connsiteX3" fmla="*/ 198718 w 1011379"/>
                  <a:gd name="connsiteY3" fmla="*/ 648280 h 648280"/>
                  <a:gd name="connsiteX4" fmla="*/ 0 w 1011379"/>
                  <a:gd name="connsiteY4" fmla="*/ 605727 h 648280"/>
                  <a:gd name="connsiteX0" fmla="*/ 0 w 1011379"/>
                  <a:gd name="connsiteY0" fmla="*/ 605727 h 648280"/>
                  <a:gd name="connsiteX1" fmla="*/ 490915 w 1011379"/>
                  <a:gd name="connsiteY1" fmla="*/ 13939 h 648280"/>
                  <a:gd name="connsiteX2" fmla="*/ 1011379 w 1011379"/>
                  <a:gd name="connsiteY2" fmla="*/ 563 h 648280"/>
                  <a:gd name="connsiteX3" fmla="*/ 198718 w 1011379"/>
                  <a:gd name="connsiteY3" fmla="*/ 648280 h 648280"/>
                  <a:gd name="connsiteX4" fmla="*/ 0 w 1011379"/>
                  <a:gd name="connsiteY4" fmla="*/ 605727 h 648280"/>
                  <a:gd name="connsiteX0" fmla="*/ 0 w 1011379"/>
                  <a:gd name="connsiteY0" fmla="*/ 605727 h 648280"/>
                  <a:gd name="connsiteX1" fmla="*/ 490915 w 1011379"/>
                  <a:gd name="connsiteY1" fmla="*/ 13939 h 648280"/>
                  <a:gd name="connsiteX2" fmla="*/ 1011379 w 1011379"/>
                  <a:gd name="connsiteY2" fmla="*/ 563 h 648280"/>
                  <a:gd name="connsiteX3" fmla="*/ 198718 w 1011379"/>
                  <a:gd name="connsiteY3" fmla="*/ 648280 h 648280"/>
                  <a:gd name="connsiteX4" fmla="*/ 0 w 1011379"/>
                  <a:gd name="connsiteY4" fmla="*/ 605727 h 648280"/>
                  <a:gd name="connsiteX0" fmla="*/ 0 w 1011379"/>
                  <a:gd name="connsiteY0" fmla="*/ 605727 h 605727"/>
                  <a:gd name="connsiteX1" fmla="*/ 490915 w 1011379"/>
                  <a:gd name="connsiteY1" fmla="*/ 13939 h 605727"/>
                  <a:gd name="connsiteX2" fmla="*/ 1011379 w 1011379"/>
                  <a:gd name="connsiteY2" fmla="*/ 563 h 605727"/>
                  <a:gd name="connsiteX3" fmla="*/ 318823 w 1011379"/>
                  <a:gd name="connsiteY3" fmla="*/ 553361 h 605727"/>
                  <a:gd name="connsiteX4" fmla="*/ 0 w 1011379"/>
                  <a:gd name="connsiteY4" fmla="*/ 605727 h 605727"/>
                  <a:gd name="connsiteX0" fmla="*/ 0 w 866251"/>
                  <a:gd name="connsiteY0" fmla="*/ 540783 h 553361"/>
                  <a:gd name="connsiteX1" fmla="*/ 345787 w 866251"/>
                  <a:gd name="connsiteY1" fmla="*/ 13939 h 553361"/>
                  <a:gd name="connsiteX2" fmla="*/ 866251 w 866251"/>
                  <a:gd name="connsiteY2" fmla="*/ 563 h 553361"/>
                  <a:gd name="connsiteX3" fmla="*/ 173695 w 866251"/>
                  <a:gd name="connsiteY3" fmla="*/ 553361 h 553361"/>
                  <a:gd name="connsiteX4" fmla="*/ 0 w 866251"/>
                  <a:gd name="connsiteY4" fmla="*/ 540783 h 553361"/>
                  <a:gd name="connsiteX0" fmla="*/ 0 w 866251"/>
                  <a:gd name="connsiteY0" fmla="*/ 540783 h 553361"/>
                  <a:gd name="connsiteX1" fmla="*/ 345787 w 866251"/>
                  <a:gd name="connsiteY1" fmla="*/ 13939 h 553361"/>
                  <a:gd name="connsiteX2" fmla="*/ 866251 w 866251"/>
                  <a:gd name="connsiteY2" fmla="*/ 563 h 553361"/>
                  <a:gd name="connsiteX3" fmla="*/ 173695 w 866251"/>
                  <a:gd name="connsiteY3" fmla="*/ 553361 h 553361"/>
                  <a:gd name="connsiteX4" fmla="*/ 0 w 866251"/>
                  <a:gd name="connsiteY4" fmla="*/ 540783 h 553361"/>
                  <a:gd name="connsiteX0" fmla="*/ 0 w 866251"/>
                  <a:gd name="connsiteY0" fmla="*/ 540783 h 553361"/>
                  <a:gd name="connsiteX1" fmla="*/ 345787 w 866251"/>
                  <a:gd name="connsiteY1" fmla="*/ 13939 h 553361"/>
                  <a:gd name="connsiteX2" fmla="*/ 866251 w 866251"/>
                  <a:gd name="connsiteY2" fmla="*/ 563 h 553361"/>
                  <a:gd name="connsiteX3" fmla="*/ 173695 w 866251"/>
                  <a:gd name="connsiteY3" fmla="*/ 553361 h 553361"/>
                  <a:gd name="connsiteX4" fmla="*/ 0 w 866251"/>
                  <a:gd name="connsiteY4" fmla="*/ 540783 h 5533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66251" h="553361">
                    <a:moveTo>
                      <a:pt x="0" y="540783"/>
                    </a:moveTo>
                    <a:cubicBezTo>
                      <a:pt x="274887" y="134762"/>
                      <a:pt x="159176" y="337938"/>
                      <a:pt x="345787" y="13939"/>
                    </a:cubicBezTo>
                    <a:cubicBezTo>
                      <a:pt x="520528" y="18247"/>
                      <a:pt x="691510" y="-3745"/>
                      <a:pt x="866251" y="563"/>
                    </a:cubicBezTo>
                    <a:cubicBezTo>
                      <a:pt x="252709" y="502795"/>
                      <a:pt x="640047" y="209256"/>
                      <a:pt x="173695" y="553361"/>
                    </a:cubicBezTo>
                    <a:cubicBezTo>
                      <a:pt x="39410" y="524725"/>
                      <a:pt x="196198" y="539317"/>
                      <a:pt x="0" y="540783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FFFFFF">
                      <a:lumMod val="95000"/>
                      <a:alpha val="55000"/>
                    </a:srgbClr>
                  </a:gs>
                  <a:gs pos="100000">
                    <a:srgbClr val="FFFFFF">
                      <a:lumMod val="75000"/>
                    </a:srgbClr>
                  </a:gs>
                </a:gsLst>
                <a:lin ang="16200000" scaled="0"/>
              </a:gradFill>
              <a:ln w="9525" cap="flat" cmpd="sng" algn="ctr">
                <a:solidFill>
                  <a:srgbClr val="FFFFFF">
                    <a:lumMod val="75000"/>
                  </a:srgbClr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505" name="Freeform 504">
                <a:extLst>
                  <a:ext uri="{FF2B5EF4-FFF2-40B4-BE49-F238E27FC236}">
                    <a16:creationId xmlns:a16="http://schemas.microsoft.com/office/drawing/2014/main" id="{F0C62203-8E22-B24C-B44E-F016AA0DFF4C}"/>
                  </a:ext>
                </a:extLst>
              </p:cNvPr>
              <p:cNvSpPr/>
              <p:nvPr/>
            </p:nvSpPr>
            <p:spPr>
              <a:xfrm>
                <a:off x="5378281" y="5449835"/>
                <a:ext cx="675485" cy="896777"/>
              </a:xfrm>
              <a:custGeom>
                <a:avLst/>
                <a:gdLst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139870 w 1040633"/>
                  <a:gd name="connsiteY4" fmla="*/ 1191723 h 1219697"/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139870 w 1040633"/>
                  <a:gd name="connsiteY4" fmla="*/ 1191723 h 1219697"/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139870 w 1040633"/>
                  <a:gd name="connsiteY4" fmla="*/ 1191723 h 1219697"/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139870 w 1040633"/>
                  <a:gd name="connsiteY4" fmla="*/ 1191723 h 1219697"/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139870 w 1040633"/>
                  <a:gd name="connsiteY4" fmla="*/ 1191723 h 1219697"/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418712 w 1040633"/>
                  <a:gd name="connsiteY4" fmla="*/ 1189324 h 1219697"/>
                  <a:gd name="connsiteX5" fmla="*/ 139870 w 1040633"/>
                  <a:gd name="connsiteY5" fmla="*/ 1191723 h 1219697"/>
                  <a:gd name="connsiteX0" fmla="*/ 139870 w 1040633"/>
                  <a:gd name="connsiteY0" fmla="*/ 1191723 h 1355926"/>
                  <a:gd name="connsiteX1" fmla="*/ 0 w 1040633"/>
                  <a:gd name="connsiteY1" fmla="*/ 0 h 1355926"/>
                  <a:gd name="connsiteX2" fmla="*/ 1040633 w 1040633"/>
                  <a:gd name="connsiteY2" fmla="*/ 16785 h 1355926"/>
                  <a:gd name="connsiteX3" fmla="*/ 833625 w 1040633"/>
                  <a:gd name="connsiteY3" fmla="*/ 1219697 h 1355926"/>
                  <a:gd name="connsiteX4" fmla="*/ 139870 w 1040633"/>
                  <a:gd name="connsiteY4" fmla="*/ 1191723 h 1355926"/>
                  <a:gd name="connsiteX0" fmla="*/ 139870 w 1040633"/>
                  <a:gd name="connsiteY0" fmla="*/ 1191723 h 1289901"/>
                  <a:gd name="connsiteX1" fmla="*/ 0 w 1040633"/>
                  <a:gd name="connsiteY1" fmla="*/ 0 h 1289901"/>
                  <a:gd name="connsiteX2" fmla="*/ 1040633 w 1040633"/>
                  <a:gd name="connsiteY2" fmla="*/ 16785 h 1289901"/>
                  <a:gd name="connsiteX3" fmla="*/ 833625 w 1040633"/>
                  <a:gd name="connsiteY3" fmla="*/ 1219697 h 1289901"/>
                  <a:gd name="connsiteX4" fmla="*/ 139870 w 1040633"/>
                  <a:gd name="connsiteY4" fmla="*/ 1191723 h 1289901"/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139870 w 1040633"/>
                  <a:gd name="connsiteY4" fmla="*/ 1191723 h 1219697"/>
                  <a:gd name="connsiteX0" fmla="*/ 139870 w 1040633"/>
                  <a:gd name="connsiteY0" fmla="*/ 1191723 h 1191723"/>
                  <a:gd name="connsiteX1" fmla="*/ 0 w 1040633"/>
                  <a:gd name="connsiteY1" fmla="*/ 0 h 1191723"/>
                  <a:gd name="connsiteX2" fmla="*/ 1040633 w 1040633"/>
                  <a:gd name="connsiteY2" fmla="*/ 16785 h 1191723"/>
                  <a:gd name="connsiteX3" fmla="*/ 671988 w 1040633"/>
                  <a:gd name="connsiteY3" fmla="*/ 1158121 h 1191723"/>
                  <a:gd name="connsiteX4" fmla="*/ 139870 w 1040633"/>
                  <a:gd name="connsiteY4" fmla="*/ 1191723 h 1191723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778664"/>
                  <a:gd name="connsiteY0" fmla="*/ 1160935 h 1160935"/>
                  <a:gd name="connsiteX1" fmla="*/ 0 w 778664"/>
                  <a:gd name="connsiteY1" fmla="*/ 0 h 1160935"/>
                  <a:gd name="connsiteX2" fmla="*/ 778664 w 778664"/>
                  <a:gd name="connsiteY2" fmla="*/ 130682 h 1160935"/>
                  <a:gd name="connsiteX3" fmla="*/ 671988 w 778664"/>
                  <a:gd name="connsiteY3" fmla="*/ 1158121 h 1160935"/>
                  <a:gd name="connsiteX4" fmla="*/ 363082 w 778664"/>
                  <a:gd name="connsiteY4" fmla="*/ 1160935 h 1160935"/>
                  <a:gd name="connsiteX0" fmla="*/ 363082 w 778664"/>
                  <a:gd name="connsiteY0" fmla="*/ 1160935 h 1160935"/>
                  <a:gd name="connsiteX1" fmla="*/ 0 w 778664"/>
                  <a:gd name="connsiteY1" fmla="*/ 0 h 1160935"/>
                  <a:gd name="connsiteX2" fmla="*/ 778664 w 778664"/>
                  <a:gd name="connsiteY2" fmla="*/ 130682 h 1160935"/>
                  <a:gd name="connsiteX3" fmla="*/ 694768 w 778664"/>
                  <a:gd name="connsiteY3" fmla="*/ 1112562 h 1160935"/>
                  <a:gd name="connsiteX4" fmla="*/ 363082 w 778664"/>
                  <a:gd name="connsiteY4" fmla="*/ 1160935 h 1160935"/>
                  <a:gd name="connsiteX0" fmla="*/ 363082 w 778664"/>
                  <a:gd name="connsiteY0" fmla="*/ 1160935 h 1160935"/>
                  <a:gd name="connsiteX1" fmla="*/ 0 w 778664"/>
                  <a:gd name="connsiteY1" fmla="*/ 0 h 1160935"/>
                  <a:gd name="connsiteX2" fmla="*/ 778664 w 778664"/>
                  <a:gd name="connsiteY2" fmla="*/ 130682 h 1160935"/>
                  <a:gd name="connsiteX3" fmla="*/ 694768 w 778664"/>
                  <a:gd name="connsiteY3" fmla="*/ 1112562 h 1160935"/>
                  <a:gd name="connsiteX4" fmla="*/ 363082 w 778664"/>
                  <a:gd name="connsiteY4" fmla="*/ 1160935 h 1160935"/>
                  <a:gd name="connsiteX0" fmla="*/ 397252 w 778664"/>
                  <a:gd name="connsiteY0" fmla="*/ 1103987 h 1112562"/>
                  <a:gd name="connsiteX1" fmla="*/ 0 w 778664"/>
                  <a:gd name="connsiteY1" fmla="*/ 0 h 1112562"/>
                  <a:gd name="connsiteX2" fmla="*/ 778664 w 778664"/>
                  <a:gd name="connsiteY2" fmla="*/ 130682 h 1112562"/>
                  <a:gd name="connsiteX3" fmla="*/ 694768 w 778664"/>
                  <a:gd name="connsiteY3" fmla="*/ 1112562 h 1112562"/>
                  <a:gd name="connsiteX4" fmla="*/ 397252 w 778664"/>
                  <a:gd name="connsiteY4" fmla="*/ 1103987 h 1112562"/>
                  <a:gd name="connsiteX0" fmla="*/ 397252 w 778664"/>
                  <a:gd name="connsiteY0" fmla="*/ 1103987 h 1112562"/>
                  <a:gd name="connsiteX1" fmla="*/ 0 w 778664"/>
                  <a:gd name="connsiteY1" fmla="*/ 0 h 1112562"/>
                  <a:gd name="connsiteX2" fmla="*/ 778664 w 778664"/>
                  <a:gd name="connsiteY2" fmla="*/ 130682 h 1112562"/>
                  <a:gd name="connsiteX3" fmla="*/ 694768 w 778664"/>
                  <a:gd name="connsiteY3" fmla="*/ 1112562 h 1112562"/>
                  <a:gd name="connsiteX4" fmla="*/ 397252 w 778664"/>
                  <a:gd name="connsiteY4" fmla="*/ 1103987 h 1112562"/>
                  <a:gd name="connsiteX0" fmla="*/ 397252 w 778664"/>
                  <a:gd name="connsiteY0" fmla="*/ 1103987 h 1112562"/>
                  <a:gd name="connsiteX1" fmla="*/ 0 w 778664"/>
                  <a:gd name="connsiteY1" fmla="*/ 0 h 1112562"/>
                  <a:gd name="connsiteX2" fmla="*/ 778664 w 778664"/>
                  <a:gd name="connsiteY2" fmla="*/ 130682 h 1112562"/>
                  <a:gd name="connsiteX3" fmla="*/ 694768 w 778664"/>
                  <a:gd name="connsiteY3" fmla="*/ 1112562 h 1112562"/>
                  <a:gd name="connsiteX4" fmla="*/ 397252 w 778664"/>
                  <a:gd name="connsiteY4" fmla="*/ 1103987 h 1112562"/>
                  <a:gd name="connsiteX0" fmla="*/ 123893 w 505305"/>
                  <a:gd name="connsiteY0" fmla="*/ 973305 h 981880"/>
                  <a:gd name="connsiteX1" fmla="*/ 0 w 505305"/>
                  <a:gd name="connsiteY1" fmla="*/ 28773 h 981880"/>
                  <a:gd name="connsiteX2" fmla="*/ 505305 w 505305"/>
                  <a:gd name="connsiteY2" fmla="*/ 0 h 981880"/>
                  <a:gd name="connsiteX3" fmla="*/ 421409 w 505305"/>
                  <a:gd name="connsiteY3" fmla="*/ 981880 h 981880"/>
                  <a:gd name="connsiteX4" fmla="*/ 123893 w 505305"/>
                  <a:gd name="connsiteY4" fmla="*/ 973305 h 981880"/>
                  <a:gd name="connsiteX0" fmla="*/ 123893 w 505305"/>
                  <a:gd name="connsiteY0" fmla="*/ 973305 h 981880"/>
                  <a:gd name="connsiteX1" fmla="*/ 0 w 505305"/>
                  <a:gd name="connsiteY1" fmla="*/ 28773 h 981880"/>
                  <a:gd name="connsiteX2" fmla="*/ 505305 w 505305"/>
                  <a:gd name="connsiteY2" fmla="*/ 0 h 981880"/>
                  <a:gd name="connsiteX3" fmla="*/ 421409 w 505305"/>
                  <a:gd name="connsiteY3" fmla="*/ 981880 h 981880"/>
                  <a:gd name="connsiteX4" fmla="*/ 123893 w 505305"/>
                  <a:gd name="connsiteY4" fmla="*/ 973305 h 981880"/>
                  <a:gd name="connsiteX0" fmla="*/ 123893 w 505305"/>
                  <a:gd name="connsiteY0" fmla="*/ 973305 h 981880"/>
                  <a:gd name="connsiteX1" fmla="*/ 0 w 505305"/>
                  <a:gd name="connsiteY1" fmla="*/ 28773 h 981880"/>
                  <a:gd name="connsiteX2" fmla="*/ 505305 w 505305"/>
                  <a:gd name="connsiteY2" fmla="*/ 0 h 981880"/>
                  <a:gd name="connsiteX3" fmla="*/ 421409 w 505305"/>
                  <a:gd name="connsiteY3" fmla="*/ 981880 h 981880"/>
                  <a:gd name="connsiteX4" fmla="*/ 123893 w 505305"/>
                  <a:gd name="connsiteY4" fmla="*/ 973305 h 981880"/>
                  <a:gd name="connsiteX0" fmla="*/ 123893 w 505305"/>
                  <a:gd name="connsiteY0" fmla="*/ 973305 h 981880"/>
                  <a:gd name="connsiteX1" fmla="*/ 0 w 505305"/>
                  <a:gd name="connsiteY1" fmla="*/ 28773 h 981880"/>
                  <a:gd name="connsiteX2" fmla="*/ 505305 w 505305"/>
                  <a:gd name="connsiteY2" fmla="*/ 0 h 981880"/>
                  <a:gd name="connsiteX3" fmla="*/ 421409 w 505305"/>
                  <a:gd name="connsiteY3" fmla="*/ 981880 h 981880"/>
                  <a:gd name="connsiteX4" fmla="*/ 123893 w 505305"/>
                  <a:gd name="connsiteY4" fmla="*/ 973305 h 981880"/>
                  <a:gd name="connsiteX0" fmla="*/ 118198 w 499610"/>
                  <a:gd name="connsiteY0" fmla="*/ 973305 h 981880"/>
                  <a:gd name="connsiteX1" fmla="*/ 0 w 499610"/>
                  <a:gd name="connsiteY1" fmla="*/ 11688 h 981880"/>
                  <a:gd name="connsiteX2" fmla="*/ 499610 w 499610"/>
                  <a:gd name="connsiteY2" fmla="*/ 0 h 981880"/>
                  <a:gd name="connsiteX3" fmla="*/ 415714 w 499610"/>
                  <a:gd name="connsiteY3" fmla="*/ 981880 h 981880"/>
                  <a:gd name="connsiteX4" fmla="*/ 118198 w 499610"/>
                  <a:gd name="connsiteY4" fmla="*/ 973305 h 981880"/>
                  <a:gd name="connsiteX0" fmla="*/ 118198 w 499610"/>
                  <a:gd name="connsiteY0" fmla="*/ 973305 h 981880"/>
                  <a:gd name="connsiteX1" fmla="*/ 0 w 499610"/>
                  <a:gd name="connsiteY1" fmla="*/ 11688 h 981880"/>
                  <a:gd name="connsiteX2" fmla="*/ 499610 w 499610"/>
                  <a:gd name="connsiteY2" fmla="*/ 0 h 981880"/>
                  <a:gd name="connsiteX3" fmla="*/ 415714 w 499610"/>
                  <a:gd name="connsiteY3" fmla="*/ 981880 h 981880"/>
                  <a:gd name="connsiteX4" fmla="*/ 118198 w 499610"/>
                  <a:gd name="connsiteY4" fmla="*/ 973305 h 981880"/>
                  <a:gd name="connsiteX0" fmla="*/ 118198 w 499610"/>
                  <a:gd name="connsiteY0" fmla="*/ 973305 h 981880"/>
                  <a:gd name="connsiteX1" fmla="*/ 0 w 499610"/>
                  <a:gd name="connsiteY1" fmla="*/ 11688 h 981880"/>
                  <a:gd name="connsiteX2" fmla="*/ 499610 w 499610"/>
                  <a:gd name="connsiteY2" fmla="*/ 0 h 981880"/>
                  <a:gd name="connsiteX3" fmla="*/ 415714 w 499610"/>
                  <a:gd name="connsiteY3" fmla="*/ 981880 h 981880"/>
                  <a:gd name="connsiteX4" fmla="*/ 118198 w 499610"/>
                  <a:gd name="connsiteY4" fmla="*/ 973305 h 981880"/>
                  <a:gd name="connsiteX0" fmla="*/ 118198 w 499610"/>
                  <a:gd name="connsiteY0" fmla="*/ 973305 h 981880"/>
                  <a:gd name="connsiteX1" fmla="*/ 0 w 499610"/>
                  <a:gd name="connsiteY1" fmla="*/ 11688 h 981880"/>
                  <a:gd name="connsiteX2" fmla="*/ 499610 w 499610"/>
                  <a:gd name="connsiteY2" fmla="*/ 0 h 981880"/>
                  <a:gd name="connsiteX3" fmla="*/ 415714 w 499610"/>
                  <a:gd name="connsiteY3" fmla="*/ 981880 h 981880"/>
                  <a:gd name="connsiteX4" fmla="*/ 118198 w 499610"/>
                  <a:gd name="connsiteY4" fmla="*/ 973305 h 981880"/>
                  <a:gd name="connsiteX0" fmla="*/ 118198 w 499610"/>
                  <a:gd name="connsiteY0" fmla="*/ 973305 h 981880"/>
                  <a:gd name="connsiteX1" fmla="*/ 0 w 499610"/>
                  <a:gd name="connsiteY1" fmla="*/ 11688 h 981880"/>
                  <a:gd name="connsiteX2" fmla="*/ 499610 w 499610"/>
                  <a:gd name="connsiteY2" fmla="*/ 0 h 981880"/>
                  <a:gd name="connsiteX3" fmla="*/ 415714 w 499610"/>
                  <a:gd name="connsiteY3" fmla="*/ 981880 h 981880"/>
                  <a:gd name="connsiteX4" fmla="*/ 118198 w 499610"/>
                  <a:gd name="connsiteY4" fmla="*/ 973305 h 981880"/>
                  <a:gd name="connsiteX0" fmla="*/ 118198 w 499610"/>
                  <a:gd name="connsiteY0" fmla="*/ 973305 h 976186"/>
                  <a:gd name="connsiteX1" fmla="*/ 0 w 499610"/>
                  <a:gd name="connsiteY1" fmla="*/ 11688 h 976186"/>
                  <a:gd name="connsiteX2" fmla="*/ 499610 w 499610"/>
                  <a:gd name="connsiteY2" fmla="*/ 0 h 976186"/>
                  <a:gd name="connsiteX3" fmla="*/ 273339 w 499610"/>
                  <a:gd name="connsiteY3" fmla="*/ 976186 h 976186"/>
                  <a:gd name="connsiteX4" fmla="*/ 118198 w 499610"/>
                  <a:gd name="connsiteY4" fmla="*/ 973305 h 976186"/>
                  <a:gd name="connsiteX0" fmla="*/ 118198 w 499610"/>
                  <a:gd name="connsiteY0" fmla="*/ 973305 h 976186"/>
                  <a:gd name="connsiteX1" fmla="*/ 0 w 499610"/>
                  <a:gd name="connsiteY1" fmla="*/ 11688 h 976186"/>
                  <a:gd name="connsiteX2" fmla="*/ 499610 w 499610"/>
                  <a:gd name="connsiteY2" fmla="*/ 0 h 976186"/>
                  <a:gd name="connsiteX3" fmla="*/ 273339 w 499610"/>
                  <a:gd name="connsiteY3" fmla="*/ 976186 h 976186"/>
                  <a:gd name="connsiteX4" fmla="*/ 118198 w 499610"/>
                  <a:gd name="connsiteY4" fmla="*/ 973305 h 976186"/>
                  <a:gd name="connsiteX0" fmla="*/ 197928 w 499610"/>
                  <a:gd name="connsiteY0" fmla="*/ 973305 h 976186"/>
                  <a:gd name="connsiteX1" fmla="*/ 0 w 499610"/>
                  <a:gd name="connsiteY1" fmla="*/ 11688 h 976186"/>
                  <a:gd name="connsiteX2" fmla="*/ 499610 w 499610"/>
                  <a:gd name="connsiteY2" fmla="*/ 0 h 976186"/>
                  <a:gd name="connsiteX3" fmla="*/ 273339 w 499610"/>
                  <a:gd name="connsiteY3" fmla="*/ 976186 h 976186"/>
                  <a:gd name="connsiteX4" fmla="*/ 197928 w 499610"/>
                  <a:gd name="connsiteY4" fmla="*/ 973305 h 976186"/>
                  <a:gd name="connsiteX0" fmla="*/ 197928 w 499610"/>
                  <a:gd name="connsiteY0" fmla="*/ 973305 h 976186"/>
                  <a:gd name="connsiteX1" fmla="*/ 0 w 499610"/>
                  <a:gd name="connsiteY1" fmla="*/ 11688 h 976186"/>
                  <a:gd name="connsiteX2" fmla="*/ 499610 w 499610"/>
                  <a:gd name="connsiteY2" fmla="*/ 0 h 976186"/>
                  <a:gd name="connsiteX3" fmla="*/ 273339 w 499610"/>
                  <a:gd name="connsiteY3" fmla="*/ 976186 h 976186"/>
                  <a:gd name="connsiteX4" fmla="*/ 197928 w 499610"/>
                  <a:gd name="connsiteY4" fmla="*/ 973305 h 976186"/>
                  <a:gd name="connsiteX0" fmla="*/ 197928 w 499610"/>
                  <a:gd name="connsiteY0" fmla="*/ 973305 h 976186"/>
                  <a:gd name="connsiteX1" fmla="*/ 0 w 499610"/>
                  <a:gd name="connsiteY1" fmla="*/ 11688 h 976186"/>
                  <a:gd name="connsiteX2" fmla="*/ 499610 w 499610"/>
                  <a:gd name="connsiteY2" fmla="*/ 0 h 976186"/>
                  <a:gd name="connsiteX3" fmla="*/ 273339 w 499610"/>
                  <a:gd name="connsiteY3" fmla="*/ 976186 h 976186"/>
                  <a:gd name="connsiteX4" fmla="*/ 197928 w 499610"/>
                  <a:gd name="connsiteY4" fmla="*/ 973305 h 976186"/>
                  <a:gd name="connsiteX0" fmla="*/ 197928 w 499610"/>
                  <a:gd name="connsiteY0" fmla="*/ 973305 h 976186"/>
                  <a:gd name="connsiteX1" fmla="*/ 0 w 499610"/>
                  <a:gd name="connsiteY1" fmla="*/ 11688 h 976186"/>
                  <a:gd name="connsiteX2" fmla="*/ 499610 w 499610"/>
                  <a:gd name="connsiteY2" fmla="*/ 0 h 976186"/>
                  <a:gd name="connsiteX3" fmla="*/ 273339 w 499610"/>
                  <a:gd name="connsiteY3" fmla="*/ 976186 h 976186"/>
                  <a:gd name="connsiteX4" fmla="*/ 197928 w 499610"/>
                  <a:gd name="connsiteY4" fmla="*/ 973305 h 976186"/>
                  <a:gd name="connsiteX0" fmla="*/ 27977 w 802211"/>
                  <a:gd name="connsiteY0" fmla="*/ 815791 h 976186"/>
                  <a:gd name="connsiteX1" fmla="*/ 302601 w 802211"/>
                  <a:gd name="connsiteY1" fmla="*/ 11688 h 976186"/>
                  <a:gd name="connsiteX2" fmla="*/ 802211 w 802211"/>
                  <a:gd name="connsiteY2" fmla="*/ 0 h 976186"/>
                  <a:gd name="connsiteX3" fmla="*/ 575940 w 802211"/>
                  <a:gd name="connsiteY3" fmla="*/ 976186 h 976186"/>
                  <a:gd name="connsiteX4" fmla="*/ 27977 w 802211"/>
                  <a:gd name="connsiteY4" fmla="*/ 815791 h 976186"/>
                  <a:gd name="connsiteX0" fmla="*/ 27977 w 802211"/>
                  <a:gd name="connsiteY0" fmla="*/ 815791 h 815791"/>
                  <a:gd name="connsiteX1" fmla="*/ 302601 w 802211"/>
                  <a:gd name="connsiteY1" fmla="*/ 11688 h 815791"/>
                  <a:gd name="connsiteX2" fmla="*/ 802211 w 802211"/>
                  <a:gd name="connsiteY2" fmla="*/ 0 h 815791"/>
                  <a:gd name="connsiteX3" fmla="*/ 236294 w 802211"/>
                  <a:gd name="connsiteY3" fmla="*/ 808828 h 815791"/>
                  <a:gd name="connsiteX4" fmla="*/ 27977 w 802211"/>
                  <a:gd name="connsiteY4" fmla="*/ 815791 h 815791"/>
                  <a:gd name="connsiteX0" fmla="*/ 27977 w 802211"/>
                  <a:gd name="connsiteY0" fmla="*/ 815791 h 815791"/>
                  <a:gd name="connsiteX1" fmla="*/ 302601 w 802211"/>
                  <a:gd name="connsiteY1" fmla="*/ 11688 h 815791"/>
                  <a:gd name="connsiteX2" fmla="*/ 802211 w 802211"/>
                  <a:gd name="connsiteY2" fmla="*/ 0 h 815791"/>
                  <a:gd name="connsiteX3" fmla="*/ 236294 w 802211"/>
                  <a:gd name="connsiteY3" fmla="*/ 808828 h 815791"/>
                  <a:gd name="connsiteX4" fmla="*/ 27977 w 802211"/>
                  <a:gd name="connsiteY4" fmla="*/ 815791 h 815791"/>
                  <a:gd name="connsiteX0" fmla="*/ 27977 w 802211"/>
                  <a:gd name="connsiteY0" fmla="*/ 815791 h 815791"/>
                  <a:gd name="connsiteX1" fmla="*/ 302601 w 802211"/>
                  <a:gd name="connsiteY1" fmla="*/ 11688 h 815791"/>
                  <a:gd name="connsiteX2" fmla="*/ 802211 w 802211"/>
                  <a:gd name="connsiteY2" fmla="*/ 0 h 815791"/>
                  <a:gd name="connsiteX3" fmla="*/ 236294 w 802211"/>
                  <a:gd name="connsiteY3" fmla="*/ 808828 h 815791"/>
                  <a:gd name="connsiteX4" fmla="*/ 27977 w 802211"/>
                  <a:gd name="connsiteY4" fmla="*/ 815791 h 815791"/>
                  <a:gd name="connsiteX0" fmla="*/ 27977 w 802211"/>
                  <a:gd name="connsiteY0" fmla="*/ 828714 h 828714"/>
                  <a:gd name="connsiteX1" fmla="*/ 302601 w 802211"/>
                  <a:gd name="connsiteY1" fmla="*/ 0 h 828714"/>
                  <a:gd name="connsiteX2" fmla="*/ 802211 w 802211"/>
                  <a:gd name="connsiteY2" fmla="*/ 12923 h 828714"/>
                  <a:gd name="connsiteX3" fmla="*/ 236294 w 802211"/>
                  <a:gd name="connsiteY3" fmla="*/ 821751 h 828714"/>
                  <a:gd name="connsiteX4" fmla="*/ 27977 w 802211"/>
                  <a:gd name="connsiteY4" fmla="*/ 828714 h 828714"/>
                  <a:gd name="connsiteX0" fmla="*/ 56213 w 830447"/>
                  <a:gd name="connsiteY0" fmla="*/ 828714 h 828714"/>
                  <a:gd name="connsiteX1" fmla="*/ 330837 w 830447"/>
                  <a:gd name="connsiteY1" fmla="*/ 0 h 828714"/>
                  <a:gd name="connsiteX2" fmla="*/ 830447 w 830447"/>
                  <a:gd name="connsiteY2" fmla="*/ 12923 h 828714"/>
                  <a:gd name="connsiteX3" fmla="*/ 264530 w 830447"/>
                  <a:gd name="connsiteY3" fmla="*/ 821751 h 828714"/>
                  <a:gd name="connsiteX4" fmla="*/ 56213 w 830447"/>
                  <a:gd name="connsiteY4" fmla="*/ 828714 h 828714"/>
                  <a:gd name="connsiteX0" fmla="*/ 64130 w 789139"/>
                  <a:gd name="connsiteY0" fmla="*/ 794258 h 821751"/>
                  <a:gd name="connsiteX1" fmla="*/ 289529 w 789139"/>
                  <a:gd name="connsiteY1" fmla="*/ 0 h 821751"/>
                  <a:gd name="connsiteX2" fmla="*/ 789139 w 789139"/>
                  <a:gd name="connsiteY2" fmla="*/ 12923 h 821751"/>
                  <a:gd name="connsiteX3" fmla="*/ 223222 w 789139"/>
                  <a:gd name="connsiteY3" fmla="*/ 821751 h 821751"/>
                  <a:gd name="connsiteX4" fmla="*/ 64130 w 789139"/>
                  <a:gd name="connsiteY4" fmla="*/ 794258 h 821751"/>
                  <a:gd name="connsiteX0" fmla="*/ 0 w 725009"/>
                  <a:gd name="connsiteY0" fmla="*/ 794258 h 821751"/>
                  <a:gd name="connsiteX1" fmla="*/ 225399 w 725009"/>
                  <a:gd name="connsiteY1" fmla="*/ 0 h 821751"/>
                  <a:gd name="connsiteX2" fmla="*/ 725009 w 725009"/>
                  <a:gd name="connsiteY2" fmla="*/ 12923 h 821751"/>
                  <a:gd name="connsiteX3" fmla="*/ 159092 w 725009"/>
                  <a:gd name="connsiteY3" fmla="*/ 821751 h 821751"/>
                  <a:gd name="connsiteX4" fmla="*/ 0 w 725009"/>
                  <a:gd name="connsiteY4" fmla="*/ 794258 h 821751"/>
                  <a:gd name="connsiteX0" fmla="*/ 0 w 725009"/>
                  <a:gd name="connsiteY0" fmla="*/ 1203768 h 1231261"/>
                  <a:gd name="connsiteX1" fmla="*/ 225399 w 725009"/>
                  <a:gd name="connsiteY1" fmla="*/ 0 h 1231261"/>
                  <a:gd name="connsiteX2" fmla="*/ 725009 w 725009"/>
                  <a:gd name="connsiteY2" fmla="*/ 422433 h 1231261"/>
                  <a:gd name="connsiteX3" fmla="*/ 159092 w 725009"/>
                  <a:gd name="connsiteY3" fmla="*/ 1231261 h 1231261"/>
                  <a:gd name="connsiteX4" fmla="*/ 0 w 725009"/>
                  <a:gd name="connsiteY4" fmla="*/ 1203768 h 1231261"/>
                  <a:gd name="connsiteX0" fmla="*/ 0 w 725009"/>
                  <a:gd name="connsiteY0" fmla="*/ 1217334 h 1244827"/>
                  <a:gd name="connsiteX1" fmla="*/ 225399 w 725009"/>
                  <a:gd name="connsiteY1" fmla="*/ 13566 h 1244827"/>
                  <a:gd name="connsiteX2" fmla="*/ 725009 w 725009"/>
                  <a:gd name="connsiteY2" fmla="*/ 571 h 1244827"/>
                  <a:gd name="connsiteX3" fmla="*/ 159092 w 725009"/>
                  <a:gd name="connsiteY3" fmla="*/ 1244827 h 1244827"/>
                  <a:gd name="connsiteX4" fmla="*/ 0 w 725009"/>
                  <a:gd name="connsiteY4" fmla="*/ 1217334 h 1244827"/>
                  <a:gd name="connsiteX0" fmla="*/ 0 w 725009"/>
                  <a:gd name="connsiteY0" fmla="*/ 1217334 h 1244827"/>
                  <a:gd name="connsiteX1" fmla="*/ 225399 w 725009"/>
                  <a:gd name="connsiteY1" fmla="*/ 13566 h 1244827"/>
                  <a:gd name="connsiteX2" fmla="*/ 725009 w 725009"/>
                  <a:gd name="connsiteY2" fmla="*/ 571 h 1244827"/>
                  <a:gd name="connsiteX3" fmla="*/ 159092 w 725009"/>
                  <a:gd name="connsiteY3" fmla="*/ 1244827 h 1244827"/>
                  <a:gd name="connsiteX4" fmla="*/ 0 w 725009"/>
                  <a:gd name="connsiteY4" fmla="*/ 1217334 h 1244827"/>
                  <a:gd name="connsiteX0" fmla="*/ 0 w 725009"/>
                  <a:gd name="connsiteY0" fmla="*/ 1217334 h 1244827"/>
                  <a:gd name="connsiteX1" fmla="*/ 225399 w 725009"/>
                  <a:gd name="connsiteY1" fmla="*/ 13566 h 1244827"/>
                  <a:gd name="connsiteX2" fmla="*/ 725009 w 725009"/>
                  <a:gd name="connsiteY2" fmla="*/ 571 h 1244827"/>
                  <a:gd name="connsiteX3" fmla="*/ 159092 w 725009"/>
                  <a:gd name="connsiteY3" fmla="*/ 1244827 h 1244827"/>
                  <a:gd name="connsiteX4" fmla="*/ 0 w 725009"/>
                  <a:gd name="connsiteY4" fmla="*/ 1217334 h 1244827"/>
                  <a:gd name="connsiteX0" fmla="*/ 0 w 725009"/>
                  <a:gd name="connsiteY0" fmla="*/ 1217334 h 1244827"/>
                  <a:gd name="connsiteX1" fmla="*/ 225399 w 725009"/>
                  <a:gd name="connsiteY1" fmla="*/ 13566 h 1244827"/>
                  <a:gd name="connsiteX2" fmla="*/ 725009 w 725009"/>
                  <a:gd name="connsiteY2" fmla="*/ 571 h 1244827"/>
                  <a:gd name="connsiteX3" fmla="*/ 159092 w 725009"/>
                  <a:gd name="connsiteY3" fmla="*/ 1244827 h 1244827"/>
                  <a:gd name="connsiteX4" fmla="*/ 0 w 725009"/>
                  <a:gd name="connsiteY4" fmla="*/ 1217334 h 1244827"/>
                  <a:gd name="connsiteX0" fmla="*/ 0 w 725009"/>
                  <a:gd name="connsiteY0" fmla="*/ 1217334 h 1244827"/>
                  <a:gd name="connsiteX1" fmla="*/ 225399 w 725009"/>
                  <a:gd name="connsiteY1" fmla="*/ 13566 h 1244827"/>
                  <a:gd name="connsiteX2" fmla="*/ 725009 w 725009"/>
                  <a:gd name="connsiteY2" fmla="*/ 571 h 1244827"/>
                  <a:gd name="connsiteX3" fmla="*/ 159092 w 725009"/>
                  <a:gd name="connsiteY3" fmla="*/ 1244827 h 1244827"/>
                  <a:gd name="connsiteX4" fmla="*/ 0 w 725009"/>
                  <a:gd name="connsiteY4" fmla="*/ 1217334 h 1244827"/>
                  <a:gd name="connsiteX0" fmla="*/ 0 w 725009"/>
                  <a:gd name="connsiteY0" fmla="*/ 1217334 h 1244827"/>
                  <a:gd name="connsiteX1" fmla="*/ 225399 w 725009"/>
                  <a:gd name="connsiteY1" fmla="*/ 13566 h 1244827"/>
                  <a:gd name="connsiteX2" fmla="*/ 725009 w 725009"/>
                  <a:gd name="connsiteY2" fmla="*/ 571 h 1244827"/>
                  <a:gd name="connsiteX3" fmla="*/ 159092 w 725009"/>
                  <a:gd name="connsiteY3" fmla="*/ 1244827 h 1244827"/>
                  <a:gd name="connsiteX4" fmla="*/ 0 w 725009"/>
                  <a:gd name="connsiteY4" fmla="*/ 1217334 h 1244827"/>
                  <a:gd name="connsiteX0" fmla="*/ 0 w 725009"/>
                  <a:gd name="connsiteY0" fmla="*/ 1203768 h 1231261"/>
                  <a:gd name="connsiteX1" fmla="*/ 225399 w 725009"/>
                  <a:gd name="connsiteY1" fmla="*/ 0 h 1231261"/>
                  <a:gd name="connsiteX2" fmla="*/ 725009 w 725009"/>
                  <a:gd name="connsiteY2" fmla="*/ 129782 h 1231261"/>
                  <a:gd name="connsiteX3" fmla="*/ 159092 w 725009"/>
                  <a:gd name="connsiteY3" fmla="*/ 1231261 h 1231261"/>
                  <a:gd name="connsiteX4" fmla="*/ 0 w 725009"/>
                  <a:gd name="connsiteY4" fmla="*/ 1203768 h 1231261"/>
                  <a:gd name="connsiteX0" fmla="*/ 0 w 725009"/>
                  <a:gd name="connsiteY0" fmla="*/ 1203768 h 1231261"/>
                  <a:gd name="connsiteX1" fmla="*/ 225399 w 725009"/>
                  <a:gd name="connsiteY1" fmla="*/ 0 h 1231261"/>
                  <a:gd name="connsiteX2" fmla="*/ 725009 w 725009"/>
                  <a:gd name="connsiteY2" fmla="*/ 129782 h 1231261"/>
                  <a:gd name="connsiteX3" fmla="*/ 159092 w 725009"/>
                  <a:gd name="connsiteY3" fmla="*/ 1231261 h 1231261"/>
                  <a:gd name="connsiteX4" fmla="*/ 0 w 725009"/>
                  <a:gd name="connsiteY4" fmla="*/ 1203768 h 1231261"/>
                  <a:gd name="connsiteX0" fmla="*/ 0 w 725009"/>
                  <a:gd name="connsiteY0" fmla="*/ 1203768 h 1231261"/>
                  <a:gd name="connsiteX1" fmla="*/ 225399 w 725009"/>
                  <a:gd name="connsiteY1" fmla="*/ 0 h 1231261"/>
                  <a:gd name="connsiteX2" fmla="*/ 725009 w 725009"/>
                  <a:gd name="connsiteY2" fmla="*/ 129782 h 1231261"/>
                  <a:gd name="connsiteX3" fmla="*/ 159092 w 725009"/>
                  <a:gd name="connsiteY3" fmla="*/ 1231261 h 1231261"/>
                  <a:gd name="connsiteX4" fmla="*/ 0 w 725009"/>
                  <a:gd name="connsiteY4" fmla="*/ 1203768 h 1231261"/>
                  <a:gd name="connsiteX0" fmla="*/ 0 w 725497"/>
                  <a:gd name="connsiteY0" fmla="*/ 1279028 h 1306521"/>
                  <a:gd name="connsiteX1" fmla="*/ 225399 w 725497"/>
                  <a:gd name="connsiteY1" fmla="*/ 75260 h 1306521"/>
                  <a:gd name="connsiteX2" fmla="*/ 396193 w 725497"/>
                  <a:gd name="connsiteY2" fmla="*/ 156799 h 1306521"/>
                  <a:gd name="connsiteX3" fmla="*/ 725009 w 725497"/>
                  <a:gd name="connsiteY3" fmla="*/ 205042 h 1306521"/>
                  <a:gd name="connsiteX4" fmla="*/ 159092 w 725497"/>
                  <a:gd name="connsiteY4" fmla="*/ 1306521 h 1306521"/>
                  <a:gd name="connsiteX5" fmla="*/ 0 w 725497"/>
                  <a:gd name="connsiteY5" fmla="*/ 1279028 h 1306521"/>
                  <a:gd name="connsiteX0" fmla="*/ 0 w 725239"/>
                  <a:gd name="connsiteY0" fmla="*/ 1295668 h 1323161"/>
                  <a:gd name="connsiteX1" fmla="*/ 225399 w 725239"/>
                  <a:gd name="connsiteY1" fmla="*/ 91900 h 1323161"/>
                  <a:gd name="connsiteX2" fmla="*/ 725009 w 725239"/>
                  <a:gd name="connsiteY2" fmla="*/ 221682 h 1323161"/>
                  <a:gd name="connsiteX3" fmla="*/ 159092 w 725239"/>
                  <a:gd name="connsiteY3" fmla="*/ 1323161 h 1323161"/>
                  <a:gd name="connsiteX4" fmla="*/ 0 w 725239"/>
                  <a:gd name="connsiteY4" fmla="*/ 1295668 h 1323161"/>
                  <a:gd name="connsiteX0" fmla="*/ 0 w 725221"/>
                  <a:gd name="connsiteY0" fmla="*/ 1210552 h 1238045"/>
                  <a:gd name="connsiteX1" fmla="*/ 191583 w 725221"/>
                  <a:gd name="connsiteY1" fmla="*/ 153319 h 1238045"/>
                  <a:gd name="connsiteX2" fmla="*/ 725009 w 725221"/>
                  <a:gd name="connsiteY2" fmla="*/ 136566 h 1238045"/>
                  <a:gd name="connsiteX3" fmla="*/ 159092 w 725221"/>
                  <a:gd name="connsiteY3" fmla="*/ 1238045 h 1238045"/>
                  <a:gd name="connsiteX4" fmla="*/ 0 w 725221"/>
                  <a:gd name="connsiteY4" fmla="*/ 1210552 h 1238045"/>
                  <a:gd name="connsiteX0" fmla="*/ 0 w 725305"/>
                  <a:gd name="connsiteY0" fmla="*/ 1158512 h 1186005"/>
                  <a:gd name="connsiteX1" fmla="*/ 191583 w 725305"/>
                  <a:gd name="connsiteY1" fmla="*/ 101279 h 1186005"/>
                  <a:gd name="connsiteX2" fmla="*/ 725009 w 725305"/>
                  <a:gd name="connsiteY2" fmla="*/ 84526 h 1186005"/>
                  <a:gd name="connsiteX3" fmla="*/ 159092 w 725305"/>
                  <a:gd name="connsiteY3" fmla="*/ 1186005 h 1186005"/>
                  <a:gd name="connsiteX4" fmla="*/ 0 w 725305"/>
                  <a:gd name="connsiteY4" fmla="*/ 1158512 h 1186005"/>
                  <a:gd name="connsiteX0" fmla="*/ 0 w 725009"/>
                  <a:gd name="connsiteY0" fmla="*/ 1073986 h 1101479"/>
                  <a:gd name="connsiteX1" fmla="*/ 191583 w 725009"/>
                  <a:gd name="connsiteY1" fmla="*/ 16753 h 1101479"/>
                  <a:gd name="connsiteX2" fmla="*/ 725009 w 725009"/>
                  <a:gd name="connsiteY2" fmla="*/ 0 h 1101479"/>
                  <a:gd name="connsiteX3" fmla="*/ 159092 w 725009"/>
                  <a:gd name="connsiteY3" fmla="*/ 1101479 h 1101479"/>
                  <a:gd name="connsiteX4" fmla="*/ 0 w 725009"/>
                  <a:gd name="connsiteY4" fmla="*/ 1073986 h 1101479"/>
                  <a:gd name="connsiteX0" fmla="*/ 0 w 725009"/>
                  <a:gd name="connsiteY0" fmla="*/ 1073986 h 1101479"/>
                  <a:gd name="connsiteX1" fmla="*/ 206612 w 725009"/>
                  <a:gd name="connsiteY1" fmla="*/ 1724 h 1101479"/>
                  <a:gd name="connsiteX2" fmla="*/ 725009 w 725009"/>
                  <a:gd name="connsiteY2" fmla="*/ 0 h 1101479"/>
                  <a:gd name="connsiteX3" fmla="*/ 159092 w 725009"/>
                  <a:gd name="connsiteY3" fmla="*/ 1101479 h 1101479"/>
                  <a:gd name="connsiteX4" fmla="*/ 0 w 725009"/>
                  <a:gd name="connsiteY4" fmla="*/ 1073986 h 1101479"/>
                  <a:gd name="connsiteX0" fmla="*/ 0 w 725009"/>
                  <a:gd name="connsiteY0" fmla="*/ 1073986 h 1101479"/>
                  <a:gd name="connsiteX1" fmla="*/ 206612 w 725009"/>
                  <a:gd name="connsiteY1" fmla="*/ 1724 h 1101479"/>
                  <a:gd name="connsiteX2" fmla="*/ 725009 w 725009"/>
                  <a:gd name="connsiteY2" fmla="*/ 0 h 1101479"/>
                  <a:gd name="connsiteX3" fmla="*/ 159092 w 725009"/>
                  <a:gd name="connsiteY3" fmla="*/ 1101479 h 1101479"/>
                  <a:gd name="connsiteX4" fmla="*/ 0 w 725009"/>
                  <a:gd name="connsiteY4" fmla="*/ 1073986 h 1101479"/>
                  <a:gd name="connsiteX0" fmla="*/ 0 w 725009"/>
                  <a:gd name="connsiteY0" fmla="*/ 1073986 h 1101479"/>
                  <a:gd name="connsiteX1" fmla="*/ 206612 w 725009"/>
                  <a:gd name="connsiteY1" fmla="*/ 1724 h 1101479"/>
                  <a:gd name="connsiteX2" fmla="*/ 725009 w 725009"/>
                  <a:gd name="connsiteY2" fmla="*/ 0 h 1101479"/>
                  <a:gd name="connsiteX3" fmla="*/ 159092 w 725009"/>
                  <a:gd name="connsiteY3" fmla="*/ 1101479 h 1101479"/>
                  <a:gd name="connsiteX4" fmla="*/ 0 w 725009"/>
                  <a:gd name="connsiteY4" fmla="*/ 1073986 h 1101479"/>
                  <a:gd name="connsiteX0" fmla="*/ 0 w 725009"/>
                  <a:gd name="connsiteY0" fmla="*/ 1073986 h 1074607"/>
                  <a:gd name="connsiteX1" fmla="*/ 206612 w 725009"/>
                  <a:gd name="connsiteY1" fmla="*/ 1724 h 1074607"/>
                  <a:gd name="connsiteX2" fmla="*/ 725009 w 725009"/>
                  <a:gd name="connsiteY2" fmla="*/ 0 h 1074607"/>
                  <a:gd name="connsiteX3" fmla="*/ 229048 w 725009"/>
                  <a:gd name="connsiteY3" fmla="*/ 886531 h 1074607"/>
                  <a:gd name="connsiteX4" fmla="*/ 0 w 725009"/>
                  <a:gd name="connsiteY4" fmla="*/ 1073986 h 1074607"/>
                  <a:gd name="connsiteX0" fmla="*/ 0 w 725009"/>
                  <a:gd name="connsiteY0" fmla="*/ 1073986 h 1074607"/>
                  <a:gd name="connsiteX1" fmla="*/ 206612 w 725009"/>
                  <a:gd name="connsiteY1" fmla="*/ 1724 h 1074607"/>
                  <a:gd name="connsiteX2" fmla="*/ 725009 w 725009"/>
                  <a:gd name="connsiteY2" fmla="*/ 0 h 1074607"/>
                  <a:gd name="connsiteX3" fmla="*/ 229048 w 725009"/>
                  <a:gd name="connsiteY3" fmla="*/ 886531 h 1074607"/>
                  <a:gd name="connsiteX4" fmla="*/ 0 w 725009"/>
                  <a:gd name="connsiteY4" fmla="*/ 1073986 h 1074607"/>
                  <a:gd name="connsiteX0" fmla="*/ 0 w 675040"/>
                  <a:gd name="connsiteY0" fmla="*/ 894029 h 896577"/>
                  <a:gd name="connsiteX1" fmla="*/ 156643 w 675040"/>
                  <a:gd name="connsiteY1" fmla="*/ 1724 h 896577"/>
                  <a:gd name="connsiteX2" fmla="*/ 675040 w 675040"/>
                  <a:gd name="connsiteY2" fmla="*/ 0 h 896577"/>
                  <a:gd name="connsiteX3" fmla="*/ 179079 w 675040"/>
                  <a:gd name="connsiteY3" fmla="*/ 886531 h 896577"/>
                  <a:gd name="connsiteX4" fmla="*/ 0 w 675040"/>
                  <a:gd name="connsiteY4" fmla="*/ 894029 h 896577"/>
                  <a:gd name="connsiteX0" fmla="*/ 0 w 675040"/>
                  <a:gd name="connsiteY0" fmla="*/ 894029 h 896577"/>
                  <a:gd name="connsiteX1" fmla="*/ 186623 w 675040"/>
                  <a:gd name="connsiteY1" fmla="*/ 1724 h 896577"/>
                  <a:gd name="connsiteX2" fmla="*/ 675040 w 675040"/>
                  <a:gd name="connsiteY2" fmla="*/ 0 h 896577"/>
                  <a:gd name="connsiteX3" fmla="*/ 179079 w 675040"/>
                  <a:gd name="connsiteY3" fmla="*/ 886531 h 896577"/>
                  <a:gd name="connsiteX4" fmla="*/ 0 w 675040"/>
                  <a:gd name="connsiteY4" fmla="*/ 894029 h 8965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75040" h="896577">
                    <a:moveTo>
                      <a:pt x="0" y="894029"/>
                    </a:moveTo>
                    <a:cubicBezTo>
                      <a:pt x="95638" y="409857"/>
                      <a:pt x="76811" y="618448"/>
                      <a:pt x="186623" y="1724"/>
                    </a:cubicBezTo>
                    <a:cubicBezTo>
                      <a:pt x="431451" y="14348"/>
                      <a:pt x="449377" y="35256"/>
                      <a:pt x="675040" y="0"/>
                    </a:cubicBezTo>
                    <a:cubicBezTo>
                      <a:pt x="276172" y="749497"/>
                      <a:pt x="462801" y="344746"/>
                      <a:pt x="179079" y="886531"/>
                    </a:cubicBezTo>
                    <a:cubicBezTo>
                      <a:pt x="44794" y="857895"/>
                      <a:pt x="92525" y="908114"/>
                      <a:pt x="0" y="894029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FFFFFF">
                      <a:lumMod val="95000"/>
                      <a:alpha val="55000"/>
                    </a:srgbClr>
                  </a:gs>
                  <a:gs pos="100000">
                    <a:srgbClr val="FFFFFF">
                      <a:lumMod val="75000"/>
                    </a:srgbClr>
                  </a:gs>
                </a:gsLst>
                <a:lin ang="16200000" scaled="0"/>
              </a:gradFill>
              <a:ln w="9525" cap="flat" cmpd="sng" algn="ctr">
                <a:solidFill>
                  <a:srgbClr val="FFFFFF">
                    <a:lumMod val="75000"/>
                  </a:srgbClr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506" name="Freeform 505">
                <a:extLst>
                  <a:ext uri="{FF2B5EF4-FFF2-40B4-BE49-F238E27FC236}">
                    <a16:creationId xmlns:a16="http://schemas.microsoft.com/office/drawing/2014/main" id="{F4BF3576-E79F-B648-84BB-B323AFF844E4}"/>
                  </a:ext>
                </a:extLst>
              </p:cNvPr>
              <p:cNvSpPr/>
              <p:nvPr/>
            </p:nvSpPr>
            <p:spPr>
              <a:xfrm>
                <a:off x="4340854" y="5470471"/>
                <a:ext cx="514350" cy="401843"/>
              </a:xfrm>
              <a:custGeom>
                <a:avLst/>
                <a:gdLst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139870 w 1040633"/>
                  <a:gd name="connsiteY4" fmla="*/ 1191723 h 1219697"/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139870 w 1040633"/>
                  <a:gd name="connsiteY4" fmla="*/ 1191723 h 1219697"/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139870 w 1040633"/>
                  <a:gd name="connsiteY4" fmla="*/ 1191723 h 1219697"/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139870 w 1040633"/>
                  <a:gd name="connsiteY4" fmla="*/ 1191723 h 1219697"/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139870 w 1040633"/>
                  <a:gd name="connsiteY4" fmla="*/ 1191723 h 1219697"/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418712 w 1040633"/>
                  <a:gd name="connsiteY4" fmla="*/ 1189324 h 1219697"/>
                  <a:gd name="connsiteX5" fmla="*/ 139870 w 1040633"/>
                  <a:gd name="connsiteY5" fmla="*/ 1191723 h 1219697"/>
                  <a:gd name="connsiteX0" fmla="*/ 139870 w 1040633"/>
                  <a:gd name="connsiteY0" fmla="*/ 1191723 h 1355926"/>
                  <a:gd name="connsiteX1" fmla="*/ 0 w 1040633"/>
                  <a:gd name="connsiteY1" fmla="*/ 0 h 1355926"/>
                  <a:gd name="connsiteX2" fmla="*/ 1040633 w 1040633"/>
                  <a:gd name="connsiteY2" fmla="*/ 16785 h 1355926"/>
                  <a:gd name="connsiteX3" fmla="*/ 833625 w 1040633"/>
                  <a:gd name="connsiteY3" fmla="*/ 1219697 h 1355926"/>
                  <a:gd name="connsiteX4" fmla="*/ 139870 w 1040633"/>
                  <a:gd name="connsiteY4" fmla="*/ 1191723 h 1355926"/>
                  <a:gd name="connsiteX0" fmla="*/ 139870 w 1040633"/>
                  <a:gd name="connsiteY0" fmla="*/ 1191723 h 1289901"/>
                  <a:gd name="connsiteX1" fmla="*/ 0 w 1040633"/>
                  <a:gd name="connsiteY1" fmla="*/ 0 h 1289901"/>
                  <a:gd name="connsiteX2" fmla="*/ 1040633 w 1040633"/>
                  <a:gd name="connsiteY2" fmla="*/ 16785 h 1289901"/>
                  <a:gd name="connsiteX3" fmla="*/ 833625 w 1040633"/>
                  <a:gd name="connsiteY3" fmla="*/ 1219697 h 1289901"/>
                  <a:gd name="connsiteX4" fmla="*/ 139870 w 1040633"/>
                  <a:gd name="connsiteY4" fmla="*/ 1191723 h 1289901"/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139870 w 1040633"/>
                  <a:gd name="connsiteY4" fmla="*/ 1191723 h 1219697"/>
                  <a:gd name="connsiteX0" fmla="*/ 139870 w 1040633"/>
                  <a:gd name="connsiteY0" fmla="*/ 1191723 h 1191723"/>
                  <a:gd name="connsiteX1" fmla="*/ 0 w 1040633"/>
                  <a:gd name="connsiteY1" fmla="*/ 0 h 1191723"/>
                  <a:gd name="connsiteX2" fmla="*/ 1040633 w 1040633"/>
                  <a:gd name="connsiteY2" fmla="*/ 16785 h 1191723"/>
                  <a:gd name="connsiteX3" fmla="*/ 671988 w 1040633"/>
                  <a:gd name="connsiteY3" fmla="*/ 1158121 h 1191723"/>
                  <a:gd name="connsiteX4" fmla="*/ 139870 w 1040633"/>
                  <a:gd name="connsiteY4" fmla="*/ 1191723 h 1191723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778664"/>
                  <a:gd name="connsiteY0" fmla="*/ 1160935 h 1160935"/>
                  <a:gd name="connsiteX1" fmla="*/ 0 w 778664"/>
                  <a:gd name="connsiteY1" fmla="*/ 0 h 1160935"/>
                  <a:gd name="connsiteX2" fmla="*/ 778664 w 778664"/>
                  <a:gd name="connsiteY2" fmla="*/ 130682 h 1160935"/>
                  <a:gd name="connsiteX3" fmla="*/ 671988 w 778664"/>
                  <a:gd name="connsiteY3" fmla="*/ 1158121 h 1160935"/>
                  <a:gd name="connsiteX4" fmla="*/ 363082 w 778664"/>
                  <a:gd name="connsiteY4" fmla="*/ 1160935 h 1160935"/>
                  <a:gd name="connsiteX0" fmla="*/ 363082 w 778664"/>
                  <a:gd name="connsiteY0" fmla="*/ 1160935 h 1160935"/>
                  <a:gd name="connsiteX1" fmla="*/ 0 w 778664"/>
                  <a:gd name="connsiteY1" fmla="*/ 0 h 1160935"/>
                  <a:gd name="connsiteX2" fmla="*/ 778664 w 778664"/>
                  <a:gd name="connsiteY2" fmla="*/ 130682 h 1160935"/>
                  <a:gd name="connsiteX3" fmla="*/ 694768 w 778664"/>
                  <a:gd name="connsiteY3" fmla="*/ 1112562 h 1160935"/>
                  <a:gd name="connsiteX4" fmla="*/ 363082 w 778664"/>
                  <a:gd name="connsiteY4" fmla="*/ 1160935 h 1160935"/>
                  <a:gd name="connsiteX0" fmla="*/ 363082 w 778664"/>
                  <a:gd name="connsiteY0" fmla="*/ 1160935 h 1160935"/>
                  <a:gd name="connsiteX1" fmla="*/ 0 w 778664"/>
                  <a:gd name="connsiteY1" fmla="*/ 0 h 1160935"/>
                  <a:gd name="connsiteX2" fmla="*/ 778664 w 778664"/>
                  <a:gd name="connsiteY2" fmla="*/ 130682 h 1160935"/>
                  <a:gd name="connsiteX3" fmla="*/ 694768 w 778664"/>
                  <a:gd name="connsiteY3" fmla="*/ 1112562 h 1160935"/>
                  <a:gd name="connsiteX4" fmla="*/ 363082 w 778664"/>
                  <a:gd name="connsiteY4" fmla="*/ 1160935 h 1160935"/>
                  <a:gd name="connsiteX0" fmla="*/ 397252 w 778664"/>
                  <a:gd name="connsiteY0" fmla="*/ 1103987 h 1112562"/>
                  <a:gd name="connsiteX1" fmla="*/ 0 w 778664"/>
                  <a:gd name="connsiteY1" fmla="*/ 0 h 1112562"/>
                  <a:gd name="connsiteX2" fmla="*/ 778664 w 778664"/>
                  <a:gd name="connsiteY2" fmla="*/ 130682 h 1112562"/>
                  <a:gd name="connsiteX3" fmla="*/ 694768 w 778664"/>
                  <a:gd name="connsiteY3" fmla="*/ 1112562 h 1112562"/>
                  <a:gd name="connsiteX4" fmla="*/ 397252 w 778664"/>
                  <a:gd name="connsiteY4" fmla="*/ 1103987 h 1112562"/>
                  <a:gd name="connsiteX0" fmla="*/ 397252 w 778664"/>
                  <a:gd name="connsiteY0" fmla="*/ 1103987 h 1112562"/>
                  <a:gd name="connsiteX1" fmla="*/ 0 w 778664"/>
                  <a:gd name="connsiteY1" fmla="*/ 0 h 1112562"/>
                  <a:gd name="connsiteX2" fmla="*/ 778664 w 778664"/>
                  <a:gd name="connsiteY2" fmla="*/ 130682 h 1112562"/>
                  <a:gd name="connsiteX3" fmla="*/ 694768 w 778664"/>
                  <a:gd name="connsiteY3" fmla="*/ 1112562 h 1112562"/>
                  <a:gd name="connsiteX4" fmla="*/ 397252 w 778664"/>
                  <a:gd name="connsiteY4" fmla="*/ 1103987 h 1112562"/>
                  <a:gd name="connsiteX0" fmla="*/ 397252 w 778664"/>
                  <a:gd name="connsiteY0" fmla="*/ 1103987 h 1112562"/>
                  <a:gd name="connsiteX1" fmla="*/ 0 w 778664"/>
                  <a:gd name="connsiteY1" fmla="*/ 0 h 1112562"/>
                  <a:gd name="connsiteX2" fmla="*/ 778664 w 778664"/>
                  <a:gd name="connsiteY2" fmla="*/ 130682 h 1112562"/>
                  <a:gd name="connsiteX3" fmla="*/ 694768 w 778664"/>
                  <a:gd name="connsiteY3" fmla="*/ 1112562 h 1112562"/>
                  <a:gd name="connsiteX4" fmla="*/ 397252 w 778664"/>
                  <a:gd name="connsiteY4" fmla="*/ 1103987 h 1112562"/>
                  <a:gd name="connsiteX0" fmla="*/ 123893 w 505305"/>
                  <a:gd name="connsiteY0" fmla="*/ 973305 h 981880"/>
                  <a:gd name="connsiteX1" fmla="*/ 0 w 505305"/>
                  <a:gd name="connsiteY1" fmla="*/ 28773 h 981880"/>
                  <a:gd name="connsiteX2" fmla="*/ 505305 w 505305"/>
                  <a:gd name="connsiteY2" fmla="*/ 0 h 981880"/>
                  <a:gd name="connsiteX3" fmla="*/ 421409 w 505305"/>
                  <a:gd name="connsiteY3" fmla="*/ 981880 h 981880"/>
                  <a:gd name="connsiteX4" fmla="*/ 123893 w 505305"/>
                  <a:gd name="connsiteY4" fmla="*/ 973305 h 981880"/>
                  <a:gd name="connsiteX0" fmla="*/ 123893 w 505305"/>
                  <a:gd name="connsiteY0" fmla="*/ 973305 h 981880"/>
                  <a:gd name="connsiteX1" fmla="*/ 0 w 505305"/>
                  <a:gd name="connsiteY1" fmla="*/ 28773 h 981880"/>
                  <a:gd name="connsiteX2" fmla="*/ 505305 w 505305"/>
                  <a:gd name="connsiteY2" fmla="*/ 0 h 981880"/>
                  <a:gd name="connsiteX3" fmla="*/ 421409 w 505305"/>
                  <a:gd name="connsiteY3" fmla="*/ 981880 h 981880"/>
                  <a:gd name="connsiteX4" fmla="*/ 123893 w 505305"/>
                  <a:gd name="connsiteY4" fmla="*/ 973305 h 981880"/>
                  <a:gd name="connsiteX0" fmla="*/ 123893 w 505305"/>
                  <a:gd name="connsiteY0" fmla="*/ 973305 h 981880"/>
                  <a:gd name="connsiteX1" fmla="*/ 0 w 505305"/>
                  <a:gd name="connsiteY1" fmla="*/ 28773 h 981880"/>
                  <a:gd name="connsiteX2" fmla="*/ 505305 w 505305"/>
                  <a:gd name="connsiteY2" fmla="*/ 0 h 981880"/>
                  <a:gd name="connsiteX3" fmla="*/ 421409 w 505305"/>
                  <a:gd name="connsiteY3" fmla="*/ 981880 h 981880"/>
                  <a:gd name="connsiteX4" fmla="*/ 123893 w 505305"/>
                  <a:gd name="connsiteY4" fmla="*/ 973305 h 981880"/>
                  <a:gd name="connsiteX0" fmla="*/ 123893 w 505305"/>
                  <a:gd name="connsiteY0" fmla="*/ 973305 h 981880"/>
                  <a:gd name="connsiteX1" fmla="*/ 0 w 505305"/>
                  <a:gd name="connsiteY1" fmla="*/ 28773 h 981880"/>
                  <a:gd name="connsiteX2" fmla="*/ 505305 w 505305"/>
                  <a:gd name="connsiteY2" fmla="*/ 0 h 981880"/>
                  <a:gd name="connsiteX3" fmla="*/ 421409 w 505305"/>
                  <a:gd name="connsiteY3" fmla="*/ 981880 h 981880"/>
                  <a:gd name="connsiteX4" fmla="*/ 123893 w 505305"/>
                  <a:gd name="connsiteY4" fmla="*/ 973305 h 981880"/>
                  <a:gd name="connsiteX0" fmla="*/ 118198 w 499610"/>
                  <a:gd name="connsiteY0" fmla="*/ 973305 h 981880"/>
                  <a:gd name="connsiteX1" fmla="*/ 0 w 499610"/>
                  <a:gd name="connsiteY1" fmla="*/ 11688 h 981880"/>
                  <a:gd name="connsiteX2" fmla="*/ 499610 w 499610"/>
                  <a:gd name="connsiteY2" fmla="*/ 0 h 981880"/>
                  <a:gd name="connsiteX3" fmla="*/ 415714 w 499610"/>
                  <a:gd name="connsiteY3" fmla="*/ 981880 h 981880"/>
                  <a:gd name="connsiteX4" fmla="*/ 118198 w 499610"/>
                  <a:gd name="connsiteY4" fmla="*/ 973305 h 981880"/>
                  <a:gd name="connsiteX0" fmla="*/ 118198 w 499610"/>
                  <a:gd name="connsiteY0" fmla="*/ 973305 h 981880"/>
                  <a:gd name="connsiteX1" fmla="*/ 0 w 499610"/>
                  <a:gd name="connsiteY1" fmla="*/ 11688 h 981880"/>
                  <a:gd name="connsiteX2" fmla="*/ 499610 w 499610"/>
                  <a:gd name="connsiteY2" fmla="*/ 0 h 981880"/>
                  <a:gd name="connsiteX3" fmla="*/ 415714 w 499610"/>
                  <a:gd name="connsiteY3" fmla="*/ 981880 h 981880"/>
                  <a:gd name="connsiteX4" fmla="*/ 118198 w 499610"/>
                  <a:gd name="connsiteY4" fmla="*/ 973305 h 981880"/>
                  <a:gd name="connsiteX0" fmla="*/ 118198 w 499610"/>
                  <a:gd name="connsiteY0" fmla="*/ 973305 h 981880"/>
                  <a:gd name="connsiteX1" fmla="*/ 0 w 499610"/>
                  <a:gd name="connsiteY1" fmla="*/ 11688 h 981880"/>
                  <a:gd name="connsiteX2" fmla="*/ 499610 w 499610"/>
                  <a:gd name="connsiteY2" fmla="*/ 0 h 981880"/>
                  <a:gd name="connsiteX3" fmla="*/ 415714 w 499610"/>
                  <a:gd name="connsiteY3" fmla="*/ 981880 h 981880"/>
                  <a:gd name="connsiteX4" fmla="*/ 118198 w 499610"/>
                  <a:gd name="connsiteY4" fmla="*/ 973305 h 981880"/>
                  <a:gd name="connsiteX0" fmla="*/ 118198 w 499610"/>
                  <a:gd name="connsiteY0" fmla="*/ 973305 h 981880"/>
                  <a:gd name="connsiteX1" fmla="*/ 0 w 499610"/>
                  <a:gd name="connsiteY1" fmla="*/ 11688 h 981880"/>
                  <a:gd name="connsiteX2" fmla="*/ 499610 w 499610"/>
                  <a:gd name="connsiteY2" fmla="*/ 0 h 981880"/>
                  <a:gd name="connsiteX3" fmla="*/ 415714 w 499610"/>
                  <a:gd name="connsiteY3" fmla="*/ 981880 h 981880"/>
                  <a:gd name="connsiteX4" fmla="*/ 118198 w 499610"/>
                  <a:gd name="connsiteY4" fmla="*/ 973305 h 981880"/>
                  <a:gd name="connsiteX0" fmla="*/ 118198 w 499610"/>
                  <a:gd name="connsiteY0" fmla="*/ 973305 h 981880"/>
                  <a:gd name="connsiteX1" fmla="*/ 0 w 499610"/>
                  <a:gd name="connsiteY1" fmla="*/ 11688 h 981880"/>
                  <a:gd name="connsiteX2" fmla="*/ 499610 w 499610"/>
                  <a:gd name="connsiteY2" fmla="*/ 0 h 981880"/>
                  <a:gd name="connsiteX3" fmla="*/ 415714 w 499610"/>
                  <a:gd name="connsiteY3" fmla="*/ 981880 h 981880"/>
                  <a:gd name="connsiteX4" fmla="*/ 118198 w 499610"/>
                  <a:gd name="connsiteY4" fmla="*/ 973305 h 981880"/>
                  <a:gd name="connsiteX0" fmla="*/ 118198 w 499610"/>
                  <a:gd name="connsiteY0" fmla="*/ 973305 h 976186"/>
                  <a:gd name="connsiteX1" fmla="*/ 0 w 499610"/>
                  <a:gd name="connsiteY1" fmla="*/ 11688 h 976186"/>
                  <a:gd name="connsiteX2" fmla="*/ 499610 w 499610"/>
                  <a:gd name="connsiteY2" fmla="*/ 0 h 976186"/>
                  <a:gd name="connsiteX3" fmla="*/ 273339 w 499610"/>
                  <a:gd name="connsiteY3" fmla="*/ 976186 h 976186"/>
                  <a:gd name="connsiteX4" fmla="*/ 118198 w 499610"/>
                  <a:gd name="connsiteY4" fmla="*/ 973305 h 976186"/>
                  <a:gd name="connsiteX0" fmla="*/ 118198 w 499610"/>
                  <a:gd name="connsiteY0" fmla="*/ 973305 h 976186"/>
                  <a:gd name="connsiteX1" fmla="*/ 0 w 499610"/>
                  <a:gd name="connsiteY1" fmla="*/ 11688 h 976186"/>
                  <a:gd name="connsiteX2" fmla="*/ 499610 w 499610"/>
                  <a:gd name="connsiteY2" fmla="*/ 0 h 976186"/>
                  <a:gd name="connsiteX3" fmla="*/ 273339 w 499610"/>
                  <a:gd name="connsiteY3" fmla="*/ 976186 h 976186"/>
                  <a:gd name="connsiteX4" fmla="*/ 118198 w 499610"/>
                  <a:gd name="connsiteY4" fmla="*/ 973305 h 976186"/>
                  <a:gd name="connsiteX0" fmla="*/ 197928 w 499610"/>
                  <a:gd name="connsiteY0" fmla="*/ 973305 h 976186"/>
                  <a:gd name="connsiteX1" fmla="*/ 0 w 499610"/>
                  <a:gd name="connsiteY1" fmla="*/ 11688 h 976186"/>
                  <a:gd name="connsiteX2" fmla="*/ 499610 w 499610"/>
                  <a:gd name="connsiteY2" fmla="*/ 0 h 976186"/>
                  <a:gd name="connsiteX3" fmla="*/ 273339 w 499610"/>
                  <a:gd name="connsiteY3" fmla="*/ 976186 h 976186"/>
                  <a:gd name="connsiteX4" fmla="*/ 197928 w 499610"/>
                  <a:gd name="connsiteY4" fmla="*/ 973305 h 976186"/>
                  <a:gd name="connsiteX0" fmla="*/ 197928 w 499610"/>
                  <a:gd name="connsiteY0" fmla="*/ 973305 h 976186"/>
                  <a:gd name="connsiteX1" fmla="*/ 0 w 499610"/>
                  <a:gd name="connsiteY1" fmla="*/ 11688 h 976186"/>
                  <a:gd name="connsiteX2" fmla="*/ 499610 w 499610"/>
                  <a:gd name="connsiteY2" fmla="*/ 0 h 976186"/>
                  <a:gd name="connsiteX3" fmla="*/ 273339 w 499610"/>
                  <a:gd name="connsiteY3" fmla="*/ 976186 h 976186"/>
                  <a:gd name="connsiteX4" fmla="*/ 197928 w 499610"/>
                  <a:gd name="connsiteY4" fmla="*/ 973305 h 976186"/>
                  <a:gd name="connsiteX0" fmla="*/ 197928 w 499610"/>
                  <a:gd name="connsiteY0" fmla="*/ 973305 h 976186"/>
                  <a:gd name="connsiteX1" fmla="*/ 0 w 499610"/>
                  <a:gd name="connsiteY1" fmla="*/ 11688 h 976186"/>
                  <a:gd name="connsiteX2" fmla="*/ 499610 w 499610"/>
                  <a:gd name="connsiteY2" fmla="*/ 0 h 976186"/>
                  <a:gd name="connsiteX3" fmla="*/ 273339 w 499610"/>
                  <a:gd name="connsiteY3" fmla="*/ 976186 h 976186"/>
                  <a:gd name="connsiteX4" fmla="*/ 197928 w 499610"/>
                  <a:gd name="connsiteY4" fmla="*/ 973305 h 976186"/>
                  <a:gd name="connsiteX0" fmla="*/ 197928 w 499610"/>
                  <a:gd name="connsiteY0" fmla="*/ 973305 h 976186"/>
                  <a:gd name="connsiteX1" fmla="*/ 0 w 499610"/>
                  <a:gd name="connsiteY1" fmla="*/ 11688 h 976186"/>
                  <a:gd name="connsiteX2" fmla="*/ 499610 w 499610"/>
                  <a:gd name="connsiteY2" fmla="*/ 0 h 976186"/>
                  <a:gd name="connsiteX3" fmla="*/ 273339 w 499610"/>
                  <a:gd name="connsiteY3" fmla="*/ 976186 h 976186"/>
                  <a:gd name="connsiteX4" fmla="*/ 197928 w 499610"/>
                  <a:gd name="connsiteY4" fmla="*/ 973305 h 976186"/>
                  <a:gd name="connsiteX0" fmla="*/ 197928 w 503138"/>
                  <a:gd name="connsiteY0" fmla="*/ 961687 h 964568"/>
                  <a:gd name="connsiteX1" fmla="*/ 0 w 503138"/>
                  <a:gd name="connsiteY1" fmla="*/ 70 h 964568"/>
                  <a:gd name="connsiteX2" fmla="*/ 503138 w 503138"/>
                  <a:gd name="connsiteY2" fmla="*/ 154187 h 964568"/>
                  <a:gd name="connsiteX3" fmla="*/ 273339 w 503138"/>
                  <a:gd name="connsiteY3" fmla="*/ 964568 h 964568"/>
                  <a:gd name="connsiteX4" fmla="*/ 197928 w 503138"/>
                  <a:gd name="connsiteY4" fmla="*/ 961687 h 964568"/>
                  <a:gd name="connsiteX0" fmla="*/ 201456 w 506666"/>
                  <a:gd name="connsiteY0" fmla="*/ 807500 h 810381"/>
                  <a:gd name="connsiteX1" fmla="*/ 0 w 506666"/>
                  <a:gd name="connsiteY1" fmla="*/ 15216 h 810381"/>
                  <a:gd name="connsiteX2" fmla="*/ 506666 w 506666"/>
                  <a:gd name="connsiteY2" fmla="*/ 0 h 810381"/>
                  <a:gd name="connsiteX3" fmla="*/ 276867 w 506666"/>
                  <a:gd name="connsiteY3" fmla="*/ 810381 h 810381"/>
                  <a:gd name="connsiteX4" fmla="*/ 201456 w 506666"/>
                  <a:gd name="connsiteY4" fmla="*/ 807500 h 810381"/>
                  <a:gd name="connsiteX0" fmla="*/ 201456 w 506666"/>
                  <a:gd name="connsiteY0" fmla="*/ 807500 h 811593"/>
                  <a:gd name="connsiteX1" fmla="*/ 0 w 506666"/>
                  <a:gd name="connsiteY1" fmla="*/ 15216 h 811593"/>
                  <a:gd name="connsiteX2" fmla="*/ 506666 w 506666"/>
                  <a:gd name="connsiteY2" fmla="*/ 0 h 811593"/>
                  <a:gd name="connsiteX3" fmla="*/ 276867 w 506666"/>
                  <a:gd name="connsiteY3" fmla="*/ 810381 h 811593"/>
                  <a:gd name="connsiteX4" fmla="*/ 201456 w 506666"/>
                  <a:gd name="connsiteY4" fmla="*/ 807500 h 811593"/>
                  <a:gd name="connsiteX0" fmla="*/ 135576 w 506666"/>
                  <a:gd name="connsiteY0" fmla="*/ 818480 h 818480"/>
                  <a:gd name="connsiteX1" fmla="*/ 0 w 506666"/>
                  <a:gd name="connsiteY1" fmla="*/ 15216 h 818480"/>
                  <a:gd name="connsiteX2" fmla="*/ 506666 w 506666"/>
                  <a:gd name="connsiteY2" fmla="*/ 0 h 818480"/>
                  <a:gd name="connsiteX3" fmla="*/ 276867 w 506666"/>
                  <a:gd name="connsiteY3" fmla="*/ 810381 h 818480"/>
                  <a:gd name="connsiteX4" fmla="*/ 135576 w 506666"/>
                  <a:gd name="connsiteY4" fmla="*/ 818480 h 818480"/>
                  <a:gd name="connsiteX0" fmla="*/ 135576 w 506666"/>
                  <a:gd name="connsiteY0" fmla="*/ 818480 h 818480"/>
                  <a:gd name="connsiteX1" fmla="*/ 0 w 506666"/>
                  <a:gd name="connsiteY1" fmla="*/ 15216 h 818480"/>
                  <a:gd name="connsiteX2" fmla="*/ 506666 w 506666"/>
                  <a:gd name="connsiteY2" fmla="*/ 0 h 818480"/>
                  <a:gd name="connsiteX3" fmla="*/ 331766 w 506666"/>
                  <a:gd name="connsiteY3" fmla="*/ 803061 h 818480"/>
                  <a:gd name="connsiteX4" fmla="*/ 135576 w 506666"/>
                  <a:gd name="connsiteY4" fmla="*/ 818480 h 818480"/>
                  <a:gd name="connsiteX0" fmla="*/ 135576 w 506666"/>
                  <a:gd name="connsiteY0" fmla="*/ 818480 h 818480"/>
                  <a:gd name="connsiteX1" fmla="*/ 0 w 506666"/>
                  <a:gd name="connsiteY1" fmla="*/ 15216 h 818480"/>
                  <a:gd name="connsiteX2" fmla="*/ 506666 w 506666"/>
                  <a:gd name="connsiteY2" fmla="*/ 0 h 818480"/>
                  <a:gd name="connsiteX3" fmla="*/ 331766 w 506666"/>
                  <a:gd name="connsiteY3" fmla="*/ 803061 h 818480"/>
                  <a:gd name="connsiteX4" fmla="*/ 135576 w 506666"/>
                  <a:gd name="connsiteY4" fmla="*/ 818480 h 818480"/>
                  <a:gd name="connsiteX0" fmla="*/ 135576 w 506666"/>
                  <a:gd name="connsiteY0" fmla="*/ 818480 h 818480"/>
                  <a:gd name="connsiteX1" fmla="*/ 0 w 506666"/>
                  <a:gd name="connsiteY1" fmla="*/ 15216 h 818480"/>
                  <a:gd name="connsiteX2" fmla="*/ 506666 w 506666"/>
                  <a:gd name="connsiteY2" fmla="*/ 0 h 818480"/>
                  <a:gd name="connsiteX3" fmla="*/ 331766 w 506666"/>
                  <a:gd name="connsiteY3" fmla="*/ 803061 h 818480"/>
                  <a:gd name="connsiteX4" fmla="*/ 135576 w 506666"/>
                  <a:gd name="connsiteY4" fmla="*/ 818480 h 818480"/>
                  <a:gd name="connsiteX0" fmla="*/ 135576 w 506666"/>
                  <a:gd name="connsiteY0" fmla="*/ 818480 h 818480"/>
                  <a:gd name="connsiteX1" fmla="*/ 0 w 506666"/>
                  <a:gd name="connsiteY1" fmla="*/ 7896 h 818480"/>
                  <a:gd name="connsiteX2" fmla="*/ 506666 w 506666"/>
                  <a:gd name="connsiteY2" fmla="*/ 0 h 818480"/>
                  <a:gd name="connsiteX3" fmla="*/ 331766 w 506666"/>
                  <a:gd name="connsiteY3" fmla="*/ 803061 h 818480"/>
                  <a:gd name="connsiteX4" fmla="*/ 135576 w 506666"/>
                  <a:gd name="connsiteY4" fmla="*/ 818480 h 818480"/>
                  <a:gd name="connsiteX0" fmla="*/ 135576 w 506666"/>
                  <a:gd name="connsiteY0" fmla="*/ 818480 h 818480"/>
                  <a:gd name="connsiteX1" fmla="*/ 0 w 506666"/>
                  <a:gd name="connsiteY1" fmla="*/ 7896 h 818480"/>
                  <a:gd name="connsiteX2" fmla="*/ 506666 w 506666"/>
                  <a:gd name="connsiteY2" fmla="*/ 0 h 818480"/>
                  <a:gd name="connsiteX3" fmla="*/ 331766 w 506666"/>
                  <a:gd name="connsiteY3" fmla="*/ 803061 h 818480"/>
                  <a:gd name="connsiteX4" fmla="*/ 135576 w 506666"/>
                  <a:gd name="connsiteY4" fmla="*/ 818480 h 818480"/>
                  <a:gd name="connsiteX0" fmla="*/ 45472 w 559302"/>
                  <a:gd name="connsiteY0" fmla="*/ 807500 h 807500"/>
                  <a:gd name="connsiteX1" fmla="*/ 52636 w 559302"/>
                  <a:gd name="connsiteY1" fmla="*/ 7896 h 807500"/>
                  <a:gd name="connsiteX2" fmla="*/ 559302 w 559302"/>
                  <a:gd name="connsiteY2" fmla="*/ 0 h 807500"/>
                  <a:gd name="connsiteX3" fmla="*/ 384402 w 559302"/>
                  <a:gd name="connsiteY3" fmla="*/ 803061 h 807500"/>
                  <a:gd name="connsiteX4" fmla="*/ 45472 w 559302"/>
                  <a:gd name="connsiteY4" fmla="*/ 807500 h 807500"/>
                  <a:gd name="connsiteX0" fmla="*/ 21974 w 535804"/>
                  <a:gd name="connsiteY0" fmla="*/ 807500 h 807500"/>
                  <a:gd name="connsiteX1" fmla="*/ 29138 w 535804"/>
                  <a:gd name="connsiteY1" fmla="*/ 7896 h 807500"/>
                  <a:gd name="connsiteX2" fmla="*/ 535804 w 535804"/>
                  <a:gd name="connsiteY2" fmla="*/ 0 h 807500"/>
                  <a:gd name="connsiteX3" fmla="*/ 360904 w 535804"/>
                  <a:gd name="connsiteY3" fmla="*/ 803061 h 807500"/>
                  <a:gd name="connsiteX4" fmla="*/ 21974 w 535804"/>
                  <a:gd name="connsiteY4" fmla="*/ 807500 h 807500"/>
                  <a:gd name="connsiteX0" fmla="*/ 128256 w 506666"/>
                  <a:gd name="connsiteY0" fmla="*/ 829461 h 829461"/>
                  <a:gd name="connsiteX1" fmla="*/ 0 w 506666"/>
                  <a:gd name="connsiteY1" fmla="*/ 7896 h 829461"/>
                  <a:gd name="connsiteX2" fmla="*/ 506666 w 506666"/>
                  <a:gd name="connsiteY2" fmla="*/ 0 h 829461"/>
                  <a:gd name="connsiteX3" fmla="*/ 331766 w 506666"/>
                  <a:gd name="connsiteY3" fmla="*/ 803061 h 829461"/>
                  <a:gd name="connsiteX4" fmla="*/ 128256 w 506666"/>
                  <a:gd name="connsiteY4" fmla="*/ 829461 h 829461"/>
                  <a:gd name="connsiteX0" fmla="*/ 128256 w 506666"/>
                  <a:gd name="connsiteY0" fmla="*/ 829461 h 829461"/>
                  <a:gd name="connsiteX1" fmla="*/ 0 w 506666"/>
                  <a:gd name="connsiteY1" fmla="*/ 7896 h 829461"/>
                  <a:gd name="connsiteX2" fmla="*/ 506666 w 506666"/>
                  <a:gd name="connsiteY2" fmla="*/ 0 h 829461"/>
                  <a:gd name="connsiteX3" fmla="*/ 331766 w 506666"/>
                  <a:gd name="connsiteY3" fmla="*/ 803061 h 829461"/>
                  <a:gd name="connsiteX4" fmla="*/ 128256 w 506666"/>
                  <a:gd name="connsiteY4" fmla="*/ 829461 h 829461"/>
                  <a:gd name="connsiteX0" fmla="*/ 128256 w 506666"/>
                  <a:gd name="connsiteY0" fmla="*/ 829461 h 829461"/>
                  <a:gd name="connsiteX1" fmla="*/ 0 w 506666"/>
                  <a:gd name="connsiteY1" fmla="*/ 7896 h 829461"/>
                  <a:gd name="connsiteX2" fmla="*/ 506666 w 506666"/>
                  <a:gd name="connsiteY2" fmla="*/ 0 h 829461"/>
                  <a:gd name="connsiteX3" fmla="*/ 331766 w 506666"/>
                  <a:gd name="connsiteY3" fmla="*/ 803061 h 829461"/>
                  <a:gd name="connsiteX4" fmla="*/ 128256 w 506666"/>
                  <a:gd name="connsiteY4" fmla="*/ 829461 h 829461"/>
                  <a:gd name="connsiteX0" fmla="*/ 128256 w 506666"/>
                  <a:gd name="connsiteY0" fmla="*/ 829461 h 830473"/>
                  <a:gd name="connsiteX1" fmla="*/ 0 w 506666"/>
                  <a:gd name="connsiteY1" fmla="*/ 7896 h 830473"/>
                  <a:gd name="connsiteX2" fmla="*/ 506666 w 506666"/>
                  <a:gd name="connsiteY2" fmla="*/ 0 h 830473"/>
                  <a:gd name="connsiteX3" fmla="*/ 331766 w 506666"/>
                  <a:gd name="connsiteY3" fmla="*/ 828681 h 830473"/>
                  <a:gd name="connsiteX4" fmla="*/ 128256 w 506666"/>
                  <a:gd name="connsiteY4" fmla="*/ 829461 h 830473"/>
                  <a:gd name="connsiteX0" fmla="*/ 128256 w 506666"/>
                  <a:gd name="connsiteY0" fmla="*/ 829461 h 830473"/>
                  <a:gd name="connsiteX1" fmla="*/ 0 w 506666"/>
                  <a:gd name="connsiteY1" fmla="*/ 7896 h 830473"/>
                  <a:gd name="connsiteX2" fmla="*/ 506666 w 506666"/>
                  <a:gd name="connsiteY2" fmla="*/ 0 h 830473"/>
                  <a:gd name="connsiteX3" fmla="*/ 331766 w 506666"/>
                  <a:gd name="connsiteY3" fmla="*/ 828681 h 830473"/>
                  <a:gd name="connsiteX4" fmla="*/ 128256 w 506666"/>
                  <a:gd name="connsiteY4" fmla="*/ 829461 h 830473"/>
                  <a:gd name="connsiteX0" fmla="*/ 128256 w 506666"/>
                  <a:gd name="connsiteY0" fmla="*/ 821565 h 822577"/>
                  <a:gd name="connsiteX1" fmla="*/ 0 w 506666"/>
                  <a:gd name="connsiteY1" fmla="*/ 0 h 822577"/>
                  <a:gd name="connsiteX2" fmla="*/ 506666 w 506666"/>
                  <a:gd name="connsiteY2" fmla="*/ 255115 h 822577"/>
                  <a:gd name="connsiteX3" fmla="*/ 331766 w 506666"/>
                  <a:gd name="connsiteY3" fmla="*/ 820785 h 822577"/>
                  <a:gd name="connsiteX4" fmla="*/ 128256 w 506666"/>
                  <a:gd name="connsiteY4" fmla="*/ 821565 h 822577"/>
                  <a:gd name="connsiteX0" fmla="*/ 128256 w 506666"/>
                  <a:gd name="connsiteY0" fmla="*/ 821565 h 822577"/>
                  <a:gd name="connsiteX1" fmla="*/ 0 w 506666"/>
                  <a:gd name="connsiteY1" fmla="*/ 0 h 822577"/>
                  <a:gd name="connsiteX2" fmla="*/ 506666 w 506666"/>
                  <a:gd name="connsiteY2" fmla="*/ 255115 h 822577"/>
                  <a:gd name="connsiteX3" fmla="*/ 331766 w 506666"/>
                  <a:gd name="connsiteY3" fmla="*/ 820785 h 822577"/>
                  <a:gd name="connsiteX4" fmla="*/ 128256 w 506666"/>
                  <a:gd name="connsiteY4" fmla="*/ 821565 h 822577"/>
                  <a:gd name="connsiteX0" fmla="*/ 128256 w 506666"/>
                  <a:gd name="connsiteY0" fmla="*/ 821565 h 822577"/>
                  <a:gd name="connsiteX1" fmla="*/ 0 w 506666"/>
                  <a:gd name="connsiteY1" fmla="*/ 0 h 822577"/>
                  <a:gd name="connsiteX2" fmla="*/ 506666 w 506666"/>
                  <a:gd name="connsiteY2" fmla="*/ 255115 h 822577"/>
                  <a:gd name="connsiteX3" fmla="*/ 331766 w 506666"/>
                  <a:gd name="connsiteY3" fmla="*/ 820785 h 822577"/>
                  <a:gd name="connsiteX4" fmla="*/ 128256 w 506666"/>
                  <a:gd name="connsiteY4" fmla="*/ 821565 h 822577"/>
                  <a:gd name="connsiteX0" fmla="*/ 135770 w 514180"/>
                  <a:gd name="connsiteY0" fmla="*/ 577341 h 578353"/>
                  <a:gd name="connsiteX1" fmla="*/ 0 w 514180"/>
                  <a:gd name="connsiteY1" fmla="*/ 0 h 578353"/>
                  <a:gd name="connsiteX2" fmla="*/ 514180 w 514180"/>
                  <a:gd name="connsiteY2" fmla="*/ 10891 h 578353"/>
                  <a:gd name="connsiteX3" fmla="*/ 339280 w 514180"/>
                  <a:gd name="connsiteY3" fmla="*/ 576561 h 578353"/>
                  <a:gd name="connsiteX4" fmla="*/ 135770 w 514180"/>
                  <a:gd name="connsiteY4" fmla="*/ 577341 h 578353"/>
                  <a:gd name="connsiteX0" fmla="*/ 135770 w 514180"/>
                  <a:gd name="connsiteY0" fmla="*/ 577341 h 578353"/>
                  <a:gd name="connsiteX1" fmla="*/ 0 w 514180"/>
                  <a:gd name="connsiteY1" fmla="*/ 0 h 578353"/>
                  <a:gd name="connsiteX2" fmla="*/ 514180 w 514180"/>
                  <a:gd name="connsiteY2" fmla="*/ 10891 h 578353"/>
                  <a:gd name="connsiteX3" fmla="*/ 339280 w 514180"/>
                  <a:gd name="connsiteY3" fmla="*/ 576561 h 578353"/>
                  <a:gd name="connsiteX4" fmla="*/ 135770 w 514180"/>
                  <a:gd name="connsiteY4" fmla="*/ 577341 h 578353"/>
                  <a:gd name="connsiteX0" fmla="*/ 135770 w 514180"/>
                  <a:gd name="connsiteY0" fmla="*/ 577341 h 578353"/>
                  <a:gd name="connsiteX1" fmla="*/ 0 w 514180"/>
                  <a:gd name="connsiteY1" fmla="*/ 0 h 578353"/>
                  <a:gd name="connsiteX2" fmla="*/ 514180 w 514180"/>
                  <a:gd name="connsiteY2" fmla="*/ 10891 h 578353"/>
                  <a:gd name="connsiteX3" fmla="*/ 339280 w 514180"/>
                  <a:gd name="connsiteY3" fmla="*/ 576561 h 578353"/>
                  <a:gd name="connsiteX4" fmla="*/ 135770 w 514180"/>
                  <a:gd name="connsiteY4" fmla="*/ 577341 h 578353"/>
                  <a:gd name="connsiteX0" fmla="*/ 135770 w 514180"/>
                  <a:gd name="connsiteY0" fmla="*/ 577341 h 577341"/>
                  <a:gd name="connsiteX1" fmla="*/ 0 w 514180"/>
                  <a:gd name="connsiteY1" fmla="*/ 0 h 577341"/>
                  <a:gd name="connsiteX2" fmla="*/ 514180 w 514180"/>
                  <a:gd name="connsiteY2" fmla="*/ 10891 h 577341"/>
                  <a:gd name="connsiteX3" fmla="*/ 404259 w 514180"/>
                  <a:gd name="connsiteY3" fmla="*/ 386400 h 577341"/>
                  <a:gd name="connsiteX4" fmla="*/ 135770 w 514180"/>
                  <a:gd name="connsiteY4" fmla="*/ 577341 h 577341"/>
                  <a:gd name="connsiteX0" fmla="*/ 100781 w 514180"/>
                  <a:gd name="connsiteY0" fmla="*/ 432218 h 432218"/>
                  <a:gd name="connsiteX1" fmla="*/ 0 w 514180"/>
                  <a:gd name="connsiteY1" fmla="*/ 0 h 432218"/>
                  <a:gd name="connsiteX2" fmla="*/ 514180 w 514180"/>
                  <a:gd name="connsiteY2" fmla="*/ 10891 h 432218"/>
                  <a:gd name="connsiteX3" fmla="*/ 404259 w 514180"/>
                  <a:gd name="connsiteY3" fmla="*/ 386400 h 432218"/>
                  <a:gd name="connsiteX4" fmla="*/ 100781 w 514180"/>
                  <a:gd name="connsiteY4" fmla="*/ 432218 h 432218"/>
                  <a:gd name="connsiteX0" fmla="*/ 100781 w 514180"/>
                  <a:gd name="connsiteY0" fmla="*/ 432218 h 432218"/>
                  <a:gd name="connsiteX1" fmla="*/ 0 w 514180"/>
                  <a:gd name="connsiteY1" fmla="*/ 0 h 432218"/>
                  <a:gd name="connsiteX2" fmla="*/ 514180 w 514180"/>
                  <a:gd name="connsiteY2" fmla="*/ 10891 h 432218"/>
                  <a:gd name="connsiteX3" fmla="*/ 404259 w 514180"/>
                  <a:gd name="connsiteY3" fmla="*/ 386400 h 432218"/>
                  <a:gd name="connsiteX4" fmla="*/ 100781 w 514180"/>
                  <a:gd name="connsiteY4" fmla="*/ 432218 h 432218"/>
                  <a:gd name="connsiteX0" fmla="*/ 100781 w 514180"/>
                  <a:gd name="connsiteY0" fmla="*/ 402193 h 402193"/>
                  <a:gd name="connsiteX1" fmla="*/ 0 w 514180"/>
                  <a:gd name="connsiteY1" fmla="*/ 0 h 402193"/>
                  <a:gd name="connsiteX2" fmla="*/ 514180 w 514180"/>
                  <a:gd name="connsiteY2" fmla="*/ 10891 h 402193"/>
                  <a:gd name="connsiteX3" fmla="*/ 404259 w 514180"/>
                  <a:gd name="connsiteY3" fmla="*/ 386400 h 402193"/>
                  <a:gd name="connsiteX4" fmla="*/ 100781 w 514180"/>
                  <a:gd name="connsiteY4" fmla="*/ 402193 h 4021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4180" h="402193">
                    <a:moveTo>
                      <a:pt x="100781" y="402193"/>
                    </a:moveTo>
                    <a:cubicBezTo>
                      <a:pt x="60584" y="194221"/>
                      <a:pt x="96631" y="442038"/>
                      <a:pt x="0" y="0"/>
                    </a:cubicBezTo>
                    <a:lnTo>
                      <a:pt x="514180" y="10891"/>
                    </a:lnTo>
                    <a:cubicBezTo>
                      <a:pt x="417353" y="348331"/>
                      <a:pt x="491637" y="89943"/>
                      <a:pt x="404259" y="386400"/>
                    </a:cubicBezTo>
                    <a:cubicBezTo>
                      <a:pt x="357814" y="390704"/>
                      <a:pt x="168880" y="400727"/>
                      <a:pt x="100781" y="402193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FFFFFF">
                      <a:lumMod val="95000"/>
                      <a:alpha val="55000"/>
                    </a:srgbClr>
                  </a:gs>
                  <a:gs pos="100000">
                    <a:srgbClr val="FFFFFF">
                      <a:lumMod val="75000"/>
                    </a:srgbClr>
                  </a:gs>
                </a:gsLst>
                <a:lin ang="16200000" scaled="0"/>
              </a:gradFill>
              <a:ln w="9525" cap="flat" cmpd="sng" algn="ctr">
                <a:solidFill>
                  <a:srgbClr val="FFFFFF">
                    <a:lumMod val="75000"/>
                  </a:srgbClr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507" name="Freeform 506">
                <a:extLst>
                  <a:ext uri="{FF2B5EF4-FFF2-40B4-BE49-F238E27FC236}">
                    <a16:creationId xmlns:a16="http://schemas.microsoft.com/office/drawing/2014/main" id="{2A87492E-A6B9-F244-AAD3-9ABEDBD26626}"/>
                  </a:ext>
                </a:extLst>
              </p:cNvPr>
              <p:cNvSpPr/>
              <p:nvPr/>
            </p:nvSpPr>
            <p:spPr>
              <a:xfrm>
                <a:off x="3561391" y="5433960"/>
                <a:ext cx="573725" cy="1015589"/>
              </a:xfrm>
              <a:custGeom>
                <a:avLst/>
                <a:gdLst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139870 w 1040633"/>
                  <a:gd name="connsiteY4" fmla="*/ 1191723 h 1219697"/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139870 w 1040633"/>
                  <a:gd name="connsiteY4" fmla="*/ 1191723 h 1219697"/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139870 w 1040633"/>
                  <a:gd name="connsiteY4" fmla="*/ 1191723 h 1219697"/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139870 w 1040633"/>
                  <a:gd name="connsiteY4" fmla="*/ 1191723 h 1219697"/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139870 w 1040633"/>
                  <a:gd name="connsiteY4" fmla="*/ 1191723 h 1219697"/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418712 w 1040633"/>
                  <a:gd name="connsiteY4" fmla="*/ 1189324 h 1219697"/>
                  <a:gd name="connsiteX5" fmla="*/ 139870 w 1040633"/>
                  <a:gd name="connsiteY5" fmla="*/ 1191723 h 1219697"/>
                  <a:gd name="connsiteX0" fmla="*/ 139870 w 1040633"/>
                  <a:gd name="connsiteY0" fmla="*/ 1191723 h 1355926"/>
                  <a:gd name="connsiteX1" fmla="*/ 0 w 1040633"/>
                  <a:gd name="connsiteY1" fmla="*/ 0 h 1355926"/>
                  <a:gd name="connsiteX2" fmla="*/ 1040633 w 1040633"/>
                  <a:gd name="connsiteY2" fmla="*/ 16785 h 1355926"/>
                  <a:gd name="connsiteX3" fmla="*/ 833625 w 1040633"/>
                  <a:gd name="connsiteY3" fmla="*/ 1219697 h 1355926"/>
                  <a:gd name="connsiteX4" fmla="*/ 139870 w 1040633"/>
                  <a:gd name="connsiteY4" fmla="*/ 1191723 h 1355926"/>
                  <a:gd name="connsiteX0" fmla="*/ 139870 w 1040633"/>
                  <a:gd name="connsiteY0" fmla="*/ 1191723 h 1289901"/>
                  <a:gd name="connsiteX1" fmla="*/ 0 w 1040633"/>
                  <a:gd name="connsiteY1" fmla="*/ 0 h 1289901"/>
                  <a:gd name="connsiteX2" fmla="*/ 1040633 w 1040633"/>
                  <a:gd name="connsiteY2" fmla="*/ 16785 h 1289901"/>
                  <a:gd name="connsiteX3" fmla="*/ 833625 w 1040633"/>
                  <a:gd name="connsiteY3" fmla="*/ 1219697 h 1289901"/>
                  <a:gd name="connsiteX4" fmla="*/ 139870 w 1040633"/>
                  <a:gd name="connsiteY4" fmla="*/ 1191723 h 1289901"/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139870 w 1040633"/>
                  <a:gd name="connsiteY4" fmla="*/ 1191723 h 1219697"/>
                  <a:gd name="connsiteX0" fmla="*/ 139870 w 1040633"/>
                  <a:gd name="connsiteY0" fmla="*/ 1191723 h 1191723"/>
                  <a:gd name="connsiteX1" fmla="*/ 0 w 1040633"/>
                  <a:gd name="connsiteY1" fmla="*/ 0 h 1191723"/>
                  <a:gd name="connsiteX2" fmla="*/ 1040633 w 1040633"/>
                  <a:gd name="connsiteY2" fmla="*/ 16785 h 1191723"/>
                  <a:gd name="connsiteX3" fmla="*/ 671988 w 1040633"/>
                  <a:gd name="connsiteY3" fmla="*/ 1158121 h 1191723"/>
                  <a:gd name="connsiteX4" fmla="*/ 139870 w 1040633"/>
                  <a:gd name="connsiteY4" fmla="*/ 1191723 h 1191723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778664"/>
                  <a:gd name="connsiteY0" fmla="*/ 1160935 h 1160935"/>
                  <a:gd name="connsiteX1" fmla="*/ 0 w 778664"/>
                  <a:gd name="connsiteY1" fmla="*/ 0 h 1160935"/>
                  <a:gd name="connsiteX2" fmla="*/ 778664 w 778664"/>
                  <a:gd name="connsiteY2" fmla="*/ 130682 h 1160935"/>
                  <a:gd name="connsiteX3" fmla="*/ 671988 w 778664"/>
                  <a:gd name="connsiteY3" fmla="*/ 1158121 h 1160935"/>
                  <a:gd name="connsiteX4" fmla="*/ 363082 w 778664"/>
                  <a:gd name="connsiteY4" fmla="*/ 1160935 h 1160935"/>
                  <a:gd name="connsiteX0" fmla="*/ 363082 w 778664"/>
                  <a:gd name="connsiteY0" fmla="*/ 1160935 h 1160935"/>
                  <a:gd name="connsiteX1" fmla="*/ 0 w 778664"/>
                  <a:gd name="connsiteY1" fmla="*/ 0 h 1160935"/>
                  <a:gd name="connsiteX2" fmla="*/ 778664 w 778664"/>
                  <a:gd name="connsiteY2" fmla="*/ 130682 h 1160935"/>
                  <a:gd name="connsiteX3" fmla="*/ 694768 w 778664"/>
                  <a:gd name="connsiteY3" fmla="*/ 1112562 h 1160935"/>
                  <a:gd name="connsiteX4" fmla="*/ 363082 w 778664"/>
                  <a:gd name="connsiteY4" fmla="*/ 1160935 h 1160935"/>
                  <a:gd name="connsiteX0" fmla="*/ 363082 w 778664"/>
                  <a:gd name="connsiteY0" fmla="*/ 1160935 h 1160935"/>
                  <a:gd name="connsiteX1" fmla="*/ 0 w 778664"/>
                  <a:gd name="connsiteY1" fmla="*/ 0 h 1160935"/>
                  <a:gd name="connsiteX2" fmla="*/ 778664 w 778664"/>
                  <a:gd name="connsiteY2" fmla="*/ 130682 h 1160935"/>
                  <a:gd name="connsiteX3" fmla="*/ 694768 w 778664"/>
                  <a:gd name="connsiteY3" fmla="*/ 1112562 h 1160935"/>
                  <a:gd name="connsiteX4" fmla="*/ 363082 w 778664"/>
                  <a:gd name="connsiteY4" fmla="*/ 1160935 h 1160935"/>
                  <a:gd name="connsiteX0" fmla="*/ 397252 w 778664"/>
                  <a:gd name="connsiteY0" fmla="*/ 1103987 h 1112562"/>
                  <a:gd name="connsiteX1" fmla="*/ 0 w 778664"/>
                  <a:gd name="connsiteY1" fmla="*/ 0 h 1112562"/>
                  <a:gd name="connsiteX2" fmla="*/ 778664 w 778664"/>
                  <a:gd name="connsiteY2" fmla="*/ 130682 h 1112562"/>
                  <a:gd name="connsiteX3" fmla="*/ 694768 w 778664"/>
                  <a:gd name="connsiteY3" fmla="*/ 1112562 h 1112562"/>
                  <a:gd name="connsiteX4" fmla="*/ 397252 w 778664"/>
                  <a:gd name="connsiteY4" fmla="*/ 1103987 h 1112562"/>
                  <a:gd name="connsiteX0" fmla="*/ 397252 w 778664"/>
                  <a:gd name="connsiteY0" fmla="*/ 1103987 h 1112562"/>
                  <a:gd name="connsiteX1" fmla="*/ 0 w 778664"/>
                  <a:gd name="connsiteY1" fmla="*/ 0 h 1112562"/>
                  <a:gd name="connsiteX2" fmla="*/ 778664 w 778664"/>
                  <a:gd name="connsiteY2" fmla="*/ 130682 h 1112562"/>
                  <a:gd name="connsiteX3" fmla="*/ 694768 w 778664"/>
                  <a:gd name="connsiteY3" fmla="*/ 1112562 h 1112562"/>
                  <a:gd name="connsiteX4" fmla="*/ 397252 w 778664"/>
                  <a:gd name="connsiteY4" fmla="*/ 1103987 h 1112562"/>
                  <a:gd name="connsiteX0" fmla="*/ 397252 w 778664"/>
                  <a:gd name="connsiteY0" fmla="*/ 1103987 h 1112562"/>
                  <a:gd name="connsiteX1" fmla="*/ 0 w 778664"/>
                  <a:gd name="connsiteY1" fmla="*/ 0 h 1112562"/>
                  <a:gd name="connsiteX2" fmla="*/ 778664 w 778664"/>
                  <a:gd name="connsiteY2" fmla="*/ 130682 h 1112562"/>
                  <a:gd name="connsiteX3" fmla="*/ 694768 w 778664"/>
                  <a:gd name="connsiteY3" fmla="*/ 1112562 h 1112562"/>
                  <a:gd name="connsiteX4" fmla="*/ 397252 w 778664"/>
                  <a:gd name="connsiteY4" fmla="*/ 1103987 h 1112562"/>
                  <a:gd name="connsiteX0" fmla="*/ 123893 w 505305"/>
                  <a:gd name="connsiteY0" fmla="*/ 973305 h 981880"/>
                  <a:gd name="connsiteX1" fmla="*/ 0 w 505305"/>
                  <a:gd name="connsiteY1" fmla="*/ 28773 h 981880"/>
                  <a:gd name="connsiteX2" fmla="*/ 505305 w 505305"/>
                  <a:gd name="connsiteY2" fmla="*/ 0 h 981880"/>
                  <a:gd name="connsiteX3" fmla="*/ 421409 w 505305"/>
                  <a:gd name="connsiteY3" fmla="*/ 981880 h 981880"/>
                  <a:gd name="connsiteX4" fmla="*/ 123893 w 505305"/>
                  <a:gd name="connsiteY4" fmla="*/ 973305 h 981880"/>
                  <a:gd name="connsiteX0" fmla="*/ 123893 w 505305"/>
                  <a:gd name="connsiteY0" fmla="*/ 973305 h 981880"/>
                  <a:gd name="connsiteX1" fmla="*/ 0 w 505305"/>
                  <a:gd name="connsiteY1" fmla="*/ 28773 h 981880"/>
                  <a:gd name="connsiteX2" fmla="*/ 505305 w 505305"/>
                  <a:gd name="connsiteY2" fmla="*/ 0 h 981880"/>
                  <a:gd name="connsiteX3" fmla="*/ 421409 w 505305"/>
                  <a:gd name="connsiteY3" fmla="*/ 981880 h 981880"/>
                  <a:gd name="connsiteX4" fmla="*/ 123893 w 505305"/>
                  <a:gd name="connsiteY4" fmla="*/ 973305 h 981880"/>
                  <a:gd name="connsiteX0" fmla="*/ 123893 w 505305"/>
                  <a:gd name="connsiteY0" fmla="*/ 973305 h 981880"/>
                  <a:gd name="connsiteX1" fmla="*/ 0 w 505305"/>
                  <a:gd name="connsiteY1" fmla="*/ 28773 h 981880"/>
                  <a:gd name="connsiteX2" fmla="*/ 505305 w 505305"/>
                  <a:gd name="connsiteY2" fmla="*/ 0 h 981880"/>
                  <a:gd name="connsiteX3" fmla="*/ 421409 w 505305"/>
                  <a:gd name="connsiteY3" fmla="*/ 981880 h 981880"/>
                  <a:gd name="connsiteX4" fmla="*/ 123893 w 505305"/>
                  <a:gd name="connsiteY4" fmla="*/ 973305 h 981880"/>
                  <a:gd name="connsiteX0" fmla="*/ 123893 w 505305"/>
                  <a:gd name="connsiteY0" fmla="*/ 973305 h 981880"/>
                  <a:gd name="connsiteX1" fmla="*/ 0 w 505305"/>
                  <a:gd name="connsiteY1" fmla="*/ 28773 h 981880"/>
                  <a:gd name="connsiteX2" fmla="*/ 505305 w 505305"/>
                  <a:gd name="connsiteY2" fmla="*/ 0 h 981880"/>
                  <a:gd name="connsiteX3" fmla="*/ 421409 w 505305"/>
                  <a:gd name="connsiteY3" fmla="*/ 981880 h 981880"/>
                  <a:gd name="connsiteX4" fmla="*/ 123893 w 505305"/>
                  <a:gd name="connsiteY4" fmla="*/ 973305 h 981880"/>
                  <a:gd name="connsiteX0" fmla="*/ 118198 w 499610"/>
                  <a:gd name="connsiteY0" fmla="*/ 973305 h 981880"/>
                  <a:gd name="connsiteX1" fmla="*/ 0 w 499610"/>
                  <a:gd name="connsiteY1" fmla="*/ 11688 h 981880"/>
                  <a:gd name="connsiteX2" fmla="*/ 499610 w 499610"/>
                  <a:gd name="connsiteY2" fmla="*/ 0 h 981880"/>
                  <a:gd name="connsiteX3" fmla="*/ 415714 w 499610"/>
                  <a:gd name="connsiteY3" fmla="*/ 981880 h 981880"/>
                  <a:gd name="connsiteX4" fmla="*/ 118198 w 499610"/>
                  <a:gd name="connsiteY4" fmla="*/ 973305 h 981880"/>
                  <a:gd name="connsiteX0" fmla="*/ 118198 w 499610"/>
                  <a:gd name="connsiteY0" fmla="*/ 973305 h 981880"/>
                  <a:gd name="connsiteX1" fmla="*/ 0 w 499610"/>
                  <a:gd name="connsiteY1" fmla="*/ 11688 h 981880"/>
                  <a:gd name="connsiteX2" fmla="*/ 499610 w 499610"/>
                  <a:gd name="connsiteY2" fmla="*/ 0 h 981880"/>
                  <a:gd name="connsiteX3" fmla="*/ 415714 w 499610"/>
                  <a:gd name="connsiteY3" fmla="*/ 981880 h 981880"/>
                  <a:gd name="connsiteX4" fmla="*/ 118198 w 499610"/>
                  <a:gd name="connsiteY4" fmla="*/ 973305 h 981880"/>
                  <a:gd name="connsiteX0" fmla="*/ 118198 w 499610"/>
                  <a:gd name="connsiteY0" fmla="*/ 973305 h 981880"/>
                  <a:gd name="connsiteX1" fmla="*/ 0 w 499610"/>
                  <a:gd name="connsiteY1" fmla="*/ 11688 h 981880"/>
                  <a:gd name="connsiteX2" fmla="*/ 499610 w 499610"/>
                  <a:gd name="connsiteY2" fmla="*/ 0 h 981880"/>
                  <a:gd name="connsiteX3" fmla="*/ 415714 w 499610"/>
                  <a:gd name="connsiteY3" fmla="*/ 981880 h 981880"/>
                  <a:gd name="connsiteX4" fmla="*/ 118198 w 499610"/>
                  <a:gd name="connsiteY4" fmla="*/ 973305 h 981880"/>
                  <a:gd name="connsiteX0" fmla="*/ 118198 w 499610"/>
                  <a:gd name="connsiteY0" fmla="*/ 973305 h 981880"/>
                  <a:gd name="connsiteX1" fmla="*/ 0 w 499610"/>
                  <a:gd name="connsiteY1" fmla="*/ 11688 h 981880"/>
                  <a:gd name="connsiteX2" fmla="*/ 499610 w 499610"/>
                  <a:gd name="connsiteY2" fmla="*/ 0 h 981880"/>
                  <a:gd name="connsiteX3" fmla="*/ 415714 w 499610"/>
                  <a:gd name="connsiteY3" fmla="*/ 981880 h 981880"/>
                  <a:gd name="connsiteX4" fmla="*/ 118198 w 499610"/>
                  <a:gd name="connsiteY4" fmla="*/ 973305 h 981880"/>
                  <a:gd name="connsiteX0" fmla="*/ 118198 w 499610"/>
                  <a:gd name="connsiteY0" fmla="*/ 973305 h 981880"/>
                  <a:gd name="connsiteX1" fmla="*/ 0 w 499610"/>
                  <a:gd name="connsiteY1" fmla="*/ 11688 h 981880"/>
                  <a:gd name="connsiteX2" fmla="*/ 499610 w 499610"/>
                  <a:gd name="connsiteY2" fmla="*/ 0 h 981880"/>
                  <a:gd name="connsiteX3" fmla="*/ 415714 w 499610"/>
                  <a:gd name="connsiteY3" fmla="*/ 981880 h 981880"/>
                  <a:gd name="connsiteX4" fmla="*/ 118198 w 499610"/>
                  <a:gd name="connsiteY4" fmla="*/ 973305 h 981880"/>
                  <a:gd name="connsiteX0" fmla="*/ 118198 w 499610"/>
                  <a:gd name="connsiteY0" fmla="*/ 973305 h 976186"/>
                  <a:gd name="connsiteX1" fmla="*/ 0 w 499610"/>
                  <a:gd name="connsiteY1" fmla="*/ 11688 h 976186"/>
                  <a:gd name="connsiteX2" fmla="*/ 499610 w 499610"/>
                  <a:gd name="connsiteY2" fmla="*/ 0 h 976186"/>
                  <a:gd name="connsiteX3" fmla="*/ 273339 w 499610"/>
                  <a:gd name="connsiteY3" fmla="*/ 976186 h 976186"/>
                  <a:gd name="connsiteX4" fmla="*/ 118198 w 499610"/>
                  <a:gd name="connsiteY4" fmla="*/ 973305 h 976186"/>
                  <a:gd name="connsiteX0" fmla="*/ 118198 w 499610"/>
                  <a:gd name="connsiteY0" fmla="*/ 973305 h 976186"/>
                  <a:gd name="connsiteX1" fmla="*/ 0 w 499610"/>
                  <a:gd name="connsiteY1" fmla="*/ 11688 h 976186"/>
                  <a:gd name="connsiteX2" fmla="*/ 499610 w 499610"/>
                  <a:gd name="connsiteY2" fmla="*/ 0 h 976186"/>
                  <a:gd name="connsiteX3" fmla="*/ 273339 w 499610"/>
                  <a:gd name="connsiteY3" fmla="*/ 976186 h 976186"/>
                  <a:gd name="connsiteX4" fmla="*/ 118198 w 499610"/>
                  <a:gd name="connsiteY4" fmla="*/ 973305 h 976186"/>
                  <a:gd name="connsiteX0" fmla="*/ 197928 w 499610"/>
                  <a:gd name="connsiteY0" fmla="*/ 973305 h 976186"/>
                  <a:gd name="connsiteX1" fmla="*/ 0 w 499610"/>
                  <a:gd name="connsiteY1" fmla="*/ 11688 h 976186"/>
                  <a:gd name="connsiteX2" fmla="*/ 499610 w 499610"/>
                  <a:gd name="connsiteY2" fmla="*/ 0 h 976186"/>
                  <a:gd name="connsiteX3" fmla="*/ 273339 w 499610"/>
                  <a:gd name="connsiteY3" fmla="*/ 976186 h 976186"/>
                  <a:gd name="connsiteX4" fmla="*/ 197928 w 499610"/>
                  <a:gd name="connsiteY4" fmla="*/ 973305 h 976186"/>
                  <a:gd name="connsiteX0" fmla="*/ 197928 w 499610"/>
                  <a:gd name="connsiteY0" fmla="*/ 973305 h 976186"/>
                  <a:gd name="connsiteX1" fmla="*/ 0 w 499610"/>
                  <a:gd name="connsiteY1" fmla="*/ 11688 h 976186"/>
                  <a:gd name="connsiteX2" fmla="*/ 499610 w 499610"/>
                  <a:gd name="connsiteY2" fmla="*/ 0 h 976186"/>
                  <a:gd name="connsiteX3" fmla="*/ 273339 w 499610"/>
                  <a:gd name="connsiteY3" fmla="*/ 976186 h 976186"/>
                  <a:gd name="connsiteX4" fmla="*/ 197928 w 499610"/>
                  <a:gd name="connsiteY4" fmla="*/ 973305 h 976186"/>
                  <a:gd name="connsiteX0" fmla="*/ 197928 w 499610"/>
                  <a:gd name="connsiteY0" fmla="*/ 973305 h 976186"/>
                  <a:gd name="connsiteX1" fmla="*/ 0 w 499610"/>
                  <a:gd name="connsiteY1" fmla="*/ 11688 h 976186"/>
                  <a:gd name="connsiteX2" fmla="*/ 499610 w 499610"/>
                  <a:gd name="connsiteY2" fmla="*/ 0 h 976186"/>
                  <a:gd name="connsiteX3" fmla="*/ 273339 w 499610"/>
                  <a:gd name="connsiteY3" fmla="*/ 976186 h 976186"/>
                  <a:gd name="connsiteX4" fmla="*/ 197928 w 499610"/>
                  <a:gd name="connsiteY4" fmla="*/ 973305 h 976186"/>
                  <a:gd name="connsiteX0" fmla="*/ 197928 w 499610"/>
                  <a:gd name="connsiteY0" fmla="*/ 973305 h 976186"/>
                  <a:gd name="connsiteX1" fmla="*/ 0 w 499610"/>
                  <a:gd name="connsiteY1" fmla="*/ 11688 h 976186"/>
                  <a:gd name="connsiteX2" fmla="*/ 499610 w 499610"/>
                  <a:gd name="connsiteY2" fmla="*/ 0 h 976186"/>
                  <a:gd name="connsiteX3" fmla="*/ 273339 w 499610"/>
                  <a:gd name="connsiteY3" fmla="*/ 976186 h 976186"/>
                  <a:gd name="connsiteX4" fmla="*/ 197928 w 499610"/>
                  <a:gd name="connsiteY4" fmla="*/ 973305 h 976186"/>
                  <a:gd name="connsiteX0" fmla="*/ 197928 w 621064"/>
                  <a:gd name="connsiteY0" fmla="*/ 973305 h 973305"/>
                  <a:gd name="connsiteX1" fmla="*/ 0 w 621064"/>
                  <a:gd name="connsiteY1" fmla="*/ 11688 h 973305"/>
                  <a:gd name="connsiteX2" fmla="*/ 499610 w 621064"/>
                  <a:gd name="connsiteY2" fmla="*/ 0 h 973305"/>
                  <a:gd name="connsiteX3" fmla="*/ 558839 w 621064"/>
                  <a:gd name="connsiteY3" fmla="*/ 754682 h 973305"/>
                  <a:gd name="connsiteX4" fmla="*/ 197928 w 621064"/>
                  <a:gd name="connsiteY4" fmla="*/ 973305 h 973305"/>
                  <a:gd name="connsiteX0" fmla="*/ 197928 w 558839"/>
                  <a:gd name="connsiteY0" fmla="*/ 973305 h 973305"/>
                  <a:gd name="connsiteX1" fmla="*/ 0 w 558839"/>
                  <a:gd name="connsiteY1" fmla="*/ 11688 h 973305"/>
                  <a:gd name="connsiteX2" fmla="*/ 499610 w 558839"/>
                  <a:gd name="connsiteY2" fmla="*/ 0 h 973305"/>
                  <a:gd name="connsiteX3" fmla="*/ 558839 w 558839"/>
                  <a:gd name="connsiteY3" fmla="*/ 754682 h 973305"/>
                  <a:gd name="connsiteX4" fmla="*/ 197928 w 558839"/>
                  <a:gd name="connsiteY4" fmla="*/ 973305 h 973305"/>
                  <a:gd name="connsiteX0" fmla="*/ 197928 w 558839"/>
                  <a:gd name="connsiteY0" fmla="*/ 973305 h 973305"/>
                  <a:gd name="connsiteX1" fmla="*/ 0 w 558839"/>
                  <a:gd name="connsiteY1" fmla="*/ 11688 h 973305"/>
                  <a:gd name="connsiteX2" fmla="*/ 499610 w 558839"/>
                  <a:gd name="connsiteY2" fmla="*/ 0 h 973305"/>
                  <a:gd name="connsiteX3" fmla="*/ 558839 w 558839"/>
                  <a:gd name="connsiteY3" fmla="*/ 754682 h 973305"/>
                  <a:gd name="connsiteX4" fmla="*/ 197928 w 558839"/>
                  <a:gd name="connsiteY4" fmla="*/ 973305 h 973305"/>
                  <a:gd name="connsiteX0" fmla="*/ 370213 w 558839"/>
                  <a:gd name="connsiteY0" fmla="*/ 796102 h 796102"/>
                  <a:gd name="connsiteX1" fmla="*/ 0 w 558839"/>
                  <a:gd name="connsiteY1" fmla="*/ 11688 h 796102"/>
                  <a:gd name="connsiteX2" fmla="*/ 499610 w 558839"/>
                  <a:gd name="connsiteY2" fmla="*/ 0 h 796102"/>
                  <a:gd name="connsiteX3" fmla="*/ 558839 w 558839"/>
                  <a:gd name="connsiteY3" fmla="*/ 754682 h 796102"/>
                  <a:gd name="connsiteX4" fmla="*/ 370213 w 558839"/>
                  <a:gd name="connsiteY4" fmla="*/ 796102 h 796102"/>
                  <a:gd name="connsiteX0" fmla="*/ 370213 w 558839"/>
                  <a:gd name="connsiteY0" fmla="*/ 796102 h 796102"/>
                  <a:gd name="connsiteX1" fmla="*/ 0 w 558839"/>
                  <a:gd name="connsiteY1" fmla="*/ 11688 h 796102"/>
                  <a:gd name="connsiteX2" fmla="*/ 499610 w 558839"/>
                  <a:gd name="connsiteY2" fmla="*/ 0 h 796102"/>
                  <a:gd name="connsiteX3" fmla="*/ 558839 w 558839"/>
                  <a:gd name="connsiteY3" fmla="*/ 754682 h 796102"/>
                  <a:gd name="connsiteX4" fmla="*/ 370213 w 558839"/>
                  <a:gd name="connsiteY4" fmla="*/ 796102 h 796102"/>
                  <a:gd name="connsiteX0" fmla="*/ 370213 w 558839"/>
                  <a:gd name="connsiteY0" fmla="*/ 796102 h 796102"/>
                  <a:gd name="connsiteX1" fmla="*/ 0 w 558839"/>
                  <a:gd name="connsiteY1" fmla="*/ 11688 h 796102"/>
                  <a:gd name="connsiteX2" fmla="*/ 499610 w 558839"/>
                  <a:gd name="connsiteY2" fmla="*/ 0 h 796102"/>
                  <a:gd name="connsiteX3" fmla="*/ 558839 w 558839"/>
                  <a:gd name="connsiteY3" fmla="*/ 754682 h 796102"/>
                  <a:gd name="connsiteX4" fmla="*/ 370213 w 558839"/>
                  <a:gd name="connsiteY4" fmla="*/ 796102 h 796102"/>
                  <a:gd name="connsiteX0" fmla="*/ 370213 w 558839"/>
                  <a:gd name="connsiteY0" fmla="*/ 1315828 h 1315828"/>
                  <a:gd name="connsiteX1" fmla="*/ 0 w 558839"/>
                  <a:gd name="connsiteY1" fmla="*/ 531414 h 1315828"/>
                  <a:gd name="connsiteX2" fmla="*/ 506930 w 558839"/>
                  <a:gd name="connsiteY2" fmla="*/ 0 h 1315828"/>
                  <a:gd name="connsiteX3" fmla="*/ 558839 w 558839"/>
                  <a:gd name="connsiteY3" fmla="*/ 1274408 h 1315828"/>
                  <a:gd name="connsiteX4" fmla="*/ 370213 w 558839"/>
                  <a:gd name="connsiteY4" fmla="*/ 1315828 h 1315828"/>
                  <a:gd name="connsiteX0" fmla="*/ 384853 w 573479"/>
                  <a:gd name="connsiteY0" fmla="*/ 1326654 h 1326654"/>
                  <a:gd name="connsiteX1" fmla="*/ 0 w 573479"/>
                  <a:gd name="connsiteY1" fmla="*/ 554 h 1326654"/>
                  <a:gd name="connsiteX2" fmla="*/ 521570 w 573479"/>
                  <a:gd name="connsiteY2" fmla="*/ 10826 h 1326654"/>
                  <a:gd name="connsiteX3" fmla="*/ 573479 w 573479"/>
                  <a:gd name="connsiteY3" fmla="*/ 1285234 h 1326654"/>
                  <a:gd name="connsiteX4" fmla="*/ 384853 w 573479"/>
                  <a:gd name="connsiteY4" fmla="*/ 1326654 h 1326654"/>
                  <a:gd name="connsiteX0" fmla="*/ 384853 w 573479"/>
                  <a:gd name="connsiteY0" fmla="*/ 1326654 h 1326654"/>
                  <a:gd name="connsiteX1" fmla="*/ 0 w 573479"/>
                  <a:gd name="connsiteY1" fmla="*/ 554 h 1326654"/>
                  <a:gd name="connsiteX2" fmla="*/ 521570 w 573479"/>
                  <a:gd name="connsiteY2" fmla="*/ 10826 h 1326654"/>
                  <a:gd name="connsiteX3" fmla="*/ 573479 w 573479"/>
                  <a:gd name="connsiteY3" fmla="*/ 1285234 h 1326654"/>
                  <a:gd name="connsiteX4" fmla="*/ 384853 w 573479"/>
                  <a:gd name="connsiteY4" fmla="*/ 1326654 h 1326654"/>
                  <a:gd name="connsiteX0" fmla="*/ 384853 w 573479"/>
                  <a:gd name="connsiteY0" fmla="*/ 1326654 h 1326654"/>
                  <a:gd name="connsiteX1" fmla="*/ 0 w 573479"/>
                  <a:gd name="connsiteY1" fmla="*/ 554 h 1326654"/>
                  <a:gd name="connsiteX2" fmla="*/ 521570 w 573479"/>
                  <a:gd name="connsiteY2" fmla="*/ 10826 h 1326654"/>
                  <a:gd name="connsiteX3" fmla="*/ 573479 w 573479"/>
                  <a:gd name="connsiteY3" fmla="*/ 1285234 h 1326654"/>
                  <a:gd name="connsiteX4" fmla="*/ 384853 w 573479"/>
                  <a:gd name="connsiteY4" fmla="*/ 1326654 h 1326654"/>
                  <a:gd name="connsiteX0" fmla="*/ 384853 w 573479"/>
                  <a:gd name="connsiteY0" fmla="*/ 1326654 h 1326654"/>
                  <a:gd name="connsiteX1" fmla="*/ 0 w 573479"/>
                  <a:gd name="connsiteY1" fmla="*/ 554 h 1326654"/>
                  <a:gd name="connsiteX2" fmla="*/ 521570 w 573479"/>
                  <a:gd name="connsiteY2" fmla="*/ 10826 h 1326654"/>
                  <a:gd name="connsiteX3" fmla="*/ 573479 w 573479"/>
                  <a:gd name="connsiteY3" fmla="*/ 1285234 h 1326654"/>
                  <a:gd name="connsiteX4" fmla="*/ 384853 w 573479"/>
                  <a:gd name="connsiteY4" fmla="*/ 1326654 h 1326654"/>
                  <a:gd name="connsiteX0" fmla="*/ 384853 w 573479"/>
                  <a:gd name="connsiteY0" fmla="*/ 1326654 h 1326654"/>
                  <a:gd name="connsiteX1" fmla="*/ 0 w 573479"/>
                  <a:gd name="connsiteY1" fmla="*/ 554 h 1326654"/>
                  <a:gd name="connsiteX2" fmla="*/ 521570 w 573479"/>
                  <a:gd name="connsiteY2" fmla="*/ 10826 h 1326654"/>
                  <a:gd name="connsiteX3" fmla="*/ 573479 w 573479"/>
                  <a:gd name="connsiteY3" fmla="*/ 1285234 h 1326654"/>
                  <a:gd name="connsiteX4" fmla="*/ 384853 w 573479"/>
                  <a:gd name="connsiteY4" fmla="*/ 1326654 h 1326654"/>
                  <a:gd name="connsiteX0" fmla="*/ 384853 w 573479"/>
                  <a:gd name="connsiteY0" fmla="*/ 1326654 h 1326654"/>
                  <a:gd name="connsiteX1" fmla="*/ 0 w 573479"/>
                  <a:gd name="connsiteY1" fmla="*/ 554 h 1326654"/>
                  <a:gd name="connsiteX2" fmla="*/ 521570 w 573479"/>
                  <a:gd name="connsiteY2" fmla="*/ 10826 h 1326654"/>
                  <a:gd name="connsiteX3" fmla="*/ 573479 w 573479"/>
                  <a:gd name="connsiteY3" fmla="*/ 1285234 h 1326654"/>
                  <a:gd name="connsiteX4" fmla="*/ 384853 w 573479"/>
                  <a:gd name="connsiteY4" fmla="*/ 1326654 h 1326654"/>
                  <a:gd name="connsiteX0" fmla="*/ 384853 w 588119"/>
                  <a:gd name="connsiteY0" fmla="*/ 1326654 h 1326654"/>
                  <a:gd name="connsiteX1" fmla="*/ 0 w 588119"/>
                  <a:gd name="connsiteY1" fmla="*/ 554 h 1326654"/>
                  <a:gd name="connsiteX2" fmla="*/ 521570 w 588119"/>
                  <a:gd name="connsiteY2" fmla="*/ 10826 h 1326654"/>
                  <a:gd name="connsiteX3" fmla="*/ 588119 w 588119"/>
                  <a:gd name="connsiteY3" fmla="*/ 1321835 h 1326654"/>
                  <a:gd name="connsiteX4" fmla="*/ 384853 w 588119"/>
                  <a:gd name="connsiteY4" fmla="*/ 1326654 h 1326654"/>
                  <a:gd name="connsiteX0" fmla="*/ 384853 w 588119"/>
                  <a:gd name="connsiteY0" fmla="*/ 1326654 h 1326654"/>
                  <a:gd name="connsiteX1" fmla="*/ 0 w 588119"/>
                  <a:gd name="connsiteY1" fmla="*/ 554 h 1326654"/>
                  <a:gd name="connsiteX2" fmla="*/ 521570 w 588119"/>
                  <a:gd name="connsiteY2" fmla="*/ 10826 h 1326654"/>
                  <a:gd name="connsiteX3" fmla="*/ 588119 w 588119"/>
                  <a:gd name="connsiteY3" fmla="*/ 1321835 h 1326654"/>
                  <a:gd name="connsiteX4" fmla="*/ 384853 w 588119"/>
                  <a:gd name="connsiteY4" fmla="*/ 1326654 h 1326654"/>
                  <a:gd name="connsiteX0" fmla="*/ 384853 w 588119"/>
                  <a:gd name="connsiteY0" fmla="*/ 1326148 h 1326148"/>
                  <a:gd name="connsiteX1" fmla="*/ 0 w 588119"/>
                  <a:gd name="connsiteY1" fmla="*/ 48 h 1326148"/>
                  <a:gd name="connsiteX2" fmla="*/ 521570 w 588119"/>
                  <a:gd name="connsiteY2" fmla="*/ 228243 h 1326148"/>
                  <a:gd name="connsiteX3" fmla="*/ 588119 w 588119"/>
                  <a:gd name="connsiteY3" fmla="*/ 1321329 h 1326148"/>
                  <a:gd name="connsiteX4" fmla="*/ 384853 w 588119"/>
                  <a:gd name="connsiteY4" fmla="*/ 1326148 h 1326148"/>
                  <a:gd name="connsiteX0" fmla="*/ 384853 w 588119"/>
                  <a:gd name="connsiteY0" fmla="*/ 1326148 h 1326148"/>
                  <a:gd name="connsiteX1" fmla="*/ 0 w 588119"/>
                  <a:gd name="connsiteY1" fmla="*/ 48 h 1326148"/>
                  <a:gd name="connsiteX2" fmla="*/ 521570 w 588119"/>
                  <a:gd name="connsiteY2" fmla="*/ 228243 h 1326148"/>
                  <a:gd name="connsiteX3" fmla="*/ 588119 w 588119"/>
                  <a:gd name="connsiteY3" fmla="*/ 1321329 h 1326148"/>
                  <a:gd name="connsiteX4" fmla="*/ 384853 w 588119"/>
                  <a:gd name="connsiteY4" fmla="*/ 1326148 h 1326148"/>
                  <a:gd name="connsiteX0" fmla="*/ 384853 w 588119"/>
                  <a:gd name="connsiteY0" fmla="*/ 1326148 h 1326148"/>
                  <a:gd name="connsiteX1" fmla="*/ 0 w 588119"/>
                  <a:gd name="connsiteY1" fmla="*/ 48 h 1326148"/>
                  <a:gd name="connsiteX2" fmla="*/ 521570 w 588119"/>
                  <a:gd name="connsiteY2" fmla="*/ 228243 h 1326148"/>
                  <a:gd name="connsiteX3" fmla="*/ 588119 w 588119"/>
                  <a:gd name="connsiteY3" fmla="*/ 1321329 h 1326148"/>
                  <a:gd name="connsiteX4" fmla="*/ 384853 w 588119"/>
                  <a:gd name="connsiteY4" fmla="*/ 1326148 h 1326148"/>
                  <a:gd name="connsiteX0" fmla="*/ 366066 w 569332"/>
                  <a:gd name="connsiteY0" fmla="*/ 1097905 h 1097905"/>
                  <a:gd name="connsiteX1" fmla="*/ 0 w 569332"/>
                  <a:gd name="connsiteY1" fmla="*/ 4757 h 1097905"/>
                  <a:gd name="connsiteX2" fmla="*/ 502783 w 569332"/>
                  <a:gd name="connsiteY2" fmla="*/ 0 h 1097905"/>
                  <a:gd name="connsiteX3" fmla="*/ 569332 w 569332"/>
                  <a:gd name="connsiteY3" fmla="*/ 1093086 h 1097905"/>
                  <a:gd name="connsiteX4" fmla="*/ 366066 w 569332"/>
                  <a:gd name="connsiteY4" fmla="*/ 1097905 h 1097905"/>
                  <a:gd name="connsiteX0" fmla="*/ 366066 w 569332"/>
                  <a:gd name="connsiteY0" fmla="*/ 1097905 h 1097905"/>
                  <a:gd name="connsiteX1" fmla="*/ 0 w 569332"/>
                  <a:gd name="connsiteY1" fmla="*/ 4757 h 1097905"/>
                  <a:gd name="connsiteX2" fmla="*/ 502783 w 569332"/>
                  <a:gd name="connsiteY2" fmla="*/ 0 h 1097905"/>
                  <a:gd name="connsiteX3" fmla="*/ 569332 w 569332"/>
                  <a:gd name="connsiteY3" fmla="*/ 1093086 h 1097905"/>
                  <a:gd name="connsiteX4" fmla="*/ 366066 w 569332"/>
                  <a:gd name="connsiteY4" fmla="*/ 1097905 h 1097905"/>
                  <a:gd name="connsiteX0" fmla="*/ 366066 w 569332"/>
                  <a:gd name="connsiteY0" fmla="*/ 1097905 h 1097905"/>
                  <a:gd name="connsiteX1" fmla="*/ 0 w 569332"/>
                  <a:gd name="connsiteY1" fmla="*/ 4757 h 1097905"/>
                  <a:gd name="connsiteX2" fmla="*/ 502783 w 569332"/>
                  <a:gd name="connsiteY2" fmla="*/ 0 h 1097905"/>
                  <a:gd name="connsiteX3" fmla="*/ 569332 w 569332"/>
                  <a:gd name="connsiteY3" fmla="*/ 1093086 h 1097905"/>
                  <a:gd name="connsiteX4" fmla="*/ 366066 w 569332"/>
                  <a:gd name="connsiteY4" fmla="*/ 1097905 h 1097905"/>
                  <a:gd name="connsiteX0" fmla="*/ 366066 w 594113"/>
                  <a:gd name="connsiteY0" fmla="*/ 1097905 h 1179971"/>
                  <a:gd name="connsiteX1" fmla="*/ 0 w 594113"/>
                  <a:gd name="connsiteY1" fmla="*/ 4757 h 1179971"/>
                  <a:gd name="connsiteX2" fmla="*/ 502783 w 594113"/>
                  <a:gd name="connsiteY2" fmla="*/ 0 h 1179971"/>
                  <a:gd name="connsiteX3" fmla="*/ 594113 w 594113"/>
                  <a:gd name="connsiteY3" fmla="*/ 1179818 h 1179971"/>
                  <a:gd name="connsiteX4" fmla="*/ 366066 w 594113"/>
                  <a:gd name="connsiteY4" fmla="*/ 1097905 h 1179971"/>
                  <a:gd name="connsiteX0" fmla="*/ 403236 w 594113"/>
                  <a:gd name="connsiteY0" fmla="*/ 1215612 h 1215612"/>
                  <a:gd name="connsiteX1" fmla="*/ 0 w 594113"/>
                  <a:gd name="connsiteY1" fmla="*/ 4757 h 1215612"/>
                  <a:gd name="connsiteX2" fmla="*/ 502783 w 594113"/>
                  <a:gd name="connsiteY2" fmla="*/ 0 h 1215612"/>
                  <a:gd name="connsiteX3" fmla="*/ 594113 w 594113"/>
                  <a:gd name="connsiteY3" fmla="*/ 1179818 h 1215612"/>
                  <a:gd name="connsiteX4" fmla="*/ 403236 w 594113"/>
                  <a:gd name="connsiteY4" fmla="*/ 1215612 h 1215612"/>
                  <a:gd name="connsiteX0" fmla="*/ 403236 w 574100"/>
                  <a:gd name="connsiteY0" fmla="*/ 1215612 h 1215612"/>
                  <a:gd name="connsiteX1" fmla="*/ 0 w 574100"/>
                  <a:gd name="connsiteY1" fmla="*/ 4757 h 1215612"/>
                  <a:gd name="connsiteX2" fmla="*/ 502783 w 574100"/>
                  <a:gd name="connsiteY2" fmla="*/ 0 h 1215612"/>
                  <a:gd name="connsiteX3" fmla="*/ 574100 w 574100"/>
                  <a:gd name="connsiteY3" fmla="*/ 1014877 h 1215612"/>
                  <a:gd name="connsiteX4" fmla="*/ 403236 w 574100"/>
                  <a:gd name="connsiteY4" fmla="*/ 1215612 h 1215612"/>
                  <a:gd name="connsiteX0" fmla="*/ 333190 w 574100"/>
                  <a:gd name="connsiteY0" fmla="*/ 985695 h 1015244"/>
                  <a:gd name="connsiteX1" fmla="*/ 0 w 574100"/>
                  <a:gd name="connsiteY1" fmla="*/ 4757 h 1015244"/>
                  <a:gd name="connsiteX2" fmla="*/ 502783 w 574100"/>
                  <a:gd name="connsiteY2" fmla="*/ 0 h 1015244"/>
                  <a:gd name="connsiteX3" fmla="*/ 574100 w 574100"/>
                  <a:gd name="connsiteY3" fmla="*/ 1014877 h 1015244"/>
                  <a:gd name="connsiteX4" fmla="*/ 333190 w 574100"/>
                  <a:gd name="connsiteY4" fmla="*/ 985695 h 10152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74100" h="1015244">
                    <a:moveTo>
                      <a:pt x="333190" y="985695"/>
                    </a:moveTo>
                    <a:cubicBezTo>
                      <a:pt x="153901" y="433090"/>
                      <a:pt x="295574" y="908506"/>
                      <a:pt x="0" y="4757"/>
                    </a:cubicBezTo>
                    <a:cubicBezTo>
                      <a:pt x="166537" y="861"/>
                      <a:pt x="336246" y="3896"/>
                      <a:pt x="502783" y="0"/>
                    </a:cubicBezTo>
                    <a:cubicBezTo>
                      <a:pt x="555943" y="995541"/>
                      <a:pt x="537473" y="350120"/>
                      <a:pt x="574100" y="1014877"/>
                    </a:cubicBezTo>
                    <a:cubicBezTo>
                      <a:pt x="476415" y="1019182"/>
                      <a:pt x="529388" y="984229"/>
                      <a:pt x="333190" y="985695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FFFFFF">
                      <a:lumMod val="95000"/>
                      <a:alpha val="55000"/>
                    </a:srgbClr>
                  </a:gs>
                  <a:gs pos="100000">
                    <a:srgbClr val="FFFFFF">
                      <a:lumMod val="75000"/>
                    </a:srgbClr>
                  </a:gs>
                </a:gsLst>
                <a:lin ang="16200000" scaled="0"/>
              </a:gradFill>
              <a:ln w="9525" cap="flat" cmpd="sng" algn="ctr">
                <a:solidFill>
                  <a:srgbClr val="FFFFFF">
                    <a:lumMod val="75000"/>
                  </a:srgbClr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grpSp>
            <p:nvGrpSpPr>
              <p:cNvPr id="508" name="Group 507">
                <a:extLst>
                  <a:ext uri="{FF2B5EF4-FFF2-40B4-BE49-F238E27FC236}">
                    <a16:creationId xmlns:a16="http://schemas.microsoft.com/office/drawing/2014/main" id="{8FC16B8F-6700-054C-A170-9BD03044165E}"/>
                  </a:ext>
                </a:extLst>
              </p:cNvPr>
              <p:cNvGrpSpPr/>
              <p:nvPr/>
            </p:nvGrpSpPr>
            <p:grpSpPr>
              <a:xfrm>
                <a:off x="1856416" y="3709935"/>
                <a:ext cx="1049338" cy="1739900"/>
                <a:chOff x="1856416" y="3709935"/>
                <a:chExt cx="1049338" cy="1739900"/>
              </a:xfrm>
            </p:grpSpPr>
            <p:sp>
              <p:nvSpPr>
                <p:cNvPr id="593" name="Rectangle 592">
                  <a:extLst>
                    <a:ext uri="{FF2B5EF4-FFF2-40B4-BE49-F238E27FC236}">
                      <a16:creationId xmlns:a16="http://schemas.microsoft.com/office/drawing/2014/main" id="{2BEE1A12-C335-1D4D-91C9-FEB6C1040ED7}"/>
                    </a:ext>
                  </a:extLst>
                </p:cNvPr>
                <p:cNvSpPr/>
                <p:nvPr/>
              </p:nvSpPr>
              <p:spPr bwMode="auto">
                <a:xfrm rot="10800000">
                  <a:off x="1867529" y="3957585"/>
                  <a:ext cx="1027112" cy="611090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  <a:alpha val="62000"/>
                      </a:srgbClr>
                    </a:gs>
                    <a:gs pos="54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FFFFFF"/>
                    </a:gs>
                  </a:gsLst>
                  <a:lin ang="16200000" scaled="0"/>
                </a:gra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grpSp>
              <p:nvGrpSpPr>
                <p:cNvPr id="594" name="Group 498">
                  <a:extLst>
                    <a:ext uri="{FF2B5EF4-FFF2-40B4-BE49-F238E27FC236}">
                      <a16:creationId xmlns:a16="http://schemas.microsoft.com/office/drawing/2014/main" id="{BEFE5E65-2A61-044F-9B93-9366C8CED226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858805" y="5088863"/>
                  <a:ext cx="1035373" cy="360972"/>
                  <a:chOff x="4128636" y="3606589"/>
                  <a:chExt cx="568145" cy="338667"/>
                </a:xfrm>
              </p:grpSpPr>
              <p:sp>
                <p:nvSpPr>
                  <p:cNvPr id="608" name="Oval 607">
                    <a:extLst>
                      <a:ext uri="{FF2B5EF4-FFF2-40B4-BE49-F238E27FC236}">
                        <a16:creationId xmlns:a16="http://schemas.microsoft.com/office/drawing/2014/main" id="{7AF13E97-5B0D-914A-8801-F1496B880FB8}"/>
                      </a:ext>
                    </a:extLst>
                  </p:cNvPr>
                  <p:cNvSpPr/>
                  <p:nvPr/>
                </p:nvSpPr>
                <p:spPr>
                  <a:xfrm>
                    <a:off x="4129067" y="3720356"/>
                    <a:ext cx="567968" cy="224900"/>
                  </a:xfrm>
                  <a:prstGeom prst="ellipse">
                    <a:avLst/>
                  </a:prstGeom>
                  <a:solidFill>
                    <a:srgbClr val="3333CC">
                      <a:lumMod val="75000"/>
                    </a:srgbClr>
                  </a:solidFill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09" name="Rectangle 608">
                    <a:extLst>
                      <a:ext uri="{FF2B5EF4-FFF2-40B4-BE49-F238E27FC236}">
                        <a16:creationId xmlns:a16="http://schemas.microsoft.com/office/drawing/2014/main" id="{98B014A3-18C1-6B43-897A-C8439EAF148C}"/>
                      </a:ext>
                    </a:extLst>
                  </p:cNvPr>
                  <p:cNvSpPr/>
                  <p:nvPr/>
                </p:nvSpPr>
                <p:spPr>
                  <a:xfrm>
                    <a:off x="4129067" y="3720356"/>
                    <a:ext cx="567968" cy="111705"/>
                  </a:xfrm>
                  <a:prstGeom prst="rect">
                    <a:avLst/>
                  </a:pr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10" name="Oval 609">
                    <a:extLst>
                      <a:ext uri="{FF2B5EF4-FFF2-40B4-BE49-F238E27FC236}">
                        <a16:creationId xmlns:a16="http://schemas.microsoft.com/office/drawing/2014/main" id="{B004449A-6A4A-9C42-BE72-A9DF2160EC37}"/>
                      </a:ext>
                    </a:extLst>
                  </p:cNvPr>
                  <p:cNvSpPr/>
                  <p:nvPr/>
                </p:nvSpPr>
                <p:spPr>
                  <a:xfrm>
                    <a:off x="4129067" y="3607161"/>
                    <a:ext cx="567968" cy="224900"/>
                  </a:xfrm>
                  <a:prstGeom prst="ellipse">
                    <a:avLst/>
                  </a:prstGeom>
                  <a:solidFill>
                    <a:srgbClr val="3333CC">
                      <a:lumMod val="60000"/>
                      <a:lumOff val="40000"/>
                      <a:alpha val="70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cxnSp>
                <p:nvCxnSpPr>
                  <p:cNvPr id="611" name="Straight Connector 610">
                    <a:extLst>
                      <a:ext uri="{FF2B5EF4-FFF2-40B4-BE49-F238E27FC236}">
                        <a16:creationId xmlns:a16="http://schemas.microsoft.com/office/drawing/2014/main" id="{50B68D52-14FC-3D41-B18D-DACFF1DCDFC5}"/>
                      </a:ext>
                    </a:extLst>
                  </p:cNvPr>
                  <p:cNvCxnSpPr/>
                  <p:nvPr/>
                </p:nvCxnSpPr>
                <p:spPr>
                  <a:xfrm>
                    <a:off x="4697035" y="3720356"/>
                    <a:ext cx="0" cy="111705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612" name="Straight Connector 611">
                    <a:extLst>
                      <a:ext uri="{FF2B5EF4-FFF2-40B4-BE49-F238E27FC236}">
                        <a16:creationId xmlns:a16="http://schemas.microsoft.com/office/drawing/2014/main" id="{5822DF61-F7C6-3746-AA39-123010E3C5F3}"/>
                      </a:ext>
                    </a:extLst>
                  </p:cNvPr>
                  <p:cNvCxnSpPr/>
                  <p:nvPr/>
                </p:nvCxnSpPr>
                <p:spPr>
                  <a:xfrm>
                    <a:off x="4129067" y="3720356"/>
                    <a:ext cx="0" cy="111705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595" name="Rectangle 594">
                  <a:extLst>
                    <a:ext uri="{FF2B5EF4-FFF2-40B4-BE49-F238E27FC236}">
                      <a16:creationId xmlns:a16="http://schemas.microsoft.com/office/drawing/2014/main" id="{5D920E34-9691-2C4D-AEA7-7E0C7835E894}"/>
                    </a:ext>
                  </a:extLst>
                </p:cNvPr>
                <p:cNvSpPr/>
                <p:nvPr/>
              </p:nvSpPr>
              <p:spPr bwMode="auto">
                <a:xfrm>
                  <a:off x="1877054" y="4704509"/>
                  <a:ext cx="1028700" cy="52307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60000"/>
                        <a:lumOff val="40000"/>
                        <a:alpha val="62000"/>
                      </a:srgbClr>
                    </a:gs>
                    <a:gs pos="54000">
                      <a:srgbClr val="3333CC">
                        <a:lumMod val="40000"/>
                        <a:lumOff val="60000"/>
                      </a:srgbClr>
                    </a:gs>
                    <a:gs pos="100000">
                      <a:srgbClr val="FFFFFF"/>
                    </a:gs>
                  </a:gsLst>
                  <a:lin ang="16200000" scaled="0"/>
                </a:gra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596" name="Straight Connector 595">
                  <a:extLst>
                    <a:ext uri="{FF2B5EF4-FFF2-40B4-BE49-F238E27FC236}">
                      <a16:creationId xmlns:a16="http://schemas.microsoft.com/office/drawing/2014/main" id="{DA168EF0-8DF1-8546-B1A6-90116F77408E}"/>
                    </a:ext>
                  </a:extLst>
                </p:cNvPr>
                <p:cNvCxnSpPr/>
                <p:nvPr/>
              </p:nvCxnSpPr>
              <p:spPr bwMode="auto">
                <a:xfrm>
                  <a:off x="1861179" y="3981398"/>
                  <a:ext cx="17462" cy="130175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ysDash"/>
                </a:ln>
                <a:effectLst/>
              </p:spPr>
            </p:cxnSp>
            <p:cxnSp>
              <p:nvCxnSpPr>
                <p:cNvPr id="597" name="Straight Connector 596">
                  <a:extLst>
                    <a:ext uri="{FF2B5EF4-FFF2-40B4-BE49-F238E27FC236}">
                      <a16:creationId xmlns:a16="http://schemas.microsoft.com/office/drawing/2014/main" id="{AAAA830A-9E09-3744-8C30-8299A87C685D}"/>
                    </a:ext>
                  </a:extLst>
                </p:cNvPr>
                <p:cNvCxnSpPr/>
                <p:nvPr/>
              </p:nvCxnSpPr>
              <p:spPr bwMode="auto">
                <a:xfrm flipH="1">
                  <a:off x="2894641" y="3971873"/>
                  <a:ext cx="6350" cy="127000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ysDash"/>
                </a:ln>
                <a:effectLst/>
              </p:spPr>
            </p:cxnSp>
            <p:grpSp>
              <p:nvGrpSpPr>
                <p:cNvPr id="598" name="Group 504">
                  <a:extLst>
                    <a:ext uri="{FF2B5EF4-FFF2-40B4-BE49-F238E27FC236}">
                      <a16:creationId xmlns:a16="http://schemas.microsoft.com/office/drawing/2014/main" id="{420ED91E-6610-0642-B473-7E9816D8673D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856416" y="3709935"/>
                  <a:ext cx="1044712" cy="399063"/>
                  <a:chOff x="2183302" y="1574638"/>
                  <a:chExt cx="1200154" cy="430218"/>
                </a:xfrm>
              </p:grpSpPr>
              <p:sp>
                <p:nvSpPr>
                  <p:cNvPr id="599" name="Oval 598">
                    <a:extLst>
                      <a:ext uri="{FF2B5EF4-FFF2-40B4-BE49-F238E27FC236}">
                        <a16:creationId xmlns:a16="http://schemas.microsoft.com/office/drawing/2014/main" id="{6782D901-8338-474E-A671-E65AD2254948}"/>
                      </a:ext>
                    </a:extLst>
                  </p:cNvPr>
                  <p:cNvSpPr/>
                  <p:nvPr/>
                </p:nvSpPr>
                <p:spPr bwMode="auto">
                  <a:xfrm flipV="1">
                    <a:off x="2185126" y="1689305"/>
                    <a:ext cx="1196349" cy="314904"/>
                  </a:xfrm>
                  <a:prstGeom prst="ellipse">
                    <a:avLst/>
                  </a:prstGeom>
                  <a:gradFill flip="none" rotWithShape="1">
                    <a:gsLst>
                      <a:gs pos="0">
                        <a:srgbClr val="3333CC">
                          <a:lumMod val="75000"/>
                        </a:srgbClr>
                      </a:gs>
                      <a:gs pos="31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3333CC">
                          <a:lumMod val="20000"/>
                          <a:lumOff val="80000"/>
                        </a:srgbClr>
                      </a:gs>
                    </a:gsLst>
                    <a:lin ang="16200000" scaled="0"/>
                    <a:tileRect/>
                  </a:gradFill>
                  <a:ln w="6350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00" name="Rectangle 599">
                    <a:extLst>
                      <a:ext uri="{FF2B5EF4-FFF2-40B4-BE49-F238E27FC236}">
                        <a16:creationId xmlns:a16="http://schemas.microsoft.com/office/drawing/2014/main" id="{92891312-A067-2249-9EAB-2F8E46311B4B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183302" y="1735513"/>
                    <a:ext cx="1198173" cy="112955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3333CC">
                          <a:lumMod val="40000"/>
                          <a:lumOff val="60000"/>
                        </a:srgbClr>
                      </a:gs>
                      <a:gs pos="54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3333CC">
                          <a:lumMod val="75000"/>
                        </a:srgbClr>
                      </a:gs>
                    </a:gsLst>
                    <a:lin ang="16200000" scaled="0"/>
                  </a:gradFill>
                  <a:ln w="25400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01" name="Oval 600">
                    <a:extLst>
                      <a:ext uri="{FF2B5EF4-FFF2-40B4-BE49-F238E27FC236}">
                        <a16:creationId xmlns:a16="http://schemas.microsoft.com/office/drawing/2014/main" id="{A01101C7-610C-9C43-89AE-DBE1651E695D}"/>
                      </a:ext>
                    </a:extLst>
                  </p:cNvPr>
                  <p:cNvSpPr/>
                  <p:nvPr/>
                </p:nvSpPr>
                <p:spPr bwMode="auto">
                  <a:xfrm flipV="1">
                    <a:off x="2183302" y="1574638"/>
                    <a:ext cx="1196349" cy="314904"/>
                  </a:xfrm>
                  <a:prstGeom prst="ellipse">
                    <a:avLst/>
                  </a:prstGeom>
                  <a:solidFill>
                    <a:srgbClr val="FFFFFF">
                      <a:lumMod val="75000"/>
                    </a:srgbClr>
                  </a:solidFill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02" name="Freeform 601">
                    <a:extLst>
                      <a:ext uri="{FF2B5EF4-FFF2-40B4-BE49-F238E27FC236}">
                        <a16:creationId xmlns:a16="http://schemas.microsoft.com/office/drawing/2014/main" id="{EBACFFAE-6ECE-8C45-8C2A-01FA93565327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489684" y="1670478"/>
                    <a:ext cx="581762" cy="157452"/>
                  </a:xfrm>
                  <a:custGeom>
                    <a:avLst/>
                    <a:gdLst>
                      <a:gd name="connsiteX0" fmla="*/ 1486231 w 2944854"/>
                      <a:gd name="connsiteY0" fmla="*/ 727041 h 1302232"/>
                      <a:gd name="connsiteX1" fmla="*/ 257675 w 2944854"/>
                      <a:gd name="connsiteY1" fmla="*/ 1302232 h 1302232"/>
                      <a:gd name="connsiteX2" fmla="*/ 0 w 2944854"/>
                      <a:gd name="connsiteY2" fmla="*/ 1228607 h 1302232"/>
                      <a:gd name="connsiteX3" fmla="*/ 911064 w 2944854"/>
                      <a:gd name="connsiteY3" fmla="*/ 837478 h 1302232"/>
                      <a:gd name="connsiteX4" fmla="*/ 883456 w 2944854"/>
                      <a:gd name="connsiteY4" fmla="*/ 450949 h 1302232"/>
                      <a:gd name="connsiteX5" fmla="*/ 161047 w 2944854"/>
                      <a:gd name="connsiteY5" fmla="*/ 119640 h 1302232"/>
                      <a:gd name="connsiteX6" fmla="*/ 404917 w 2944854"/>
                      <a:gd name="connsiteY6" fmla="*/ 50617 h 1302232"/>
                      <a:gd name="connsiteX7" fmla="*/ 1477028 w 2944854"/>
                      <a:gd name="connsiteY7" fmla="*/ 501566 h 1302232"/>
                      <a:gd name="connsiteX8" fmla="*/ 2572146 w 2944854"/>
                      <a:gd name="connsiteY8" fmla="*/ 0 h 1302232"/>
                      <a:gd name="connsiteX9" fmla="*/ 2875834 w 2944854"/>
                      <a:gd name="connsiteY9" fmla="*/ 96632 h 1302232"/>
                      <a:gd name="connsiteX10" fmla="*/ 2079803 w 2944854"/>
                      <a:gd name="connsiteY10" fmla="*/ 432543 h 1302232"/>
                      <a:gd name="connsiteX11" fmla="*/ 2240850 w 2944854"/>
                      <a:gd name="connsiteY11" fmla="*/ 920305 h 1302232"/>
                      <a:gd name="connsiteX12" fmla="*/ 2944854 w 2944854"/>
                      <a:gd name="connsiteY12" fmla="*/ 1228607 h 1302232"/>
                      <a:gd name="connsiteX13" fmla="*/ 2733192 w 2944854"/>
                      <a:gd name="connsiteY13" fmla="*/ 1297630 h 1302232"/>
                      <a:gd name="connsiteX14" fmla="*/ 1486231 w 2944854"/>
                      <a:gd name="connsiteY14" fmla="*/ 727041 h 1302232"/>
                      <a:gd name="connsiteX0" fmla="*/ 1486231 w 2944854"/>
                      <a:gd name="connsiteY0" fmla="*/ 727041 h 1316375"/>
                      <a:gd name="connsiteX1" fmla="*/ 257675 w 2944854"/>
                      <a:gd name="connsiteY1" fmla="*/ 1302232 h 1316375"/>
                      <a:gd name="connsiteX2" fmla="*/ 0 w 2944854"/>
                      <a:gd name="connsiteY2" fmla="*/ 1228607 h 1316375"/>
                      <a:gd name="connsiteX3" fmla="*/ 911064 w 2944854"/>
                      <a:gd name="connsiteY3" fmla="*/ 837478 h 1316375"/>
                      <a:gd name="connsiteX4" fmla="*/ 883456 w 2944854"/>
                      <a:gd name="connsiteY4" fmla="*/ 450949 h 1316375"/>
                      <a:gd name="connsiteX5" fmla="*/ 161047 w 2944854"/>
                      <a:gd name="connsiteY5" fmla="*/ 119640 h 1316375"/>
                      <a:gd name="connsiteX6" fmla="*/ 404917 w 2944854"/>
                      <a:gd name="connsiteY6" fmla="*/ 50617 h 1316375"/>
                      <a:gd name="connsiteX7" fmla="*/ 1477028 w 2944854"/>
                      <a:gd name="connsiteY7" fmla="*/ 501566 h 1316375"/>
                      <a:gd name="connsiteX8" fmla="*/ 2572146 w 2944854"/>
                      <a:gd name="connsiteY8" fmla="*/ 0 h 1316375"/>
                      <a:gd name="connsiteX9" fmla="*/ 2875834 w 2944854"/>
                      <a:gd name="connsiteY9" fmla="*/ 96632 h 1316375"/>
                      <a:gd name="connsiteX10" fmla="*/ 2079803 w 2944854"/>
                      <a:gd name="connsiteY10" fmla="*/ 432543 h 1316375"/>
                      <a:gd name="connsiteX11" fmla="*/ 2240850 w 2944854"/>
                      <a:gd name="connsiteY11" fmla="*/ 920305 h 1316375"/>
                      <a:gd name="connsiteX12" fmla="*/ 2944854 w 2944854"/>
                      <a:gd name="connsiteY12" fmla="*/ 1228607 h 1316375"/>
                      <a:gd name="connsiteX13" fmla="*/ 2756623 w 2944854"/>
                      <a:gd name="connsiteY13" fmla="*/ 1316375 h 1316375"/>
                      <a:gd name="connsiteX14" fmla="*/ 1486231 w 2944854"/>
                      <a:gd name="connsiteY14" fmla="*/ 727041 h 1316375"/>
                      <a:gd name="connsiteX0" fmla="*/ 1486231 w 3024520"/>
                      <a:gd name="connsiteY0" fmla="*/ 727041 h 1316375"/>
                      <a:gd name="connsiteX1" fmla="*/ 257675 w 3024520"/>
                      <a:gd name="connsiteY1" fmla="*/ 1302232 h 1316375"/>
                      <a:gd name="connsiteX2" fmla="*/ 0 w 3024520"/>
                      <a:gd name="connsiteY2" fmla="*/ 1228607 h 1316375"/>
                      <a:gd name="connsiteX3" fmla="*/ 911064 w 3024520"/>
                      <a:gd name="connsiteY3" fmla="*/ 837478 h 1316375"/>
                      <a:gd name="connsiteX4" fmla="*/ 883456 w 3024520"/>
                      <a:gd name="connsiteY4" fmla="*/ 450949 h 1316375"/>
                      <a:gd name="connsiteX5" fmla="*/ 161047 w 3024520"/>
                      <a:gd name="connsiteY5" fmla="*/ 119640 h 1316375"/>
                      <a:gd name="connsiteX6" fmla="*/ 404917 w 3024520"/>
                      <a:gd name="connsiteY6" fmla="*/ 50617 h 1316375"/>
                      <a:gd name="connsiteX7" fmla="*/ 1477028 w 3024520"/>
                      <a:gd name="connsiteY7" fmla="*/ 501566 h 1316375"/>
                      <a:gd name="connsiteX8" fmla="*/ 2572146 w 3024520"/>
                      <a:gd name="connsiteY8" fmla="*/ 0 h 1316375"/>
                      <a:gd name="connsiteX9" fmla="*/ 2875834 w 3024520"/>
                      <a:gd name="connsiteY9" fmla="*/ 96632 h 1316375"/>
                      <a:gd name="connsiteX10" fmla="*/ 2079803 w 3024520"/>
                      <a:gd name="connsiteY10" fmla="*/ 432543 h 1316375"/>
                      <a:gd name="connsiteX11" fmla="*/ 2240850 w 3024520"/>
                      <a:gd name="connsiteY11" fmla="*/ 920305 h 1316375"/>
                      <a:gd name="connsiteX12" fmla="*/ 3024520 w 3024520"/>
                      <a:gd name="connsiteY12" fmla="*/ 1228607 h 1316375"/>
                      <a:gd name="connsiteX13" fmla="*/ 2756623 w 3024520"/>
                      <a:gd name="connsiteY13" fmla="*/ 1316375 h 1316375"/>
                      <a:gd name="connsiteX14" fmla="*/ 1486231 w 3024520"/>
                      <a:gd name="connsiteY14" fmla="*/ 727041 h 1316375"/>
                      <a:gd name="connsiteX0" fmla="*/ 1537780 w 3076069"/>
                      <a:gd name="connsiteY0" fmla="*/ 727041 h 1316375"/>
                      <a:gd name="connsiteX1" fmla="*/ 309224 w 3076069"/>
                      <a:gd name="connsiteY1" fmla="*/ 1302232 h 1316375"/>
                      <a:gd name="connsiteX2" fmla="*/ 0 w 3076069"/>
                      <a:gd name="connsiteY2" fmla="*/ 1228607 h 1316375"/>
                      <a:gd name="connsiteX3" fmla="*/ 962613 w 3076069"/>
                      <a:gd name="connsiteY3" fmla="*/ 837478 h 1316375"/>
                      <a:gd name="connsiteX4" fmla="*/ 935005 w 3076069"/>
                      <a:gd name="connsiteY4" fmla="*/ 450949 h 1316375"/>
                      <a:gd name="connsiteX5" fmla="*/ 212596 w 3076069"/>
                      <a:gd name="connsiteY5" fmla="*/ 119640 h 1316375"/>
                      <a:gd name="connsiteX6" fmla="*/ 456466 w 3076069"/>
                      <a:gd name="connsiteY6" fmla="*/ 50617 h 1316375"/>
                      <a:gd name="connsiteX7" fmla="*/ 1528577 w 3076069"/>
                      <a:gd name="connsiteY7" fmla="*/ 501566 h 1316375"/>
                      <a:gd name="connsiteX8" fmla="*/ 2623695 w 3076069"/>
                      <a:gd name="connsiteY8" fmla="*/ 0 h 1316375"/>
                      <a:gd name="connsiteX9" fmla="*/ 2927383 w 3076069"/>
                      <a:gd name="connsiteY9" fmla="*/ 96632 h 1316375"/>
                      <a:gd name="connsiteX10" fmla="*/ 2131352 w 3076069"/>
                      <a:gd name="connsiteY10" fmla="*/ 432543 h 1316375"/>
                      <a:gd name="connsiteX11" fmla="*/ 2292399 w 3076069"/>
                      <a:gd name="connsiteY11" fmla="*/ 920305 h 1316375"/>
                      <a:gd name="connsiteX12" fmla="*/ 3076069 w 3076069"/>
                      <a:gd name="connsiteY12" fmla="*/ 1228607 h 1316375"/>
                      <a:gd name="connsiteX13" fmla="*/ 2808172 w 3076069"/>
                      <a:gd name="connsiteY13" fmla="*/ 1316375 h 1316375"/>
                      <a:gd name="connsiteX14" fmla="*/ 1537780 w 3076069"/>
                      <a:gd name="connsiteY14" fmla="*/ 727041 h 1316375"/>
                      <a:gd name="connsiteX0" fmla="*/ 1537780 w 3076069"/>
                      <a:gd name="connsiteY0" fmla="*/ 727041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27041 h 1321259"/>
                      <a:gd name="connsiteX0" fmla="*/ 1537780 w 3076069"/>
                      <a:gd name="connsiteY0" fmla="*/ 750825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50825 h 13212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3076069" h="1321259">
                        <a:moveTo>
                          <a:pt x="1537780" y="750825"/>
                        </a:moveTo>
                        <a:lnTo>
                          <a:pt x="313981" y="1321259"/>
                        </a:lnTo>
                        <a:lnTo>
                          <a:pt x="0" y="1228607"/>
                        </a:lnTo>
                        <a:lnTo>
                          <a:pt x="962613" y="837478"/>
                        </a:lnTo>
                        <a:lnTo>
                          <a:pt x="935005" y="450949"/>
                        </a:lnTo>
                        <a:lnTo>
                          <a:pt x="212596" y="119640"/>
                        </a:lnTo>
                        <a:lnTo>
                          <a:pt x="456466" y="50617"/>
                        </a:lnTo>
                        <a:lnTo>
                          <a:pt x="1528577" y="501566"/>
                        </a:lnTo>
                        <a:lnTo>
                          <a:pt x="2623695" y="0"/>
                        </a:lnTo>
                        <a:lnTo>
                          <a:pt x="2927383" y="96632"/>
                        </a:lnTo>
                        <a:lnTo>
                          <a:pt x="2131352" y="432543"/>
                        </a:lnTo>
                        <a:lnTo>
                          <a:pt x="2292399" y="920305"/>
                        </a:lnTo>
                        <a:lnTo>
                          <a:pt x="3076069" y="1228607"/>
                        </a:lnTo>
                        <a:lnTo>
                          <a:pt x="2808172" y="1316375"/>
                        </a:lnTo>
                        <a:lnTo>
                          <a:pt x="1537780" y="750825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60000"/>
                      <a:lumOff val="40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03" name="Freeform 602">
                    <a:extLst>
                      <a:ext uri="{FF2B5EF4-FFF2-40B4-BE49-F238E27FC236}">
                        <a16:creationId xmlns:a16="http://schemas.microsoft.com/office/drawing/2014/main" id="{BDBC7A67-3BED-F947-BE5D-A359B603419B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429502" y="1629404"/>
                    <a:ext cx="703949" cy="111244"/>
                  </a:xfrm>
                  <a:custGeom>
                    <a:avLst/>
                    <a:gdLst>
                      <a:gd name="connsiteX0" fmla="*/ 0 w 3645229"/>
                      <a:gd name="connsiteY0" fmla="*/ 214441 h 923747"/>
                      <a:gd name="connsiteX1" fmla="*/ 659770 w 3645229"/>
                      <a:gd name="connsiteY1" fmla="*/ 16495 h 923747"/>
                      <a:gd name="connsiteX2" fmla="*/ 1814367 w 3645229"/>
                      <a:gd name="connsiteY2" fmla="*/ 511360 h 923747"/>
                      <a:gd name="connsiteX3" fmla="*/ 2968965 w 3645229"/>
                      <a:gd name="connsiteY3" fmla="*/ 0 h 923747"/>
                      <a:gd name="connsiteX4" fmla="*/ 3645229 w 3645229"/>
                      <a:gd name="connsiteY4" fmla="*/ 197946 h 923747"/>
                      <a:gd name="connsiteX5" fmla="*/ 3199884 w 3645229"/>
                      <a:gd name="connsiteY5" fmla="*/ 461874 h 923747"/>
                      <a:gd name="connsiteX6" fmla="*/ 2985459 w 3645229"/>
                      <a:gd name="connsiteY6" fmla="*/ 379396 h 923747"/>
                      <a:gd name="connsiteX7" fmla="*/ 1830861 w 3645229"/>
                      <a:gd name="connsiteY7" fmla="*/ 923747 h 923747"/>
                      <a:gd name="connsiteX8" fmla="*/ 676264 w 3645229"/>
                      <a:gd name="connsiteY8" fmla="*/ 412387 h 923747"/>
                      <a:gd name="connsiteX9" fmla="*/ 527816 w 3645229"/>
                      <a:gd name="connsiteY9" fmla="*/ 478369 h 923747"/>
                      <a:gd name="connsiteX10" fmla="*/ 0 w 3645229"/>
                      <a:gd name="connsiteY10" fmla="*/ 21444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78369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90067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09765 w 3640627"/>
                      <a:gd name="connsiteY2" fmla="*/ 511360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3008465 w 3640627"/>
                      <a:gd name="connsiteY6" fmla="*/ 402404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723451"/>
                      <a:gd name="connsiteY0" fmla="*/ 242051 h 946755"/>
                      <a:gd name="connsiteX1" fmla="*/ 655168 w 3723451"/>
                      <a:gd name="connsiteY1" fmla="*/ 16495 h 946755"/>
                      <a:gd name="connsiteX2" fmla="*/ 1855778 w 3723451"/>
                      <a:gd name="connsiteY2" fmla="*/ 534367 h 946755"/>
                      <a:gd name="connsiteX3" fmla="*/ 2964363 w 3723451"/>
                      <a:gd name="connsiteY3" fmla="*/ 0 h 946755"/>
                      <a:gd name="connsiteX4" fmla="*/ 3723451 w 3723451"/>
                      <a:gd name="connsiteY4" fmla="*/ 220954 h 946755"/>
                      <a:gd name="connsiteX5" fmla="*/ 3195282 w 3723451"/>
                      <a:gd name="connsiteY5" fmla="*/ 461874 h 946755"/>
                      <a:gd name="connsiteX6" fmla="*/ 3008465 w 3723451"/>
                      <a:gd name="connsiteY6" fmla="*/ 402404 h 946755"/>
                      <a:gd name="connsiteX7" fmla="*/ 1876873 w 3723451"/>
                      <a:gd name="connsiteY7" fmla="*/ 946755 h 946755"/>
                      <a:gd name="connsiteX8" fmla="*/ 690067 w 3723451"/>
                      <a:gd name="connsiteY8" fmla="*/ 412387 h 946755"/>
                      <a:gd name="connsiteX9" fmla="*/ 523214 w 3723451"/>
                      <a:gd name="connsiteY9" fmla="*/ 482971 h 946755"/>
                      <a:gd name="connsiteX10" fmla="*/ 0 w 3723451"/>
                      <a:gd name="connsiteY10" fmla="*/ 242051 h 946755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08465 w 3723451"/>
                      <a:gd name="connsiteY6" fmla="*/ 388599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711613 w 3723451"/>
                      <a:gd name="connsiteY8" fmla="*/ 413055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3723451" h="932950">
                        <a:moveTo>
                          <a:pt x="0" y="228246"/>
                        </a:moveTo>
                        <a:lnTo>
                          <a:pt x="655168" y="2690"/>
                        </a:lnTo>
                        <a:lnTo>
                          <a:pt x="1855778" y="520562"/>
                        </a:lnTo>
                        <a:lnTo>
                          <a:pt x="3001174" y="0"/>
                        </a:lnTo>
                        <a:lnTo>
                          <a:pt x="3723451" y="207149"/>
                        </a:lnTo>
                        <a:lnTo>
                          <a:pt x="3186079" y="461874"/>
                        </a:lnTo>
                        <a:lnTo>
                          <a:pt x="3013067" y="393200"/>
                        </a:lnTo>
                        <a:lnTo>
                          <a:pt x="1876873" y="932950"/>
                        </a:lnTo>
                        <a:lnTo>
                          <a:pt x="711613" y="413055"/>
                        </a:lnTo>
                        <a:lnTo>
                          <a:pt x="523214" y="469166"/>
                        </a:lnTo>
                        <a:lnTo>
                          <a:pt x="0" y="228246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04" name="Freeform 603">
                    <a:extLst>
                      <a:ext uri="{FF2B5EF4-FFF2-40B4-BE49-F238E27FC236}">
                        <a16:creationId xmlns:a16="http://schemas.microsoft.com/office/drawing/2014/main" id="{BD3D6544-470D-3A40-B2A3-8578CA294121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892723" y="1723534"/>
                    <a:ext cx="257142" cy="95840"/>
                  </a:xfrm>
                  <a:custGeom>
                    <a:avLst/>
                    <a:gdLst>
                      <a:gd name="connsiteX0" fmla="*/ 55216 w 1421812"/>
                      <a:gd name="connsiteY0" fmla="*/ 0 h 800665"/>
                      <a:gd name="connsiteX1" fmla="*/ 1421812 w 1421812"/>
                      <a:gd name="connsiteY1" fmla="*/ 625807 h 800665"/>
                      <a:gd name="connsiteX2" fmla="*/ 947874 w 1421812"/>
                      <a:gd name="connsiteY2" fmla="*/ 800665 h 800665"/>
                      <a:gd name="connsiteX3" fmla="*/ 50614 w 1421812"/>
                      <a:gd name="connsiteY3" fmla="*/ 404934 h 800665"/>
                      <a:gd name="connsiteX4" fmla="*/ 0 w 1421812"/>
                      <a:gd name="connsiteY4" fmla="*/ 404934 h 800665"/>
                      <a:gd name="connsiteX5" fmla="*/ 55216 w 1421812"/>
                      <a:gd name="connsiteY5" fmla="*/ 0 h 800665"/>
                      <a:gd name="connsiteX0" fmla="*/ 4602 w 1371198"/>
                      <a:gd name="connsiteY0" fmla="*/ 0 h 800665"/>
                      <a:gd name="connsiteX1" fmla="*/ 1371198 w 1371198"/>
                      <a:gd name="connsiteY1" fmla="*/ 625807 h 800665"/>
                      <a:gd name="connsiteX2" fmla="*/ 897260 w 1371198"/>
                      <a:gd name="connsiteY2" fmla="*/ 800665 h 800665"/>
                      <a:gd name="connsiteX3" fmla="*/ 0 w 1371198"/>
                      <a:gd name="connsiteY3" fmla="*/ 404934 h 800665"/>
                      <a:gd name="connsiteX4" fmla="*/ 4602 w 1371198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9868"/>
                      <a:gd name="connsiteX1" fmla="*/ 1366596 w 1366596"/>
                      <a:gd name="connsiteY1" fmla="*/ 625807 h 809868"/>
                      <a:gd name="connsiteX2" fmla="*/ 865050 w 1366596"/>
                      <a:gd name="connsiteY2" fmla="*/ 809868 h 809868"/>
                      <a:gd name="connsiteX3" fmla="*/ 4601 w 1366596"/>
                      <a:gd name="connsiteY3" fmla="*/ 427942 h 809868"/>
                      <a:gd name="connsiteX4" fmla="*/ 0 w 1366596"/>
                      <a:gd name="connsiteY4" fmla="*/ 0 h 8098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66596" h="809868">
                        <a:moveTo>
                          <a:pt x="0" y="0"/>
                        </a:moveTo>
                        <a:lnTo>
                          <a:pt x="1366596" y="625807"/>
                        </a:lnTo>
                        <a:lnTo>
                          <a:pt x="865050" y="809868"/>
                        </a:lnTo>
                        <a:lnTo>
                          <a:pt x="4601" y="427942"/>
                        </a:lnTo>
                        <a:cubicBezTo>
                          <a:pt x="-1535" y="105836"/>
                          <a:pt x="1534" y="142647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05" name="Freeform 604">
                    <a:extLst>
                      <a:ext uri="{FF2B5EF4-FFF2-40B4-BE49-F238E27FC236}">
                        <a16:creationId xmlns:a16="http://schemas.microsoft.com/office/drawing/2014/main" id="{F7B36B8F-0877-D849-BC58-985D530F119A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416736" y="1725244"/>
                    <a:ext cx="255318" cy="94130"/>
                  </a:xfrm>
                  <a:custGeom>
                    <a:avLst/>
                    <a:gdLst>
                      <a:gd name="connsiteX0" fmla="*/ 1329786 w 1348191"/>
                      <a:gd name="connsiteY0" fmla="*/ 0 h 809869"/>
                      <a:gd name="connsiteX1" fmla="*/ 1348191 w 1348191"/>
                      <a:gd name="connsiteY1" fmla="*/ 400333 h 809869"/>
                      <a:gd name="connsiteX2" fmla="*/ 487742 w 1348191"/>
                      <a:gd name="connsiteY2" fmla="*/ 809869 h 809869"/>
                      <a:gd name="connsiteX3" fmla="*/ 0 w 1348191"/>
                      <a:gd name="connsiteY3" fmla="*/ 630409 h 809869"/>
                      <a:gd name="connsiteX4" fmla="*/ 1329786 w 1348191"/>
                      <a:gd name="connsiteY4" fmla="*/ 0 h 809869"/>
                      <a:gd name="connsiteX0" fmla="*/ 1329786 w 1348191"/>
                      <a:gd name="connsiteY0" fmla="*/ 0 h 791462"/>
                      <a:gd name="connsiteX1" fmla="*/ 1348191 w 1348191"/>
                      <a:gd name="connsiteY1" fmla="*/ 381926 h 791462"/>
                      <a:gd name="connsiteX2" fmla="*/ 487742 w 1348191"/>
                      <a:gd name="connsiteY2" fmla="*/ 791462 h 791462"/>
                      <a:gd name="connsiteX3" fmla="*/ 0 w 1348191"/>
                      <a:gd name="connsiteY3" fmla="*/ 612002 h 791462"/>
                      <a:gd name="connsiteX4" fmla="*/ 1329786 w 1348191"/>
                      <a:gd name="connsiteY4" fmla="*/ 0 h 7914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48191" h="791462">
                        <a:moveTo>
                          <a:pt x="1329786" y="0"/>
                        </a:moveTo>
                        <a:lnTo>
                          <a:pt x="1348191" y="381926"/>
                        </a:lnTo>
                        <a:lnTo>
                          <a:pt x="487742" y="791462"/>
                        </a:lnTo>
                        <a:lnTo>
                          <a:pt x="0" y="612002"/>
                        </a:lnTo>
                        <a:lnTo>
                          <a:pt x="1329786" y="0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cxnSp>
                <p:nvCxnSpPr>
                  <p:cNvPr id="606" name="Straight Connector 605">
                    <a:extLst>
                      <a:ext uri="{FF2B5EF4-FFF2-40B4-BE49-F238E27FC236}">
                        <a16:creationId xmlns:a16="http://schemas.microsoft.com/office/drawing/2014/main" id="{51B061F1-9EFA-EB4D-B63E-D2CEF36B3501}"/>
                      </a:ext>
                    </a:extLst>
                  </p:cNvPr>
                  <p:cNvCxnSpPr>
                    <a:endCxn id="601" idx="2"/>
                  </p:cNvCxnSpPr>
                  <p:nvPr/>
                </p:nvCxnSpPr>
                <p:spPr bwMode="auto">
                  <a:xfrm flipH="1" flipV="1">
                    <a:off x="2183302" y="1732090"/>
                    <a:ext cx="1824" cy="121513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</p:cxnSp>
              <p:cxnSp>
                <p:nvCxnSpPr>
                  <p:cNvPr id="607" name="Straight Connector 606">
                    <a:extLst>
                      <a:ext uri="{FF2B5EF4-FFF2-40B4-BE49-F238E27FC236}">
                        <a16:creationId xmlns:a16="http://schemas.microsoft.com/office/drawing/2014/main" id="{ADFA37E7-94CA-D64E-990E-04A266FD092C}"/>
                      </a:ext>
                    </a:extLst>
                  </p:cNvPr>
                  <p:cNvCxnSpPr/>
                  <p:nvPr/>
                </p:nvCxnSpPr>
                <p:spPr bwMode="auto">
                  <a:xfrm flipH="1" flipV="1">
                    <a:off x="3381475" y="1728667"/>
                    <a:ext cx="1823" cy="121513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</p:cxnSp>
            </p:grpSp>
          </p:grpSp>
          <p:grpSp>
            <p:nvGrpSpPr>
              <p:cNvPr id="509" name="Group 508">
                <a:extLst>
                  <a:ext uri="{FF2B5EF4-FFF2-40B4-BE49-F238E27FC236}">
                    <a16:creationId xmlns:a16="http://schemas.microsoft.com/office/drawing/2014/main" id="{78747774-2A84-8E48-BCCC-680836015C73}"/>
                  </a:ext>
                </a:extLst>
              </p:cNvPr>
              <p:cNvGrpSpPr/>
              <p:nvPr/>
            </p:nvGrpSpPr>
            <p:grpSpPr>
              <a:xfrm>
                <a:off x="3566154" y="3862335"/>
                <a:ext cx="514350" cy="1670050"/>
                <a:chOff x="3566154" y="3862335"/>
                <a:chExt cx="514350" cy="1670050"/>
              </a:xfrm>
            </p:grpSpPr>
            <p:sp>
              <p:nvSpPr>
                <p:cNvPr id="573" name="Rectangle 572">
                  <a:extLst>
                    <a:ext uri="{FF2B5EF4-FFF2-40B4-BE49-F238E27FC236}">
                      <a16:creationId xmlns:a16="http://schemas.microsoft.com/office/drawing/2014/main" id="{0D3EDF85-78E4-CE40-93B0-38AD4A67282F}"/>
                    </a:ext>
                  </a:extLst>
                </p:cNvPr>
                <p:cNvSpPr/>
                <p:nvPr/>
              </p:nvSpPr>
              <p:spPr bwMode="auto">
                <a:xfrm rot="10800000">
                  <a:off x="3569201" y="3946092"/>
                  <a:ext cx="498084" cy="628647"/>
                </a:xfrm>
                <a:prstGeom prst="rect">
                  <a:avLst/>
                </a:prstGeom>
                <a:gradFill rotWithShape="1">
                  <a:gsLst>
                    <a:gs pos="1000">
                      <a:srgbClr val="3333CC">
                        <a:lumMod val="75000"/>
                        <a:alpha val="62000"/>
                      </a:srgbClr>
                    </a:gs>
                    <a:gs pos="54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FFFFFF"/>
                    </a:gs>
                  </a:gsLst>
                  <a:lin ang="16200000" scaled="0"/>
                </a:gra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574" name="Straight Connector 573">
                  <a:extLst>
                    <a:ext uri="{FF2B5EF4-FFF2-40B4-BE49-F238E27FC236}">
                      <a16:creationId xmlns:a16="http://schemas.microsoft.com/office/drawing/2014/main" id="{2A707CF0-2F93-B841-AF6A-CBBEAFA5E90C}"/>
                    </a:ext>
                  </a:extLst>
                </p:cNvPr>
                <p:cNvCxnSpPr/>
                <p:nvPr/>
              </p:nvCxnSpPr>
              <p:spPr bwMode="auto">
                <a:xfrm flipH="1">
                  <a:off x="4078916" y="4019498"/>
                  <a:ext cx="1588" cy="136525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ysDash"/>
                </a:ln>
                <a:effectLst/>
              </p:spPr>
            </p:cxnSp>
            <p:grpSp>
              <p:nvGrpSpPr>
                <p:cNvPr id="575" name="Group 552">
                  <a:extLst>
                    <a:ext uri="{FF2B5EF4-FFF2-40B4-BE49-F238E27FC236}">
                      <a16:creationId xmlns:a16="http://schemas.microsoft.com/office/drawing/2014/main" id="{FDAAEFEC-B4C2-F14D-AF89-9AF76CB979A6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571302" y="5310688"/>
                  <a:ext cx="507588" cy="221697"/>
                  <a:chOff x="4128636" y="3606589"/>
                  <a:chExt cx="568145" cy="338667"/>
                </a:xfrm>
              </p:grpSpPr>
              <p:sp>
                <p:nvSpPr>
                  <p:cNvPr id="588" name="Oval 587">
                    <a:extLst>
                      <a:ext uri="{FF2B5EF4-FFF2-40B4-BE49-F238E27FC236}">
                        <a16:creationId xmlns:a16="http://schemas.microsoft.com/office/drawing/2014/main" id="{11471EEA-C236-8945-B0D0-8DE6F9290AF4}"/>
                      </a:ext>
                    </a:extLst>
                  </p:cNvPr>
                  <p:cNvSpPr/>
                  <p:nvPr/>
                </p:nvSpPr>
                <p:spPr>
                  <a:xfrm>
                    <a:off x="4128204" y="3719724"/>
                    <a:ext cx="568606" cy="225532"/>
                  </a:xfrm>
                  <a:prstGeom prst="ellipse">
                    <a:avLst/>
                  </a:prstGeom>
                  <a:solidFill>
                    <a:srgbClr val="3333CC">
                      <a:lumMod val="75000"/>
                    </a:srgbClr>
                  </a:solidFill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89" name="Rectangle 588">
                    <a:extLst>
                      <a:ext uri="{FF2B5EF4-FFF2-40B4-BE49-F238E27FC236}">
                        <a16:creationId xmlns:a16="http://schemas.microsoft.com/office/drawing/2014/main" id="{44E3590E-E2F6-E149-B86A-CAB9B96983FB}"/>
                      </a:ext>
                    </a:extLst>
                  </p:cNvPr>
                  <p:cNvSpPr/>
                  <p:nvPr/>
                </p:nvSpPr>
                <p:spPr>
                  <a:xfrm>
                    <a:off x="4128204" y="3719724"/>
                    <a:ext cx="568606" cy="111554"/>
                  </a:xfrm>
                  <a:prstGeom prst="rect">
                    <a:avLst/>
                  </a:pr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90" name="Oval 589">
                    <a:extLst>
                      <a:ext uri="{FF2B5EF4-FFF2-40B4-BE49-F238E27FC236}">
                        <a16:creationId xmlns:a16="http://schemas.microsoft.com/office/drawing/2014/main" id="{78F60FB5-F746-324B-AD08-4B5084D26A36}"/>
                      </a:ext>
                    </a:extLst>
                  </p:cNvPr>
                  <p:cNvSpPr/>
                  <p:nvPr/>
                </p:nvSpPr>
                <p:spPr>
                  <a:xfrm>
                    <a:off x="4128204" y="3605744"/>
                    <a:ext cx="568606" cy="225534"/>
                  </a:xfrm>
                  <a:prstGeom prst="ellipse">
                    <a:avLst/>
                  </a:prstGeom>
                  <a:solidFill>
                    <a:srgbClr val="3333CC">
                      <a:lumMod val="40000"/>
                      <a:lumOff val="60000"/>
                      <a:alpha val="55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cxnSp>
                <p:nvCxnSpPr>
                  <p:cNvPr id="591" name="Straight Connector 590">
                    <a:extLst>
                      <a:ext uri="{FF2B5EF4-FFF2-40B4-BE49-F238E27FC236}">
                        <a16:creationId xmlns:a16="http://schemas.microsoft.com/office/drawing/2014/main" id="{8347E1A2-6B79-0F47-9BEA-21325C495F59}"/>
                      </a:ext>
                    </a:extLst>
                  </p:cNvPr>
                  <p:cNvCxnSpPr/>
                  <p:nvPr/>
                </p:nvCxnSpPr>
                <p:spPr>
                  <a:xfrm>
                    <a:off x="4696810" y="3719724"/>
                    <a:ext cx="0" cy="111554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592" name="Straight Connector 591">
                    <a:extLst>
                      <a:ext uri="{FF2B5EF4-FFF2-40B4-BE49-F238E27FC236}">
                        <a16:creationId xmlns:a16="http://schemas.microsoft.com/office/drawing/2014/main" id="{3B9F9A88-616E-7145-94F3-6C9E5DA22268}"/>
                      </a:ext>
                    </a:extLst>
                  </p:cNvPr>
                  <p:cNvCxnSpPr/>
                  <p:nvPr/>
                </p:nvCxnSpPr>
                <p:spPr>
                  <a:xfrm>
                    <a:off x="4128204" y="3719724"/>
                    <a:ext cx="0" cy="111554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576" name="Rectangle 575">
                  <a:extLst>
                    <a:ext uri="{FF2B5EF4-FFF2-40B4-BE49-F238E27FC236}">
                      <a16:creationId xmlns:a16="http://schemas.microsoft.com/office/drawing/2014/main" id="{CE0E499F-CD57-9248-85F9-E6EF2BC502E0}"/>
                    </a:ext>
                  </a:extLst>
                </p:cNvPr>
                <p:cNvSpPr/>
                <p:nvPr/>
              </p:nvSpPr>
              <p:spPr bwMode="auto">
                <a:xfrm>
                  <a:off x="3572504" y="4575123"/>
                  <a:ext cx="496887" cy="812800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  <a:alpha val="62000"/>
                      </a:srgbClr>
                    </a:gs>
                    <a:gs pos="54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FFFFFF"/>
                    </a:gs>
                  </a:gsLst>
                  <a:lin ang="16200000" scaled="0"/>
                </a:gra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577" name="Straight Connector 576">
                  <a:extLst>
                    <a:ext uri="{FF2B5EF4-FFF2-40B4-BE49-F238E27FC236}">
                      <a16:creationId xmlns:a16="http://schemas.microsoft.com/office/drawing/2014/main" id="{B694157C-0E59-4847-9731-83D537BBB638}"/>
                    </a:ext>
                  </a:extLst>
                </p:cNvPr>
                <p:cNvCxnSpPr/>
                <p:nvPr/>
              </p:nvCxnSpPr>
              <p:spPr bwMode="auto">
                <a:xfrm flipH="1">
                  <a:off x="3566154" y="4027435"/>
                  <a:ext cx="3175" cy="1450975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ysDash"/>
                </a:ln>
                <a:effectLst/>
              </p:spPr>
            </p:cxnSp>
            <p:grpSp>
              <p:nvGrpSpPr>
                <p:cNvPr id="578" name="Group 538">
                  <a:extLst>
                    <a:ext uri="{FF2B5EF4-FFF2-40B4-BE49-F238E27FC236}">
                      <a16:creationId xmlns:a16="http://schemas.microsoft.com/office/drawing/2014/main" id="{FE388113-11E0-A248-8C77-2655391DD326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568667" y="3862335"/>
                  <a:ext cx="503828" cy="248249"/>
                  <a:chOff x="2183302" y="1564542"/>
                  <a:chExt cx="1200154" cy="440314"/>
                </a:xfrm>
              </p:grpSpPr>
              <p:sp>
                <p:nvSpPr>
                  <p:cNvPr id="579" name="Oval 578">
                    <a:extLst>
                      <a:ext uri="{FF2B5EF4-FFF2-40B4-BE49-F238E27FC236}">
                        <a16:creationId xmlns:a16="http://schemas.microsoft.com/office/drawing/2014/main" id="{8031983F-D0B1-DC41-A955-F69C032A068F}"/>
                      </a:ext>
                    </a:extLst>
                  </p:cNvPr>
                  <p:cNvSpPr/>
                  <p:nvPr/>
                </p:nvSpPr>
                <p:spPr bwMode="auto">
                  <a:xfrm flipV="1">
                    <a:off x="2188659" y="1691250"/>
                    <a:ext cx="1194966" cy="312543"/>
                  </a:xfrm>
                  <a:prstGeom prst="ellipse">
                    <a:avLst/>
                  </a:prstGeom>
                  <a:gradFill flip="none" rotWithShape="1">
                    <a:gsLst>
                      <a:gs pos="0">
                        <a:srgbClr val="3333CC">
                          <a:lumMod val="75000"/>
                        </a:srgbClr>
                      </a:gs>
                      <a:gs pos="31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FFFFFF"/>
                      </a:gs>
                    </a:gsLst>
                    <a:lin ang="16200000" scaled="0"/>
                    <a:tileRect/>
                  </a:gradFill>
                  <a:ln w="6350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80" name="Rectangle 579">
                    <a:extLst>
                      <a:ext uri="{FF2B5EF4-FFF2-40B4-BE49-F238E27FC236}">
                        <a16:creationId xmlns:a16="http://schemas.microsoft.com/office/drawing/2014/main" id="{DB2973F2-646E-C545-8B3F-A7F83BEB1F05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184879" y="1736302"/>
                    <a:ext cx="1198746" cy="112629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3333CC">
                          <a:lumMod val="40000"/>
                          <a:lumOff val="60000"/>
                        </a:srgbClr>
                      </a:gs>
                      <a:gs pos="54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3333CC">
                          <a:lumMod val="75000"/>
                        </a:srgbClr>
                      </a:gs>
                    </a:gsLst>
                    <a:lin ang="16200000" scaled="0"/>
                  </a:gradFill>
                  <a:ln w="25400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81" name="Oval 580">
                    <a:extLst>
                      <a:ext uri="{FF2B5EF4-FFF2-40B4-BE49-F238E27FC236}">
                        <a16:creationId xmlns:a16="http://schemas.microsoft.com/office/drawing/2014/main" id="{7A0BD2F5-5524-9941-B040-271EF42401F4}"/>
                      </a:ext>
                    </a:extLst>
                  </p:cNvPr>
                  <p:cNvSpPr/>
                  <p:nvPr/>
                </p:nvSpPr>
                <p:spPr bwMode="auto">
                  <a:xfrm flipV="1">
                    <a:off x="2184879" y="1564542"/>
                    <a:ext cx="1194966" cy="312545"/>
                  </a:xfrm>
                  <a:prstGeom prst="ellipse">
                    <a:avLst/>
                  </a:prstGeom>
                  <a:solidFill>
                    <a:srgbClr val="FFFFFF">
                      <a:lumMod val="75000"/>
                    </a:srgbClr>
                  </a:solidFill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82" name="Freeform 581">
                    <a:extLst>
                      <a:ext uri="{FF2B5EF4-FFF2-40B4-BE49-F238E27FC236}">
                        <a16:creationId xmlns:a16="http://schemas.microsoft.com/office/drawing/2014/main" id="{3808222E-6976-2849-8198-52EAB41261EA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491182" y="1671539"/>
                    <a:ext cx="582357" cy="154865"/>
                  </a:xfrm>
                  <a:custGeom>
                    <a:avLst/>
                    <a:gdLst>
                      <a:gd name="connsiteX0" fmla="*/ 1486231 w 2944854"/>
                      <a:gd name="connsiteY0" fmla="*/ 727041 h 1302232"/>
                      <a:gd name="connsiteX1" fmla="*/ 257675 w 2944854"/>
                      <a:gd name="connsiteY1" fmla="*/ 1302232 h 1302232"/>
                      <a:gd name="connsiteX2" fmla="*/ 0 w 2944854"/>
                      <a:gd name="connsiteY2" fmla="*/ 1228607 h 1302232"/>
                      <a:gd name="connsiteX3" fmla="*/ 911064 w 2944854"/>
                      <a:gd name="connsiteY3" fmla="*/ 837478 h 1302232"/>
                      <a:gd name="connsiteX4" fmla="*/ 883456 w 2944854"/>
                      <a:gd name="connsiteY4" fmla="*/ 450949 h 1302232"/>
                      <a:gd name="connsiteX5" fmla="*/ 161047 w 2944854"/>
                      <a:gd name="connsiteY5" fmla="*/ 119640 h 1302232"/>
                      <a:gd name="connsiteX6" fmla="*/ 404917 w 2944854"/>
                      <a:gd name="connsiteY6" fmla="*/ 50617 h 1302232"/>
                      <a:gd name="connsiteX7" fmla="*/ 1477028 w 2944854"/>
                      <a:gd name="connsiteY7" fmla="*/ 501566 h 1302232"/>
                      <a:gd name="connsiteX8" fmla="*/ 2572146 w 2944854"/>
                      <a:gd name="connsiteY8" fmla="*/ 0 h 1302232"/>
                      <a:gd name="connsiteX9" fmla="*/ 2875834 w 2944854"/>
                      <a:gd name="connsiteY9" fmla="*/ 96632 h 1302232"/>
                      <a:gd name="connsiteX10" fmla="*/ 2079803 w 2944854"/>
                      <a:gd name="connsiteY10" fmla="*/ 432543 h 1302232"/>
                      <a:gd name="connsiteX11" fmla="*/ 2240850 w 2944854"/>
                      <a:gd name="connsiteY11" fmla="*/ 920305 h 1302232"/>
                      <a:gd name="connsiteX12" fmla="*/ 2944854 w 2944854"/>
                      <a:gd name="connsiteY12" fmla="*/ 1228607 h 1302232"/>
                      <a:gd name="connsiteX13" fmla="*/ 2733192 w 2944854"/>
                      <a:gd name="connsiteY13" fmla="*/ 1297630 h 1302232"/>
                      <a:gd name="connsiteX14" fmla="*/ 1486231 w 2944854"/>
                      <a:gd name="connsiteY14" fmla="*/ 727041 h 1302232"/>
                      <a:gd name="connsiteX0" fmla="*/ 1486231 w 2944854"/>
                      <a:gd name="connsiteY0" fmla="*/ 727041 h 1316375"/>
                      <a:gd name="connsiteX1" fmla="*/ 257675 w 2944854"/>
                      <a:gd name="connsiteY1" fmla="*/ 1302232 h 1316375"/>
                      <a:gd name="connsiteX2" fmla="*/ 0 w 2944854"/>
                      <a:gd name="connsiteY2" fmla="*/ 1228607 h 1316375"/>
                      <a:gd name="connsiteX3" fmla="*/ 911064 w 2944854"/>
                      <a:gd name="connsiteY3" fmla="*/ 837478 h 1316375"/>
                      <a:gd name="connsiteX4" fmla="*/ 883456 w 2944854"/>
                      <a:gd name="connsiteY4" fmla="*/ 450949 h 1316375"/>
                      <a:gd name="connsiteX5" fmla="*/ 161047 w 2944854"/>
                      <a:gd name="connsiteY5" fmla="*/ 119640 h 1316375"/>
                      <a:gd name="connsiteX6" fmla="*/ 404917 w 2944854"/>
                      <a:gd name="connsiteY6" fmla="*/ 50617 h 1316375"/>
                      <a:gd name="connsiteX7" fmla="*/ 1477028 w 2944854"/>
                      <a:gd name="connsiteY7" fmla="*/ 501566 h 1316375"/>
                      <a:gd name="connsiteX8" fmla="*/ 2572146 w 2944854"/>
                      <a:gd name="connsiteY8" fmla="*/ 0 h 1316375"/>
                      <a:gd name="connsiteX9" fmla="*/ 2875834 w 2944854"/>
                      <a:gd name="connsiteY9" fmla="*/ 96632 h 1316375"/>
                      <a:gd name="connsiteX10" fmla="*/ 2079803 w 2944854"/>
                      <a:gd name="connsiteY10" fmla="*/ 432543 h 1316375"/>
                      <a:gd name="connsiteX11" fmla="*/ 2240850 w 2944854"/>
                      <a:gd name="connsiteY11" fmla="*/ 920305 h 1316375"/>
                      <a:gd name="connsiteX12" fmla="*/ 2944854 w 2944854"/>
                      <a:gd name="connsiteY12" fmla="*/ 1228607 h 1316375"/>
                      <a:gd name="connsiteX13" fmla="*/ 2756623 w 2944854"/>
                      <a:gd name="connsiteY13" fmla="*/ 1316375 h 1316375"/>
                      <a:gd name="connsiteX14" fmla="*/ 1486231 w 2944854"/>
                      <a:gd name="connsiteY14" fmla="*/ 727041 h 1316375"/>
                      <a:gd name="connsiteX0" fmla="*/ 1486231 w 3024520"/>
                      <a:gd name="connsiteY0" fmla="*/ 727041 h 1316375"/>
                      <a:gd name="connsiteX1" fmla="*/ 257675 w 3024520"/>
                      <a:gd name="connsiteY1" fmla="*/ 1302232 h 1316375"/>
                      <a:gd name="connsiteX2" fmla="*/ 0 w 3024520"/>
                      <a:gd name="connsiteY2" fmla="*/ 1228607 h 1316375"/>
                      <a:gd name="connsiteX3" fmla="*/ 911064 w 3024520"/>
                      <a:gd name="connsiteY3" fmla="*/ 837478 h 1316375"/>
                      <a:gd name="connsiteX4" fmla="*/ 883456 w 3024520"/>
                      <a:gd name="connsiteY4" fmla="*/ 450949 h 1316375"/>
                      <a:gd name="connsiteX5" fmla="*/ 161047 w 3024520"/>
                      <a:gd name="connsiteY5" fmla="*/ 119640 h 1316375"/>
                      <a:gd name="connsiteX6" fmla="*/ 404917 w 3024520"/>
                      <a:gd name="connsiteY6" fmla="*/ 50617 h 1316375"/>
                      <a:gd name="connsiteX7" fmla="*/ 1477028 w 3024520"/>
                      <a:gd name="connsiteY7" fmla="*/ 501566 h 1316375"/>
                      <a:gd name="connsiteX8" fmla="*/ 2572146 w 3024520"/>
                      <a:gd name="connsiteY8" fmla="*/ 0 h 1316375"/>
                      <a:gd name="connsiteX9" fmla="*/ 2875834 w 3024520"/>
                      <a:gd name="connsiteY9" fmla="*/ 96632 h 1316375"/>
                      <a:gd name="connsiteX10" fmla="*/ 2079803 w 3024520"/>
                      <a:gd name="connsiteY10" fmla="*/ 432543 h 1316375"/>
                      <a:gd name="connsiteX11" fmla="*/ 2240850 w 3024520"/>
                      <a:gd name="connsiteY11" fmla="*/ 920305 h 1316375"/>
                      <a:gd name="connsiteX12" fmla="*/ 3024520 w 3024520"/>
                      <a:gd name="connsiteY12" fmla="*/ 1228607 h 1316375"/>
                      <a:gd name="connsiteX13" fmla="*/ 2756623 w 3024520"/>
                      <a:gd name="connsiteY13" fmla="*/ 1316375 h 1316375"/>
                      <a:gd name="connsiteX14" fmla="*/ 1486231 w 3024520"/>
                      <a:gd name="connsiteY14" fmla="*/ 727041 h 1316375"/>
                      <a:gd name="connsiteX0" fmla="*/ 1537780 w 3076069"/>
                      <a:gd name="connsiteY0" fmla="*/ 727041 h 1316375"/>
                      <a:gd name="connsiteX1" fmla="*/ 309224 w 3076069"/>
                      <a:gd name="connsiteY1" fmla="*/ 1302232 h 1316375"/>
                      <a:gd name="connsiteX2" fmla="*/ 0 w 3076069"/>
                      <a:gd name="connsiteY2" fmla="*/ 1228607 h 1316375"/>
                      <a:gd name="connsiteX3" fmla="*/ 962613 w 3076069"/>
                      <a:gd name="connsiteY3" fmla="*/ 837478 h 1316375"/>
                      <a:gd name="connsiteX4" fmla="*/ 935005 w 3076069"/>
                      <a:gd name="connsiteY4" fmla="*/ 450949 h 1316375"/>
                      <a:gd name="connsiteX5" fmla="*/ 212596 w 3076069"/>
                      <a:gd name="connsiteY5" fmla="*/ 119640 h 1316375"/>
                      <a:gd name="connsiteX6" fmla="*/ 456466 w 3076069"/>
                      <a:gd name="connsiteY6" fmla="*/ 50617 h 1316375"/>
                      <a:gd name="connsiteX7" fmla="*/ 1528577 w 3076069"/>
                      <a:gd name="connsiteY7" fmla="*/ 501566 h 1316375"/>
                      <a:gd name="connsiteX8" fmla="*/ 2623695 w 3076069"/>
                      <a:gd name="connsiteY8" fmla="*/ 0 h 1316375"/>
                      <a:gd name="connsiteX9" fmla="*/ 2927383 w 3076069"/>
                      <a:gd name="connsiteY9" fmla="*/ 96632 h 1316375"/>
                      <a:gd name="connsiteX10" fmla="*/ 2131352 w 3076069"/>
                      <a:gd name="connsiteY10" fmla="*/ 432543 h 1316375"/>
                      <a:gd name="connsiteX11" fmla="*/ 2292399 w 3076069"/>
                      <a:gd name="connsiteY11" fmla="*/ 920305 h 1316375"/>
                      <a:gd name="connsiteX12" fmla="*/ 3076069 w 3076069"/>
                      <a:gd name="connsiteY12" fmla="*/ 1228607 h 1316375"/>
                      <a:gd name="connsiteX13" fmla="*/ 2808172 w 3076069"/>
                      <a:gd name="connsiteY13" fmla="*/ 1316375 h 1316375"/>
                      <a:gd name="connsiteX14" fmla="*/ 1537780 w 3076069"/>
                      <a:gd name="connsiteY14" fmla="*/ 727041 h 1316375"/>
                      <a:gd name="connsiteX0" fmla="*/ 1537780 w 3076069"/>
                      <a:gd name="connsiteY0" fmla="*/ 727041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27041 h 1321259"/>
                      <a:gd name="connsiteX0" fmla="*/ 1537780 w 3076069"/>
                      <a:gd name="connsiteY0" fmla="*/ 750825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50825 h 13212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3076069" h="1321259">
                        <a:moveTo>
                          <a:pt x="1537780" y="750825"/>
                        </a:moveTo>
                        <a:lnTo>
                          <a:pt x="313981" y="1321259"/>
                        </a:lnTo>
                        <a:lnTo>
                          <a:pt x="0" y="1228607"/>
                        </a:lnTo>
                        <a:lnTo>
                          <a:pt x="962613" y="837478"/>
                        </a:lnTo>
                        <a:lnTo>
                          <a:pt x="935005" y="450949"/>
                        </a:lnTo>
                        <a:lnTo>
                          <a:pt x="212596" y="119640"/>
                        </a:lnTo>
                        <a:lnTo>
                          <a:pt x="456466" y="50617"/>
                        </a:lnTo>
                        <a:lnTo>
                          <a:pt x="1528577" y="501566"/>
                        </a:lnTo>
                        <a:lnTo>
                          <a:pt x="2623695" y="0"/>
                        </a:lnTo>
                        <a:lnTo>
                          <a:pt x="2927383" y="96632"/>
                        </a:lnTo>
                        <a:lnTo>
                          <a:pt x="2131352" y="432543"/>
                        </a:lnTo>
                        <a:lnTo>
                          <a:pt x="2292399" y="920305"/>
                        </a:lnTo>
                        <a:lnTo>
                          <a:pt x="3076069" y="1228607"/>
                        </a:lnTo>
                        <a:lnTo>
                          <a:pt x="2808172" y="1316375"/>
                        </a:lnTo>
                        <a:lnTo>
                          <a:pt x="1537780" y="750825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60000"/>
                      <a:lumOff val="40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83" name="Freeform 582">
                    <a:extLst>
                      <a:ext uri="{FF2B5EF4-FFF2-40B4-BE49-F238E27FC236}">
                        <a16:creationId xmlns:a16="http://schemas.microsoft.com/office/drawing/2014/main" id="{E3544819-6599-5941-9A5E-283DEE88CEF5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430678" y="1629304"/>
                    <a:ext cx="703366" cy="109812"/>
                  </a:xfrm>
                  <a:custGeom>
                    <a:avLst/>
                    <a:gdLst>
                      <a:gd name="connsiteX0" fmla="*/ 0 w 3645229"/>
                      <a:gd name="connsiteY0" fmla="*/ 214441 h 923747"/>
                      <a:gd name="connsiteX1" fmla="*/ 659770 w 3645229"/>
                      <a:gd name="connsiteY1" fmla="*/ 16495 h 923747"/>
                      <a:gd name="connsiteX2" fmla="*/ 1814367 w 3645229"/>
                      <a:gd name="connsiteY2" fmla="*/ 511360 h 923747"/>
                      <a:gd name="connsiteX3" fmla="*/ 2968965 w 3645229"/>
                      <a:gd name="connsiteY3" fmla="*/ 0 h 923747"/>
                      <a:gd name="connsiteX4" fmla="*/ 3645229 w 3645229"/>
                      <a:gd name="connsiteY4" fmla="*/ 197946 h 923747"/>
                      <a:gd name="connsiteX5" fmla="*/ 3199884 w 3645229"/>
                      <a:gd name="connsiteY5" fmla="*/ 461874 h 923747"/>
                      <a:gd name="connsiteX6" fmla="*/ 2985459 w 3645229"/>
                      <a:gd name="connsiteY6" fmla="*/ 379396 h 923747"/>
                      <a:gd name="connsiteX7" fmla="*/ 1830861 w 3645229"/>
                      <a:gd name="connsiteY7" fmla="*/ 923747 h 923747"/>
                      <a:gd name="connsiteX8" fmla="*/ 676264 w 3645229"/>
                      <a:gd name="connsiteY8" fmla="*/ 412387 h 923747"/>
                      <a:gd name="connsiteX9" fmla="*/ 527816 w 3645229"/>
                      <a:gd name="connsiteY9" fmla="*/ 478369 h 923747"/>
                      <a:gd name="connsiteX10" fmla="*/ 0 w 3645229"/>
                      <a:gd name="connsiteY10" fmla="*/ 21444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78369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90067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09765 w 3640627"/>
                      <a:gd name="connsiteY2" fmla="*/ 511360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3008465 w 3640627"/>
                      <a:gd name="connsiteY6" fmla="*/ 402404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723451"/>
                      <a:gd name="connsiteY0" fmla="*/ 242051 h 946755"/>
                      <a:gd name="connsiteX1" fmla="*/ 655168 w 3723451"/>
                      <a:gd name="connsiteY1" fmla="*/ 16495 h 946755"/>
                      <a:gd name="connsiteX2" fmla="*/ 1855778 w 3723451"/>
                      <a:gd name="connsiteY2" fmla="*/ 534367 h 946755"/>
                      <a:gd name="connsiteX3" fmla="*/ 2964363 w 3723451"/>
                      <a:gd name="connsiteY3" fmla="*/ 0 h 946755"/>
                      <a:gd name="connsiteX4" fmla="*/ 3723451 w 3723451"/>
                      <a:gd name="connsiteY4" fmla="*/ 220954 h 946755"/>
                      <a:gd name="connsiteX5" fmla="*/ 3195282 w 3723451"/>
                      <a:gd name="connsiteY5" fmla="*/ 461874 h 946755"/>
                      <a:gd name="connsiteX6" fmla="*/ 3008465 w 3723451"/>
                      <a:gd name="connsiteY6" fmla="*/ 402404 h 946755"/>
                      <a:gd name="connsiteX7" fmla="*/ 1876873 w 3723451"/>
                      <a:gd name="connsiteY7" fmla="*/ 946755 h 946755"/>
                      <a:gd name="connsiteX8" fmla="*/ 690067 w 3723451"/>
                      <a:gd name="connsiteY8" fmla="*/ 412387 h 946755"/>
                      <a:gd name="connsiteX9" fmla="*/ 523214 w 3723451"/>
                      <a:gd name="connsiteY9" fmla="*/ 482971 h 946755"/>
                      <a:gd name="connsiteX10" fmla="*/ 0 w 3723451"/>
                      <a:gd name="connsiteY10" fmla="*/ 242051 h 946755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08465 w 3723451"/>
                      <a:gd name="connsiteY6" fmla="*/ 388599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711613 w 3723451"/>
                      <a:gd name="connsiteY8" fmla="*/ 413055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3723451" h="932950">
                        <a:moveTo>
                          <a:pt x="0" y="228246"/>
                        </a:moveTo>
                        <a:lnTo>
                          <a:pt x="655168" y="2690"/>
                        </a:lnTo>
                        <a:lnTo>
                          <a:pt x="1855778" y="520562"/>
                        </a:lnTo>
                        <a:lnTo>
                          <a:pt x="3001174" y="0"/>
                        </a:lnTo>
                        <a:lnTo>
                          <a:pt x="3723451" y="207149"/>
                        </a:lnTo>
                        <a:lnTo>
                          <a:pt x="3186079" y="461874"/>
                        </a:lnTo>
                        <a:lnTo>
                          <a:pt x="3013067" y="393200"/>
                        </a:lnTo>
                        <a:lnTo>
                          <a:pt x="1876873" y="932950"/>
                        </a:lnTo>
                        <a:lnTo>
                          <a:pt x="711613" y="413055"/>
                        </a:lnTo>
                        <a:lnTo>
                          <a:pt x="523214" y="469166"/>
                        </a:lnTo>
                        <a:lnTo>
                          <a:pt x="0" y="228246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84" name="Freeform 583">
                    <a:extLst>
                      <a:ext uri="{FF2B5EF4-FFF2-40B4-BE49-F238E27FC236}">
                        <a16:creationId xmlns:a16="http://schemas.microsoft.com/office/drawing/2014/main" id="{E3F1FBB8-47C0-8C40-B501-64DDACDE9560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892025" y="1722222"/>
                    <a:ext cx="260927" cy="95734"/>
                  </a:xfrm>
                  <a:custGeom>
                    <a:avLst/>
                    <a:gdLst>
                      <a:gd name="connsiteX0" fmla="*/ 55216 w 1421812"/>
                      <a:gd name="connsiteY0" fmla="*/ 0 h 800665"/>
                      <a:gd name="connsiteX1" fmla="*/ 1421812 w 1421812"/>
                      <a:gd name="connsiteY1" fmla="*/ 625807 h 800665"/>
                      <a:gd name="connsiteX2" fmla="*/ 947874 w 1421812"/>
                      <a:gd name="connsiteY2" fmla="*/ 800665 h 800665"/>
                      <a:gd name="connsiteX3" fmla="*/ 50614 w 1421812"/>
                      <a:gd name="connsiteY3" fmla="*/ 404934 h 800665"/>
                      <a:gd name="connsiteX4" fmla="*/ 0 w 1421812"/>
                      <a:gd name="connsiteY4" fmla="*/ 404934 h 800665"/>
                      <a:gd name="connsiteX5" fmla="*/ 55216 w 1421812"/>
                      <a:gd name="connsiteY5" fmla="*/ 0 h 800665"/>
                      <a:gd name="connsiteX0" fmla="*/ 4602 w 1371198"/>
                      <a:gd name="connsiteY0" fmla="*/ 0 h 800665"/>
                      <a:gd name="connsiteX1" fmla="*/ 1371198 w 1371198"/>
                      <a:gd name="connsiteY1" fmla="*/ 625807 h 800665"/>
                      <a:gd name="connsiteX2" fmla="*/ 897260 w 1371198"/>
                      <a:gd name="connsiteY2" fmla="*/ 800665 h 800665"/>
                      <a:gd name="connsiteX3" fmla="*/ 0 w 1371198"/>
                      <a:gd name="connsiteY3" fmla="*/ 404934 h 800665"/>
                      <a:gd name="connsiteX4" fmla="*/ 4602 w 1371198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9868"/>
                      <a:gd name="connsiteX1" fmla="*/ 1366596 w 1366596"/>
                      <a:gd name="connsiteY1" fmla="*/ 625807 h 809868"/>
                      <a:gd name="connsiteX2" fmla="*/ 865050 w 1366596"/>
                      <a:gd name="connsiteY2" fmla="*/ 809868 h 809868"/>
                      <a:gd name="connsiteX3" fmla="*/ 4601 w 1366596"/>
                      <a:gd name="connsiteY3" fmla="*/ 427942 h 809868"/>
                      <a:gd name="connsiteX4" fmla="*/ 0 w 1366596"/>
                      <a:gd name="connsiteY4" fmla="*/ 0 h 8098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66596" h="809868">
                        <a:moveTo>
                          <a:pt x="0" y="0"/>
                        </a:moveTo>
                        <a:lnTo>
                          <a:pt x="1366596" y="625807"/>
                        </a:lnTo>
                        <a:lnTo>
                          <a:pt x="865050" y="809868"/>
                        </a:lnTo>
                        <a:lnTo>
                          <a:pt x="4601" y="427942"/>
                        </a:lnTo>
                        <a:cubicBezTo>
                          <a:pt x="-1535" y="105836"/>
                          <a:pt x="1534" y="142647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85" name="Freeform 584">
                    <a:extLst>
                      <a:ext uri="{FF2B5EF4-FFF2-40B4-BE49-F238E27FC236}">
                        <a16:creationId xmlns:a16="http://schemas.microsoft.com/office/drawing/2014/main" id="{CC7E8100-4D16-DD42-B820-FF0B31D72139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419334" y="1725039"/>
                    <a:ext cx="253362" cy="95734"/>
                  </a:xfrm>
                  <a:custGeom>
                    <a:avLst/>
                    <a:gdLst>
                      <a:gd name="connsiteX0" fmla="*/ 1329786 w 1348191"/>
                      <a:gd name="connsiteY0" fmla="*/ 0 h 809869"/>
                      <a:gd name="connsiteX1" fmla="*/ 1348191 w 1348191"/>
                      <a:gd name="connsiteY1" fmla="*/ 400333 h 809869"/>
                      <a:gd name="connsiteX2" fmla="*/ 487742 w 1348191"/>
                      <a:gd name="connsiteY2" fmla="*/ 809869 h 809869"/>
                      <a:gd name="connsiteX3" fmla="*/ 0 w 1348191"/>
                      <a:gd name="connsiteY3" fmla="*/ 630409 h 809869"/>
                      <a:gd name="connsiteX4" fmla="*/ 1329786 w 1348191"/>
                      <a:gd name="connsiteY4" fmla="*/ 0 h 809869"/>
                      <a:gd name="connsiteX0" fmla="*/ 1329786 w 1348191"/>
                      <a:gd name="connsiteY0" fmla="*/ 0 h 791462"/>
                      <a:gd name="connsiteX1" fmla="*/ 1348191 w 1348191"/>
                      <a:gd name="connsiteY1" fmla="*/ 381926 h 791462"/>
                      <a:gd name="connsiteX2" fmla="*/ 487742 w 1348191"/>
                      <a:gd name="connsiteY2" fmla="*/ 791462 h 791462"/>
                      <a:gd name="connsiteX3" fmla="*/ 0 w 1348191"/>
                      <a:gd name="connsiteY3" fmla="*/ 612002 h 791462"/>
                      <a:gd name="connsiteX4" fmla="*/ 1329786 w 1348191"/>
                      <a:gd name="connsiteY4" fmla="*/ 0 h 7914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48191" h="791462">
                        <a:moveTo>
                          <a:pt x="1329786" y="0"/>
                        </a:moveTo>
                        <a:lnTo>
                          <a:pt x="1348191" y="381926"/>
                        </a:lnTo>
                        <a:lnTo>
                          <a:pt x="487742" y="791462"/>
                        </a:lnTo>
                        <a:lnTo>
                          <a:pt x="0" y="612002"/>
                        </a:lnTo>
                        <a:lnTo>
                          <a:pt x="1329786" y="0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cxnSp>
                <p:nvCxnSpPr>
                  <p:cNvPr id="586" name="Straight Connector 585">
                    <a:extLst>
                      <a:ext uri="{FF2B5EF4-FFF2-40B4-BE49-F238E27FC236}">
                        <a16:creationId xmlns:a16="http://schemas.microsoft.com/office/drawing/2014/main" id="{CABE86F7-A733-5348-B5AA-05E180EA4CEC}"/>
                      </a:ext>
                    </a:extLst>
                  </p:cNvPr>
                  <p:cNvCxnSpPr>
                    <a:endCxn id="581" idx="2"/>
                  </p:cNvCxnSpPr>
                  <p:nvPr/>
                </p:nvCxnSpPr>
                <p:spPr bwMode="auto">
                  <a:xfrm flipH="1" flipV="1">
                    <a:off x="2184879" y="1722222"/>
                    <a:ext cx="3780" cy="121077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</p:cxnSp>
              <p:cxnSp>
                <p:nvCxnSpPr>
                  <p:cNvPr id="587" name="Straight Connector 586">
                    <a:extLst>
                      <a:ext uri="{FF2B5EF4-FFF2-40B4-BE49-F238E27FC236}">
                        <a16:creationId xmlns:a16="http://schemas.microsoft.com/office/drawing/2014/main" id="{8EBB7CFB-D9EF-6A4F-8BB3-01A260C40FC0}"/>
                      </a:ext>
                    </a:extLst>
                  </p:cNvPr>
                  <p:cNvCxnSpPr/>
                  <p:nvPr/>
                </p:nvCxnSpPr>
                <p:spPr bwMode="auto">
                  <a:xfrm flipH="1" flipV="1">
                    <a:off x="3379845" y="1727853"/>
                    <a:ext cx="3780" cy="121077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</p:cxnSp>
            </p:grpSp>
          </p:grpSp>
          <p:grpSp>
            <p:nvGrpSpPr>
              <p:cNvPr id="510" name="Group 509">
                <a:extLst>
                  <a:ext uri="{FF2B5EF4-FFF2-40B4-BE49-F238E27FC236}">
                    <a16:creationId xmlns:a16="http://schemas.microsoft.com/office/drawing/2014/main" id="{2D387945-1C2E-A54C-AF08-01FF98DFCB25}"/>
                  </a:ext>
                </a:extLst>
              </p:cNvPr>
              <p:cNvGrpSpPr/>
              <p:nvPr/>
            </p:nvGrpSpPr>
            <p:grpSpPr>
              <a:xfrm>
                <a:off x="4348791" y="3867098"/>
                <a:ext cx="514350" cy="1670050"/>
                <a:chOff x="4348791" y="3867098"/>
                <a:chExt cx="514350" cy="1670050"/>
              </a:xfrm>
            </p:grpSpPr>
            <p:sp>
              <p:nvSpPr>
                <p:cNvPr id="553" name="Rectangle 552">
                  <a:extLst>
                    <a:ext uri="{FF2B5EF4-FFF2-40B4-BE49-F238E27FC236}">
                      <a16:creationId xmlns:a16="http://schemas.microsoft.com/office/drawing/2014/main" id="{2AB4406B-3E57-C040-9929-5C1F1DFCB1B6}"/>
                    </a:ext>
                  </a:extLst>
                </p:cNvPr>
                <p:cNvSpPr/>
                <p:nvPr/>
              </p:nvSpPr>
              <p:spPr bwMode="auto">
                <a:xfrm rot="10800000">
                  <a:off x="4351838" y="3950855"/>
                  <a:ext cx="498084" cy="628647"/>
                </a:xfrm>
                <a:prstGeom prst="rect">
                  <a:avLst/>
                </a:prstGeom>
                <a:gradFill rotWithShape="1">
                  <a:gsLst>
                    <a:gs pos="1000">
                      <a:srgbClr val="3333CC">
                        <a:lumMod val="75000"/>
                        <a:alpha val="62000"/>
                      </a:srgbClr>
                    </a:gs>
                    <a:gs pos="54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FFFFFF"/>
                    </a:gs>
                  </a:gsLst>
                  <a:lin ang="16200000" scaled="0"/>
                </a:gra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554" name="Straight Connector 553">
                  <a:extLst>
                    <a:ext uri="{FF2B5EF4-FFF2-40B4-BE49-F238E27FC236}">
                      <a16:creationId xmlns:a16="http://schemas.microsoft.com/office/drawing/2014/main" id="{D5694302-C820-DB49-913E-76386804F49C}"/>
                    </a:ext>
                  </a:extLst>
                </p:cNvPr>
                <p:cNvCxnSpPr/>
                <p:nvPr/>
              </p:nvCxnSpPr>
              <p:spPr bwMode="auto">
                <a:xfrm flipH="1">
                  <a:off x="4861554" y="4024260"/>
                  <a:ext cx="1587" cy="136525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ysDash"/>
                </a:ln>
                <a:effectLst/>
              </p:spPr>
            </p:cxnSp>
            <p:grpSp>
              <p:nvGrpSpPr>
                <p:cNvPr id="555" name="Group 580">
                  <a:extLst>
                    <a:ext uri="{FF2B5EF4-FFF2-40B4-BE49-F238E27FC236}">
                      <a16:creationId xmlns:a16="http://schemas.microsoft.com/office/drawing/2014/main" id="{880E26E9-4F26-7B47-82A2-65DCFCFEC12B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353939" y="5315451"/>
                  <a:ext cx="507588" cy="221697"/>
                  <a:chOff x="4128636" y="3606589"/>
                  <a:chExt cx="568145" cy="338667"/>
                </a:xfrm>
              </p:grpSpPr>
              <p:sp>
                <p:nvSpPr>
                  <p:cNvPr id="568" name="Oval 567">
                    <a:extLst>
                      <a:ext uri="{FF2B5EF4-FFF2-40B4-BE49-F238E27FC236}">
                        <a16:creationId xmlns:a16="http://schemas.microsoft.com/office/drawing/2014/main" id="{0EFD00C3-D43E-7746-A04D-28A67D81F82D}"/>
                      </a:ext>
                    </a:extLst>
                  </p:cNvPr>
                  <p:cNvSpPr/>
                  <p:nvPr/>
                </p:nvSpPr>
                <p:spPr>
                  <a:xfrm>
                    <a:off x="4128205" y="3719722"/>
                    <a:ext cx="568606" cy="225534"/>
                  </a:xfrm>
                  <a:prstGeom prst="ellipse">
                    <a:avLst/>
                  </a:prstGeom>
                  <a:solidFill>
                    <a:srgbClr val="3333CC">
                      <a:lumMod val="75000"/>
                    </a:srgbClr>
                  </a:solidFill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69" name="Rectangle 568">
                    <a:extLst>
                      <a:ext uri="{FF2B5EF4-FFF2-40B4-BE49-F238E27FC236}">
                        <a16:creationId xmlns:a16="http://schemas.microsoft.com/office/drawing/2014/main" id="{0CD04171-1B9E-254F-BF2C-E05ABF9CFD82}"/>
                      </a:ext>
                    </a:extLst>
                  </p:cNvPr>
                  <p:cNvSpPr/>
                  <p:nvPr/>
                </p:nvSpPr>
                <p:spPr>
                  <a:xfrm>
                    <a:off x="4128205" y="3719722"/>
                    <a:ext cx="568606" cy="111554"/>
                  </a:xfrm>
                  <a:prstGeom prst="rect">
                    <a:avLst/>
                  </a:pr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70" name="Oval 569">
                    <a:extLst>
                      <a:ext uri="{FF2B5EF4-FFF2-40B4-BE49-F238E27FC236}">
                        <a16:creationId xmlns:a16="http://schemas.microsoft.com/office/drawing/2014/main" id="{E5A35E0D-E38B-424D-9954-67704936033A}"/>
                      </a:ext>
                    </a:extLst>
                  </p:cNvPr>
                  <p:cNvSpPr/>
                  <p:nvPr/>
                </p:nvSpPr>
                <p:spPr>
                  <a:xfrm>
                    <a:off x="4128205" y="3605744"/>
                    <a:ext cx="568606" cy="225532"/>
                  </a:xfrm>
                  <a:prstGeom prst="ellipse">
                    <a:avLst/>
                  </a:prstGeom>
                  <a:solidFill>
                    <a:srgbClr val="3333CC">
                      <a:lumMod val="40000"/>
                      <a:lumOff val="60000"/>
                      <a:alpha val="55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cxnSp>
                <p:nvCxnSpPr>
                  <p:cNvPr id="571" name="Straight Connector 570">
                    <a:extLst>
                      <a:ext uri="{FF2B5EF4-FFF2-40B4-BE49-F238E27FC236}">
                        <a16:creationId xmlns:a16="http://schemas.microsoft.com/office/drawing/2014/main" id="{67E7EF0A-EF67-E24C-AF52-59A1FE58A19E}"/>
                      </a:ext>
                    </a:extLst>
                  </p:cNvPr>
                  <p:cNvCxnSpPr/>
                  <p:nvPr/>
                </p:nvCxnSpPr>
                <p:spPr>
                  <a:xfrm>
                    <a:off x="4696811" y="3719722"/>
                    <a:ext cx="0" cy="111554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572" name="Straight Connector 571">
                    <a:extLst>
                      <a:ext uri="{FF2B5EF4-FFF2-40B4-BE49-F238E27FC236}">
                        <a16:creationId xmlns:a16="http://schemas.microsoft.com/office/drawing/2014/main" id="{1B128C0E-0B26-B94B-BCF4-7A823EFA9887}"/>
                      </a:ext>
                    </a:extLst>
                  </p:cNvPr>
                  <p:cNvCxnSpPr/>
                  <p:nvPr/>
                </p:nvCxnSpPr>
                <p:spPr>
                  <a:xfrm>
                    <a:off x="4128205" y="3719722"/>
                    <a:ext cx="0" cy="111554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556" name="Rectangle 555">
                  <a:extLst>
                    <a:ext uri="{FF2B5EF4-FFF2-40B4-BE49-F238E27FC236}">
                      <a16:creationId xmlns:a16="http://schemas.microsoft.com/office/drawing/2014/main" id="{7B6AA796-9260-9442-9CC0-184B8E214160}"/>
                    </a:ext>
                  </a:extLst>
                </p:cNvPr>
                <p:cNvSpPr/>
                <p:nvPr/>
              </p:nvSpPr>
              <p:spPr bwMode="auto">
                <a:xfrm>
                  <a:off x="4355141" y="4579885"/>
                  <a:ext cx="496888" cy="812800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  <a:alpha val="62000"/>
                      </a:srgbClr>
                    </a:gs>
                    <a:gs pos="54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FFFFFF"/>
                    </a:gs>
                  </a:gsLst>
                  <a:lin ang="16200000" scaled="0"/>
                </a:gra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557" name="Straight Connector 556">
                  <a:extLst>
                    <a:ext uri="{FF2B5EF4-FFF2-40B4-BE49-F238E27FC236}">
                      <a16:creationId xmlns:a16="http://schemas.microsoft.com/office/drawing/2014/main" id="{84ABC70C-BEF4-9E49-9DC3-DC20B6B1569C}"/>
                    </a:ext>
                  </a:extLst>
                </p:cNvPr>
                <p:cNvCxnSpPr/>
                <p:nvPr/>
              </p:nvCxnSpPr>
              <p:spPr bwMode="auto">
                <a:xfrm flipH="1">
                  <a:off x="4348791" y="4032198"/>
                  <a:ext cx="3175" cy="1450975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ysDash"/>
                </a:ln>
                <a:effectLst/>
              </p:spPr>
            </p:cxnSp>
            <p:grpSp>
              <p:nvGrpSpPr>
                <p:cNvPr id="558" name="Group 568">
                  <a:extLst>
                    <a:ext uri="{FF2B5EF4-FFF2-40B4-BE49-F238E27FC236}">
                      <a16:creationId xmlns:a16="http://schemas.microsoft.com/office/drawing/2014/main" id="{6B4D34BC-5852-FB46-B0F5-AC1664F47F1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351304" y="3867098"/>
                  <a:ext cx="503828" cy="248249"/>
                  <a:chOff x="2183302" y="1564542"/>
                  <a:chExt cx="1200154" cy="440314"/>
                </a:xfrm>
              </p:grpSpPr>
              <p:sp>
                <p:nvSpPr>
                  <p:cNvPr id="559" name="Oval 558">
                    <a:extLst>
                      <a:ext uri="{FF2B5EF4-FFF2-40B4-BE49-F238E27FC236}">
                        <a16:creationId xmlns:a16="http://schemas.microsoft.com/office/drawing/2014/main" id="{5D34FBE9-A733-1B4B-898C-3F7C483851EE}"/>
                      </a:ext>
                    </a:extLst>
                  </p:cNvPr>
                  <p:cNvSpPr/>
                  <p:nvPr/>
                </p:nvSpPr>
                <p:spPr bwMode="auto">
                  <a:xfrm flipV="1">
                    <a:off x="2188662" y="1691248"/>
                    <a:ext cx="1194966" cy="312545"/>
                  </a:xfrm>
                  <a:prstGeom prst="ellipse">
                    <a:avLst/>
                  </a:prstGeom>
                  <a:gradFill flip="none" rotWithShape="1">
                    <a:gsLst>
                      <a:gs pos="0">
                        <a:srgbClr val="3333CC">
                          <a:lumMod val="75000"/>
                        </a:srgbClr>
                      </a:gs>
                      <a:gs pos="31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FFFFFF"/>
                      </a:gs>
                    </a:gsLst>
                    <a:lin ang="16200000" scaled="0"/>
                    <a:tileRect/>
                  </a:gradFill>
                  <a:ln w="6350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60" name="Rectangle 559">
                    <a:extLst>
                      <a:ext uri="{FF2B5EF4-FFF2-40B4-BE49-F238E27FC236}">
                        <a16:creationId xmlns:a16="http://schemas.microsoft.com/office/drawing/2014/main" id="{94FE7F71-D345-C946-BE50-8C4E5A30EE1A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184879" y="1736300"/>
                    <a:ext cx="1198749" cy="112629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3333CC">
                          <a:lumMod val="40000"/>
                          <a:lumOff val="60000"/>
                        </a:srgbClr>
                      </a:gs>
                      <a:gs pos="54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3333CC">
                          <a:lumMod val="75000"/>
                        </a:srgbClr>
                      </a:gs>
                    </a:gsLst>
                    <a:lin ang="16200000" scaled="0"/>
                  </a:gradFill>
                  <a:ln w="25400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61" name="Oval 560">
                    <a:extLst>
                      <a:ext uri="{FF2B5EF4-FFF2-40B4-BE49-F238E27FC236}">
                        <a16:creationId xmlns:a16="http://schemas.microsoft.com/office/drawing/2014/main" id="{2F9EF38E-6AC3-F943-BB85-D009A1CDD954}"/>
                      </a:ext>
                    </a:extLst>
                  </p:cNvPr>
                  <p:cNvSpPr/>
                  <p:nvPr/>
                </p:nvSpPr>
                <p:spPr bwMode="auto">
                  <a:xfrm flipV="1">
                    <a:off x="2184879" y="1564542"/>
                    <a:ext cx="1194966" cy="312543"/>
                  </a:xfrm>
                  <a:prstGeom prst="ellipse">
                    <a:avLst/>
                  </a:prstGeom>
                  <a:solidFill>
                    <a:srgbClr val="FFFFFF">
                      <a:lumMod val="75000"/>
                    </a:srgbClr>
                  </a:solidFill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62" name="Freeform 561">
                    <a:extLst>
                      <a:ext uri="{FF2B5EF4-FFF2-40B4-BE49-F238E27FC236}">
                        <a16:creationId xmlns:a16="http://schemas.microsoft.com/office/drawing/2014/main" id="{967D797A-C311-864A-A373-A41C00D2C123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491185" y="1671539"/>
                    <a:ext cx="582357" cy="154863"/>
                  </a:xfrm>
                  <a:custGeom>
                    <a:avLst/>
                    <a:gdLst>
                      <a:gd name="connsiteX0" fmla="*/ 1486231 w 2944854"/>
                      <a:gd name="connsiteY0" fmla="*/ 727041 h 1302232"/>
                      <a:gd name="connsiteX1" fmla="*/ 257675 w 2944854"/>
                      <a:gd name="connsiteY1" fmla="*/ 1302232 h 1302232"/>
                      <a:gd name="connsiteX2" fmla="*/ 0 w 2944854"/>
                      <a:gd name="connsiteY2" fmla="*/ 1228607 h 1302232"/>
                      <a:gd name="connsiteX3" fmla="*/ 911064 w 2944854"/>
                      <a:gd name="connsiteY3" fmla="*/ 837478 h 1302232"/>
                      <a:gd name="connsiteX4" fmla="*/ 883456 w 2944854"/>
                      <a:gd name="connsiteY4" fmla="*/ 450949 h 1302232"/>
                      <a:gd name="connsiteX5" fmla="*/ 161047 w 2944854"/>
                      <a:gd name="connsiteY5" fmla="*/ 119640 h 1302232"/>
                      <a:gd name="connsiteX6" fmla="*/ 404917 w 2944854"/>
                      <a:gd name="connsiteY6" fmla="*/ 50617 h 1302232"/>
                      <a:gd name="connsiteX7" fmla="*/ 1477028 w 2944854"/>
                      <a:gd name="connsiteY7" fmla="*/ 501566 h 1302232"/>
                      <a:gd name="connsiteX8" fmla="*/ 2572146 w 2944854"/>
                      <a:gd name="connsiteY8" fmla="*/ 0 h 1302232"/>
                      <a:gd name="connsiteX9" fmla="*/ 2875834 w 2944854"/>
                      <a:gd name="connsiteY9" fmla="*/ 96632 h 1302232"/>
                      <a:gd name="connsiteX10" fmla="*/ 2079803 w 2944854"/>
                      <a:gd name="connsiteY10" fmla="*/ 432543 h 1302232"/>
                      <a:gd name="connsiteX11" fmla="*/ 2240850 w 2944854"/>
                      <a:gd name="connsiteY11" fmla="*/ 920305 h 1302232"/>
                      <a:gd name="connsiteX12" fmla="*/ 2944854 w 2944854"/>
                      <a:gd name="connsiteY12" fmla="*/ 1228607 h 1302232"/>
                      <a:gd name="connsiteX13" fmla="*/ 2733192 w 2944854"/>
                      <a:gd name="connsiteY13" fmla="*/ 1297630 h 1302232"/>
                      <a:gd name="connsiteX14" fmla="*/ 1486231 w 2944854"/>
                      <a:gd name="connsiteY14" fmla="*/ 727041 h 1302232"/>
                      <a:gd name="connsiteX0" fmla="*/ 1486231 w 2944854"/>
                      <a:gd name="connsiteY0" fmla="*/ 727041 h 1316375"/>
                      <a:gd name="connsiteX1" fmla="*/ 257675 w 2944854"/>
                      <a:gd name="connsiteY1" fmla="*/ 1302232 h 1316375"/>
                      <a:gd name="connsiteX2" fmla="*/ 0 w 2944854"/>
                      <a:gd name="connsiteY2" fmla="*/ 1228607 h 1316375"/>
                      <a:gd name="connsiteX3" fmla="*/ 911064 w 2944854"/>
                      <a:gd name="connsiteY3" fmla="*/ 837478 h 1316375"/>
                      <a:gd name="connsiteX4" fmla="*/ 883456 w 2944854"/>
                      <a:gd name="connsiteY4" fmla="*/ 450949 h 1316375"/>
                      <a:gd name="connsiteX5" fmla="*/ 161047 w 2944854"/>
                      <a:gd name="connsiteY5" fmla="*/ 119640 h 1316375"/>
                      <a:gd name="connsiteX6" fmla="*/ 404917 w 2944854"/>
                      <a:gd name="connsiteY6" fmla="*/ 50617 h 1316375"/>
                      <a:gd name="connsiteX7" fmla="*/ 1477028 w 2944854"/>
                      <a:gd name="connsiteY7" fmla="*/ 501566 h 1316375"/>
                      <a:gd name="connsiteX8" fmla="*/ 2572146 w 2944854"/>
                      <a:gd name="connsiteY8" fmla="*/ 0 h 1316375"/>
                      <a:gd name="connsiteX9" fmla="*/ 2875834 w 2944854"/>
                      <a:gd name="connsiteY9" fmla="*/ 96632 h 1316375"/>
                      <a:gd name="connsiteX10" fmla="*/ 2079803 w 2944854"/>
                      <a:gd name="connsiteY10" fmla="*/ 432543 h 1316375"/>
                      <a:gd name="connsiteX11" fmla="*/ 2240850 w 2944854"/>
                      <a:gd name="connsiteY11" fmla="*/ 920305 h 1316375"/>
                      <a:gd name="connsiteX12" fmla="*/ 2944854 w 2944854"/>
                      <a:gd name="connsiteY12" fmla="*/ 1228607 h 1316375"/>
                      <a:gd name="connsiteX13" fmla="*/ 2756623 w 2944854"/>
                      <a:gd name="connsiteY13" fmla="*/ 1316375 h 1316375"/>
                      <a:gd name="connsiteX14" fmla="*/ 1486231 w 2944854"/>
                      <a:gd name="connsiteY14" fmla="*/ 727041 h 1316375"/>
                      <a:gd name="connsiteX0" fmla="*/ 1486231 w 3024520"/>
                      <a:gd name="connsiteY0" fmla="*/ 727041 h 1316375"/>
                      <a:gd name="connsiteX1" fmla="*/ 257675 w 3024520"/>
                      <a:gd name="connsiteY1" fmla="*/ 1302232 h 1316375"/>
                      <a:gd name="connsiteX2" fmla="*/ 0 w 3024520"/>
                      <a:gd name="connsiteY2" fmla="*/ 1228607 h 1316375"/>
                      <a:gd name="connsiteX3" fmla="*/ 911064 w 3024520"/>
                      <a:gd name="connsiteY3" fmla="*/ 837478 h 1316375"/>
                      <a:gd name="connsiteX4" fmla="*/ 883456 w 3024520"/>
                      <a:gd name="connsiteY4" fmla="*/ 450949 h 1316375"/>
                      <a:gd name="connsiteX5" fmla="*/ 161047 w 3024520"/>
                      <a:gd name="connsiteY5" fmla="*/ 119640 h 1316375"/>
                      <a:gd name="connsiteX6" fmla="*/ 404917 w 3024520"/>
                      <a:gd name="connsiteY6" fmla="*/ 50617 h 1316375"/>
                      <a:gd name="connsiteX7" fmla="*/ 1477028 w 3024520"/>
                      <a:gd name="connsiteY7" fmla="*/ 501566 h 1316375"/>
                      <a:gd name="connsiteX8" fmla="*/ 2572146 w 3024520"/>
                      <a:gd name="connsiteY8" fmla="*/ 0 h 1316375"/>
                      <a:gd name="connsiteX9" fmla="*/ 2875834 w 3024520"/>
                      <a:gd name="connsiteY9" fmla="*/ 96632 h 1316375"/>
                      <a:gd name="connsiteX10" fmla="*/ 2079803 w 3024520"/>
                      <a:gd name="connsiteY10" fmla="*/ 432543 h 1316375"/>
                      <a:gd name="connsiteX11" fmla="*/ 2240850 w 3024520"/>
                      <a:gd name="connsiteY11" fmla="*/ 920305 h 1316375"/>
                      <a:gd name="connsiteX12" fmla="*/ 3024520 w 3024520"/>
                      <a:gd name="connsiteY12" fmla="*/ 1228607 h 1316375"/>
                      <a:gd name="connsiteX13" fmla="*/ 2756623 w 3024520"/>
                      <a:gd name="connsiteY13" fmla="*/ 1316375 h 1316375"/>
                      <a:gd name="connsiteX14" fmla="*/ 1486231 w 3024520"/>
                      <a:gd name="connsiteY14" fmla="*/ 727041 h 1316375"/>
                      <a:gd name="connsiteX0" fmla="*/ 1537780 w 3076069"/>
                      <a:gd name="connsiteY0" fmla="*/ 727041 h 1316375"/>
                      <a:gd name="connsiteX1" fmla="*/ 309224 w 3076069"/>
                      <a:gd name="connsiteY1" fmla="*/ 1302232 h 1316375"/>
                      <a:gd name="connsiteX2" fmla="*/ 0 w 3076069"/>
                      <a:gd name="connsiteY2" fmla="*/ 1228607 h 1316375"/>
                      <a:gd name="connsiteX3" fmla="*/ 962613 w 3076069"/>
                      <a:gd name="connsiteY3" fmla="*/ 837478 h 1316375"/>
                      <a:gd name="connsiteX4" fmla="*/ 935005 w 3076069"/>
                      <a:gd name="connsiteY4" fmla="*/ 450949 h 1316375"/>
                      <a:gd name="connsiteX5" fmla="*/ 212596 w 3076069"/>
                      <a:gd name="connsiteY5" fmla="*/ 119640 h 1316375"/>
                      <a:gd name="connsiteX6" fmla="*/ 456466 w 3076069"/>
                      <a:gd name="connsiteY6" fmla="*/ 50617 h 1316375"/>
                      <a:gd name="connsiteX7" fmla="*/ 1528577 w 3076069"/>
                      <a:gd name="connsiteY7" fmla="*/ 501566 h 1316375"/>
                      <a:gd name="connsiteX8" fmla="*/ 2623695 w 3076069"/>
                      <a:gd name="connsiteY8" fmla="*/ 0 h 1316375"/>
                      <a:gd name="connsiteX9" fmla="*/ 2927383 w 3076069"/>
                      <a:gd name="connsiteY9" fmla="*/ 96632 h 1316375"/>
                      <a:gd name="connsiteX10" fmla="*/ 2131352 w 3076069"/>
                      <a:gd name="connsiteY10" fmla="*/ 432543 h 1316375"/>
                      <a:gd name="connsiteX11" fmla="*/ 2292399 w 3076069"/>
                      <a:gd name="connsiteY11" fmla="*/ 920305 h 1316375"/>
                      <a:gd name="connsiteX12" fmla="*/ 3076069 w 3076069"/>
                      <a:gd name="connsiteY12" fmla="*/ 1228607 h 1316375"/>
                      <a:gd name="connsiteX13" fmla="*/ 2808172 w 3076069"/>
                      <a:gd name="connsiteY13" fmla="*/ 1316375 h 1316375"/>
                      <a:gd name="connsiteX14" fmla="*/ 1537780 w 3076069"/>
                      <a:gd name="connsiteY14" fmla="*/ 727041 h 1316375"/>
                      <a:gd name="connsiteX0" fmla="*/ 1537780 w 3076069"/>
                      <a:gd name="connsiteY0" fmla="*/ 727041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27041 h 1321259"/>
                      <a:gd name="connsiteX0" fmla="*/ 1537780 w 3076069"/>
                      <a:gd name="connsiteY0" fmla="*/ 750825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50825 h 13212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3076069" h="1321259">
                        <a:moveTo>
                          <a:pt x="1537780" y="750825"/>
                        </a:moveTo>
                        <a:lnTo>
                          <a:pt x="313981" y="1321259"/>
                        </a:lnTo>
                        <a:lnTo>
                          <a:pt x="0" y="1228607"/>
                        </a:lnTo>
                        <a:lnTo>
                          <a:pt x="962613" y="837478"/>
                        </a:lnTo>
                        <a:lnTo>
                          <a:pt x="935005" y="450949"/>
                        </a:lnTo>
                        <a:lnTo>
                          <a:pt x="212596" y="119640"/>
                        </a:lnTo>
                        <a:lnTo>
                          <a:pt x="456466" y="50617"/>
                        </a:lnTo>
                        <a:lnTo>
                          <a:pt x="1528577" y="501566"/>
                        </a:lnTo>
                        <a:lnTo>
                          <a:pt x="2623695" y="0"/>
                        </a:lnTo>
                        <a:lnTo>
                          <a:pt x="2927383" y="96632"/>
                        </a:lnTo>
                        <a:lnTo>
                          <a:pt x="2131352" y="432543"/>
                        </a:lnTo>
                        <a:lnTo>
                          <a:pt x="2292399" y="920305"/>
                        </a:lnTo>
                        <a:lnTo>
                          <a:pt x="3076069" y="1228607"/>
                        </a:lnTo>
                        <a:lnTo>
                          <a:pt x="2808172" y="1316375"/>
                        </a:lnTo>
                        <a:lnTo>
                          <a:pt x="1537780" y="750825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60000"/>
                      <a:lumOff val="40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63" name="Freeform 562">
                    <a:extLst>
                      <a:ext uri="{FF2B5EF4-FFF2-40B4-BE49-F238E27FC236}">
                        <a16:creationId xmlns:a16="http://schemas.microsoft.com/office/drawing/2014/main" id="{1FE3B5C7-2735-2046-95DC-CFFEC7C37790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430680" y="1629303"/>
                    <a:ext cx="703366" cy="109814"/>
                  </a:xfrm>
                  <a:custGeom>
                    <a:avLst/>
                    <a:gdLst>
                      <a:gd name="connsiteX0" fmla="*/ 0 w 3645229"/>
                      <a:gd name="connsiteY0" fmla="*/ 214441 h 923747"/>
                      <a:gd name="connsiteX1" fmla="*/ 659770 w 3645229"/>
                      <a:gd name="connsiteY1" fmla="*/ 16495 h 923747"/>
                      <a:gd name="connsiteX2" fmla="*/ 1814367 w 3645229"/>
                      <a:gd name="connsiteY2" fmla="*/ 511360 h 923747"/>
                      <a:gd name="connsiteX3" fmla="*/ 2968965 w 3645229"/>
                      <a:gd name="connsiteY3" fmla="*/ 0 h 923747"/>
                      <a:gd name="connsiteX4" fmla="*/ 3645229 w 3645229"/>
                      <a:gd name="connsiteY4" fmla="*/ 197946 h 923747"/>
                      <a:gd name="connsiteX5" fmla="*/ 3199884 w 3645229"/>
                      <a:gd name="connsiteY5" fmla="*/ 461874 h 923747"/>
                      <a:gd name="connsiteX6" fmla="*/ 2985459 w 3645229"/>
                      <a:gd name="connsiteY6" fmla="*/ 379396 h 923747"/>
                      <a:gd name="connsiteX7" fmla="*/ 1830861 w 3645229"/>
                      <a:gd name="connsiteY7" fmla="*/ 923747 h 923747"/>
                      <a:gd name="connsiteX8" fmla="*/ 676264 w 3645229"/>
                      <a:gd name="connsiteY8" fmla="*/ 412387 h 923747"/>
                      <a:gd name="connsiteX9" fmla="*/ 527816 w 3645229"/>
                      <a:gd name="connsiteY9" fmla="*/ 478369 h 923747"/>
                      <a:gd name="connsiteX10" fmla="*/ 0 w 3645229"/>
                      <a:gd name="connsiteY10" fmla="*/ 21444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78369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90067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09765 w 3640627"/>
                      <a:gd name="connsiteY2" fmla="*/ 511360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3008465 w 3640627"/>
                      <a:gd name="connsiteY6" fmla="*/ 402404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723451"/>
                      <a:gd name="connsiteY0" fmla="*/ 242051 h 946755"/>
                      <a:gd name="connsiteX1" fmla="*/ 655168 w 3723451"/>
                      <a:gd name="connsiteY1" fmla="*/ 16495 h 946755"/>
                      <a:gd name="connsiteX2" fmla="*/ 1855778 w 3723451"/>
                      <a:gd name="connsiteY2" fmla="*/ 534367 h 946755"/>
                      <a:gd name="connsiteX3" fmla="*/ 2964363 w 3723451"/>
                      <a:gd name="connsiteY3" fmla="*/ 0 h 946755"/>
                      <a:gd name="connsiteX4" fmla="*/ 3723451 w 3723451"/>
                      <a:gd name="connsiteY4" fmla="*/ 220954 h 946755"/>
                      <a:gd name="connsiteX5" fmla="*/ 3195282 w 3723451"/>
                      <a:gd name="connsiteY5" fmla="*/ 461874 h 946755"/>
                      <a:gd name="connsiteX6" fmla="*/ 3008465 w 3723451"/>
                      <a:gd name="connsiteY6" fmla="*/ 402404 h 946755"/>
                      <a:gd name="connsiteX7" fmla="*/ 1876873 w 3723451"/>
                      <a:gd name="connsiteY7" fmla="*/ 946755 h 946755"/>
                      <a:gd name="connsiteX8" fmla="*/ 690067 w 3723451"/>
                      <a:gd name="connsiteY8" fmla="*/ 412387 h 946755"/>
                      <a:gd name="connsiteX9" fmla="*/ 523214 w 3723451"/>
                      <a:gd name="connsiteY9" fmla="*/ 482971 h 946755"/>
                      <a:gd name="connsiteX10" fmla="*/ 0 w 3723451"/>
                      <a:gd name="connsiteY10" fmla="*/ 242051 h 946755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08465 w 3723451"/>
                      <a:gd name="connsiteY6" fmla="*/ 388599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711613 w 3723451"/>
                      <a:gd name="connsiteY8" fmla="*/ 413055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3723451" h="932950">
                        <a:moveTo>
                          <a:pt x="0" y="228246"/>
                        </a:moveTo>
                        <a:lnTo>
                          <a:pt x="655168" y="2690"/>
                        </a:lnTo>
                        <a:lnTo>
                          <a:pt x="1855778" y="520562"/>
                        </a:lnTo>
                        <a:lnTo>
                          <a:pt x="3001174" y="0"/>
                        </a:lnTo>
                        <a:lnTo>
                          <a:pt x="3723451" y="207149"/>
                        </a:lnTo>
                        <a:lnTo>
                          <a:pt x="3186079" y="461874"/>
                        </a:lnTo>
                        <a:lnTo>
                          <a:pt x="3013067" y="393200"/>
                        </a:lnTo>
                        <a:lnTo>
                          <a:pt x="1876873" y="932950"/>
                        </a:lnTo>
                        <a:lnTo>
                          <a:pt x="711613" y="413055"/>
                        </a:lnTo>
                        <a:lnTo>
                          <a:pt x="523214" y="469166"/>
                        </a:lnTo>
                        <a:lnTo>
                          <a:pt x="0" y="228246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64" name="Freeform 563">
                    <a:extLst>
                      <a:ext uri="{FF2B5EF4-FFF2-40B4-BE49-F238E27FC236}">
                        <a16:creationId xmlns:a16="http://schemas.microsoft.com/office/drawing/2014/main" id="{A6F43262-D44B-4042-A4C2-690F4F954694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892028" y="1722222"/>
                    <a:ext cx="260925" cy="95734"/>
                  </a:xfrm>
                  <a:custGeom>
                    <a:avLst/>
                    <a:gdLst>
                      <a:gd name="connsiteX0" fmla="*/ 55216 w 1421812"/>
                      <a:gd name="connsiteY0" fmla="*/ 0 h 800665"/>
                      <a:gd name="connsiteX1" fmla="*/ 1421812 w 1421812"/>
                      <a:gd name="connsiteY1" fmla="*/ 625807 h 800665"/>
                      <a:gd name="connsiteX2" fmla="*/ 947874 w 1421812"/>
                      <a:gd name="connsiteY2" fmla="*/ 800665 h 800665"/>
                      <a:gd name="connsiteX3" fmla="*/ 50614 w 1421812"/>
                      <a:gd name="connsiteY3" fmla="*/ 404934 h 800665"/>
                      <a:gd name="connsiteX4" fmla="*/ 0 w 1421812"/>
                      <a:gd name="connsiteY4" fmla="*/ 404934 h 800665"/>
                      <a:gd name="connsiteX5" fmla="*/ 55216 w 1421812"/>
                      <a:gd name="connsiteY5" fmla="*/ 0 h 800665"/>
                      <a:gd name="connsiteX0" fmla="*/ 4602 w 1371198"/>
                      <a:gd name="connsiteY0" fmla="*/ 0 h 800665"/>
                      <a:gd name="connsiteX1" fmla="*/ 1371198 w 1371198"/>
                      <a:gd name="connsiteY1" fmla="*/ 625807 h 800665"/>
                      <a:gd name="connsiteX2" fmla="*/ 897260 w 1371198"/>
                      <a:gd name="connsiteY2" fmla="*/ 800665 h 800665"/>
                      <a:gd name="connsiteX3" fmla="*/ 0 w 1371198"/>
                      <a:gd name="connsiteY3" fmla="*/ 404934 h 800665"/>
                      <a:gd name="connsiteX4" fmla="*/ 4602 w 1371198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9868"/>
                      <a:gd name="connsiteX1" fmla="*/ 1366596 w 1366596"/>
                      <a:gd name="connsiteY1" fmla="*/ 625807 h 809868"/>
                      <a:gd name="connsiteX2" fmla="*/ 865050 w 1366596"/>
                      <a:gd name="connsiteY2" fmla="*/ 809868 h 809868"/>
                      <a:gd name="connsiteX3" fmla="*/ 4601 w 1366596"/>
                      <a:gd name="connsiteY3" fmla="*/ 427942 h 809868"/>
                      <a:gd name="connsiteX4" fmla="*/ 0 w 1366596"/>
                      <a:gd name="connsiteY4" fmla="*/ 0 h 8098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66596" h="809868">
                        <a:moveTo>
                          <a:pt x="0" y="0"/>
                        </a:moveTo>
                        <a:lnTo>
                          <a:pt x="1366596" y="625807"/>
                        </a:lnTo>
                        <a:lnTo>
                          <a:pt x="865050" y="809868"/>
                        </a:lnTo>
                        <a:lnTo>
                          <a:pt x="4601" y="427942"/>
                        </a:lnTo>
                        <a:cubicBezTo>
                          <a:pt x="-1535" y="105836"/>
                          <a:pt x="1534" y="142647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65" name="Freeform 564">
                    <a:extLst>
                      <a:ext uri="{FF2B5EF4-FFF2-40B4-BE49-F238E27FC236}">
                        <a16:creationId xmlns:a16="http://schemas.microsoft.com/office/drawing/2014/main" id="{D0A9237E-ECBF-C64D-9BA4-E57E3FB22CE4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419334" y="1725037"/>
                    <a:ext cx="253364" cy="95734"/>
                  </a:xfrm>
                  <a:custGeom>
                    <a:avLst/>
                    <a:gdLst>
                      <a:gd name="connsiteX0" fmla="*/ 1329786 w 1348191"/>
                      <a:gd name="connsiteY0" fmla="*/ 0 h 809869"/>
                      <a:gd name="connsiteX1" fmla="*/ 1348191 w 1348191"/>
                      <a:gd name="connsiteY1" fmla="*/ 400333 h 809869"/>
                      <a:gd name="connsiteX2" fmla="*/ 487742 w 1348191"/>
                      <a:gd name="connsiteY2" fmla="*/ 809869 h 809869"/>
                      <a:gd name="connsiteX3" fmla="*/ 0 w 1348191"/>
                      <a:gd name="connsiteY3" fmla="*/ 630409 h 809869"/>
                      <a:gd name="connsiteX4" fmla="*/ 1329786 w 1348191"/>
                      <a:gd name="connsiteY4" fmla="*/ 0 h 809869"/>
                      <a:gd name="connsiteX0" fmla="*/ 1329786 w 1348191"/>
                      <a:gd name="connsiteY0" fmla="*/ 0 h 791462"/>
                      <a:gd name="connsiteX1" fmla="*/ 1348191 w 1348191"/>
                      <a:gd name="connsiteY1" fmla="*/ 381926 h 791462"/>
                      <a:gd name="connsiteX2" fmla="*/ 487742 w 1348191"/>
                      <a:gd name="connsiteY2" fmla="*/ 791462 h 791462"/>
                      <a:gd name="connsiteX3" fmla="*/ 0 w 1348191"/>
                      <a:gd name="connsiteY3" fmla="*/ 612002 h 791462"/>
                      <a:gd name="connsiteX4" fmla="*/ 1329786 w 1348191"/>
                      <a:gd name="connsiteY4" fmla="*/ 0 h 7914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48191" h="791462">
                        <a:moveTo>
                          <a:pt x="1329786" y="0"/>
                        </a:moveTo>
                        <a:lnTo>
                          <a:pt x="1348191" y="381926"/>
                        </a:lnTo>
                        <a:lnTo>
                          <a:pt x="487742" y="791462"/>
                        </a:lnTo>
                        <a:lnTo>
                          <a:pt x="0" y="612002"/>
                        </a:lnTo>
                        <a:lnTo>
                          <a:pt x="1329786" y="0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cxnSp>
                <p:nvCxnSpPr>
                  <p:cNvPr id="566" name="Straight Connector 565">
                    <a:extLst>
                      <a:ext uri="{FF2B5EF4-FFF2-40B4-BE49-F238E27FC236}">
                        <a16:creationId xmlns:a16="http://schemas.microsoft.com/office/drawing/2014/main" id="{4A63F622-129C-FF42-8DB0-D47E825BF76F}"/>
                      </a:ext>
                    </a:extLst>
                  </p:cNvPr>
                  <p:cNvCxnSpPr>
                    <a:endCxn id="561" idx="2"/>
                  </p:cNvCxnSpPr>
                  <p:nvPr/>
                </p:nvCxnSpPr>
                <p:spPr bwMode="auto">
                  <a:xfrm flipH="1" flipV="1">
                    <a:off x="2184879" y="1722222"/>
                    <a:ext cx="3783" cy="121075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</p:cxnSp>
              <p:cxnSp>
                <p:nvCxnSpPr>
                  <p:cNvPr id="567" name="Straight Connector 566">
                    <a:extLst>
                      <a:ext uri="{FF2B5EF4-FFF2-40B4-BE49-F238E27FC236}">
                        <a16:creationId xmlns:a16="http://schemas.microsoft.com/office/drawing/2014/main" id="{56B6B7EC-AD55-904F-A5C4-487028A50DE1}"/>
                      </a:ext>
                    </a:extLst>
                  </p:cNvPr>
                  <p:cNvCxnSpPr/>
                  <p:nvPr/>
                </p:nvCxnSpPr>
                <p:spPr bwMode="auto">
                  <a:xfrm flipH="1" flipV="1">
                    <a:off x="3379845" y="1727853"/>
                    <a:ext cx="3783" cy="121075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</p:cxnSp>
            </p:grpSp>
          </p:grpSp>
          <p:grpSp>
            <p:nvGrpSpPr>
              <p:cNvPr id="511" name="Group 510">
                <a:extLst>
                  <a:ext uri="{FF2B5EF4-FFF2-40B4-BE49-F238E27FC236}">
                    <a16:creationId xmlns:a16="http://schemas.microsoft.com/office/drawing/2014/main" id="{AEA1FBC6-7A51-F34C-BAB9-FAE4C4A6D941}"/>
                  </a:ext>
                </a:extLst>
              </p:cNvPr>
              <p:cNvGrpSpPr/>
              <p:nvPr/>
            </p:nvGrpSpPr>
            <p:grpSpPr>
              <a:xfrm>
                <a:off x="5552116" y="3849635"/>
                <a:ext cx="514350" cy="1670050"/>
                <a:chOff x="5552116" y="3849635"/>
                <a:chExt cx="514350" cy="1670050"/>
              </a:xfrm>
            </p:grpSpPr>
            <p:sp>
              <p:nvSpPr>
                <p:cNvPr id="533" name="Rectangle 532">
                  <a:extLst>
                    <a:ext uri="{FF2B5EF4-FFF2-40B4-BE49-F238E27FC236}">
                      <a16:creationId xmlns:a16="http://schemas.microsoft.com/office/drawing/2014/main" id="{CCF1D624-DA31-F24B-AEF9-E141494D48E0}"/>
                    </a:ext>
                  </a:extLst>
                </p:cNvPr>
                <p:cNvSpPr/>
                <p:nvPr/>
              </p:nvSpPr>
              <p:spPr bwMode="auto">
                <a:xfrm rot="10800000">
                  <a:off x="5555163" y="3933392"/>
                  <a:ext cx="498084" cy="628647"/>
                </a:xfrm>
                <a:prstGeom prst="rect">
                  <a:avLst/>
                </a:prstGeom>
                <a:gradFill rotWithShape="1">
                  <a:gsLst>
                    <a:gs pos="1000">
                      <a:srgbClr val="3333CC">
                        <a:lumMod val="75000"/>
                        <a:alpha val="62000"/>
                      </a:srgbClr>
                    </a:gs>
                    <a:gs pos="54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FFFFFF"/>
                    </a:gs>
                  </a:gsLst>
                  <a:lin ang="16200000" scaled="0"/>
                </a:gra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534" name="Straight Connector 533">
                  <a:extLst>
                    <a:ext uri="{FF2B5EF4-FFF2-40B4-BE49-F238E27FC236}">
                      <a16:creationId xmlns:a16="http://schemas.microsoft.com/office/drawing/2014/main" id="{5B16137A-740F-BC46-83AC-69F8BFD9547C}"/>
                    </a:ext>
                  </a:extLst>
                </p:cNvPr>
                <p:cNvCxnSpPr/>
                <p:nvPr/>
              </p:nvCxnSpPr>
              <p:spPr bwMode="auto">
                <a:xfrm flipH="1">
                  <a:off x="6064879" y="4006798"/>
                  <a:ext cx="1587" cy="136525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ysDash"/>
                </a:ln>
                <a:effectLst/>
              </p:spPr>
            </p:cxnSp>
            <p:grpSp>
              <p:nvGrpSpPr>
                <p:cNvPr id="535" name="Group 607">
                  <a:extLst>
                    <a:ext uri="{FF2B5EF4-FFF2-40B4-BE49-F238E27FC236}">
                      <a16:creationId xmlns:a16="http://schemas.microsoft.com/office/drawing/2014/main" id="{FD8EE77E-118D-C249-BDF7-4E03E883B27C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5557264" y="5297988"/>
                  <a:ext cx="507588" cy="221697"/>
                  <a:chOff x="4128636" y="3606589"/>
                  <a:chExt cx="568145" cy="338667"/>
                </a:xfrm>
              </p:grpSpPr>
              <p:sp>
                <p:nvSpPr>
                  <p:cNvPr id="548" name="Oval 547">
                    <a:extLst>
                      <a:ext uri="{FF2B5EF4-FFF2-40B4-BE49-F238E27FC236}">
                        <a16:creationId xmlns:a16="http://schemas.microsoft.com/office/drawing/2014/main" id="{0BB43A8A-845F-CC42-9DC8-9B4E62E491C5}"/>
                      </a:ext>
                    </a:extLst>
                  </p:cNvPr>
                  <p:cNvSpPr/>
                  <p:nvPr/>
                </p:nvSpPr>
                <p:spPr>
                  <a:xfrm>
                    <a:off x="4128205" y="3719724"/>
                    <a:ext cx="568606" cy="225532"/>
                  </a:xfrm>
                  <a:prstGeom prst="ellipse">
                    <a:avLst/>
                  </a:prstGeom>
                  <a:solidFill>
                    <a:srgbClr val="3333CC">
                      <a:lumMod val="75000"/>
                    </a:srgbClr>
                  </a:solidFill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49" name="Rectangle 548">
                    <a:extLst>
                      <a:ext uri="{FF2B5EF4-FFF2-40B4-BE49-F238E27FC236}">
                        <a16:creationId xmlns:a16="http://schemas.microsoft.com/office/drawing/2014/main" id="{96E9EB72-0350-2747-8FA7-76136E81AC9E}"/>
                      </a:ext>
                    </a:extLst>
                  </p:cNvPr>
                  <p:cNvSpPr/>
                  <p:nvPr/>
                </p:nvSpPr>
                <p:spPr>
                  <a:xfrm>
                    <a:off x="4128205" y="3719724"/>
                    <a:ext cx="568606" cy="111554"/>
                  </a:xfrm>
                  <a:prstGeom prst="rect">
                    <a:avLst/>
                  </a:pr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50" name="Oval 549">
                    <a:extLst>
                      <a:ext uri="{FF2B5EF4-FFF2-40B4-BE49-F238E27FC236}">
                        <a16:creationId xmlns:a16="http://schemas.microsoft.com/office/drawing/2014/main" id="{DC881CB7-FE4D-FE4E-9748-772252188AFC}"/>
                      </a:ext>
                    </a:extLst>
                  </p:cNvPr>
                  <p:cNvSpPr/>
                  <p:nvPr/>
                </p:nvSpPr>
                <p:spPr>
                  <a:xfrm>
                    <a:off x="4128205" y="3605744"/>
                    <a:ext cx="568606" cy="225534"/>
                  </a:xfrm>
                  <a:prstGeom prst="ellipse">
                    <a:avLst/>
                  </a:prstGeom>
                  <a:solidFill>
                    <a:srgbClr val="3333CC">
                      <a:lumMod val="40000"/>
                      <a:lumOff val="60000"/>
                      <a:alpha val="55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cxnSp>
                <p:nvCxnSpPr>
                  <p:cNvPr id="551" name="Straight Connector 550">
                    <a:extLst>
                      <a:ext uri="{FF2B5EF4-FFF2-40B4-BE49-F238E27FC236}">
                        <a16:creationId xmlns:a16="http://schemas.microsoft.com/office/drawing/2014/main" id="{DC53FF37-2520-714E-A5BF-60112FCB0A0F}"/>
                      </a:ext>
                    </a:extLst>
                  </p:cNvPr>
                  <p:cNvCxnSpPr/>
                  <p:nvPr/>
                </p:nvCxnSpPr>
                <p:spPr>
                  <a:xfrm>
                    <a:off x="4696811" y="3719724"/>
                    <a:ext cx="0" cy="111554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552" name="Straight Connector 551">
                    <a:extLst>
                      <a:ext uri="{FF2B5EF4-FFF2-40B4-BE49-F238E27FC236}">
                        <a16:creationId xmlns:a16="http://schemas.microsoft.com/office/drawing/2014/main" id="{F9EBA973-5DC1-5B47-A5ED-90005F54FCC1}"/>
                      </a:ext>
                    </a:extLst>
                  </p:cNvPr>
                  <p:cNvCxnSpPr/>
                  <p:nvPr/>
                </p:nvCxnSpPr>
                <p:spPr>
                  <a:xfrm>
                    <a:off x="4128205" y="3719724"/>
                    <a:ext cx="0" cy="111554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536" name="Rectangle 535">
                  <a:extLst>
                    <a:ext uri="{FF2B5EF4-FFF2-40B4-BE49-F238E27FC236}">
                      <a16:creationId xmlns:a16="http://schemas.microsoft.com/office/drawing/2014/main" id="{A3FB46FE-169F-9140-96C3-C42E33AE2B64}"/>
                    </a:ext>
                  </a:extLst>
                </p:cNvPr>
                <p:cNvSpPr/>
                <p:nvPr/>
              </p:nvSpPr>
              <p:spPr bwMode="auto">
                <a:xfrm>
                  <a:off x="5558466" y="4562423"/>
                  <a:ext cx="496888" cy="812800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  <a:alpha val="62000"/>
                      </a:srgbClr>
                    </a:gs>
                    <a:gs pos="54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FFFFFF"/>
                    </a:gs>
                  </a:gsLst>
                  <a:lin ang="16200000" scaled="0"/>
                </a:gra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537" name="Straight Connector 536">
                  <a:extLst>
                    <a:ext uri="{FF2B5EF4-FFF2-40B4-BE49-F238E27FC236}">
                      <a16:creationId xmlns:a16="http://schemas.microsoft.com/office/drawing/2014/main" id="{0BBC2230-3F6E-904C-82D1-AFD95679B9A1}"/>
                    </a:ext>
                  </a:extLst>
                </p:cNvPr>
                <p:cNvCxnSpPr/>
                <p:nvPr/>
              </p:nvCxnSpPr>
              <p:spPr bwMode="auto">
                <a:xfrm flipH="1">
                  <a:off x="5552116" y="4014735"/>
                  <a:ext cx="3175" cy="1450975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ysDash"/>
                </a:ln>
                <a:effectLst/>
              </p:spPr>
            </p:cxnSp>
            <p:grpSp>
              <p:nvGrpSpPr>
                <p:cNvPr id="538" name="Group 595">
                  <a:extLst>
                    <a:ext uri="{FF2B5EF4-FFF2-40B4-BE49-F238E27FC236}">
                      <a16:creationId xmlns:a16="http://schemas.microsoft.com/office/drawing/2014/main" id="{40399425-521B-D643-BE12-A19AB347E95C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5554629" y="3849635"/>
                  <a:ext cx="503828" cy="248249"/>
                  <a:chOff x="2183302" y="1564542"/>
                  <a:chExt cx="1200154" cy="440314"/>
                </a:xfrm>
              </p:grpSpPr>
              <p:sp>
                <p:nvSpPr>
                  <p:cNvPr id="539" name="Oval 538">
                    <a:extLst>
                      <a:ext uri="{FF2B5EF4-FFF2-40B4-BE49-F238E27FC236}">
                        <a16:creationId xmlns:a16="http://schemas.microsoft.com/office/drawing/2014/main" id="{16553013-EA2E-8E41-A3E1-BCCE9E93E46E}"/>
                      </a:ext>
                    </a:extLst>
                  </p:cNvPr>
                  <p:cNvSpPr/>
                  <p:nvPr/>
                </p:nvSpPr>
                <p:spPr bwMode="auto">
                  <a:xfrm flipV="1">
                    <a:off x="2188662" y="1691250"/>
                    <a:ext cx="1194966" cy="312543"/>
                  </a:xfrm>
                  <a:prstGeom prst="ellipse">
                    <a:avLst/>
                  </a:prstGeom>
                  <a:gradFill flip="none" rotWithShape="1">
                    <a:gsLst>
                      <a:gs pos="0">
                        <a:srgbClr val="3333CC">
                          <a:lumMod val="75000"/>
                        </a:srgbClr>
                      </a:gs>
                      <a:gs pos="31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FFFFFF"/>
                      </a:gs>
                    </a:gsLst>
                    <a:lin ang="16200000" scaled="0"/>
                    <a:tileRect/>
                  </a:gradFill>
                  <a:ln w="6350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40" name="Rectangle 539">
                    <a:extLst>
                      <a:ext uri="{FF2B5EF4-FFF2-40B4-BE49-F238E27FC236}">
                        <a16:creationId xmlns:a16="http://schemas.microsoft.com/office/drawing/2014/main" id="{9C37324D-607E-3C4F-B41E-B506DD7939A1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184879" y="1736302"/>
                    <a:ext cx="1198749" cy="112629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3333CC">
                          <a:lumMod val="40000"/>
                          <a:lumOff val="60000"/>
                        </a:srgbClr>
                      </a:gs>
                      <a:gs pos="54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3333CC">
                          <a:lumMod val="75000"/>
                        </a:srgbClr>
                      </a:gs>
                    </a:gsLst>
                    <a:lin ang="16200000" scaled="0"/>
                  </a:gradFill>
                  <a:ln w="25400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41" name="Oval 540">
                    <a:extLst>
                      <a:ext uri="{FF2B5EF4-FFF2-40B4-BE49-F238E27FC236}">
                        <a16:creationId xmlns:a16="http://schemas.microsoft.com/office/drawing/2014/main" id="{56B0875A-352E-6D44-96CE-1E964E7E219C}"/>
                      </a:ext>
                    </a:extLst>
                  </p:cNvPr>
                  <p:cNvSpPr/>
                  <p:nvPr/>
                </p:nvSpPr>
                <p:spPr bwMode="auto">
                  <a:xfrm flipV="1">
                    <a:off x="2184879" y="1564542"/>
                    <a:ext cx="1194966" cy="312545"/>
                  </a:xfrm>
                  <a:prstGeom prst="ellipse">
                    <a:avLst/>
                  </a:prstGeom>
                  <a:solidFill>
                    <a:srgbClr val="FFFFFF">
                      <a:lumMod val="75000"/>
                    </a:srgbClr>
                  </a:solidFill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42" name="Freeform 541">
                    <a:extLst>
                      <a:ext uri="{FF2B5EF4-FFF2-40B4-BE49-F238E27FC236}">
                        <a16:creationId xmlns:a16="http://schemas.microsoft.com/office/drawing/2014/main" id="{8F706B2B-AE93-AC43-93E0-E39EB9FF2FFF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491185" y="1671539"/>
                    <a:ext cx="582357" cy="154865"/>
                  </a:xfrm>
                  <a:custGeom>
                    <a:avLst/>
                    <a:gdLst>
                      <a:gd name="connsiteX0" fmla="*/ 1486231 w 2944854"/>
                      <a:gd name="connsiteY0" fmla="*/ 727041 h 1302232"/>
                      <a:gd name="connsiteX1" fmla="*/ 257675 w 2944854"/>
                      <a:gd name="connsiteY1" fmla="*/ 1302232 h 1302232"/>
                      <a:gd name="connsiteX2" fmla="*/ 0 w 2944854"/>
                      <a:gd name="connsiteY2" fmla="*/ 1228607 h 1302232"/>
                      <a:gd name="connsiteX3" fmla="*/ 911064 w 2944854"/>
                      <a:gd name="connsiteY3" fmla="*/ 837478 h 1302232"/>
                      <a:gd name="connsiteX4" fmla="*/ 883456 w 2944854"/>
                      <a:gd name="connsiteY4" fmla="*/ 450949 h 1302232"/>
                      <a:gd name="connsiteX5" fmla="*/ 161047 w 2944854"/>
                      <a:gd name="connsiteY5" fmla="*/ 119640 h 1302232"/>
                      <a:gd name="connsiteX6" fmla="*/ 404917 w 2944854"/>
                      <a:gd name="connsiteY6" fmla="*/ 50617 h 1302232"/>
                      <a:gd name="connsiteX7" fmla="*/ 1477028 w 2944854"/>
                      <a:gd name="connsiteY7" fmla="*/ 501566 h 1302232"/>
                      <a:gd name="connsiteX8" fmla="*/ 2572146 w 2944854"/>
                      <a:gd name="connsiteY8" fmla="*/ 0 h 1302232"/>
                      <a:gd name="connsiteX9" fmla="*/ 2875834 w 2944854"/>
                      <a:gd name="connsiteY9" fmla="*/ 96632 h 1302232"/>
                      <a:gd name="connsiteX10" fmla="*/ 2079803 w 2944854"/>
                      <a:gd name="connsiteY10" fmla="*/ 432543 h 1302232"/>
                      <a:gd name="connsiteX11" fmla="*/ 2240850 w 2944854"/>
                      <a:gd name="connsiteY11" fmla="*/ 920305 h 1302232"/>
                      <a:gd name="connsiteX12" fmla="*/ 2944854 w 2944854"/>
                      <a:gd name="connsiteY12" fmla="*/ 1228607 h 1302232"/>
                      <a:gd name="connsiteX13" fmla="*/ 2733192 w 2944854"/>
                      <a:gd name="connsiteY13" fmla="*/ 1297630 h 1302232"/>
                      <a:gd name="connsiteX14" fmla="*/ 1486231 w 2944854"/>
                      <a:gd name="connsiteY14" fmla="*/ 727041 h 1302232"/>
                      <a:gd name="connsiteX0" fmla="*/ 1486231 w 2944854"/>
                      <a:gd name="connsiteY0" fmla="*/ 727041 h 1316375"/>
                      <a:gd name="connsiteX1" fmla="*/ 257675 w 2944854"/>
                      <a:gd name="connsiteY1" fmla="*/ 1302232 h 1316375"/>
                      <a:gd name="connsiteX2" fmla="*/ 0 w 2944854"/>
                      <a:gd name="connsiteY2" fmla="*/ 1228607 h 1316375"/>
                      <a:gd name="connsiteX3" fmla="*/ 911064 w 2944854"/>
                      <a:gd name="connsiteY3" fmla="*/ 837478 h 1316375"/>
                      <a:gd name="connsiteX4" fmla="*/ 883456 w 2944854"/>
                      <a:gd name="connsiteY4" fmla="*/ 450949 h 1316375"/>
                      <a:gd name="connsiteX5" fmla="*/ 161047 w 2944854"/>
                      <a:gd name="connsiteY5" fmla="*/ 119640 h 1316375"/>
                      <a:gd name="connsiteX6" fmla="*/ 404917 w 2944854"/>
                      <a:gd name="connsiteY6" fmla="*/ 50617 h 1316375"/>
                      <a:gd name="connsiteX7" fmla="*/ 1477028 w 2944854"/>
                      <a:gd name="connsiteY7" fmla="*/ 501566 h 1316375"/>
                      <a:gd name="connsiteX8" fmla="*/ 2572146 w 2944854"/>
                      <a:gd name="connsiteY8" fmla="*/ 0 h 1316375"/>
                      <a:gd name="connsiteX9" fmla="*/ 2875834 w 2944854"/>
                      <a:gd name="connsiteY9" fmla="*/ 96632 h 1316375"/>
                      <a:gd name="connsiteX10" fmla="*/ 2079803 w 2944854"/>
                      <a:gd name="connsiteY10" fmla="*/ 432543 h 1316375"/>
                      <a:gd name="connsiteX11" fmla="*/ 2240850 w 2944854"/>
                      <a:gd name="connsiteY11" fmla="*/ 920305 h 1316375"/>
                      <a:gd name="connsiteX12" fmla="*/ 2944854 w 2944854"/>
                      <a:gd name="connsiteY12" fmla="*/ 1228607 h 1316375"/>
                      <a:gd name="connsiteX13" fmla="*/ 2756623 w 2944854"/>
                      <a:gd name="connsiteY13" fmla="*/ 1316375 h 1316375"/>
                      <a:gd name="connsiteX14" fmla="*/ 1486231 w 2944854"/>
                      <a:gd name="connsiteY14" fmla="*/ 727041 h 1316375"/>
                      <a:gd name="connsiteX0" fmla="*/ 1486231 w 3024520"/>
                      <a:gd name="connsiteY0" fmla="*/ 727041 h 1316375"/>
                      <a:gd name="connsiteX1" fmla="*/ 257675 w 3024520"/>
                      <a:gd name="connsiteY1" fmla="*/ 1302232 h 1316375"/>
                      <a:gd name="connsiteX2" fmla="*/ 0 w 3024520"/>
                      <a:gd name="connsiteY2" fmla="*/ 1228607 h 1316375"/>
                      <a:gd name="connsiteX3" fmla="*/ 911064 w 3024520"/>
                      <a:gd name="connsiteY3" fmla="*/ 837478 h 1316375"/>
                      <a:gd name="connsiteX4" fmla="*/ 883456 w 3024520"/>
                      <a:gd name="connsiteY4" fmla="*/ 450949 h 1316375"/>
                      <a:gd name="connsiteX5" fmla="*/ 161047 w 3024520"/>
                      <a:gd name="connsiteY5" fmla="*/ 119640 h 1316375"/>
                      <a:gd name="connsiteX6" fmla="*/ 404917 w 3024520"/>
                      <a:gd name="connsiteY6" fmla="*/ 50617 h 1316375"/>
                      <a:gd name="connsiteX7" fmla="*/ 1477028 w 3024520"/>
                      <a:gd name="connsiteY7" fmla="*/ 501566 h 1316375"/>
                      <a:gd name="connsiteX8" fmla="*/ 2572146 w 3024520"/>
                      <a:gd name="connsiteY8" fmla="*/ 0 h 1316375"/>
                      <a:gd name="connsiteX9" fmla="*/ 2875834 w 3024520"/>
                      <a:gd name="connsiteY9" fmla="*/ 96632 h 1316375"/>
                      <a:gd name="connsiteX10" fmla="*/ 2079803 w 3024520"/>
                      <a:gd name="connsiteY10" fmla="*/ 432543 h 1316375"/>
                      <a:gd name="connsiteX11" fmla="*/ 2240850 w 3024520"/>
                      <a:gd name="connsiteY11" fmla="*/ 920305 h 1316375"/>
                      <a:gd name="connsiteX12" fmla="*/ 3024520 w 3024520"/>
                      <a:gd name="connsiteY12" fmla="*/ 1228607 h 1316375"/>
                      <a:gd name="connsiteX13" fmla="*/ 2756623 w 3024520"/>
                      <a:gd name="connsiteY13" fmla="*/ 1316375 h 1316375"/>
                      <a:gd name="connsiteX14" fmla="*/ 1486231 w 3024520"/>
                      <a:gd name="connsiteY14" fmla="*/ 727041 h 1316375"/>
                      <a:gd name="connsiteX0" fmla="*/ 1537780 w 3076069"/>
                      <a:gd name="connsiteY0" fmla="*/ 727041 h 1316375"/>
                      <a:gd name="connsiteX1" fmla="*/ 309224 w 3076069"/>
                      <a:gd name="connsiteY1" fmla="*/ 1302232 h 1316375"/>
                      <a:gd name="connsiteX2" fmla="*/ 0 w 3076069"/>
                      <a:gd name="connsiteY2" fmla="*/ 1228607 h 1316375"/>
                      <a:gd name="connsiteX3" fmla="*/ 962613 w 3076069"/>
                      <a:gd name="connsiteY3" fmla="*/ 837478 h 1316375"/>
                      <a:gd name="connsiteX4" fmla="*/ 935005 w 3076069"/>
                      <a:gd name="connsiteY4" fmla="*/ 450949 h 1316375"/>
                      <a:gd name="connsiteX5" fmla="*/ 212596 w 3076069"/>
                      <a:gd name="connsiteY5" fmla="*/ 119640 h 1316375"/>
                      <a:gd name="connsiteX6" fmla="*/ 456466 w 3076069"/>
                      <a:gd name="connsiteY6" fmla="*/ 50617 h 1316375"/>
                      <a:gd name="connsiteX7" fmla="*/ 1528577 w 3076069"/>
                      <a:gd name="connsiteY7" fmla="*/ 501566 h 1316375"/>
                      <a:gd name="connsiteX8" fmla="*/ 2623695 w 3076069"/>
                      <a:gd name="connsiteY8" fmla="*/ 0 h 1316375"/>
                      <a:gd name="connsiteX9" fmla="*/ 2927383 w 3076069"/>
                      <a:gd name="connsiteY9" fmla="*/ 96632 h 1316375"/>
                      <a:gd name="connsiteX10" fmla="*/ 2131352 w 3076069"/>
                      <a:gd name="connsiteY10" fmla="*/ 432543 h 1316375"/>
                      <a:gd name="connsiteX11" fmla="*/ 2292399 w 3076069"/>
                      <a:gd name="connsiteY11" fmla="*/ 920305 h 1316375"/>
                      <a:gd name="connsiteX12" fmla="*/ 3076069 w 3076069"/>
                      <a:gd name="connsiteY12" fmla="*/ 1228607 h 1316375"/>
                      <a:gd name="connsiteX13" fmla="*/ 2808172 w 3076069"/>
                      <a:gd name="connsiteY13" fmla="*/ 1316375 h 1316375"/>
                      <a:gd name="connsiteX14" fmla="*/ 1537780 w 3076069"/>
                      <a:gd name="connsiteY14" fmla="*/ 727041 h 1316375"/>
                      <a:gd name="connsiteX0" fmla="*/ 1537780 w 3076069"/>
                      <a:gd name="connsiteY0" fmla="*/ 727041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27041 h 1321259"/>
                      <a:gd name="connsiteX0" fmla="*/ 1537780 w 3076069"/>
                      <a:gd name="connsiteY0" fmla="*/ 750825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50825 h 13212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3076069" h="1321259">
                        <a:moveTo>
                          <a:pt x="1537780" y="750825"/>
                        </a:moveTo>
                        <a:lnTo>
                          <a:pt x="313981" y="1321259"/>
                        </a:lnTo>
                        <a:lnTo>
                          <a:pt x="0" y="1228607"/>
                        </a:lnTo>
                        <a:lnTo>
                          <a:pt x="962613" y="837478"/>
                        </a:lnTo>
                        <a:lnTo>
                          <a:pt x="935005" y="450949"/>
                        </a:lnTo>
                        <a:lnTo>
                          <a:pt x="212596" y="119640"/>
                        </a:lnTo>
                        <a:lnTo>
                          <a:pt x="456466" y="50617"/>
                        </a:lnTo>
                        <a:lnTo>
                          <a:pt x="1528577" y="501566"/>
                        </a:lnTo>
                        <a:lnTo>
                          <a:pt x="2623695" y="0"/>
                        </a:lnTo>
                        <a:lnTo>
                          <a:pt x="2927383" y="96632"/>
                        </a:lnTo>
                        <a:lnTo>
                          <a:pt x="2131352" y="432543"/>
                        </a:lnTo>
                        <a:lnTo>
                          <a:pt x="2292399" y="920305"/>
                        </a:lnTo>
                        <a:lnTo>
                          <a:pt x="3076069" y="1228607"/>
                        </a:lnTo>
                        <a:lnTo>
                          <a:pt x="2808172" y="1316375"/>
                        </a:lnTo>
                        <a:lnTo>
                          <a:pt x="1537780" y="750825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60000"/>
                      <a:lumOff val="40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43" name="Freeform 542">
                    <a:extLst>
                      <a:ext uri="{FF2B5EF4-FFF2-40B4-BE49-F238E27FC236}">
                        <a16:creationId xmlns:a16="http://schemas.microsoft.com/office/drawing/2014/main" id="{B3A368EC-FB0F-C941-9F6C-A864AA0C9CA0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430680" y="1629304"/>
                    <a:ext cx="703366" cy="109812"/>
                  </a:xfrm>
                  <a:custGeom>
                    <a:avLst/>
                    <a:gdLst>
                      <a:gd name="connsiteX0" fmla="*/ 0 w 3645229"/>
                      <a:gd name="connsiteY0" fmla="*/ 214441 h 923747"/>
                      <a:gd name="connsiteX1" fmla="*/ 659770 w 3645229"/>
                      <a:gd name="connsiteY1" fmla="*/ 16495 h 923747"/>
                      <a:gd name="connsiteX2" fmla="*/ 1814367 w 3645229"/>
                      <a:gd name="connsiteY2" fmla="*/ 511360 h 923747"/>
                      <a:gd name="connsiteX3" fmla="*/ 2968965 w 3645229"/>
                      <a:gd name="connsiteY3" fmla="*/ 0 h 923747"/>
                      <a:gd name="connsiteX4" fmla="*/ 3645229 w 3645229"/>
                      <a:gd name="connsiteY4" fmla="*/ 197946 h 923747"/>
                      <a:gd name="connsiteX5" fmla="*/ 3199884 w 3645229"/>
                      <a:gd name="connsiteY5" fmla="*/ 461874 h 923747"/>
                      <a:gd name="connsiteX6" fmla="*/ 2985459 w 3645229"/>
                      <a:gd name="connsiteY6" fmla="*/ 379396 h 923747"/>
                      <a:gd name="connsiteX7" fmla="*/ 1830861 w 3645229"/>
                      <a:gd name="connsiteY7" fmla="*/ 923747 h 923747"/>
                      <a:gd name="connsiteX8" fmla="*/ 676264 w 3645229"/>
                      <a:gd name="connsiteY8" fmla="*/ 412387 h 923747"/>
                      <a:gd name="connsiteX9" fmla="*/ 527816 w 3645229"/>
                      <a:gd name="connsiteY9" fmla="*/ 478369 h 923747"/>
                      <a:gd name="connsiteX10" fmla="*/ 0 w 3645229"/>
                      <a:gd name="connsiteY10" fmla="*/ 21444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78369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90067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09765 w 3640627"/>
                      <a:gd name="connsiteY2" fmla="*/ 511360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3008465 w 3640627"/>
                      <a:gd name="connsiteY6" fmla="*/ 402404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723451"/>
                      <a:gd name="connsiteY0" fmla="*/ 242051 h 946755"/>
                      <a:gd name="connsiteX1" fmla="*/ 655168 w 3723451"/>
                      <a:gd name="connsiteY1" fmla="*/ 16495 h 946755"/>
                      <a:gd name="connsiteX2" fmla="*/ 1855778 w 3723451"/>
                      <a:gd name="connsiteY2" fmla="*/ 534367 h 946755"/>
                      <a:gd name="connsiteX3" fmla="*/ 2964363 w 3723451"/>
                      <a:gd name="connsiteY3" fmla="*/ 0 h 946755"/>
                      <a:gd name="connsiteX4" fmla="*/ 3723451 w 3723451"/>
                      <a:gd name="connsiteY4" fmla="*/ 220954 h 946755"/>
                      <a:gd name="connsiteX5" fmla="*/ 3195282 w 3723451"/>
                      <a:gd name="connsiteY5" fmla="*/ 461874 h 946755"/>
                      <a:gd name="connsiteX6" fmla="*/ 3008465 w 3723451"/>
                      <a:gd name="connsiteY6" fmla="*/ 402404 h 946755"/>
                      <a:gd name="connsiteX7" fmla="*/ 1876873 w 3723451"/>
                      <a:gd name="connsiteY7" fmla="*/ 946755 h 946755"/>
                      <a:gd name="connsiteX8" fmla="*/ 690067 w 3723451"/>
                      <a:gd name="connsiteY8" fmla="*/ 412387 h 946755"/>
                      <a:gd name="connsiteX9" fmla="*/ 523214 w 3723451"/>
                      <a:gd name="connsiteY9" fmla="*/ 482971 h 946755"/>
                      <a:gd name="connsiteX10" fmla="*/ 0 w 3723451"/>
                      <a:gd name="connsiteY10" fmla="*/ 242051 h 946755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08465 w 3723451"/>
                      <a:gd name="connsiteY6" fmla="*/ 388599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711613 w 3723451"/>
                      <a:gd name="connsiteY8" fmla="*/ 413055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3723451" h="932950">
                        <a:moveTo>
                          <a:pt x="0" y="228246"/>
                        </a:moveTo>
                        <a:lnTo>
                          <a:pt x="655168" y="2690"/>
                        </a:lnTo>
                        <a:lnTo>
                          <a:pt x="1855778" y="520562"/>
                        </a:lnTo>
                        <a:lnTo>
                          <a:pt x="3001174" y="0"/>
                        </a:lnTo>
                        <a:lnTo>
                          <a:pt x="3723451" y="207149"/>
                        </a:lnTo>
                        <a:lnTo>
                          <a:pt x="3186079" y="461874"/>
                        </a:lnTo>
                        <a:lnTo>
                          <a:pt x="3013067" y="393200"/>
                        </a:lnTo>
                        <a:lnTo>
                          <a:pt x="1876873" y="932950"/>
                        </a:lnTo>
                        <a:lnTo>
                          <a:pt x="711613" y="413055"/>
                        </a:lnTo>
                        <a:lnTo>
                          <a:pt x="523214" y="469166"/>
                        </a:lnTo>
                        <a:lnTo>
                          <a:pt x="0" y="228246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44" name="Freeform 543">
                    <a:extLst>
                      <a:ext uri="{FF2B5EF4-FFF2-40B4-BE49-F238E27FC236}">
                        <a16:creationId xmlns:a16="http://schemas.microsoft.com/office/drawing/2014/main" id="{62A4A154-7D82-9F47-A026-0EF36FD06F62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892028" y="1722222"/>
                    <a:ext cx="260925" cy="95734"/>
                  </a:xfrm>
                  <a:custGeom>
                    <a:avLst/>
                    <a:gdLst>
                      <a:gd name="connsiteX0" fmla="*/ 55216 w 1421812"/>
                      <a:gd name="connsiteY0" fmla="*/ 0 h 800665"/>
                      <a:gd name="connsiteX1" fmla="*/ 1421812 w 1421812"/>
                      <a:gd name="connsiteY1" fmla="*/ 625807 h 800665"/>
                      <a:gd name="connsiteX2" fmla="*/ 947874 w 1421812"/>
                      <a:gd name="connsiteY2" fmla="*/ 800665 h 800665"/>
                      <a:gd name="connsiteX3" fmla="*/ 50614 w 1421812"/>
                      <a:gd name="connsiteY3" fmla="*/ 404934 h 800665"/>
                      <a:gd name="connsiteX4" fmla="*/ 0 w 1421812"/>
                      <a:gd name="connsiteY4" fmla="*/ 404934 h 800665"/>
                      <a:gd name="connsiteX5" fmla="*/ 55216 w 1421812"/>
                      <a:gd name="connsiteY5" fmla="*/ 0 h 800665"/>
                      <a:gd name="connsiteX0" fmla="*/ 4602 w 1371198"/>
                      <a:gd name="connsiteY0" fmla="*/ 0 h 800665"/>
                      <a:gd name="connsiteX1" fmla="*/ 1371198 w 1371198"/>
                      <a:gd name="connsiteY1" fmla="*/ 625807 h 800665"/>
                      <a:gd name="connsiteX2" fmla="*/ 897260 w 1371198"/>
                      <a:gd name="connsiteY2" fmla="*/ 800665 h 800665"/>
                      <a:gd name="connsiteX3" fmla="*/ 0 w 1371198"/>
                      <a:gd name="connsiteY3" fmla="*/ 404934 h 800665"/>
                      <a:gd name="connsiteX4" fmla="*/ 4602 w 1371198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9868"/>
                      <a:gd name="connsiteX1" fmla="*/ 1366596 w 1366596"/>
                      <a:gd name="connsiteY1" fmla="*/ 625807 h 809868"/>
                      <a:gd name="connsiteX2" fmla="*/ 865050 w 1366596"/>
                      <a:gd name="connsiteY2" fmla="*/ 809868 h 809868"/>
                      <a:gd name="connsiteX3" fmla="*/ 4601 w 1366596"/>
                      <a:gd name="connsiteY3" fmla="*/ 427942 h 809868"/>
                      <a:gd name="connsiteX4" fmla="*/ 0 w 1366596"/>
                      <a:gd name="connsiteY4" fmla="*/ 0 h 8098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66596" h="809868">
                        <a:moveTo>
                          <a:pt x="0" y="0"/>
                        </a:moveTo>
                        <a:lnTo>
                          <a:pt x="1366596" y="625807"/>
                        </a:lnTo>
                        <a:lnTo>
                          <a:pt x="865050" y="809868"/>
                        </a:lnTo>
                        <a:lnTo>
                          <a:pt x="4601" y="427942"/>
                        </a:lnTo>
                        <a:cubicBezTo>
                          <a:pt x="-1535" y="105836"/>
                          <a:pt x="1534" y="142647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45" name="Freeform 544">
                    <a:extLst>
                      <a:ext uri="{FF2B5EF4-FFF2-40B4-BE49-F238E27FC236}">
                        <a16:creationId xmlns:a16="http://schemas.microsoft.com/office/drawing/2014/main" id="{AB530AB4-C345-9044-9301-3A357686F473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419334" y="1725039"/>
                    <a:ext cx="253364" cy="95734"/>
                  </a:xfrm>
                  <a:custGeom>
                    <a:avLst/>
                    <a:gdLst>
                      <a:gd name="connsiteX0" fmla="*/ 1329786 w 1348191"/>
                      <a:gd name="connsiteY0" fmla="*/ 0 h 809869"/>
                      <a:gd name="connsiteX1" fmla="*/ 1348191 w 1348191"/>
                      <a:gd name="connsiteY1" fmla="*/ 400333 h 809869"/>
                      <a:gd name="connsiteX2" fmla="*/ 487742 w 1348191"/>
                      <a:gd name="connsiteY2" fmla="*/ 809869 h 809869"/>
                      <a:gd name="connsiteX3" fmla="*/ 0 w 1348191"/>
                      <a:gd name="connsiteY3" fmla="*/ 630409 h 809869"/>
                      <a:gd name="connsiteX4" fmla="*/ 1329786 w 1348191"/>
                      <a:gd name="connsiteY4" fmla="*/ 0 h 809869"/>
                      <a:gd name="connsiteX0" fmla="*/ 1329786 w 1348191"/>
                      <a:gd name="connsiteY0" fmla="*/ 0 h 791462"/>
                      <a:gd name="connsiteX1" fmla="*/ 1348191 w 1348191"/>
                      <a:gd name="connsiteY1" fmla="*/ 381926 h 791462"/>
                      <a:gd name="connsiteX2" fmla="*/ 487742 w 1348191"/>
                      <a:gd name="connsiteY2" fmla="*/ 791462 h 791462"/>
                      <a:gd name="connsiteX3" fmla="*/ 0 w 1348191"/>
                      <a:gd name="connsiteY3" fmla="*/ 612002 h 791462"/>
                      <a:gd name="connsiteX4" fmla="*/ 1329786 w 1348191"/>
                      <a:gd name="connsiteY4" fmla="*/ 0 h 7914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48191" h="791462">
                        <a:moveTo>
                          <a:pt x="1329786" y="0"/>
                        </a:moveTo>
                        <a:lnTo>
                          <a:pt x="1348191" y="381926"/>
                        </a:lnTo>
                        <a:lnTo>
                          <a:pt x="487742" y="791462"/>
                        </a:lnTo>
                        <a:lnTo>
                          <a:pt x="0" y="612002"/>
                        </a:lnTo>
                        <a:lnTo>
                          <a:pt x="1329786" y="0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cxnSp>
                <p:nvCxnSpPr>
                  <p:cNvPr id="546" name="Straight Connector 545">
                    <a:extLst>
                      <a:ext uri="{FF2B5EF4-FFF2-40B4-BE49-F238E27FC236}">
                        <a16:creationId xmlns:a16="http://schemas.microsoft.com/office/drawing/2014/main" id="{5FD2DEA2-62A9-E743-BEEC-CD991F286F26}"/>
                      </a:ext>
                    </a:extLst>
                  </p:cNvPr>
                  <p:cNvCxnSpPr>
                    <a:endCxn id="541" idx="2"/>
                  </p:cNvCxnSpPr>
                  <p:nvPr/>
                </p:nvCxnSpPr>
                <p:spPr bwMode="auto">
                  <a:xfrm flipH="1" flipV="1">
                    <a:off x="2184879" y="1722222"/>
                    <a:ext cx="3783" cy="121077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</p:cxnSp>
              <p:cxnSp>
                <p:nvCxnSpPr>
                  <p:cNvPr id="547" name="Straight Connector 546">
                    <a:extLst>
                      <a:ext uri="{FF2B5EF4-FFF2-40B4-BE49-F238E27FC236}">
                        <a16:creationId xmlns:a16="http://schemas.microsoft.com/office/drawing/2014/main" id="{850092CD-EBE9-B646-8198-BB6C1648DD53}"/>
                      </a:ext>
                    </a:extLst>
                  </p:cNvPr>
                  <p:cNvCxnSpPr/>
                  <p:nvPr/>
                </p:nvCxnSpPr>
                <p:spPr bwMode="auto">
                  <a:xfrm flipH="1" flipV="1">
                    <a:off x="3379845" y="1727853"/>
                    <a:ext cx="3783" cy="121077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</p:cxnSp>
            </p:grpSp>
          </p:grpSp>
          <p:grpSp>
            <p:nvGrpSpPr>
              <p:cNvPr id="512" name="Group 511">
                <a:extLst>
                  <a:ext uri="{FF2B5EF4-FFF2-40B4-BE49-F238E27FC236}">
                    <a16:creationId xmlns:a16="http://schemas.microsoft.com/office/drawing/2014/main" id="{3A07B75A-34AD-5A45-98BD-BFCD05A6AA2E}"/>
                  </a:ext>
                </a:extLst>
              </p:cNvPr>
              <p:cNvGrpSpPr/>
              <p:nvPr/>
            </p:nvGrpSpPr>
            <p:grpSpPr>
              <a:xfrm>
                <a:off x="6547479" y="3836935"/>
                <a:ext cx="514350" cy="1671638"/>
                <a:chOff x="6547479" y="3836935"/>
                <a:chExt cx="514350" cy="1671638"/>
              </a:xfrm>
            </p:grpSpPr>
            <p:sp>
              <p:nvSpPr>
                <p:cNvPr id="513" name="Rectangle 512">
                  <a:extLst>
                    <a:ext uri="{FF2B5EF4-FFF2-40B4-BE49-F238E27FC236}">
                      <a16:creationId xmlns:a16="http://schemas.microsoft.com/office/drawing/2014/main" id="{6C8D1614-7BF6-4642-94A3-70C36CEC484D}"/>
                    </a:ext>
                  </a:extLst>
                </p:cNvPr>
                <p:cNvSpPr/>
                <p:nvPr/>
              </p:nvSpPr>
              <p:spPr bwMode="auto">
                <a:xfrm rot="10800000">
                  <a:off x="6550526" y="3920772"/>
                  <a:ext cx="498084" cy="629245"/>
                </a:xfrm>
                <a:prstGeom prst="rect">
                  <a:avLst/>
                </a:prstGeom>
                <a:gradFill rotWithShape="1">
                  <a:gsLst>
                    <a:gs pos="1000">
                      <a:srgbClr val="3333CC">
                        <a:lumMod val="75000"/>
                        <a:alpha val="62000"/>
                      </a:srgbClr>
                    </a:gs>
                    <a:gs pos="54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FFFFFF"/>
                    </a:gs>
                  </a:gsLst>
                  <a:lin ang="16200000" scaled="0"/>
                </a:gra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514" name="Straight Connector 513">
                  <a:extLst>
                    <a:ext uri="{FF2B5EF4-FFF2-40B4-BE49-F238E27FC236}">
                      <a16:creationId xmlns:a16="http://schemas.microsoft.com/office/drawing/2014/main" id="{32DB3177-D80A-9145-9497-28FB784056C2}"/>
                    </a:ext>
                  </a:extLst>
                </p:cNvPr>
                <p:cNvCxnSpPr/>
                <p:nvPr/>
              </p:nvCxnSpPr>
              <p:spPr bwMode="auto">
                <a:xfrm flipH="1">
                  <a:off x="7060241" y="3994098"/>
                  <a:ext cx="1588" cy="1366837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ysDash"/>
                </a:ln>
                <a:effectLst/>
              </p:spPr>
            </p:cxnSp>
            <p:grpSp>
              <p:nvGrpSpPr>
                <p:cNvPr id="515" name="Group 634">
                  <a:extLst>
                    <a:ext uri="{FF2B5EF4-FFF2-40B4-BE49-F238E27FC236}">
                      <a16:creationId xmlns:a16="http://schemas.microsoft.com/office/drawing/2014/main" id="{65A47B5E-F2CB-594A-BD58-9FE922EB7E5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552627" y="5286665"/>
                  <a:ext cx="507588" cy="221908"/>
                  <a:chOff x="4128636" y="3606589"/>
                  <a:chExt cx="568145" cy="338667"/>
                </a:xfrm>
              </p:grpSpPr>
              <p:sp>
                <p:nvSpPr>
                  <p:cNvPr id="528" name="Oval 527">
                    <a:extLst>
                      <a:ext uri="{FF2B5EF4-FFF2-40B4-BE49-F238E27FC236}">
                        <a16:creationId xmlns:a16="http://schemas.microsoft.com/office/drawing/2014/main" id="{45BE5BB6-0C1F-544E-BE74-9A2D5A63315B}"/>
                      </a:ext>
                    </a:extLst>
                  </p:cNvPr>
                  <p:cNvSpPr/>
                  <p:nvPr/>
                </p:nvSpPr>
                <p:spPr>
                  <a:xfrm>
                    <a:off x="4128204" y="3719937"/>
                    <a:ext cx="568606" cy="225319"/>
                  </a:xfrm>
                  <a:prstGeom prst="ellipse">
                    <a:avLst/>
                  </a:prstGeom>
                  <a:solidFill>
                    <a:srgbClr val="3333CC">
                      <a:lumMod val="75000"/>
                    </a:srgbClr>
                  </a:solidFill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29" name="Rectangle 528">
                    <a:extLst>
                      <a:ext uri="{FF2B5EF4-FFF2-40B4-BE49-F238E27FC236}">
                        <a16:creationId xmlns:a16="http://schemas.microsoft.com/office/drawing/2014/main" id="{1D8B9DD8-1DBF-E041-8295-DA296B4603A2}"/>
                      </a:ext>
                    </a:extLst>
                  </p:cNvPr>
                  <p:cNvSpPr/>
                  <p:nvPr/>
                </p:nvSpPr>
                <p:spPr>
                  <a:xfrm>
                    <a:off x="4128204" y="3719937"/>
                    <a:ext cx="568606" cy="111448"/>
                  </a:xfrm>
                  <a:prstGeom prst="rect">
                    <a:avLst/>
                  </a:pr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30" name="Oval 529">
                    <a:extLst>
                      <a:ext uri="{FF2B5EF4-FFF2-40B4-BE49-F238E27FC236}">
                        <a16:creationId xmlns:a16="http://schemas.microsoft.com/office/drawing/2014/main" id="{5B84D8CD-13B2-604E-A807-752EADAA8871}"/>
                      </a:ext>
                    </a:extLst>
                  </p:cNvPr>
                  <p:cNvSpPr/>
                  <p:nvPr/>
                </p:nvSpPr>
                <p:spPr>
                  <a:xfrm>
                    <a:off x="4128204" y="3606067"/>
                    <a:ext cx="568606" cy="225318"/>
                  </a:xfrm>
                  <a:prstGeom prst="ellipse">
                    <a:avLst/>
                  </a:prstGeom>
                  <a:solidFill>
                    <a:srgbClr val="3333CC">
                      <a:lumMod val="40000"/>
                      <a:lumOff val="60000"/>
                      <a:alpha val="55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cxnSp>
                <p:nvCxnSpPr>
                  <p:cNvPr id="531" name="Straight Connector 530">
                    <a:extLst>
                      <a:ext uri="{FF2B5EF4-FFF2-40B4-BE49-F238E27FC236}">
                        <a16:creationId xmlns:a16="http://schemas.microsoft.com/office/drawing/2014/main" id="{885A366E-444E-DA46-8EBD-35F1EDEB77BC}"/>
                      </a:ext>
                    </a:extLst>
                  </p:cNvPr>
                  <p:cNvCxnSpPr/>
                  <p:nvPr/>
                </p:nvCxnSpPr>
                <p:spPr>
                  <a:xfrm>
                    <a:off x="4696810" y="3719937"/>
                    <a:ext cx="0" cy="111448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532" name="Straight Connector 531">
                    <a:extLst>
                      <a:ext uri="{FF2B5EF4-FFF2-40B4-BE49-F238E27FC236}">
                        <a16:creationId xmlns:a16="http://schemas.microsoft.com/office/drawing/2014/main" id="{B97A9CB5-23BF-0847-BE36-C0AF41F70C8E}"/>
                      </a:ext>
                    </a:extLst>
                  </p:cNvPr>
                  <p:cNvCxnSpPr/>
                  <p:nvPr/>
                </p:nvCxnSpPr>
                <p:spPr>
                  <a:xfrm>
                    <a:off x="4128204" y="3719937"/>
                    <a:ext cx="0" cy="111448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516" name="Rectangle 515">
                  <a:extLst>
                    <a:ext uri="{FF2B5EF4-FFF2-40B4-BE49-F238E27FC236}">
                      <a16:creationId xmlns:a16="http://schemas.microsoft.com/office/drawing/2014/main" id="{FC15DD5A-EE50-1644-8973-B09EB47B67C3}"/>
                    </a:ext>
                  </a:extLst>
                </p:cNvPr>
                <p:cNvSpPr/>
                <p:nvPr/>
              </p:nvSpPr>
              <p:spPr bwMode="auto">
                <a:xfrm>
                  <a:off x="6553829" y="4551310"/>
                  <a:ext cx="496887" cy="812800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  <a:alpha val="62000"/>
                      </a:srgbClr>
                    </a:gs>
                    <a:gs pos="54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FFFFFF"/>
                    </a:gs>
                  </a:gsLst>
                  <a:lin ang="16200000" scaled="0"/>
                </a:gra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517" name="Straight Connector 516">
                  <a:extLst>
                    <a:ext uri="{FF2B5EF4-FFF2-40B4-BE49-F238E27FC236}">
                      <a16:creationId xmlns:a16="http://schemas.microsoft.com/office/drawing/2014/main" id="{0305C96B-82C7-0249-9E17-769E23D456FC}"/>
                    </a:ext>
                  </a:extLst>
                </p:cNvPr>
                <p:cNvCxnSpPr/>
                <p:nvPr/>
              </p:nvCxnSpPr>
              <p:spPr bwMode="auto">
                <a:xfrm flipH="1">
                  <a:off x="6547479" y="4002035"/>
                  <a:ext cx="3175" cy="1452563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ysDash"/>
                </a:ln>
                <a:effectLst/>
              </p:spPr>
            </p:cxnSp>
            <p:grpSp>
              <p:nvGrpSpPr>
                <p:cNvPr id="518" name="Group 622">
                  <a:extLst>
                    <a:ext uri="{FF2B5EF4-FFF2-40B4-BE49-F238E27FC236}">
                      <a16:creationId xmlns:a16="http://schemas.microsoft.com/office/drawing/2014/main" id="{94B7DBD3-7C78-E643-B3AD-C12BF3785F56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549992" y="3836935"/>
                  <a:ext cx="503828" cy="248485"/>
                  <a:chOff x="2183302" y="1564542"/>
                  <a:chExt cx="1200154" cy="440314"/>
                </a:xfrm>
              </p:grpSpPr>
              <p:sp>
                <p:nvSpPr>
                  <p:cNvPr id="519" name="Oval 518">
                    <a:extLst>
                      <a:ext uri="{FF2B5EF4-FFF2-40B4-BE49-F238E27FC236}">
                        <a16:creationId xmlns:a16="http://schemas.microsoft.com/office/drawing/2014/main" id="{690EA313-FF31-164F-A140-DA76903CEE6E}"/>
                      </a:ext>
                    </a:extLst>
                  </p:cNvPr>
                  <p:cNvSpPr/>
                  <p:nvPr/>
                </p:nvSpPr>
                <p:spPr bwMode="auto">
                  <a:xfrm flipV="1">
                    <a:off x="2188659" y="1691130"/>
                    <a:ext cx="1194966" cy="315061"/>
                  </a:xfrm>
                  <a:prstGeom prst="ellipse">
                    <a:avLst/>
                  </a:prstGeom>
                  <a:gradFill flip="none" rotWithShape="1">
                    <a:gsLst>
                      <a:gs pos="0">
                        <a:srgbClr val="3333CC">
                          <a:lumMod val="75000"/>
                        </a:srgbClr>
                      </a:gs>
                      <a:gs pos="31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FFFFFF"/>
                      </a:gs>
                    </a:gsLst>
                    <a:lin ang="16200000" scaled="0"/>
                    <a:tileRect/>
                  </a:gradFill>
                  <a:ln w="6350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20" name="Rectangle 519">
                    <a:extLst>
                      <a:ext uri="{FF2B5EF4-FFF2-40B4-BE49-F238E27FC236}">
                        <a16:creationId xmlns:a16="http://schemas.microsoft.com/office/drawing/2014/main" id="{2DCFC1EE-52F6-854A-A387-9D86ECA08EA3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184879" y="1736138"/>
                    <a:ext cx="1198746" cy="112522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3333CC">
                          <a:lumMod val="40000"/>
                          <a:lumOff val="60000"/>
                        </a:srgbClr>
                      </a:gs>
                      <a:gs pos="54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3333CC">
                          <a:lumMod val="75000"/>
                        </a:srgbClr>
                      </a:gs>
                    </a:gsLst>
                    <a:lin ang="16200000" scaled="0"/>
                  </a:gradFill>
                  <a:ln w="25400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21" name="Oval 520">
                    <a:extLst>
                      <a:ext uri="{FF2B5EF4-FFF2-40B4-BE49-F238E27FC236}">
                        <a16:creationId xmlns:a16="http://schemas.microsoft.com/office/drawing/2014/main" id="{EDF9F22D-ACC3-4B43-911D-B350B36A10AF}"/>
                      </a:ext>
                    </a:extLst>
                  </p:cNvPr>
                  <p:cNvSpPr/>
                  <p:nvPr/>
                </p:nvSpPr>
                <p:spPr bwMode="auto">
                  <a:xfrm flipV="1">
                    <a:off x="2184879" y="1564542"/>
                    <a:ext cx="1194966" cy="315061"/>
                  </a:xfrm>
                  <a:prstGeom prst="ellipse">
                    <a:avLst/>
                  </a:prstGeom>
                  <a:solidFill>
                    <a:srgbClr val="FFFFFF">
                      <a:lumMod val="75000"/>
                    </a:srgbClr>
                  </a:solidFill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22" name="Freeform 521">
                    <a:extLst>
                      <a:ext uri="{FF2B5EF4-FFF2-40B4-BE49-F238E27FC236}">
                        <a16:creationId xmlns:a16="http://schemas.microsoft.com/office/drawing/2014/main" id="{8CF6B37B-AFBE-9B42-A8EC-EABBAA0F3FA2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491182" y="1671438"/>
                    <a:ext cx="582357" cy="157530"/>
                  </a:xfrm>
                  <a:custGeom>
                    <a:avLst/>
                    <a:gdLst>
                      <a:gd name="connsiteX0" fmla="*/ 1486231 w 2944854"/>
                      <a:gd name="connsiteY0" fmla="*/ 727041 h 1302232"/>
                      <a:gd name="connsiteX1" fmla="*/ 257675 w 2944854"/>
                      <a:gd name="connsiteY1" fmla="*/ 1302232 h 1302232"/>
                      <a:gd name="connsiteX2" fmla="*/ 0 w 2944854"/>
                      <a:gd name="connsiteY2" fmla="*/ 1228607 h 1302232"/>
                      <a:gd name="connsiteX3" fmla="*/ 911064 w 2944854"/>
                      <a:gd name="connsiteY3" fmla="*/ 837478 h 1302232"/>
                      <a:gd name="connsiteX4" fmla="*/ 883456 w 2944854"/>
                      <a:gd name="connsiteY4" fmla="*/ 450949 h 1302232"/>
                      <a:gd name="connsiteX5" fmla="*/ 161047 w 2944854"/>
                      <a:gd name="connsiteY5" fmla="*/ 119640 h 1302232"/>
                      <a:gd name="connsiteX6" fmla="*/ 404917 w 2944854"/>
                      <a:gd name="connsiteY6" fmla="*/ 50617 h 1302232"/>
                      <a:gd name="connsiteX7" fmla="*/ 1477028 w 2944854"/>
                      <a:gd name="connsiteY7" fmla="*/ 501566 h 1302232"/>
                      <a:gd name="connsiteX8" fmla="*/ 2572146 w 2944854"/>
                      <a:gd name="connsiteY8" fmla="*/ 0 h 1302232"/>
                      <a:gd name="connsiteX9" fmla="*/ 2875834 w 2944854"/>
                      <a:gd name="connsiteY9" fmla="*/ 96632 h 1302232"/>
                      <a:gd name="connsiteX10" fmla="*/ 2079803 w 2944854"/>
                      <a:gd name="connsiteY10" fmla="*/ 432543 h 1302232"/>
                      <a:gd name="connsiteX11" fmla="*/ 2240850 w 2944854"/>
                      <a:gd name="connsiteY11" fmla="*/ 920305 h 1302232"/>
                      <a:gd name="connsiteX12" fmla="*/ 2944854 w 2944854"/>
                      <a:gd name="connsiteY12" fmla="*/ 1228607 h 1302232"/>
                      <a:gd name="connsiteX13" fmla="*/ 2733192 w 2944854"/>
                      <a:gd name="connsiteY13" fmla="*/ 1297630 h 1302232"/>
                      <a:gd name="connsiteX14" fmla="*/ 1486231 w 2944854"/>
                      <a:gd name="connsiteY14" fmla="*/ 727041 h 1302232"/>
                      <a:gd name="connsiteX0" fmla="*/ 1486231 w 2944854"/>
                      <a:gd name="connsiteY0" fmla="*/ 727041 h 1316375"/>
                      <a:gd name="connsiteX1" fmla="*/ 257675 w 2944854"/>
                      <a:gd name="connsiteY1" fmla="*/ 1302232 h 1316375"/>
                      <a:gd name="connsiteX2" fmla="*/ 0 w 2944854"/>
                      <a:gd name="connsiteY2" fmla="*/ 1228607 h 1316375"/>
                      <a:gd name="connsiteX3" fmla="*/ 911064 w 2944854"/>
                      <a:gd name="connsiteY3" fmla="*/ 837478 h 1316375"/>
                      <a:gd name="connsiteX4" fmla="*/ 883456 w 2944854"/>
                      <a:gd name="connsiteY4" fmla="*/ 450949 h 1316375"/>
                      <a:gd name="connsiteX5" fmla="*/ 161047 w 2944854"/>
                      <a:gd name="connsiteY5" fmla="*/ 119640 h 1316375"/>
                      <a:gd name="connsiteX6" fmla="*/ 404917 w 2944854"/>
                      <a:gd name="connsiteY6" fmla="*/ 50617 h 1316375"/>
                      <a:gd name="connsiteX7" fmla="*/ 1477028 w 2944854"/>
                      <a:gd name="connsiteY7" fmla="*/ 501566 h 1316375"/>
                      <a:gd name="connsiteX8" fmla="*/ 2572146 w 2944854"/>
                      <a:gd name="connsiteY8" fmla="*/ 0 h 1316375"/>
                      <a:gd name="connsiteX9" fmla="*/ 2875834 w 2944854"/>
                      <a:gd name="connsiteY9" fmla="*/ 96632 h 1316375"/>
                      <a:gd name="connsiteX10" fmla="*/ 2079803 w 2944854"/>
                      <a:gd name="connsiteY10" fmla="*/ 432543 h 1316375"/>
                      <a:gd name="connsiteX11" fmla="*/ 2240850 w 2944854"/>
                      <a:gd name="connsiteY11" fmla="*/ 920305 h 1316375"/>
                      <a:gd name="connsiteX12" fmla="*/ 2944854 w 2944854"/>
                      <a:gd name="connsiteY12" fmla="*/ 1228607 h 1316375"/>
                      <a:gd name="connsiteX13" fmla="*/ 2756623 w 2944854"/>
                      <a:gd name="connsiteY13" fmla="*/ 1316375 h 1316375"/>
                      <a:gd name="connsiteX14" fmla="*/ 1486231 w 2944854"/>
                      <a:gd name="connsiteY14" fmla="*/ 727041 h 1316375"/>
                      <a:gd name="connsiteX0" fmla="*/ 1486231 w 3024520"/>
                      <a:gd name="connsiteY0" fmla="*/ 727041 h 1316375"/>
                      <a:gd name="connsiteX1" fmla="*/ 257675 w 3024520"/>
                      <a:gd name="connsiteY1" fmla="*/ 1302232 h 1316375"/>
                      <a:gd name="connsiteX2" fmla="*/ 0 w 3024520"/>
                      <a:gd name="connsiteY2" fmla="*/ 1228607 h 1316375"/>
                      <a:gd name="connsiteX3" fmla="*/ 911064 w 3024520"/>
                      <a:gd name="connsiteY3" fmla="*/ 837478 h 1316375"/>
                      <a:gd name="connsiteX4" fmla="*/ 883456 w 3024520"/>
                      <a:gd name="connsiteY4" fmla="*/ 450949 h 1316375"/>
                      <a:gd name="connsiteX5" fmla="*/ 161047 w 3024520"/>
                      <a:gd name="connsiteY5" fmla="*/ 119640 h 1316375"/>
                      <a:gd name="connsiteX6" fmla="*/ 404917 w 3024520"/>
                      <a:gd name="connsiteY6" fmla="*/ 50617 h 1316375"/>
                      <a:gd name="connsiteX7" fmla="*/ 1477028 w 3024520"/>
                      <a:gd name="connsiteY7" fmla="*/ 501566 h 1316375"/>
                      <a:gd name="connsiteX8" fmla="*/ 2572146 w 3024520"/>
                      <a:gd name="connsiteY8" fmla="*/ 0 h 1316375"/>
                      <a:gd name="connsiteX9" fmla="*/ 2875834 w 3024520"/>
                      <a:gd name="connsiteY9" fmla="*/ 96632 h 1316375"/>
                      <a:gd name="connsiteX10" fmla="*/ 2079803 w 3024520"/>
                      <a:gd name="connsiteY10" fmla="*/ 432543 h 1316375"/>
                      <a:gd name="connsiteX11" fmla="*/ 2240850 w 3024520"/>
                      <a:gd name="connsiteY11" fmla="*/ 920305 h 1316375"/>
                      <a:gd name="connsiteX12" fmla="*/ 3024520 w 3024520"/>
                      <a:gd name="connsiteY12" fmla="*/ 1228607 h 1316375"/>
                      <a:gd name="connsiteX13" fmla="*/ 2756623 w 3024520"/>
                      <a:gd name="connsiteY13" fmla="*/ 1316375 h 1316375"/>
                      <a:gd name="connsiteX14" fmla="*/ 1486231 w 3024520"/>
                      <a:gd name="connsiteY14" fmla="*/ 727041 h 1316375"/>
                      <a:gd name="connsiteX0" fmla="*/ 1537780 w 3076069"/>
                      <a:gd name="connsiteY0" fmla="*/ 727041 h 1316375"/>
                      <a:gd name="connsiteX1" fmla="*/ 309224 w 3076069"/>
                      <a:gd name="connsiteY1" fmla="*/ 1302232 h 1316375"/>
                      <a:gd name="connsiteX2" fmla="*/ 0 w 3076069"/>
                      <a:gd name="connsiteY2" fmla="*/ 1228607 h 1316375"/>
                      <a:gd name="connsiteX3" fmla="*/ 962613 w 3076069"/>
                      <a:gd name="connsiteY3" fmla="*/ 837478 h 1316375"/>
                      <a:gd name="connsiteX4" fmla="*/ 935005 w 3076069"/>
                      <a:gd name="connsiteY4" fmla="*/ 450949 h 1316375"/>
                      <a:gd name="connsiteX5" fmla="*/ 212596 w 3076069"/>
                      <a:gd name="connsiteY5" fmla="*/ 119640 h 1316375"/>
                      <a:gd name="connsiteX6" fmla="*/ 456466 w 3076069"/>
                      <a:gd name="connsiteY6" fmla="*/ 50617 h 1316375"/>
                      <a:gd name="connsiteX7" fmla="*/ 1528577 w 3076069"/>
                      <a:gd name="connsiteY7" fmla="*/ 501566 h 1316375"/>
                      <a:gd name="connsiteX8" fmla="*/ 2623695 w 3076069"/>
                      <a:gd name="connsiteY8" fmla="*/ 0 h 1316375"/>
                      <a:gd name="connsiteX9" fmla="*/ 2927383 w 3076069"/>
                      <a:gd name="connsiteY9" fmla="*/ 96632 h 1316375"/>
                      <a:gd name="connsiteX10" fmla="*/ 2131352 w 3076069"/>
                      <a:gd name="connsiteY10" fmla="*/ 432543 h 1316375"/>
                      <a:gd name="connsiteX11" fmla="*/ 2292399 w 3076069"/>
                      <a:gd name="connsiteY11" fmla="*/ 920305 h 1316375"/>
                      <a:gd name="connsiteX12" fmla="*/ 3076069 w 3076069"/>
                      <a:gd name="connsiteY12" fmla="*/ 1228607 h 1316375"/>
                      <a:gd name="connsiteX13" fmla="*/ 2808172 w 3076069"/>
                      <a:gd name="connsiteY13" fmla="*/ 1316375 h 1316375"/>
                      <a:gd name="connsiteX14" fmla="*/ 1537780 w 3076069"/>
                      <a:gd name="connsiteY14" fmla="*/ 727041 h 1316375"/>
                      <a:gd name="connsiteX0" fmla="*/ 1537780 w 3076069"/>
                      <a:gd name="connsiteY0" fmla="*/ 727041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27041 h 1321259"/>
                      <a:gd name="connsiteX0" fmla="*/ 1537780 w 3076069"/>
                      <a:gd name="connsiteY0" fmla="*/ 750825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50825 h 13212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3076069" h="1321259">
                        <a:moveTo>
                          <a:pt x="1537780" y="750825"/>
                        </a:moveTo>
                        <a:lnTo>
                          <a:pt x="313981" y="1321259"/>
                        </a:lnTo>
                        <a:lnTo>
                          <a:pt x="0" y="1228607"/>
                        </a:lnTo>
                        <a:lnTo>
                          <a:pt x="962613" y="837478"/>
                        </a:lnTo>
                        <a:lnTo>
                          <a:pt x="935005" y="450949"/>
                        </a:lnTo>
                        <a:lnTo>
                          <a:pt x="212596" y="119640"/>
                        </a:lnTo>
                        <a:lnTo>
                          <a:pt x="456466" y="50617"/>
                        </a:lnTo>
                        <a:lnTo>
                          <a:pt x="1528577" y="501566"/>
                        </a:lnTo>
                        <a:lnTo>
                          <a:pt x="2623695" y="0"/>
                        </a:lnTo>
                        <a:lnTo>
                          <a:pt x="2927383" y="96632"/>
                        </a:lnTo>
                        <a:lnTo>
                          <a:pt x="2131352" y="432543"/>
                        </a:lnTo>
                        <a:lnTo>
                          <a:pt x="2292399" y="920305"/>
                        </a:lnTo>
                        <a:lnTo>
                          <a:pt x="3076069" y="1228607"/>
                        </a:lnTo>
                        <a:lnTo>
                          <a:pt x="2808172" y="1316375"/>
                        </a:lnTo>
                        <a:lnTo>
                          <a:pt x="1537780" y="750825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60000"/>
                      <a:lumOff val="40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23" name="Freeform 522">
                    <a:extLst>
                      <a:ext uri="{FF2B5EF4-FFF2-40B4-BE49-F238E27FC236}">
                        <a16:creationId xmlns:a16="http://schemas.microsoft.com/office/drawing/2014/main" id="{30213B45-E211-5443-B77E-230CD6148D46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430678" y="1629243"/>
                    <a:ext cx="703366" cy="112522"/>
                  </a:xfrm>
                  <a:custGeom>
                    <a:avLst/>
                    <a:gdLst>
                      <a:gd name="connsiteX0" fmla="*/ 0 w 3645229"/>
                      <a:gd name="connsiteY0" fmla="*/ 214441 h 923747"/>
                      <a:gd name="connsiteX1" fmla="*/ 659770 w 3645229"/>
                      <a:gd name="connsiteY1" fmla="*/ 16495 h 923747"/>
                      <a:gd name="connsiteX2" fmla="*/ 1814367 w 3645229"/>
                      <a:gd name="connsiteY2" fmla="*/ 511360 h 923747"/>
                      <a:gd name="connsiteX3" fmla="*/ 2968965 w 3645229"/>
                      <a:gd name="connsiteY3" fmla="*/ 0 h 923747"/>
                      <a:gd name="connsiteX4" fmla="*/ 3645229 w 3645229"/>
                      <a:gd name="connsiteY4" fmla="*/ 197946 h 923747"/>
                      <a:gd name="connsiteX5" fmla="*/ 3199884 w 3645229"/>
                      <a:gd name="connsiteY5" fmla="*/ 461874 h 923747"/>
                      <a:gd name="connsiteX6" fmla="*/ 2985459 w 3645229"/>
                      <a:gd name="connsiteY6" fmla="*/ 379396 h 923747"/>
                      <a:gd name="connsiteX7" fmla="*/ 1830861 w 3645229"/>
                      <a:gd name="connsiteY7" fmla="*/ 923747 h 923747"/>
                      <a:gd name="connsiteX8" fmla="*/ 676264 w 3645229"/>
                      <a:gd name="connsiteY8" fmla="*/ 412387 h 923747"/>
                      <a:gd name="connsiteX9" fmla="*/ 527816 w 3645229"/>
                      <a:gd name="connsiteY9" fmla="*/ 478369 h 923747"/>
                      <a:gd name="connsiteX10" fmla="*/ 0 w 3645229"/>
                      <a:gd name="connsiteY10" fmla="*/ 21444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78369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90067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09765 w 3640627"/>
                      <a:gd name="connsiteY2" fmla="*/ 511360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3008465 w 3640627"/>
                      <a:gd name="connsiteY6" fmla="*/ 402404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723451"/>
                      <a:gd name="connsiteY0" fmla="*/ 242051 h 946755"/>
                      <a:gd name="connsiteX1" fmla="*/ 655168 w 3723451"/>
                      <a:gd name="connsiteY1" fmla="*/ 16495 h 946755"/>
                      <a:gd name="connsiteX2" fmla="*/ 1855778 w 3723451"/>
                      <a:gd name="connsiteY2" fmla="*/ 534367 h 946755"/>
                      <a:gd name="connsiteX3" fmla="*/ 2964363 w 3723451"/>
                      <a:gd name="connsiteY3" fmla="*/ 0 h 946755"/>
                      <a:gd name="connsiteX4" fmla="*/ 3723451 w 3723451"/>
                      <a:gd name="connsiteY4" fmla="*/ 220954 h 946755"/>
                      <a:gd name="connsiteX5" fmla="*/ 3195282 w 3723451"/>
                      <a:gd name="connsiteY5" fmla="*/ 461874 h 946755"/>
                      <a:gd name="connsiteX6" fmla="*/ 3008465 w 3723451"/>
                      <a:gd name="connsiteY6" fmla="*/ 402404 h 946755"/>
                      <a:gd name="connsiteX7" fmla="*/ 1876873 w 3723451"/>
                      <a:gd name="connsiteY7" fmla="*/ 946755 h 946755"/>
                      <a:gd name="connsiteX8" fmla="*/ 690067 w 3723451"/>
                      <a:gd name="connsiteY8" fmla="*/ 412387 h 946755"/>
                      <a:gd name="connsiteX9" fmla="*/ 523214 w 3723451"/>
                      <a:gd name="connsiteY9" fmla="*/ 482971 h 946755"/>
                      <a:gd name="connsiteX10" fmla="*/ 0 w 3723451"/>
                      <a:gd name="connsiteY10" fmla="*/ 242051 h 946755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08465 w 3723451"/>
                      <a:gd name="connsiteY6" fmla="*/ 388599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711613 w 3723451"/>
                      <a:gd name="connsiteY8" fmla="*/ 413055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3723451" h="932950">
                        <a:moveTo>
                          <a:pt x="0" y="228246"/>
                        </a:moveTo>
                        <a:lnTo>
                          <a:pt x="655168" y="2690"/>
                        </a:lnTo>
                        <a:lnTo>
                          <a:pt x="1855778" y="520562"/>
                        </a:lnTo>
                        <a:lnTo>
                          <a:pt x="3001174" y="0"/>
                        </a:lnTo>
                        <a:lnTo>
                          <a:pt x="3723451" y="207149"/>
                        </a:lnTo>
                        <a:lnTo>
                          <a:pt x="3186079" y="461874"/>
                        </a:lnTo>
                        <a:lnTo>
                          <a:pt x="3013067" y="393200"/>
                        </a:lnTo>
                        <a:lnTo>
                          <a:pt x="1876873" y="932950"/>
                        </a:lnTo>
                        <a:lnTo>
                          <a:pt x="711613" y="413055"/>
                        </a:lnTo>
                        <a:lnTo>
                          <a:pt x="523214" y="469166"/>
                        </a:lnTo>
                        <a:lnTo>
                          <a:pt x="0" y="228246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24" name="Freeform 523">
                    <a:extLst>
                      <a:ext uri="{FF2B5EF4-FFF2-40B4-BE49-F238E27FC236}">
                        <a16:creationId xmlns:a16="http://schemas.microsoft.com/office/drawing/2014/main" id="{B930A525-545D-E642-9A1E-6D046A6D2C93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892025" y="1724886"/>
                    <a:ext cx="260927" cy="95643"/>
                  </a:xfrm>
                  <a:custGeom>
                    <a:avLst/>
                    <a:gdLst>
                      <a:gd name="connsiteX0" fmla="*/ 55216 w 1421812"/>
                      <a:gd name="connsiteY0" fmla="*/ 0 h 800665"/>
                      <a:gd name="connsiteX1" fmla="*/ 1421812 w 1421812"/>
                      <a:gd name="connsiteY1" fmla="*/ 625807 h 800665"/>
                      <a:gd name="connsiteX2" fmla="*/ 947874 w 1421812"/>
                      <a:gd name="connsiteY2" fmla="*/ 800665 h 800665"/>
                      <a:gd name="connsiteX3" fmla="*/ 50614 w 1421812"/>
                      <a:gd name="connsiteY3" fmla="*/ 404934 h 800665"/>
                      <a:gd name="connsiteX4" fmla="*/ 0 w 1421812"/>
                      <a:gd name="connsiteY4" fmla="*/ 404934 h 800665"/>
                      <a:gd name="connsiteX5" fmla="*/ 55216 w 1421812"/>
                      <a:gd name="connsiteY5" fmla="*/ 0 h 800665"/>
                      <a:gd name="connsiteX0" fmla="*/ 4602 w 1371198"/>
                      <a:gd name="connsiteY0" fmla="*/ 0 h 800665"/>
                      <a:gd name="connsiteX1" fmla="*/ 1371198 w 1371198"/>
                      <a:gd name="connsiteY1" fmla="*/ 625807 h 800665"/>
                      <a:gd name="connsiteX2" fmla="*/ 897260 w 1371198"/>
                      <a:gd name="connsiteY2" fmla="*/ 800665 h 800665"/>
                      <a:gd name="connsiteX3" fmla="*/ 0 w 1371198"/>
                      <a:gd name="connsiteY3" fmla="*/ 404934 h 800665"/>
                      <a:gd name="connsiteX4" fmla="*/ 4602 w 1371198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9868"/>
                      <a:gd name="connsiteX1" fmla="*/ 1366596 w 1366596"/>
                      <a:gd name="connsiteY1" fmla="*/ 625807 h 809868"/>
                      <a:gd name="connsiteX2" fmla="*/ 865050 w 1366596"/>
                      <a:gd name="connsiteY2" fmla="*/ 809868 h 809868"/>
                      <a:gd name="connsiteX3" fmla="*/ 4601 w 1366596"/>
                      <a:gd name="connsiteY3" fmla="*/ 427942 h 809868"/>
                      <a:gd name="connsiteX4" fmla="*/ 0 w 1366596"/>
                      <a:gd name="connsiteY4" fmla="*/ 0 h 8098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66596" h="809868">
                        <a:moveTo>
                          <a:pt x="0" y="0"/>
                        </a:moveTo>
                        <a:lnTo>
                          <a:pt x="1366596" y="625807"/>
                        </a:lnTo>
                        <a:lnTo>
                          <a:pt x="865050" y="809868"/>
                        </a:lnTo>
                        <a:lnTo>
                          <a:pt x="4601" y="427942"/>
                        </a:lnTo>
                        <a:cubicBezTo>
                          <a:pt x="-1535" y="105836"/>
                          <a:pt x="1534" y="142647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25" name="Freeform 524">
                    <a:extLst>
                      <a:ext uri="{FF2B5EF4-FFF2-40B4-BE49-F238E27FC236}">
                        <a16:creationId xmlns:a16="http://schemas.microsoft.com/office/drawing/2014/main" id="{1674387C-B8F4-F14B-B7E1-D2FDD29687A6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419334" y="1727698"/>
                    <a:ext cx="253362" cy="92831"/>
                  </a:xfrm>
                  <a:custGeom>
                    <a:avLst/>
                    <a:gdLst>
                      <a:gd name="connsiteX0" fmla="*/ 1329786 w 1348191"/>
                      <a:gd name="connsiteY0" fmla="*/ 0 h 809869"/>
                      <a:gd name="connsiteX1" fmla="*/ 1348191 w 1348191"/>
                      <a:gd name="connsiteY1" fmla="*/ 400333 h 809869"/>
                      <a:gd name="connsiteX2" fmla="*/ 487742 w 1348191"/>
                      <a:gd name="connsiteY2" fmla="*/ 809869 h 809869"/>
                      <a:gd name="connsiteX3" fmla="*/ 0 w 1348191"/>
                      <a:gd name="connsiteY3" fmla="*/ 630409 h 809869"/>
                      <a:gd name="connsiteX4" fmla="*/ 1329786 w 1348191"/>
                      <a:gd name="connsiteY4" fmla="*/ 0 h 809869"/>
                      <a:gd name="connsiteX0" fmla="*/ 1329786 w 1348191"/>
                      <a:gd name="connsiteY0" fmla="*/ 0 h 791462"/>
                      <a:gd name="connsiteX1" fmla="*/ 1348191 w 1348191"/>
                      <a:gd name="connsiteY1" fmla="*/ 381926 h 791462"/>
                      <a:gd name="connsiteX2" fmla="*/ 487742 w 1348191"/>
                      <a:gd name="connsiteY2" fmla="*/ 791462 h 791462"/>
                      <a:gd name="connsiteX3" fmla="*/ 0 w 1348191"/>
                      <a:gd name="connsiteY3" fmla="*/ 612002 h 791462"/>
                      <a:gd name="connsiteX4" fmla="*/ 1329786 w 1348191"/>
                      <a:gd name="connsiteY4" fmla="*/ 0 h 7914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48191" h="791462">
                        <a:moveTo>
                          <a:pt x="1329786" y="0"/>
                        </a:moveTo>
                        <a:lnTo>
                          <a:pt x="1348191" y="381926"/>
                        </a:lnTo>
                        <a:lnTo>
                          <a:pt x="487742" y="791462"/>
                        </a:lnTo>
                        <a:lnTo>
                          <a:pt x="0" y="612002"/>
                        </a:lnTo>
                        <a:lnTo>
                          <a:pt x="1329786" y="0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cxnSp>
                <p:nvCxnSpPr>
                  <p:cNvPr id="526" name="Straight Connector 525">
                    <a:extLst>
                      <a:ext uri="{FF2B5EF4-FFF2-40B4-BE49-F238E27FC236}">
                        <a16:creationId xmlns:a16="http://schemas.microsoft.com/office/drawing/2014/main" id="{85CD0036-C123-AD4B-A4C0-02919E87D4DB}"/>
                      </a:ext>
                    </a:extLst>
                  </p:cNvPr>
                  <p:cNvCxnSpPr>
                    <a:endCxn id="521" idx="2"/>
                  </p:cNvCxnSpPr>
                  <p:nvPr/>
                </p:nvCxnSpPr>
                <p:spPr bwMode="auto">
                  <a:xfrm flipH="1" flipV="1">
                    <a:off x="2184879" y="1722072"/>
                    <a:ext cx="3780" cy="120962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</p:cxnSp>
              <p:cxnSp>
                <p:nvCxnSpPr>
                  <p:cNvPr id="527" name="Straight Connector 526">
                    <a:extLst>
                      <a:ext uri="{FF2B5EF4-FFF2-40B4-BE49-F238E27FC236}">
                        <a16:creationId xmlns:a16="http://schemas.microsoft.com/office/drawing/2014/main" id="{1FCCF148-D802-1942-98F3-63D5085B4BF8}"/>
                      </a:ext>
                    </a:extLst>
                  </p:cNvPr>
                  <p:cNvCxnSpPr/>
                  <p:nvPr/>
                </p:nvCxnSpPr>
                <p:spPr bwMode="auto">
                  <a:xfrm flipH="1" flipV="1">
                    <a:off x="3379845" y="1730512"/>
                    <a:ext cx="3780" cy="120960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</p:cxnSp>
            </p:grpSp>
          </p:grpSp>
        </p:grpSp>
        <p:grpSp>
          <p:nvGrpSpPr>
            <p:cNvPr id="382" name="Group 381">
              <a:extLst>
                <a:ext uri="{FF2B5EF4-FFF2-40B4-BE49-F238E27FC236}">
                  <a16:creationId xmlns:a16="http://schemas.microsoft.com/office/drawing/2014/main" id="{7E16A9B2-D371-204F-AABD-8317E9888A24}"/>
                </a:ext>
              </a:extLst>
            </p:cNvPr>
            <p:cNvGrpSpPr/>
            <p:nvPr/>
          </p:nvGrpSpPr>
          <p:grpSpPr>
            <a:xfrm>
              <a:off x="2381956" y="2010251"/>
              <a:ext cx="4415330" cy="2315048"/>
              <a:chOff x="2381956" y="2435173"/>
              <a:chExt cx="4415330" cy="2315048"/>
            </a:xfrm>
          </p:grpSpPr>
          <p:sp>
            <p:nvSpPr>
              <p:cNvPr id="498" name="Freeform 497">
                <a:extLst>
                  <a:ext uri="{FF2B5EF4-FFF2-40B4-BE49-F238E27FC236}">
                    <a16:creationId xmlns:a16="http://schemas.microsoft.com/office/drawing/2014/main" id="{AEDE3C7B-8790-4A43-879D-14C0ACD895D7}"/>
                  </a:ext>
                </a:extLst>
              </p:cNvPr>
              <p:cNvSpPr/>
              <p:nvPr/>
            </p:nvSpPr>
            <p:spPr>
              <a:xfrm>
                <a:off x="2381956" y="2439629"/>
                <a:ext cx="297540" cy="1743187"/>
              </a:xfrm>
              <a:custGeom>
                <a:avLst/>
                <a:gdLst>
                  <a:gd name="connsiteX0" fmla="*/ 307275 w 307275"/>
                  <a:gd name="connsiteY0" fmla="*/ 0 h 1659441"/>
                  <a:gd name="connsiteX1" fmla="*/ 0 w 307275"/>
                  <a:gd name="connsiteY1" fmla="*/ 0 h 1659441"/>
                  <a:gd name="connsiteX2" fmla="*/ 0 w 307275"/>
                  <a:gd name="connsiteY2" fmla="*/ 1659441 h 1659441"/>
                  <a:gd name="connsiteX0" fmla="*/ 307275 w 307275"/>
                  <a:gd name="connsiteY0" fmla="*/ 0 h 2015941"/>
                  <a:gd name="connsiteX1" fmla="*/ 0 w 307275"/>
                  <a:gd name="connsiteY1" fmla="*/ 0 h 2015941"/>
                  <a:gd name="connsiteX2" fmla="*/ 0 w 307275"/>
                  <a:gd name="connsiteY2" fmla="*/ 2015941 h 2015941"/>
                  <a:gd name="connsiteX0" fmla="*/ 228538 w 228538"/>
                  <a:gd name="connsiteY0" fmla="*/ 0 h 2022548"/>
                  <a:gd name="connsiteX1" fmla="*/ 0 w 228538"/>
                  <a:gd name="connsiteY1" fmla="*/ 6607 h 2022548"/>
                  <a:gd name="connsiteX2" fmla="*/ 0 w 228538"/>
                  <a:gd name="connsiteY2" fmla="*/ 2022548 h 20225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28538" h="2022548">
                    <a:moveTo>
                      <a:pt x="228538" y="0"/>
                    </a:moveTo>
                    <a:lnTo>
                      <a:pt x="0" y="6607"/>
                    </a:lnTo>
                    <a:lnTo>
                      <a:pt x="0" y="2022548"/>
                    </a:lnTo>
                  </a:path>
                </a:pathLst>
              </a:custGeom>
              <a:noFill/>
              <a:ln w="31750" cap="flat" cmpd="sng" algn="ctr">
                <a:solidFill>
                  <a:srgbClr val="CC0000"/>
                </a:solidFill>
                <a:prstDash val="solid"/>
                <a:headEnd type="triangle"/>
                <a:tailEnd type="triangle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99" name="Freeform 498">
                <a:extLst>
                  <a:ext uri="{FF2B5EF4-FFF2-40B4-BE49-F238E27FC236}">
                    <a16:creationId xmlns:a16="http://schemas.microsoft.com/office/drawing/2014/main" id="{09F6053F-3E13-7148-AE5E-2C810815FF3A}"/>
                  </a:ext>
                </a:extLst>
              </p:cNvPr>
              <p:cNvSpPr/>
              <p:nvPr/>
            </p:nvSpPr>
            <p:spPr>
              <a:xfrm flipH="1">
                <a:off x="6411524" y="2435173"/>
                <a:ext cx="385762" cy="2300562"/>
              </a:xfrm>
              <a:custGeom>
                <a:avLst/>
                <a:gdLst>
                  <a:gd name="connsiteX0" fmla="*/ 307275 w 307275"/>
                  <a:gd name="connsiteY0" fmla="*/ 0 h 1659441"/>
                  <a:gd name="connsiteX1" fmla="*/ 0 w 307275"/>
                  <a:gd name="connsiteY1" fmla="*/ 0 h 1659441"/>
                  <a:gd name="connsiteX2" fmla="*/ 0 w 307275"/>
                  <a:gd name="connsiteY2" fmla="*/ 1659441 h 1659441"/>
                  <a:gd name="connsiteX0" fmla="*/ 307275 w 307275"/>
                  <a:gd name="connsiteY0" fmla="*/ 0 h 2117725"/>
                  <a:gd name="connsiteX1" fmla="*/ 0 w 307275"/>
                  <a:gd name="connsiteY1" fmla="*/ 0 h 2117725"/>
                  <a:gd name="connsiteX2" fmla="*/ 0 w 307275"/>
                  <a:gd name="connsiteY2" fmla="*/ 2117725 h 21177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07275" h="2117725">
                    <a:moveTo>
                      <a:pt x="307275" y="0"/>
                    </a:moveTo>
                    <a:lnTo>
                      <a:pt x="0" y="0"/>
                    </a:lnTo>
                    <a:lnTo>
                      <a:pt x="0" y="2117725"/>
                    </a:lnTo>
                  </a:path>
                </a:pathLst>
              </a:custGeom>
              <a:noFill/>
              <a:ln w="31750" cap="flat" cmpd="sng" algn="ctr">
                <a:solidFill>
                  <a:srgbClr val="CC0000"/>
                </a:solidFill>
                <a:prstDash val="solid"/>
                <a:headEnd type="triangle"/>
                <a:tailEnd type="triangle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500" name="Straight Arrow Connector 499">
                <a:extLst>
                  <a:ext uri="{FF2B5EF4-FFF2-40B4-BE49-F238E27FC236}">
                    <a16:creationId xmlns:a16="http://schemas.microsoft.com/office/drawing/2014/main" id="{4965AD51-16F6-C94B-BC66-CDD2DE6A9D25}"/>
                  </a:ext>
                </a:extLst>
              </p:cNvPr>
              <p:cNvCxnSpPr/>
              <p:nvPr/>
            </p:nvCxnSpPr>
            <p:spPr>
              <a:xfrm flipV="1">
                <a:off x="5791457" y="2687586"/>
                <a:ext cx="8309" cy="2062635"/>
              </a:xfrm>
              <a:prstGeom prst="straightConnector1">
                <a:avLst/>
              </a:prstGeom>
              <a:noFill/>
              <a:ln w="31750" cap="flat" cmpd="sng" algn="ctr">
                <a:solidFill>
                  <a:srgbClr val="CC0000"/>
                </a:solidFill>
                <a:prstDash val="solid"/>
                <a:headEnd type="triangle"/>
                <a:tailEnd type="triangle"/>
              </a:ln>
              <a:effectLst/>
            </p:spPr>
          </p:cxnSp>
          <p:cxnSp>
            <p:nvCxnSpPr>
              <p:cNvPr id="501" name="Straight Arrow Connector 500">
                <a:extLst>
                  <a:ext uri="{FF2B5EF4-FFF2-40B4-BE49-F238E27FC236}">
                    <a16:creationId xmlns:a16="http://schemas.microsoft.com/office/drawing/2014/main" id="{A35133F6-41E2-CE4A-8391-4C802A099353}"/>
                  </a:ext>
                </a:extLst>
              </p:cNvPr>
              <p:cNvCxnSpPr/>
              <p:nvPr/>
            </p:nvCxnSpPr>
            <p:spPr>
              <a:xfrm flipV="1">
                <a:off x="4598735" y="2708225"/>
                <a:ext cx="18344" cy="2037167"/>
              </a:xfrm>
              <a:prstGeom prst="straightConnector1">
                <a:avLst/>
              </a:prstGeom>
              <a:noFill/>
              <a:ln w="31750" cap="flat" cmpd="sng" algn="ctr">
                <a:solidFill>
                  <a:srgbClr val="CC0000"/>
                </a:solidFill>
                <a:prstDash val="solid"/>
                <a:headEnd type="triangle"/>
                <a:tailEnd type="triangle"/>
              </a:ln>
              <a:effectLst/>
            </p:spPr>
          </p:cxnSp>
          <p:cxnSp>
            <p:nvCxnSpPr>
              <p:cNvPr id="502" name="Straight Arrow Connector 501">
                <a:extLst>
                  <a:ext uri="{FF2B5EF4-FFF2-40B4-BE49-F238E27FC236}">
                    <a16:creationId xmlns:a16="http://schemas.microsoft.com/office/drawing/2014/main" id="{CD05D69D-4C5E-A54C-A979-991C2A28175E}"/>
                  </a:ext>
                </a:extLst>
              </p:cNvPr>
              <p:cNvCxnSpPr/>
              <p:nvPr/>
            </p:nvCxnSpPr>
            <p:spPr>
              <a:xfrm flipH="1" flipV="1">
                <a:off x="3807455" y="2762199"/>
                <a:ext cx="9009" cy="1983193"/>
              </a:xfrm>
              <a:prstGeom prst="straightConnector1">
                <a:avLst/>
              </a:prstGeom>
              <a:noFill/>
              <a:ln w="31750" cap="flat" cmpd="sng" algn="ctr">
                <a:solidFill>
                  <a:srgbClr val="CC0000"/>
                </a:solidFill>
                <a:prstDash val="solid"/>
                <a:headEnd type="triangle"/>
                <a:tailEnd type="triangle"/>
              </a:ln>
              <a:effectLst/>
            </p:spPr>
          </p:cxnSp>
        </p:grpSp>
        <p:grpSp>
          <p:nvGrpSpPr>
            <p:cNvPr id="383" name="Group 347">
              <a:extLst>
                <a:ext uri="{FF2B5EF4-FFF2-40B4-BE49-F238E27FC236}">
                  <a16:creationId xmlns:a16="http://schemas.microsoft.com/office/drawing/2014/main" id="{FE3B11D9-3386-024F-9930-5028862A6CA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856401" y="5478592"/>
              <a:ext cx="588970" cy="242608"/>
              <a:chOff x="1871277" y="1576300"/>
              <a:chExt cx="1128371" cy="437861"/>
            </a:xfrm>
          </p:grpSpPr>
          <p:sp>
            <p:nvSpPr>
              <p:cNvPr id="489" name="Oval 488">
                <a:extLst>
                  <a:ext uri="{FF2B5EF4-FFF2-40B4-BE49-F238E27FC236}">
                    <a16:creationId xmlns:a16="http://schemas.microsoft.com/office/drawing/2014/main" id="{5A16FCC8-1633-0F4A-AF51-5A0A7FE45514}"/>
                  </a:ext>
                </a:extLst>
              </p:cNvPr>
              <p:cNvSpPr/>
              <p:nvPr/>
            </p:nvSpPr>
            <p:spPr bwMode="auto">
              <a:xfrm flipV="1">
                <a:off x="1874446" y="1694641"/>
                <a:ext cx="1125202" cy="319520"/>
              </a:xfrm>
              <a:prstGeom prst="ellipse">
                <a:avLst/>
              </a:prstGeom>
              <a:gradFill flip="none"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0" scaled="1"/>
                <a:tileRect/>
              </a:gra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90" name="Rectangle 489">
                <a:extLst>
                  <a:ext uri="{FF2B5EF4-FFF2-40B4-BE49-F238E27FC236}">
                    <a16:creationId xmlns:a16="http://schemas.microsoft.com/office/drawing/2014/main" id="{B519904C-1E17-C942-8BA9-0E8AB5079FBB}"/>
                  </a:ext>
                </a:extLst>
              </p:cNvPr>
              <p:cNvSpPr/>
              <p:nvPr/>
            </p:nvSpPr>
            <p:spPr bwMode="auto">
              <a:xfrm>
                <a:off x="1871277" y="1739611"/>
                <a:ext cx="1128371" cy="115973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10800000" scaled="0"/>
              </a:gra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91" name="Oval 490">
                <a:extLst>
                  <a:ext uri="{FF2B5EF4-FFF2-40B4-BE49-F238E27FC236}">
                    <a16:creationId xmlns:a16="http://schemas.microsoft.com/office/drawing/2014/main" id="{EFB13E26-3B41-9749-8519-C459963D2013}"/>
                  </a:ext>
                </a:extLst>
              </p:cNvPr>
              <p:cNvSpPr/>
              <p:nvPr/>
            </p:nvSpPr>
            <p:spPr bwMode="auto">
              <a:xfrm flipV="1">
                <a:off x="1871277" y="1576300"/>
                <a:ext cx="1125200" cy="319520"/>
              </a:xfrm>
              <a:prstGeom prst="ellipse">
                <a:avLst/>
              </a:prstGeom>
              <a:solidFill>
                <a:srgbClr val="FFFFFF">
                  <a:lumMod val="75000"/>
                </a:srgbClr>
              </a:soli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92" name="Freeform 491">
                <a:extLst>
                  <a:ext uri="{FF2B5EF4-FFF2-40B4-BE49-F238E27FC236}">
                    <a16:creationId xmlns:a16="http://schemas.microsoft.com/office/drawing/2014/main" id="{EBC82CCD-F9E5-9848-AD05-9CD917C4153B}"/>
                  </a:ext>
                </a:extLst>
              </p:cNvPr>
              <p:cNvSpPr/>
              <p:nvPr/>
            </p:nvSpPr>
            <p:spPr bwMode="auto">
              <a:xfrm>
                <a:off x="2159708" y="1673340"/>
                <a:ext cx="548339" cy="160943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rgbClr val="3333CC">
                  <a:lumMod val="60000"/>
                  <a:lumOff val="4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93" name="Freeform 492">
                <a:extLst>
                  <a:ext uri="{FF2B5EF4-FFF2-40B4-BE49-F238E27FC236}">
                    <a16:creationId xmlns:a16="http://schemas.microsoft.com/office/drawing/2014/main" id="{CA26AE87-8F1A-0446-8346-27E9411E71BB}"/>
                  </a:ext>
                </a:extLst>
              </p:cNvPr>
              <p:cNvSpPr/>
              <p:nvPr/>
            </p:nvSpPr>
            <p:spPr bwMode="auto">
              <a:xfrm>
                <a:off x="2102655" y="1633103"/>
                <a:ext cx="662444" cy="111241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94" name="Freeform 493">
                <a:extLst>
                  <a:ext uri="{FF2B5EF4-FFF2-40B4-BE49-F238E27FC236}">
                    <a16:creationId xmlns:a16="http://schemas.microsoft.com/office/drawing/2014/main" id="{A9435622-957B-2049-B9C4-D47B10BCEFD7}"/>
                  </a:ext>
                </a:extLst>
              </p:cNvPr>
              <p:cNvSpPr/>
              <p:nvPr/>
            </p:nvSpPr>
            <p:spPr bwMode="auto">
              <a:xfrm>
                <a:off x="2536889" y="1727776"/>
                <a:ext cx="244057" cy="97040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95" name="Freeform 494">
                <a:extLst>
                  <a:ext uri="{FF2B5EF4-FFF2-40B4-BE49-F238E27FC236}">
                    <a16:creationId xmlns:a16="http://schemas.microsoft.com/office/drawing/2014/main" id="{7C7BD66C-4B7E-A245-B0B0-68D4770B836B}"/>
                  </a:ext>
                </a:extLst>
              </p:cNvPr>
              <p:cNvSpPr/>
              <p:nvPr/>
            </p:nvSpPr>
            <p:spPr bwMode="auto">
              <a:xfrm>
                <a:off x="2089977" y="1730144"/>
                <a:ext cx="240888" cy="97039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496" name="Straight Connector 495">
                <a:extLst>
                  <a:ext uri="{FF2B5EF4-FFF2-40B4-BE49-F238E27FC236}">
                    <a16:creationId xmlns:a16="http://schemas.microsoft.com/office/drawing/2014/main" id="{AAD20102-9CAC-A94D-938A-4737F5BDF52B}"/>
                  </a:ext>
                </a:extLst>
              </p:cNvPr>
              <p:cNvCxnSpPr>
                <a:endCxn id="491" idx="2"/>
              </p:cNvCxnSpPr>
              <p:nvPr/>
            </p:nvCxnSpPr>
            <p:spPr bwMode="auto">
              <a:xfrm flipH="1" flipV="1">
                <a:off x="1871277" y="1737243"/>
                <a:ext cx="3169" cy="123074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  <p:cxnSp>
            <p:nvCxnSpPr>
              <p:cNvPr id="497" name="Straight Connector 496">
                <a:extLst>
                  <a:ext uri="{FF2B5EF4-FFF2-40B4-BE49-F238E27FC236}">
                    <a16:creationId xmlns:a16="http://schemas.microsoft.com/office/drawing/2014/main" id="{2FAD383B-123F-DC43-9C3D-E4BC3F030080}"/>
                  </a:ext>
                </a:extLst>
              </p:cNvPr>
              <p:cNvCxnSpPr/>
              <p:nvPr/>
            </p:nvCxnSpPr>
            <p:spPr bwMode="auto">
              <a:xfrm flipH="1" flipV="1">
                <a:off x="2996477" y="1734877"/>
                <a:ext cx="3171" cy="123074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</p:grpSp>
        <p:grpSp>
          <p:nvGrpSpPr>
            <p:cNvPr id="384" name="Group 347">
              <a:extLst>
                <a:ext uri="{FF2B5EF4-FFF2-40B4-BE49-F238E27FC236}">
                  <a16:creationId xmlns:a16="http://schemas.microsoft.com/office/drawing/2014/main" id="{1FA128A4-E7D2-0F47-8B8A-D227ADE1245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75328" y="5336495"/>
              <a:ext cx="588970" cy="242608"/>
              <a:chOff x="1871277" y="1576300"/>
              <a:chExt cx="1128371" cy="437861"/>
            </a:xfrm>
          </p:grpSpPr>
          <p:sp>
            <p:nvSpPr>
              <p:cNvPr id="480" name="Oval 479">
                <a:extLst>
                  <a:ext uri="{FF2B5EF4-FFF2-40B4-BE49-F238E27FC236}">
                    <a16:creationId xmlns:a16="http://schemas.microsoft.com/office/drawing/2014/main" id="{AB3681F7-659D-C24E-A38A-0FDB7554EA5C}"/>
                  </a:ext>
                </a:extLst>
              </p:cNvPr>
              <p:cNvSpPr/>
              <p:nvPr/>
            </p:nvSpPr>
            <p:spPr bwMode="auto">
              <a:xfrm flipV="1">
                <a:off x="1874446" y="1694641"/>
                <a:ext cx="1125202" cy="319520"/>
              </a:xfrm>
              <a:prstGeom prst="ellipse">
                <a:avLst/>
              </a:prstGeom>
              <a:gradFill flip="none"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0" scaled="1"/>
                <a:tileRect/>
              </a:gra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81" name="Rectangle 480">
                <a:extLst>
                  <a:ext uri="{FF2B5EF4-FFF2-40B4-BE49-F238E27FC236}">
                    <a16:creationId xmlns:a16="http://schemas.microsoft.com/office/drawing/2014/main" id="{7B2EBB36-6458-5E4B-BDD9-19B1C22389E1}"/>
                  </a:ext>
                </a:extLst>
              </p:cNvPr>
              <p:cNvSpPr/>
              <p:nvPr/>
            </p:nvSpPr>
            <p:spPr bwMode="auto">
              <a:xfrm>
                <a:off x="1871277" y="1739611"/>
                <a:ext cx="1128371" cy="115973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10800000" scaled="0"/>
              </a:gra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82" name="Oval 481">
                <a:extLst>
                  <a:ext uri="{FF2B5EF4-FFF2-40B4-BE49-F238E27FC236}">
                    <a16:creationId xmlns:a16="http://schemas.microsoft.com/office/drawing/2014/main" id="{4F4C31DA-5FE9-984F-9A0A-1E09D14FE088}"/>
                  </a:ext>
                </a:extLst>
              </p:cNvPr>
              <p:cNvSpPr/>
              <p:nvPr/>
            </p:nvSpPr>
            <p:spPr bwMode="auto">
              <a:xfrm flipV="1">
                <a:off x="1871277" y="1576300"/>
                <a:ext cx="1125200" cy="319520"/>
              </a:xfrm>
              <a:prstGeom prst="ellipse">
                <a:avLst/>
              </a:prstGeom>
              <a:solidFill>
                <a:srgbClr val="FFFFFF">
                  <a:lumMod val="75000"/>
                </a:srgbClr>
              </a:soli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83" name="Freeform 482">
                <a:extLst>
                  <a:ext uri="{FF2B5EF4-FFF2-40B4-BE49-F238E27FC236}">
                    <a16:creationId xmlns:a16="http://schemas.microsoft.com/office/drawing/2014/main" id="{C146674E-5B35-BF4A-95DA-E92D42A81756}"/>
                  </a:ext>
                </a:extLst>
              </p:cNvPr>
              <p:cNvSpPr/>
              <p:nvPr/>
            </p:nvSpPr>
            <p:spPr bwMode="auto">
              <a:xfrm>
                <a:off x="2159708" y="1673340"/>
                <a:ext cx="548339" cy="160943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rgbClr val="3333CC">
                  <a:lumMod val="60000"/>
                  <a:lumOff val="4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84" name="Freeform 483">
                <a:extLst>
                  <a:ext uri="{FF2B5EF4-FFF2-40B4-BE49-F238E27FC236}">
                    <a16:creationId xmlns:a16="http://schemas.microsoft.com/office/drawing/2014/main" id="{B03ED2CC-7625-A940-9A57-28C483BA5A6B}"/>
                  </a:ext>
                </a:extLst>
              </p:cNvPr>
              <p:cNvSpPr/>
              <p:nvPr/>
            </p:nvSpPr>
            <p:spPr bwMode="auto">
              <a:xfrm>
                <a:off x="2102655" y="1633103"/>
                <a:ext cx="662444" cy="111241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85" name="Freeform 484">
                <a:extLst>
                  <a:ext uri="{FF2B5EF4-FFF2-40B4-BE49-F238E27FC236}">
                    <a16:creationId xmlns:a16="http://schemas.microsoft.com/office/drawing/2014/main" id="{2F1ABB92-F0A5-E246-9416-195DA0023580}"/>
                  </a:ext>
                </a:extLst>
              </p:cNvPr>
              <p:cNvSpPr/>
              <p:nvPr/>
            </p:nvSpPr>
            <p:spPr bwMode="auto">
              <a:xfrm>
                <a:off x="2536889" y="1727776"/>
                <a:ext cx="244057" cy="97040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86" name="Freeform 485">
                <a:extLst>
                  <a:ext uri="{FF2B5EF4-FFF2-40B4-BE49-F238E27FC236}">
                    <a16:creationId xmlns:a16="http://schemas.microsoft.com/office/drawing/2014/main" id="{2CF5432E-D32E-E14F-A34A-56CDAF8AAA96}"/>
                  </a:ext>
                </a:extLst>
              </p:cNvPr>
              <p:cNvSpPr/>
              <p:nvPr/>
            </p:nvSpPr>
            <p:spPr bwMode="auto">
              <a:xfrm>
                <a:off x="2089977" y="1730144"/>
                <a:ext cx="240888" cy="97039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487" name="Straight Connector 486">
                <a:extLst>
                  <a:ext uri="{FF2B5EF4-FFF2-40B4-BE49-F238E27FC236}">
                    <a16:creationId xmlns:a16="http://schemas.microsoft.com/office/drawing/2014/main" id="{0FE726C9-E272-5543-B953-93C4B3CA7BF2}"/>
                  </a:ext>
                </a:extLst>
              </p:cNvPr>
              <p:cNvCxnSpPr>
                <a:endCxn id="482" idx="2"/>
              </p:cNvCxnSpPr>
              <p:nvPr/>
            </p:nvCxnSpPr>
            <p:spPr bwMode="auto">
              <a:xfrm flipH="1" flipV="1">
                <a:off x="1871277" y="1737243"/>
                <a:ext cx="3169" cy="123074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  <p:cxnSp>
            <p:nvCxnSpPr>
              <p:cNvPr id="488" name="Straight Connector 487">
                <a:extLst>
                  <a:ext uri="{FF2B5EF4-FFF2-40B4-BE49-F238E27FC236}">
                    <a16:creationId xmlns:a16="http://schemas.microsoft.com/office/drawing/2014/main" id="{D0496554-D8D1-8948-BABA-94B195EA9D31}"/>
                  </a:ext>
                </a:extLst>
              </p:cNvPr>
              <p:cNvCxnSpPr/>
              <p:nvPr/>
            </p:nvCxnSpPr>
            <p:spPr bwMode="auto">
              <a:xfrm flipH="1" flipV="1">
                <a:off x="2996477" y="1734877"/>
                <a:ext cx="3171" cy="123074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</p:grpSp>
        <p:grpSp>
          <p:nvGrpSpPr>
            <p:cNvPr id="385" name="Group 347">
              <a:extLst>
                <a:ext uri="{FF2B5EF4-FFF2-40B4-BE49-F238E27FC236}">
                  <a16:creationId xmlns:a16="http://schemas.microsoft.com/office/drawing/2014/main" id="{6668F938-851E-AB41-8568-976ACF90B0D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848241" y="5530308"/>
              <a:ext cx="588970" cy="242608"/>
              <a:chOff x="1871277" y="1576300"/>
              <a:chExt cx="1128371" cy="437861"/>
            </a:xfrm>
          </p:grpSpPr>
          <p:sp>
            <p:nvSpPr>
              <p:cNvPr id="471" name="Oval 470">
                <a:extLst>
                  <a:ext uri="{FF2B5EF4-FFF2-40B4-BE49-F238E27FC236}">
                    <a16:creationId xmlns:a16="http://schemas.microsoft.com/office/drawing/2014/main" id="{AAA12AB3-54BB-0441-9A6C-077BF17E70F2}"/>
                  </a:ext>
                </a:extLst>
              </p:cNvPr>
              <p:cNvSpPr/>
              <p:nvPr/>
            </p:nvSpPr>
            <p:spPr bwMode="auto">
              <a:xfrm flipV="1">
                <a:off x="1874446" y="1694641"/>
                <a:ext cx="1125202" cy="319520"/>
              </a:xfrm>
              <a:prstGeom prst="ellipse">
                <a:avLst/>
              </a:prstGeom>
              <a:gradFill flip="none"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0" scaled="1"/>
                <a:tileRect/>
              </a:gra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72" name="Rectangle 471">
                <a:extLst>
                  <a:ext uri="{FF2B5EF4-FFF2-40B4-BE49-F238E27FC236}">
                    <a16:creationId xmlns:a16="http://schemas.microsoft.com/office/drawing/2014/main" id="{542CBF52-AB3D-B547-9EB4-6268801280FE}"/>
                  </a:ext>
                </a:extLst>
              </p:cNvPr>
              <p:cNvSpPr/>
              <p:nvPr/>
            </p:nvSpPr>
            <p:spPr bwMode="auto">
              <a:xfrm>
                <a:off x="1871277" y="1739611"/>
                <a:ext cx="1128371" cy="115973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10800000" scaled="0"/>
              </a:gra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73" name="Oval 472">
                <a:extLst>
                  <a:ext uri="{FF2B5EF4-FFF2-40B4-BE49-F238E27FC236}">
                    <a16:creationId xmlns:a16="http://schemas.microsoft.com/office/drawing/2014/main" id="{62F9DC56-CA45-5E4C-ADDA-2ADC825CE2E9}"/>
                  </a:ext>
                </a:extLst>
              </p:cNvPr>
              <p:cNvSpPr/>
              <p:nvPr/>
            </p:nvSpPr>
            <p:spPr bwMode="auto">
              <a:xfrm flipV="1">
                <a:off x="1871277" y="1576300"/>
                <a:ext cx="1125200" cy="319520"/>
              </a:xfrm>
              <a:prstGeom prst="ellipse">
                <a:avLst/>
              </a:prstGeom>
              <a:solidFill>
                <a:srgbClr val="FFFFFF">
                  <a:lumMod val="75000"/>
                </a:srgbClr>
              </a:soli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74" name="Freeform 473">
                <a:extLst>
                  <a:ext uri="{FF2B5EF4-FFF2-40B4-BE49-F238E27FC236}">
                    <a16:creationId xmlns:a16="http://schemas.microsoft.com/office/drawing/2014/main" id="{BC1AC39B-3AE0-3C42-ADA6-3653BBC5B2A7}"/>
                  </a:ext>
                </a:extLst>
              </p:cNvPr>
              <p:cNvSpPr/>
              <p:nvPr/>
            </p:nvSpPr>
            <p:spPr bwMode="auto">
              <a:xfrm>
                <a:off x="2159708" y="1673340"/>
                <a:ext cx="548339" cy="160943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rgbClr val="3333CC">
                  <a:lumMod val="60000"/>
                  <a:lumOff val="4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75" name="Freeform 474">
                <a:extLst>
                  <a:ext uri="{FF2B5EF4-FFF2-40B4-BE49-F238E27FC236}">
                    <a16:creationId xmlns:a16="http://schemas.microsoft.com/office/drawing/2014/main" id="{CBEC19FB-844D-F14C-87CD-AFFDF31314DC}"/>
                  </a:ext>
                </a:extLst>
              </p:cNvPr>
              <p:cNvSpPr/>
              <p:nvPr/>
            </p:nvSpPr>
            <p:spPr bwMode="auto">
              <a:xfrm>
                <a:off x="2102655" y="1633103"/>
                <a:ext cx="662444" cy="111241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76" name="Freeform 475">
                <a:extLst>
                  <a:ext uri="{FF2B5EF4-FFF2-40B4-BE49-F238E27FC236}">
                    <a16:creationId xmlns:a16="http://schemas.microsoft.com/office/drawing/2014/main" id="{F3726C02-E914-F24E-9979-850362049A60}"/>
                  </a:ext>
                </a:extLst>
              </p:cNvPr>
              <p:cNvSpPr/>
              <p:nvPr/>
            </p:nvSpPr>
            <p:spPr bwMode="auto">
              <a:xfrm>
                <a:off x="2536889" y="1727776"/>
                <a:ext cx="244057" cy="97040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77" name="Freeform 476">
                <a:extLst>
                  <a:ext uri="{FF2B5EF4-FFF2-40B4-BE49-F238E27FC236}">
                    <a16:creationId xmlns:a16="http://schemas.microsoft.com/office/drawing/2014/main" id="{E7F76CCB-DC14-5D47-BBBB-5D1839BC1450}"/>
                  </a:ext>
                </a:extLst>
              </p:cNvPr>
              <p:cNvSpPr/>
              <p:nvPr/>
            </p:nvSpPr>
            <p:spPr bwMode="auto">
              <a:xfrm>
                <a:off x="2089977" y="1730144"/>
                <a:ext cx="240888" cy="97039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478" name="Straight Connector 477">
                <a:extLst>
                  <a:ext uri="{FF2B5EF4-FFF2-40B4-BE49-F238E27FC236}">
                    <a16:creationId xmlns:a16="http://schemas.microsoft.com/office/drawing/2014/main" id="{012FA502-1BF1-0E42-8A23-456008B708CD}"/>
                  </a:ext>
                </a:extLst>
              </p:cNvPr>
              <p:cNvCxnSpPr>
                <a:endCxn id="473" idx="2"/>
              </p:cNvCxnSpPr>
              <p:nvPr/>
            </p:nvCxnSpPr>
            <p:spPr bwMode="auto">
              <a:xfrm flipH="1" flipV="1">
                <a:off x="1871277" y="1737243"/>
                <a:ext cx="3169" cy="123074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  <p:cxnSp>
            <p:nvCxnSpPr>
              <p:cNvPr id="479" name="Straight Connector 478">
                <a:extLst>
                  <a:ext uri="{FF2B5EF4-FFF2-40B4-BE49-F238E27FC236}">
                    <a16:creationId xmlns:a16="http://schemas.microsoft.com/office/drawing/2014/main" id="{5DE96D85-712C-B94D-9E53-0E42305E578B}"/>
                  </a:ext>
                </a:extLst>
              </p:cNvPr>
              <p:cNvCxnSpPr/>
              <p:nvPr/>
            </p:nvCxnSpPr>
            <p:spPr bwMode="auto">
              <a:xfrm flipH="1" flipV="1">
                <a:off x="2996477" y="1734877"/>
                <a:ext cx="3171" cy="123074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</p:grpSp>
        <p:grpSp>
          <p:nvGrpSpPr>
            <p:cNvPr id="386" name="Group 347">
              <a:extLst>
                <a:ext uri="{FF2B5EF4-FFF2-40B4-BE49-F238E27FC236}">
                  <a16:creationId xmlns:a16="http://schemas.microsoft.com/office/drawing/2014/main" id="{83A1C232-E62A-BF4A-8DB9-187CA24614C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166757" y="5796647"/>
              <a:ext cx="588970" cy="242608"/>
              <a:chOff x="1871277" y="1576300"/>
              <a:chExt cx="1128371" cy="437861"/>
            </a:xfrm>
          </p:grpSpPr>
          <p:sp>
            <p:nvSpPr>
              <p:cNvPr id="462" name="Oval 461">
                <a:extLst>
                  <a:ext uri="{FF2B5EF4-FFF2-40B4-BE49-F238E27FC236}">
                    <a16:creationId xmlns:a16="http://schemas.microsoft.com/office/drawing/2014/main" id="{17919704-9ABE-9546-BBD5-8DF01F7AD80B}"/>
                  </a:ext>
                </a:extLst>
              </p:cNvPr>
              <p:cNvSpPr/>
              <p:nvPr/>
            </p:nvSpPr>
            <p:spPr bwMode="auto">
              <a:xfrm flipV="1">
                <a:off x="1874446" y="1694641"/>
                <a:ext cx="1125202" cy="319520"/>
              </a:xfrm>
              <a:prstGeom prst="ellipse">
                <a:avLst/>
              </a:prstGeom>
              <a:gradFill flip="none"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0" scaled="1"/>
                <a:tileRect/>
              </a:gra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63" name="Rectangle 462">
                <a:extLst>
                  <a:ext uri="{FF2B5EF4-FFF2-40B4-BE49-F238E27FC236}">
                    <a16:creationId xmlns:a16="http://schemas.microsoft.com/office/drawing/2014/main" id="{BE82DA0E-A4BD-1C43-A0A2-6227CBD1993F}"/>
                  </a:ext>
                </a:extLst>
              </p:cNvPr>
              <p:cNvSpPr/>
              <p:nvPr/>
            </p:nvSpPr>
            <p:spPr bwMode="auto">
              <a:xfrm>
                <a:off x="1871277" y="1739611"/>
                <a:ext cx="1128371" cy="115973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10800000" scaled="0"/>
              </a:gra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64" name="Oval 463">
                <a:extLst>
                  <a:ext uri="{FF2B5EF4-FFF2-40B4-BE49-F238E27FC236}">
                    <a16:creationId xmlns:a16="http://schemas.microsoft.com/office/drawing/2014/main" id="{749CFC56-7919-9041-AA3A-D60B7F0B6915}"/>
                  </a:ext>
                </a:extLst>
              </p:cNvPr>
              <p:cNvSpPr/>
              <p:nvPr/>
            </p:nvSpPr>
            <p:spPr bwMode="auto">
              <a:xfrm flipV="1">
                <a:off x="1871277" y="1576300"/>
                <a:ext cx="1125200" cy="319520"/>
              </a:xfrm>
              <a:prstGeom prst="ellipse">
                <a:avLst/>
              </a:prstGeom>
              <a:solidFill>
                <a:srgbClr val="FFFFFF">
                  <a:lumMod val="75000"/>
                </a:srgbClr>
              </a:soli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65" name="Freeform 464">
                <a:extLst>
                  <a:ext uri="{FF2B5EF4-FFF2-40B4-BE49-F238E27FC236}">
                    <a16:creationId xmlns:a16="http://schemas.microsoft.com/office/drawing/2014/main" id="{27DD30A4-67D5-F04D-90C5-99D1EFA69143}"/>
                  </a:ext>
                </a:extLst>
              </p:cNvPr>
              <p:cNvSpPr/>
              <p:nvPr/>
            </p:nvSpPr>
            <p:spPr bwMode="auto">
              <a:xfrm>
                <a:off x="2159708" y="1673340"/>
                <a:ext cx="548339" cy="160943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rgbClr val="3333CC">
                  <a:lumMod val="60000"/>
                  <a:lumOff val="4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66" name="Freeform 465">
                <a:extLst>
                  <a:ext uri="{FF2B5EF4-FFF2-40B4-BE49-F238E27FC236}">
                    <a16:creationId xmlns:a16="http://schemas.microsoft.com/office/drawing/2014/main" id="{5EFC06E9-A829-5D4B-AFB1-41BA4A45C59F}"/>
                  </a:ext>
                </a:extLst>
              </p:cNvPr>
              <p:cNvSpPr/>
              <p:nvPr/>
            </p:nvSpPr>
            <p:spPr bwMode="auto">
              <a:xfrm>
                <a:off x="2102655" y="1633103"/>
                <a:ext cx="662444" cy="111241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67" name="Freeform 466">
                <a:extLst>
                  <a:ext uri="{FF2B5EF4-FFF2-40B4-BE49-F238E27FC236}">
                    <a16:creationId xmlns:a16="http://schemas.microsoft.com/office/drawing/2014/main" id="{3D44CCC7-9CD1-E348-ABEF-BBD848DFB549}"/>
                  </a:ext>
                </a:extLst>
              </p:cNvPr>
              <p:cNvSpPr/>
              <p:nvPr/>
            </p:nvSpPr>
            <p:spPr bwMode="auto">
              <a:xfrm>
                <a:off x="2536889" y="1727776"/>
                <a:ext cx="244057" cy="97040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68" name="Freeform 467">
                <a:extLst>
                  <a:ext uri="{FF2B5EF4-FFF2-40B4-BE49-F238E27FC236}">
                    <a16:creationId xmlns:a16="http://schemas.microsoft.com/office/drawing/2014/main" id="{A4975792-3908-CB49-9B54-BD948E29A807}"/>
                  </a:ext>
                </a:extLst>
              </p:cNvPr>
              <p:cNvSpPr/>
              <p:nvPr/>
            </p:nvSpPr>
            <p:spPr bwMode="auto">
              <a:xfrm>
                <a:off x="2089977" y="1730144"/>
                <a:ext cx="240888" cy="97039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469" name="Straight Connector 468">
                <a:extLst>
                  <a:ext uri="{FF2B5EF4-FFF2-40B4-BE49-F238E27FC236}">
                    <a16:creationId xmlns:a16="http://schemas.microsoft.com/office/drawing/2014/main" id="{D4F3E613-F206-2944-B44D-3EDDF052D577}"/>
                  </a:ext>
                </a:extLst>
              </p:cNvPr>
              <p:cNvCxnSpPr>
                <a:endCxn id="464" idx="2"/>
              </p:cNvCxnSpPr>
              <p:nvPr/>
            </p:nvCxnSpPr>
            <p:spPr bwMode="auto">
              <a:xfrm flipH="1" flipV="1">
                <a:off x="1871277" y="1737243"/>
                <a:ext cx="3169" cy="123074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  <p:cxnSp>
            <p:nvCxnSpPr>
              <p:cNvPr id="470" name="Straight Connector 469">
                <a:extLst>
                  <a:ext uri="{FF2B5EF4-FFF2-40B4-BE49-F238E27FC236}">
                    <a16:creationId xmlns:a16="http://schemas.microsoft.com/office/drawing/2014/main" id="{B3C6B2A4-7631-2046-85C3-980D6CE39C63}"/>
                  </a:ext>
                </a:extLst>
              </p:cNvPr>
              <p:cNvCxnSpPr/>
              <p:nvPr/>
            </p:nvCxnSpPr>
            <p:spPr bwMode="auto">
              <a:xfrm flipH="1" flipV="1">
                <a:off x="2996477" y="1734877"/>
                <a:ext cx="3171" cy="123074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</p:grpSp>
        <p:grpSp>
          <p:nvGrpSpPr>
            <p:cNvPr id="387" name="Group 347">
              <a:extLst>
                <a:ext uri="{FF2B5EF4-FFF2-40B4-BE49-F238E27FC236}">
                  <a16:creationId xmlns:a16="http://schemas.microsoft.com/office/drawing/2014/main" id="{AB634BE5-57A9-CD40-A582-3EC1DA74F9C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04088" y="5889227"/>
              <a:ext cx="588970" cy="242608"/>
              <a:chOff x="1871277" y="1576300"/>
              <a:chExt cx="1128371" cy="437861"/>
            </a:xfrm>
          </p:grpSpPr>
          <p:sp>
            <p:nvSpPr>
              <p:cNvPr id="453" name="Oval 452">
                <a:extLst>
                  <a:ext uri="{FF2B5EF4-FFF2-40B4-BE49-F238E27FC236}">
                    <a16:creationId xmlns:a16="http://schemas.microsoft.com/office/drawing/2014/main" id="{071D573E-69EB-C64A-B32E-BAEDA36F05CD}"/>
                  </a:ext>
                </a:extLst>
              </p:cNvPr>
              <p:cNvSpPr/>
              <p:nvPr/>
            </p:nvSpPr>
            <p:spPr bwMode="auto">
              <a:xfrm flipV="1">
                <a:off x="1874446" y="1694641"/>
                <a:ext cx="1125202" cy="319520"/>
              </a:xfrm>
              <a:prstGeom prst="ellipse">
                <a:avLst/>
              </a:prstGeom>
              <a:gradFill flip="none"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0" scaled="1"/>
                <a:tileRect/>
              </a:gra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54" name="Rectangle 453">
                <a:extLst>
                  <a:ext uri="{FF2B5EF4-FFF2-40B4-BE49-F238E27FC236}">
                    <a16:creationId xmlns:a16="http://schemas.microsoft.com/office/drawing/2014/main" id="{2AA2F495-D440-3942-89E6-B98ADF2EEF2F}"/>
                  </a:ext>
                </a:extLst>
              </p:cNvPr>
              <p:cNvSpPr/>
              <p:nvPr/>
            </p:nvSpPr>
            <p:spPr bwMode="auto">
              <a:xfrm>
                <a:off x="1871277" y="1739611"/>
                <a:ext cx="1128371" cy="115973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10800000" scaled="0"/>
              </a:gra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55" name="Oval 454">
                <a:extLst>
                  <a:ext uri="{FF2B5EF4-FFF2-40B4-BE49-F238E27FC236}">
                    <a16:creationId xmlns:a16="http://schemas.microsoft.com/office/drawing/2014/main" id="{66CFAFD9-9285-6C4E-A3DD-30BDB42BB815}"/>
                  </a:ext>
                </a:extLst>
              </p:cNvPr>
              <p:cNvSpPr/>
              <p:nvPr/>
            </p:nvSpPr>
            <p:spPr bwMode="auto">
              <a:xfrm flipV="1">
                <a:off x="1871277" y="1576300"/>
                <a:ext cx="1125200" cy="319520"/>
              </a:xfrm>
              <a:prstGeom prst="ellipse">
                <a:avLst/>
              </a:prstGeom>
              <a:solidFill>
                <a:srgbClr val="FFFFFF">
                  <a:lumMod val="75000"/>
                </a:srgbClr>
              </a:soli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56" name="Freeform 455">
                <a:extLst>
                  <a:ext uri="{FF2B5EF4-FFF2-40B4-BE49-F238E27FC236}">
                    <a16:creationId xmlns:a16="http://schemas.microsoft.com/office/drawing/2014/main" id="{7FAC9A44-D290-E446-8AFD-1995F6718472}"/>
                  </a:ext>
                </a:extLst>
              </p:cNvPr>
              <p:cNvSpPr/>
              <p:nvPr/>
            </p:nvSpPr>
            <p:spPr bwMode="auto">
              <a:xfrm>
                <a:off x="2159708" y="1673340"/>
                <a:ext cx="548339" cy="160943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rgbClr val="3333CC">
                  <a:lumMod val="60000"/>
                  <a:lumOff val="4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57" name="Freeform 456">
                <a:extLst>
                  <a:ext uri="{FF2B5EF4-FFF2-40B4-BE49-F238E27FC236}">
                    <a16:creationId xmlns:a16="http://schemas.microsoft.com/office/drawing/2014/main" id="{5126B8E7-87D6-9244-B06D-DD2BCCF91A00}"/>
                  </a:ext>
                </a:extLst>
              </p:cNvPr>
              <p:cNvSpPr/>
              <p:nvPr/>
            </p:nvSpPr>
            <p:spPr bwMode="auto">
              <a:xfrm>
                <a:off x="2102655" y="1633103"/>
                <a:ext cx="662444" cy="111241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58" name="Freeform 457">
                <a:extLst>
                  <a:ext uri="{FF2B5EF4-FFF2-40B4-BE49-F238E27FC236}">
                    <a16:creationId xmlns:a16="http://schemas.microsoft.com/office/drawing/2014/main" id="{33C8C3AA-A46D-7042-9C20-C4798335AF85}"/>
                  </a:ext>
                </a:extLst>
              </p:cNvPr>
              <p:cNvSpPr/>
              <p:nvPr/>
            </p:nvSpPr>
            <p:spPr bwMode="auto">
              <a:xfrm>
                <a:off x="2536889" y="1727776"/>
                <a:ext cx="244057" cy="97040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59" name="Freeform 458">
                <a:extLst>
                  <a:ext uri="{FF2B5EF4-FFF2-40B4-BE49-F238E27FC236}">
                    <a16:creationId xmlns:a16="http://schemas.microsoft.com/office/drawing/2014/main" id="{3E27A51E-B896-6F41-BE51-9A8122856722}"/>
                  </a:ext>
                </a:extLst>
              </p:cNvPr>
              <p:cNvSpPr/>
              <p:nvPr/>
            </p:nvSpPr>
            <p:spPr bwMode="auto">
              <a:xfrm>
                <a:off x="2089977" y="1730144"/>
                <a:ext cx="240888" cy="97039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460" name="Straight Connector 459">
                <a:extLst>
                  <a:ext uri="{FF2B5EF4-FFF2-40B4-BE49-F238E27FC236}">
                    <a16:creationId xmlns:a16="http://schemas.microsoft.com/office/drawing/2014/main" id="{2D23564A-0E97-694E-AEE5-518E2024AEE1}"/>
                  </a:ext>
                </a:extLst>
              </p:cNvPr>
              <p:cNvCxnSpPr>
                <a:endCxn id="455" idx="2"/>
              </p:cNvCxnSpPr>
              <p:nvPr/>
            </p:nvCxnSpPr>
            <p:spPr bwMode="auto">
              <a:xfrm flipH="1" flipV="1">
                <a:off x="1871277" y="1737243"/>
                <a:ext cx="3169" cy="123074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  <p:cxnSp>
            <p:nvCxnSpPr>
              <p:cNvPr id="461" name="Straight Connector 460">
                <a:extLst>
                  <a:ext uri="{FF2B5EF4-FFF2-40B4-BE49-F238E27FC236}">
                    <a16:creationId xmlns:a16="http://schemas.microsoft.com/office/drawing/2014/main" id="{C8A2EE84-1A08-2248-99EE-3B6F3EAB19E1}"/>
                  </a:ext>
                </a:extLst>
              </p:cNvPr>
              <p:cNvCxnSpPr/>
              <p:nvPr/>
            </p:nvCxnSpPr>
            <p:spPr bwMode="auto">
              <a:xfrm flipH="1" flipV="1">
                <a:off x="2996477" y="1734877"/>
                <a:ext cx="3171" cy="123074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</p:grpSp>
        <p:grpSp>
          <p:nvGrpSpPr>
            <p:cNvPr id="388" name="Group 387">
              <a:extLst>
                <a:ext uri="{FF2B5EF4-FFF2-40B4-BE49-F238E27FC236}">
                  <a16:creationId xmlns:a16="http://schemas.microsoft.com/office/drawing/2014/main" id="{E674E711-B543-E349-9437-4123F003C12E}"/>
                </a:ext>
              </a:extLst>
            </p:cNvPr>
            <p:cNvGrpSpPr/>
            <p:nvPr/>
          </p:nvGrpSpPr>
          <p:grpSpPr>
            <a:xfrm>
              <a:off x="1925875" y="1754513"/>
              <a:ext cx="5095391" cy="2833288"/>
              <a:chOff x="1925876" y="2212958"/>
              <a:chExt cx="5095391" cy="2833288"/>
            </a:xfrm>
          </p:grpSpPr>
          <p:grpSp>
            <p:nvGrpSpPr>
              <p:cNvPr id="425" name="Group 424">
                <a:extLst>
                  <a:ext uri="{FF2B5EF4-FFF2-40B4-BE49-F238E27FC236}">
                    <a16:creationId xmlns:a16="http://schemas.microsoft.com/office/drawing/2014/main" id="{62D36AE2-BF21-804C-B67A-91B7A6C2193D}"/>
                  </a:ext>
                </a:extLst>
              </p:cNvPr>
              <p:cNvGrpSpPr/>
              <p:nvPr/>
            </p:nvGrpSpPr>
            <p:grpSpPr>
              <a:xfrm>
                <a:off x="2745416" y="2212958"/>
                <a:ext cx="3597533" cy="493677"/>
                <a:chOff x="2705100" y="2011398"/>
                <a:chExt cx="3597533" cy="493677"/>
              </a:xfrm>
            </p:grpSpPr>
            <p:sp>
              <p:nvSpPr>
                <p:cNvPr id="450" name="Oval 449">
                  <a:extLst>
                    <a:ext uri="{FF2B5EF4-FFF2-40B4-BE49-F238E27FC236}">
                      <a16:creationId xmlns:a16="http://schemas.microsoft.com/office/drawing/2014/main" id="{8EE6B087-D830-FE4F-AAD6-E1A2BAA9FE85}"/>
                    </a:ext>
                  </a:extLst>
                </p:cNvPr>
                <p:cNvSpPr/>
                <p:nvPr/>
              </p:nvSpPr>
              <p:spPr bwMode="auto">
                <a:xfrm>
                  <a:off x="2722820" y="2011398"/>
                  <a:ext cx="3579813" cy="492125"/>
                </a:xfrm>
                <a:prstGeom prst="ellipse">
                  <a:avLst/>
                </a:prstGeom>
                <a:solidFill>
                  <a:srgbClr val="FFFFFF">
                    <a:alpha val="42000"/>
                  </a:srgbClr>
                </a:solidFill>
                <a:ln w="317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451" name="Oval 450">
                  <a:extLst>
                    <a:ext uri="{FF2B5EF4-FFF2-40B4-BE49-F238E27FC236}">
                      <a16:creationId xmlns:a16="http://schemas.microsoft.com/office/drawing/2014/main" id="{47CCD83D-A4A7-784F-A36F-834C748A5646}"/>
                    </a:ext>
                  </a:extLst>
                </p:cNvPr>
                <p:cNvSpPr/>
                <p:nvPr/>
              </p:nvSpPr>
              <p:spPr bwMode="auto">
                <a:xfrm>
                  <a:off x="2705100" y="2012950"/>
                  <a:ext cx="3579813" cy="492125"/>
                </a:xfrm>
                <a:prstGeom prst="ellipse">
                  <a:avLst/>
                </a:prstGeom>
                <a:solidFill>
                  <a:srgbClr val="CC0000">
                    <a:alpha val="42000"/>
                  </a:srgbClr>
                </a:solidFill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452" name="TextBox 389">
                  <a:extLst>
                    <a:ext uri="{FF2B5EF4-FFF2-40B4-BE49-F238E27FC236}">
                      <a16:creationId xmlns:a16="http://schemas.microsoft.com/office/drawing/2014/main" id="{9C856663-ED44-084E-BE50-F682BBA77561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452664" y="2127167"/>
                  <a:ext cx="2057700" cy="29612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ts val="1475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Remote Controller</a:t>
                  </a:r>
                </a:p>
              </p:txBody>
            </p:sp>
          </p:grpSp>
          <p:grpSp>
            <p:nvGrpSpPr>
              <p:cNvPr id="426" name="Group 425">
                <a:extLst>
                  <a:ext uri="{FF2B5EF4-FFF2-40B4-BE49-F238E27FC236}">
                    <a16:creationId xmlns:a16="http://schemas.microsoft.com/office/drawing/2014/main" id="{81B736A2-639C-5045-9469-BBFF1FDAFC95}"/>
                  </a:ext>
                </a:extLst>
              </p:cNvPr>
              <p:cNvGrpSpPr/>
              <p:nvPr/>
            </p:nvGrpSpPr>
            <p:grpSpPr>
              <a:xfrm>
                <a:off x="1925876" y="4223509"/>
                <a:ext cx="923540" cy="405953"/>
                <a:chOff x="2705100" y="2011398"/>
                <a:chExt cx="3597533" cy="493677"/>
              </a:xfrm>
            </p:grpSpPr>
            <p:sp>
              <p:nvSpPr>
                <p:cNvPr id="447" name="Oval 446">
                  <a:extLst>
                    <a:ext uri="{FF2B5EF4-FFF2-40B4-BE49-F238E27FC236}">
                      <a16:creationId xmlns:a16="http://schemas.microsoft.com/office/drawing/2014/main" id="{7255FCAB-97CA-B947-8E8A-0A13FD397DC5}"/>
                    </a:ext>
                  </a:extLst>
                </p:cNvPr>
                <p:cNvSpPr/>
                <p:nvPr/>
              </p:nvSpPr>
              <p:spPr bwMode="auto">
                <a:xfrm>
                  <a:off x="2722820" y="2011398"/>
                  <a:ext cx="3579813" cy="492125"/>
                </a:xfrm>
                <a:prstGeom prst="ellipse">
                  <a:avLst/>
                </a:prstGeom>
                <a:solidFill>
                  <a:srgbClr val="FFFFFF">
                    <a:alpha val="42000"/>
                  </a:srgbClr>
                </a:solidFill>
                <a:ln w="317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448" name="Oval 447">
                  <a:extLst>
                    <a:ext uri="{FF2B5EF4-FFF2-40B4-BE49-F238E27FC236}">
                      <a16:creationId xmlns:a16="http://schemas.microsoft.com/office/drawing/2014/main" id="{61B8CC61-7E0C-EE46-9388-0895CB146C0C}"/>
                    </a:ext>
                  </a:extLst>
                </p:cNvPr>
                <p:cNvSpPr/>
                <p:nvPr/>
              </p:nvSpPr>
              <p:spPr bwMode="auto">
                <a:xfrm>
                  <a:off x="2705100" y="2012950"/>
                  <a:ext cx="3579813" cy="492125"/>
                </a:xfrm>
                <a:prstGeom prst="ellipse">
                  <a:avLst/>
                </a:prstGeom>
                <a:solidFill>
                  <a:srgbClr val="CC0000">
                    <a:alpha val="42000"/>
                  </a:srgbClr>
                </a:solidFill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449" name="TextBox 389">
                  <a:extLst>
                    <a:ext uri="{FF2B5EF4-FFF2-40B4-BE49-F238E27FC236}">
                      <a16:creationId xmlns:a16="http://schemas.microsoft.com/office/drawing/2014/main" id="{753C8794-6C3E-A946-98F0-0A4574B6805E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901810" y="2127167"/>
                  <a:ext cx="1159411" cy="29612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ts val="1475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CA</a:t>
                  </a:r>
                </a:p>
              </p:txBody>
            </p:sp>
          </p:grpSp>
          <p:grpSp>
            <p:nvGrpSpPr>
              <p:cNvPr id="427" name="Group 426">
                <a:extLst>
                  <a:ext uri="{FF2B5EF4-FFF2-40B4-BE49-F238E27FC236}">
                    <a16:creationId xmlns:a16="http://schemas.microsoft.com/office/drawing/2014/main" id="{F6E58E7F-3C3B-6B42-95B1-9AED236D83A8}"/>
                  </a:ext>
                </a:extLst>
              </p:cNvPr>
              <p:cNvGrpSpPr/>
              <p:nvPr/>
            </p:nvGrpSpPr>
            <p:grpSpPr>
              <a:xfrm>
                <a:off x="3589508" y="4760377"/>
                <a:ext cx="463568" cy="285869"/>
                <a:chOff x="3558850" y="4573304"/>
                <a:chExt cx="463568" cy="285869"/>
              </a:xfrm>
            </p:grpSpPr>
            <p:grpSp>
              <p:nvGrpSpPr>
                <p:cNvPr id="443" name="Group 442">
                  <a:extLst>
                    <a:ext uri="{FF2B5EF4-FFF2-40B4-BE49-F238E27FC236}">
                      <a16:creationId xmlns:a16="http://schemas.microsoft.com/office/drawing/2014/main" id="{B5462F2E-F700-E74E-8777-989C222F6B17}"/>
                    </a:ext>
                  </a:extLst>
                </p:cNvPr>
                <p:cNvGrpSpPr/>
                <p:nvPr/>
              </p:nvGrpSpPr>
              <p:grpSpPr>
                <a:xfrm>
                  <a:off x="3558850" y="4577634"/>
                  <a:ext cx="463568" cy="262710"/>
                  <a:chOff x="3558850" y="4577634"/>
                  <a:chExt cx="463568" cy="262710"/>
                </a:xfrm>
              </p:grpSpPr>
              <p:sp>
                <p:nvSpPr>
                  <p:cNvPr id="445" name="Oval 444">
                    <a:extLst>
                      <a:ext uri="{FF2B5EF4-FFF2-40B4-BE49-F238E27FC236}">
                        <a16:creationId xmlns:a16="http://schemas.microsoft.com/office/drawing/2014/main" id="{3A8D5BD0-5AF9-F047-A2A5-74B21E482FB3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3573337" y="4577634"/>
                    <a:ext cx="439424" cy="261732"/>
                  </a:xfrm>
                  <a:prstGeom prst="ellipse">
                    <a:avLst/>
                  </a:prstGeom>
                  <a:solidFill>
                    <a:srgbClr val="FFFFFF">
                      <a:alpha val="42000"/>
                    </a:srgbClr>
                  </a:solidFill>
                  <a:ln w="317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46" name="Oval 445">
                    <a:extLst>
                      <a:ext uri="{FF2B5EF4-FFF2-40B4-BE49-F238E27FC236}">
                        <a16:creationId xmlns:a16="http://schemas.microsoft.com/office/drawing/2014/main" id="{76278212-AACF-EA41-ABEC-BADB5287BB05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3558850" y="4587291"/>
                    <a:ext cx="463568" cy="253053"/>
                  </a:xfrm>
                  <a:prstGeom prst="ellipse">
                    <a:avLst/>
                  </a:prstGeom>
                  <a:solidFill>
                    <a:srgbClr val="CC0000">
                      <a:alpha val="42000"/>
                    </a:srgbClr>
                  </a:solidFill>
                  <a:ln w="3175" cap="flat" cmpd="sng" algn="ctr">
                    <a:solidFill>
                      <a:srgbClr val="CC0000"/>
                    </a:solidFill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444" name="TextBox 389">
                  <a:extLst>
                    <a:ext uri="{FF2B5EF4-FFF2-40B4-BE49-F238E27FC236}">
                      <a16:creationId xmlns:a16="http://schemas.microsoft.com/office/drawing/2014/main" id="{07D62407-09DE-4446-A991-94479991A7D2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565935" y="4573304"/>
                  <a:ext cx="434071" cy="28586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ts val="1475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CA</a:t>
                  </a: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428" name="Group 427">
                <a:extLst>
                  <a:ext uri="{FF2B5EF4-FFF2-40B4-BE49-F238E27FC236}">
                    <a16:creationId xmlns:a16="http://schemas.microsoft.com/office/drawing/2014/main" id="{4D1B0CFF-CE53-8E44-985B-C5516AC59054}"/>
                  </a:ext>
                </a:extLst>
              </p:cNvPr>
              <p:cNvGrpSpPr/>
              <p:nvPr/>
            </p:nvGrpSpPr>
            <p:grpSpPr>
              <a:xfrm>
                <a:off x="4369656" y="4758258"/>
                <a:ext cx="463568" cy="285869"/>
                <a:chOff x="3558850" y="4573304"/>
                <a:chExt cx="463568" cy="285869"/>
              </a:xfrm>
            </p:grpSpPr>
            <p:grpSp>
              <p:nvGrpSpPr>
                <p:cNvPr id="439" name="Group 438">
                  <a:extLst>
                    <a:ext uri="{FF2B5EF4-FFF2-40B4-BE49-F238E27FC236}">
                      <a16:creationId xmlns:a16="http://schemas.microsoft.com/office/drawing/2014/main" id="{E9FE6041-3130-EB4F-8BC7-1EE9AB973D5F}"/>
                    </a:ext>
                  </a:extLst>
                </p:cNvPr>
                <p:cNvGrpSpPr/>
                <p:nvPr/>
              </p:nvGrpSpPr>
              <p:grpSpPr>
                <a:xfrm>
                  <a:off x="3558850" y="4577634"/>
                  <a:ext cx="463568" cy="262710"/>
                  <a:chOff x="3558850" y="4577634"/>
                  <a:chExt cx="463568" cy="262710"/>
                </a:xfrm>
              </p:grpSpPr>
              <p:sp>
                <p:nvSpPr>
                  <p:cNvPr id="441" name="Oval 440">
                    <a:extLst>
                      <a:ext uri="{FF2B5EF4-FFF2-40B4-BE49-F238E27FC236}">
                        <a16:creationId xmlns:a16="http://schemas.microsoft.com/office/drawing/2014/main" id="{5B86D724-BC2B-BD40-B41F-B06FDAB2E4E6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3573337" y="4577634"/>
                    <a:ext cx="439424" cy="261732"/>
                  </a:xfrm>
                  <a:prstGeom prst="ellipse">
                    <a:avLst/>
                  </a:prstGeom>
                  <a:solidFill>
                    <a:srgbClr val="FFFFFF">
                      <a:alpha val="42000"/>
                    </a:srgbClr>
                  </a:solidFill>
                  <a:ln w="317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42" name="Oval 441">
                    <a:extLst>
                      <a:ext uri="{FF2B5EF4-FFF2-40B4-BE49-F238E27FC236}">
                        <a16:creationId xmlns:a16="http://schemas.microsoft.com/office/drawing/2014/main" id="{25D22206-7FA6-1144-B6AC-B857637AF393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3558850" y="4587291"/>
                    <a:ext cx="463568" cy="253053"/>
                  </a:xfrm>
                  <a:prstGeom prst="ellipse">
                    <a:avLst/>
                  </a:prstGeom>
                  <a:solidFill>
                    <a:srgbClr val="CC0000">
                      <a:alpha val="42000"/>
                    </a:srgbClr>
                  </a:solidFill>
                  <a:ln w="3175" cap="flat" cmpd="sng" algn="ctr">
                    <a:solidFill>
                      <a:srgbClr val="CC0000"/>
                    </a:solidFill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440" name="TextBox 389">
                  <a:extLst>
                    <a:ext uri="{FF2B5EF4-FFF2-40B4-BE49-F238E27FC236}">
                      <a16:creationId xmlns:a16="http://schemas.microsoft.com/office/drawing/2014/main" id="{2D5FEB66-58AA-9E4B-AD71-EA4750A833A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565935" y="4573304"/>
                  <a:ext cx="434071" cy="28586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ts val="1475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CA</a:t>
                  </a: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429" name="Group 428">
                <a:extLst>
                  <a:ext uri="{FF2B5EF4-FFF2-40B4-BE49-F238E27FC236}">
                    <a16:creationId xmlns:a16="http://schemas.microsoft.com/office/drawing/2014/main" id="{9D109E0A-BCFA-E94A-BF8F-93D3F96B54CC}"/>
                  </a:ext>
                </a:extLst>
              </p:cNvPr>
              <p:cNvGrpSpPr/>
              <p:nvPr/>
            </p:nvGrpSpPr>
            <p:grpSpPr>
              <a:xfrm>
                <a:off x="5569912" y="4756140"/>
                <a:ext cx="463568" cy="285869"/>
                <a:chOff x="3558850" y="4573304"/>
                <a:chExt cx="463568" cy="285869"/>
              </a:xfrm>
            </p:grpSpPr>
            <p:grpSp>
              <p:nvGrpSpPr>
                <p:cNvPr id="435" name="Group 434">
                  <a:extLst>
                    <a:ext uri="{FF2B5EF4-FFF2-40B4-BE49-F238E27FC236}">
                      <a16:creationId xmlns:a16="http://schemas.microsoft.com/office/drawing/2014/main" id="{640672AD-E981-1643-871D-AD8A67139540}"/>
                    </a:ext>
                  </a:extLst>
                </p:cNvPr>
                <p:cNvGrpSpPr/>
                <p:nvPr/>
              </p:nvGrpSpPr>
              <p:grpSpPr>
                <a:xfrm>
                  <a:off x="3558850" y="4577634"/>
                  <a:ext cx="463568" cy="262710"/>
                  <a:chOff x="3558850" y="4577634"/>
                  <a:chExt cx="463568" cy="262710"/>
                </a:xfrm>
              </p:grpSpPr>
              <p:sp>
                <p:nvSpPr>
                  <p:cNvPr id="437" name="Oval 436">
                    <a:extLst>
                      <a:ext uri="{FF2B5EF4-FFF2-40B4-BE49-F238E27FC236}">
                        <a16:creationId xmlns:a16="http://schemas.microsoft.com/office/drawing/2014/main" id="{294A370C-785F-404E-8135-30826A70FF42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3573337" y="4577634"/>
                    <a:ext cx="439424" cy="261732"/>
                  </a:xfrm>
                  <a:prstGeom prst="ellipse">
                    <a:avLst/>
                  </a:prstGeom>
                  <a:solidFill>
                    <a:srgbClr val="FFFFFF">
                      <a:alpha val="42000"/>
                    </a:srgbClr>
                  </a:solidFill>
                  <a:ln w="317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38" name="Oval 437">
                    <a:extLst>
                      <a:ext uri="{FF2B5EF4-FFF2-40B4-BE49-F238E27FC236}">
                        <a16:creationId xmlns:a16="http://schemas.microsoft.com/office/drawing/2014/main" id="{E67022FB-D28B-0E44-9B6D-DD8092F2FB00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3558850" y="4587291"/>
                    <a:ext cx="463568" cy="253053"/>
                  </a:xfrm>
                  <a:prstGeom prst="ellipse">
                    <a:avLst/>
                  </a:prstGeom>
                  <a:solidFill>
                    <a:srgbClr val="CC0000">
                      <a:alpha val="42000"/>
                    </a:srgbClr>
                  </a:solidFill>
                  <a:ln w="3175" cap="flat" cmpd="sng" algn="ctr">
                    <a:solidFill>
                      <a:srgbClr val="CC0000"/>
                    </a:solidFill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436" name="TextBox 389">
                  <a:extLst>
                    <a:ext uri="{FF2B5EF4-FFF2-40B4-BE49-F238E27FC236}">
                      <a16:creationId xmlns:a16="http://schemas.microsoft.com/office/drawing/2014/main" id="{2A590B0D-6FC1-9149-A279-05645BBC3602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565935" y="4573304"/>
                  <a:ext cx="434071" cy="28586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ts val="1475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CA</a:t>
                  </a: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430" name="Group 429">
                <a:extLst>
                  <a:ext uri="{FF2B5EF4-FFF2-40B4-BE49-F238E27FC236}">
                    <a16:creationId xmlns:a16="http://schemas.microsoft.com/office/drawing/2014/main" id="{0326EFB3-34F4-754B-86E7-7F4C53B7BE4A}"/>
                  </a:ext>
                </a:extLst>
              </p:cNvPr>
              <p:cNvGrpSpPr/>
              <p:nvPr/>
            </p:nvGrpSpPr>
            <p:grpSpPr>
              <a:xfrm>
                <a:off x="6557699" y="4754022"/>
                <a:ext cx="463568" cy="285869"/>
                <a:chOff x="3558850" y="4573304"/>
                <a:chExt cx="463568" cy="285869"/>
              </a:xfrm>
            </p:grpSpPr>
            <p:grpSp>
              <p:nvGrpSpPr>
                <p:cNvPr id="431" name="Group 430">
                  <a:extLst>
                    <a:ext uri="{FF2B5EF4-FFF2-40B4-BE49-F238E27FC236}">
                      <a16:creationId xmlns:a16="http://schemas.microsoft.com/office/drawing/2014/main" id="{887B5438-FD39-FF45-94F4-501001587C74}"/>
                    </a:ext>
                  </a:extLst>
                </p:cNvPr>
                <p:cNvGrpSpPr/>
                <p:nvPr/>
              </p:nvGrpSpPr>
              <p:grpSpPr>
                <a:xfrm>
                  <a:off x="3558850" y="4577634"/>
                  <a:ext cx="463568" cy="262710"/>
                  <a:chOff x="3558850" y="4577634"/>
                  <a:chExt cx="463568" cy="262710"/>
                </a:xfrm>
              </p:grpSpPr>
              <p:sp>
                <p:nvSpPr>
                  <p:cNvPr id="433" name="Oval 432">
                    <a:extLst>
                      <a:ext uri="{FF2B5EF4-FFF2-40B4-BE49-F238E27FC236}">
                        <a16:creationId xmlns:a16="http://schemas.microsoft.com/office/drawing/2014/main" id="{6FF89616-28C7-BA4C-A7CF-F2858846670D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3573337" y="4577634"/>
                    <a:ext cx="439424" cy="261732"/>
                  </a:xfrm>
                  <a:prstGeom prst="ellipse">
                    <a:avLst/>
                  </a:prstGeom>
                  <a:solidFill>
                    <a:srgbClr val="FFFFFF">
                      <a:alpha val="42000"/>
                    </a:srgbClr>
                  </a:solidFill>
                  <a:ln w="317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34" name="Oval 433">
                    <a:extLst>
                      <a:ext uri="{FF2B5EF4-FFF2-40B4-BE49-F238E27FC236}">
                        <a16:creationId xmlns:a16="http://schemas.microsoft.com/office/drawing/2014/main" id="{DE898B76-72BE-1941-BD61-33F2BA177941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3558850" y="4587291"/>
                    <a:ext cx="463568" cy="253053"/>
                  </a:xfrm>
                  <a:prstGeom prst="ellipse">
                    <a:avLst/>
                  </a:prstGeom>
                  <a:solidFill>
                    <a:srgbClr val="CC0000">
                      <a:alpha val="42000"/>
                    </a:srgbClr>
                  </a:solidFill>
                  <a:ln w="3175" cap="flat" cmpd="sng" algn="ctr">
                    <a:solidFill>
                      <a:srgbClr val="CC0000"/>
                    </a:solidFill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432" name="TextBox 389">
                  <a:extLst>
                    <a:ext uri="{FF2B5EF4-FFF2-40B4-BE49-F238E27FC236}">
                      <a16:creationId xmlns:a16="http://schemas.microsoft.com/office/drawing/2014/main" id="{FC2D41BB-76AF-5143-8519-F85BA5D04642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565935" y="4573304"/>
                  <a:ext cx="434071" cy="28586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ts val="1475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CA</a:t>
                  </a: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389" name="Group 388">
              <a:extLst>
                <a:ext uri="{FF2B5EF4-FFF2-40B4-BE49-F238E27FC236}">
                  <a16:creationId xmlns:a16="http://schemas.microsoft.com/office/drawing/2014/main" id="{5E8E5875-4EBA-4349-B27C-7F45D2F51E62}"/>
                </a:ext>
              </a:extLst>
            </p:cNvPr>
            <p:cNvGrpSpPr/>
            <p:nvPr/>
          </p:nvGrpSpPr>
          <p:grpSpPr>
            <a:xfrm>
              <a:off x="2050694" y="4240394"/>
              <a:ext cx="4962309" cy="697609"/>
              <a:chOff x="-3809141" y="1128902"/>
              <a:chExt cx="4962309" cy="697609"/>
            </a:xfrm>
          </p:grpSpPr>
          <p:grpSp>
            <p:nvGrpSpPr>
              <p:cNvPr id="390" name="Group 554">
                <a:extLst>
                  <a:ext uri="{FF2B5EF4-FFF2-40B4-BE49-F238E27FC236}">
                    <a16:creationId xmlns:a16="http://schemas.microsoft.com/office/drawing/2014/main" id="{81B6EE14-CC27-744A-A051-4E03FA7FB80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-2259184" y="1493681"/>
                <a:ext cx="426647" cy="330722"/>
                <a:chOff x="2932185" y="3913304"/>
                <a:chExt cx="426963" cy="330885"/>
              </a:xfrm>
            </p:grpSpPr>
            <p:sp>
              <p:nvSpPr>
                <p:cNvPr id="419" name="Rectangle 418">
                  <a:extLst>
                    <a:ext uri="{FF2B5EF4-FFF2-40B4-BE49-F238E27FC236}">
                      <a16:creationId xmlns:a16="http://schemas.microsoft.com/office/drawing/2014/main" id="{C110861B-9F39-1F44-A2C4-E4F16FCAC279}"/>
                    </a:ext>
                  </a:extLst>
                </p:cNvPr>
                <p:cNvSpPr/>
                <p:nvPr/>
              </p:nvSpPr>
              <p:spPr>
                <a:xfrm>
                  <a:off x="2933382" y="3913304"/>
                  <a:ext cx="425766" cy="328775"/>
                </a:xfrm>
                <a:prstGeom prst="rect">
                  <a:avLst/>
                </a:prstGeom>
                <a:solidFill>
                  <a:srgbClr val="FFFFFF"/>
                </a:solidFill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420" name="Straight Connector 419">
                  <a:extLst>
                    <a:ext uri="{FF2B5EF4-FFF2-40B4-BE49-F238E27FC236}">
                      <a16:creationId xmlns:a16="http://schemas.microsoft.com/office/drawing/2014/main" id="{DD0A76D0-D1B5-C448-A6EF-5CBA826076A3}"/>
                    </a:ext>
                  </a:extLst>
                </p:cNvPr>
                <p:cNvCxnSpPr/>
                <p:nvPr/>
              </p:nvCxnSpPr>
              <p:spPr>
                <a:xfrm>
                  <a:off x="2932185" y="4005425"/>
                  <a:ext cx="425766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  <p:cxnSp>
              <p:nvCxnSpPr>
                <p:cNvPr id="421" name="Straight Connector 420">
                  <a:extLst>
                    <a:ext uri="{FF2B5EF4-FFF2-40B4-BE49-F238E27FC236}">
                      <a16:creationId xmlns:a16="http://schemas.microsoft.com/office/drawing/2014/main" id="{3D867651-027E-ED40-9FF0-8C7FDE56A1AD}"/>
                    </a:ext>
                  </a:extLst>
                </p:cNvPr>
                <p:cNvCxnSpPr/>
                <p:nvPr/>
              </p:nvCxnSpPr>
              <p:spPr>
                <a:xfrm>
                  <a:off x="2932185" y="4068956"/>
                  <a:ext cx="425766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  <p:cxnSp>
              <p:nvCxnSpPr>
                <p:cNvPr id="422" name="Straight Connector 421">
                  <a:extLst>
                    <a:ext uri="{FF2B5EF4-FFF2-40B4-BE49-F238E27FC236}">
                      <a16:creationId xmlns:a16="http://schemas.microsoft.com/office/drawing/2014/main" id="{38A884CE-9A37-D940-B4A8-9D4D87274982}"/>
                    </a:ext>
                  </a:extLst>
                </p:cNvPr>
                <p:cNvCxnSpPr/>
                <p:nvPr/>
              </p:nvCxnSpPr>
              <p:spPr>
                <a:xfrm flipH="1" flipV="1">
                  <a:off x="3134122" y="4005425"/>
                  <a:ext cx="1589" cy="236654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  <p:cxnSp>
              <p:nvCxnSpPr>
                <p:cNvPr id="423" name="Straight Connector 422">
                  <a:extLst>
                    <a:ext uri="{FF2B5EF4-FFF2-40B4-BE49-F238E27FC236}">
                      <a16:creationId xmlns:a16="http://schemas.microsoft.com/office/drawing/2014/main" id="{F72B6516-301E-294C-BD5A-03CB25199EE7}"/>
                    </a:ext>
                  </a:extLst>
                </p:cNvPr>
                <p:cNvCxnSpPr/>
                <p:nvPr/>
              </p:nvCxnSpPr>
              <p:spPr>
                <a:xfrm flipH="1" flipV="1">
                  <a:off x="3215190" y="4007535"/>
                  <a:ext cx="1589" cy="236654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  <p:cxnSp>
              <p:nvCxnSpPr>
                <p:cNvPr id="424" name="Straight Connector 423">
                  <a:extLst>
                    <a:ext uri="{FF2B5EF4-FFF2-40B4-BE49-F238E27FC236}">
                      <a16:creationId xmlns:a16="http://schemas.microsoft.com/office/drawing/2014/main" id="{5E23C2C4-4FEE-1D40-BD08-52071DA681C7}"/>
                    </a:ext>
                  </a:extLst>
                </p:cNvPr>
                <p:cNvCxnSpPr/>
                <p:nvPr/>
              </p:nvCxnSpPr>
              <p:spPr>
                <a:xfrm flipH="1" flipV="1">
                  <a:off x="3290394" y="4007533"/>
                  <a:ext cx="1589" cy="236654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</p:grpSp>
          <p:grpSp>
            <p:nvGrpSpPr>
              <p:cNvPr id="391" name="Group 554">
                <a:extLst>
                  <a:ext uri="{FF2B5EF4-FFF2-40B4-BE49-F238E27FC236}">
                    <a16:creationId xmlns:a16="http://schemas.microsoft.com/office/drawing/2014/main" id="{8984DC81-21F8-1546-9659-CE7B16A6876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-3809141" y="1128902"/>
                <a:ext cx="675450" cy="526527"/>
                <a:chOff x="2932185" y="3913304"/>
                <a:chExt cx="430533" cy="332666"/>
              </a:xfrm>
            </p:grpSpPr>
            <p:sp>
              <p:nvSpPr>
                <p:cNvPr id="413" name="Rectangle 412">
                  <a:extLst>
                    <a:ext uri="{FF2B5EF4-FFF2-40B4-BE49-F238E27FC236}">
                      <a16:creationId xmlns:a16="http://schemas.microsoft.com/office/drawing/2014/main" id="{354DD063-2794-1643-A5E7-9E49377960D6}"/>
                    </a:ext>
                  </a:extLst>
                </p:cNvPr>
                <p:cNvSpPr/>
                <p:nvPr/>
              </p:nvSpPr>
              <p:spPr>
                <a:xfrm>
                  <a:off x="2936952" y="3913304"/>
                  <a:ext cx="425766" cy="328775"/>
                </a:xfrm>
                <a:prstGeom prst="rect">
                  <a:avLst/>
                </a:prstGeom>
                <a:solidFill>
                  <a:srgbClr val="FFFFFF"/>
                </a:solidFill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414" name="Straight Connector 413">
                  <a:extLst>
                    <a:ext uri="{FF2B5EF4-FFF2-40B4-BE49-F238E27FC236}">
                      <a16:creationId xmlns:a16="http://schemas.microsoft.com/office/drawing/2014/main" id="{16208DC2-6B8A-2448-84E0-DB0EF734E2E0}"/>
                    </a:ext>
                  </a:extLst>
                </p:cNvPr>
                <p:cNvCxnSpPr/>
                <p:nvPr/>
              </p:nvCxnSpPr>
              <p:spPr>
                <a:xfrm>
                  <a:off x="2932185" y="4005425"/>
                  <a:ext cx="425766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  <p:cxnSp>
              <p:nvCxnSpPr>
                <p:cNvPr id="415" name="Straight Connector 414">
                  <a:extLst>
                    <a:ext uri="{FF2B5EF4-FFF2-40B4-BE49-F238E27FC236}">
                      <a16:creationId xmlns:a16="http://schemas.microsoft.com/office/drawing/2014/main" id="{9617AE01-3C7B-7E42-9676-0C68B7ECCAE6}"/>
                    </a:ext>
                  </a:extLst>
                </p:cNvPr>
                <p:cNvCxnSpPr/>
                <p:nvPr/>
              </p:nvCxnSpPr>
              <p:spPr>
                <a:xfrm>
                  <a:off x="2932185" y="4068956"/>
                  <a:ext cx="425766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  <p:cxnSp>
              <p:nvCxnSpPr>
                <p:cNvPr id="416" name="Straight Connector 415">
                  <a:extLst>
                    <a:ext uri="{FF2B5EF4-FFF2-40B4-BE49-F238E27FC236}">
                      <a16:creationId xmlns:a16="http://schemas.microsoft.com/office/drawing/2014/main" id="{C47DC652-BD0C-3F46-86D7-ECC9AD1D79D2}"/>
                    </a:ext>
                  </a:extLst>
                </p:cNvPr>
                <p:cNvCxnSpPr/>
                <p:nvPr/>
              </p:nvCxnSpPr>
              <p:spPr>
                <a:xfrm flipH="1" flipV="1">
                  <a:off x="3182588" y="4005425"/>
                  <a:ext cx="1589" cy="236654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  <p:cxnSp>
              <p:nvCxnSpPr>
                <p:cNvPr id="417" name="Straight Connector 416">
                  <a:extLst>
                    <a:ext uri="{FF2B5EF4-FFF2-40B4-BE49-F238E27FC236}">
                      <a16:creationId xmlns:a16="http://schemas.microsoft.com/office/drawing/2014/main" id="{3B014B56-FED6-4E48-99C5-5A79ADD94CC4}"/>
                    </a:ext>
                  </a:extLst>
                </p:cNvPr>
                <p:cNvCxnSpPr/>
                <p:nvPr/>
              </p:nvCxnSpPr>
              <p:spPr>
                <a:xfrm flipH="1" flipV="1">
                  <a:off x="3093297" y="4009316"/>
                  <a:ext cx="1589" cy="236654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  <p:cxnSp>
              <p:nvCxnSpPr>
                <p:cNvPr id="418" name="Straight Connector 417">
                  <a:extLst>
                    <a:ext uri="{FF2B5EF4-FFF2-40B4-BE49-F238E27FC236}">
                      <a16:creationId xmlns:a16="http://schemas.microsoft.com/office/drawing/2014/main" id="{468D05CF-FA4F-A948-B610-7F2761E0FD51}"/>
                    </a:ext>
                  </a:extLst>
                </p:cNvPr>
                <p:cNvCxnSpPr/>
                <p:nvPr/>
              </p:nvCxnSpPr>
              <p:spPr>
                <a:xfrm flipH="1" flipV="1">
                  <a:off x="3278747" y="4008109"/>
                  <a:ext cx="1589" cy="236654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</p:grpSp>
          <p:grpSp>
            <p:nvGrpSpPr>
              <p:cNvPr id="392" name="Group 554">
                <a:extLst>
                  <a:ext uri="{FF2B5EF4-FFF2-40B4-BE49-F238E27FC236}">
                    <a16:creationId xmlns:a16="http://schemas.microsoft.com/office/drawing/2014/main" id="{A996263E-DE9E-0842-A205-EB674D3E018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-1475553" y="1495789"/>
                <a:ext cx="430214" cy="330722"/>
                <a:chOff x="2932185" y="3913304"/>
                <a:chExt cx="430533" cy="330885"/>
              </a:xfrm>
            </p:grpSpPr>
            <p:sp>
              <p:nvSpPr>
                <p:cNvPr id="407" name="Rectangle 406">
                  <a:extLst>
                    <a:ext uri="{FF2B5EF4-FFF2-40B4-BE49-F238E27FC236}">
                      <a16:creationId xmlns:a16="http://schemas.microsoft.com/office/drawing/2014/main" id="{0ED24C96-9484-4B4E-B94F-7B96917BDD0F}"/>
                    </a:ext>
                  </a:extLst>
                </p:cNvPr>
                <p:cNvSpPr/>
                <p:nvPr/>
              </p:nvSpPr>
              <p:spPr>
                <a:xfrm>
                  <a:off x="2936952" y="3913304"/>
                  <a:ext cx="425766" cy="328775"/>
                </a:xfrm>
                <a:prstGeom prst="rect">
                  <a:avLst/>
                </a:prstGeom>
                <a:solidFill>
                  <a:srgbClr val="FFFFFF"/>
                </a:solidFill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408" name="Straight Connector 407">
                  <a:extLst>
                    <a:ext uri="{FF2B5EF4-FFF2-40B4-BE49-F238E27FC236}">
                      <a16:creationId xmlns:a16="http://schemas.microsoft.com/office/drawing/2014/main" id="{B0981132-3978-A74C-92CF-3B326EA8CF91}"/>
                    </a:ext>
                  </a:extLst>
                </p:cNvPr>
                <p:cNvCxnSpPr/>
                <p:nvPr/>
              </p:nvCxnSpPr>
              <p:spPr>
                <a:xfrm>
                  <a:off x="2932185" y="4005425"/>
                  <a:ext cx="425766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  <p:cxnSp>
              <p:nvCxnSpPr>
                <p:cNvPr id="409" name="Straight Connector 408">
                  <a:extLst>
                    <a:ext uri="{FF2B5EF4-FFF2-40B4-BE49-F238E27FC236}">
                      <a16:creationId xmlns:a16="http://schemas.microsoft.com/office/drawing/2014/main" id="{32807344-875D-7B41-B999-7AB2EF8D8CFB}"/>
                    </a:ext>
                  </a:extLst>
                </p:cNvPr>
                <p:cNvCxnSpPr/>
                <p:nvPr/>
              </p:nvCxnSpPr>
              <p:spPr>
                <a:xfrm>
                  <a:off x="2932185" y="4068956"/>
                  <a:ext cx="425766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  <p:cxnSp>
              <p:nvCxnSpPr>
                <p:cNvPr id="410" name="Straight Connector 409">
                  <a:extLst>
                    <a:ext uri="{FF2B5EF4-FFF2-40B4-BE49-F238E27FC236}">
                      <a16:creationId xmlns:a16="http://schemas.microsoft.com/office/drawing/2014/main" id="{0986A014-650F-3149-8526-CB72AA722F05}"/>
                    </a:ext>
                  </a:extLst>
                </p:cNvPr>
                <p:cNvCxnSpPr/>
                <p:nvPr/>
              </p:nvCxnSpPr>
              <p:spPr>
                <a:xfrm flipH="1" flipV="1">
                  <a:off x="3134122" y="4005425"/>
                  <a:ext cx="1589" cy="236654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  <p:cxnSp>
              <p:nvCxnSpPr>
                <p:cNvPr id="411" name="Straight Connector 410">
                  <a:extLst>
                    <a:ext uri="{FF2B5EF4-FFF2-40B4-BE49-F238E27FC236}">
                      <a16:creationId xmlns:a16="http://schemas.microsoft.com/office/drawing/2014/main" id="{CCA2E2B5-01CD-7B4F-94D5-1422002B0E7E}"/>
                    </a:ext>
                  </a:extLst>
                </p:cNvPr>
                <p:cNvCxnSpPr/>
                <p:nvPr/>
              </p:nvCxnSpPr>
              <p:spPr>
                <a:xfrm flipH="1" flipV="1">
                  <a:off x="3215190" y="4007535"/>
                  <a:ext cx="1589" cy="236654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  <p:cxnSp>
              <p:nvCxnSpPr>
                <p:cNvPr id="412" name="Straight Connector 411">
                  <a:extLst>
                    <a:ext uri="{FF2B5EF4-FFF2-40B4-BE49-F238E27FC236}">
                      <a16:creationId xmlns:a16="http://schemas.microsoft.com/office/drawing/2014/main" id="{C5F10C1C-2C2D-AF46-9C32-C36601C56B52}"/>
                    </a:ext>
                  </a:extLst>
                </p:cNvPr>
                <p:cNvCxnSpPr/>
                <p:nvPr/>
              </p:nvCxnSpPr>
              <p:spPr>
                <a:xfrm flipH="1" flipV="1">
                  <a:off x="3290394" y="4007533"/>
                  <a:ext cx="1589" cy="236654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</p:grpSp>
          <p:grpSp>
            <p:nvGrpSpPr>
              <p:cNvPr id="393" name="Group 554">
                <a:extLst>
                  <a:ext uri="{FF2B5EF4-FFF2-40B4-BE49-F238E27FC236}">
                    <a16:creationId xmlns:a16="http://schemas.microsoft.com/office/drawing/2014/main" id="{C13C551E-2854-8946-A50E-F2DE3B9466B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-271097" y="1490382"/>
                <a:ext cx="430214" cy="330722"/>
                <a:chOff x="2932185" y="3913304"/>
                <a:chExt cx="430533" cy="330885"/>
              </a:xfrm>
            </p:grpSpPr>
            <p:sp>
              <p:nvSpPr>
                <p:cNvPr id="401" name="Rectangle 400">
                  <a:extLst>
                    <a:ext uri="{FF2B5EF4-FFF2-40B4-BE49-F238E27FC236}">
                      <a16:creationId xmlns:a16="http://schemas.microsoft.com/office/drawing/2014/main" id="{B9056E92-3704-A64A-8AC6-8AE37C0DE9FD}"/>
                    </a:ext>
                  </a:extLst>
                </p:cNvPr>
                <p:cNvSpPr/>
                <p:nvPr/>
              </p:nvSpPr>
              <p:spPr>
                <a:xfrm>
                  <a:off x="2936952" y="3913304"/>
                  <a:ext cx="425766" cy="328775"/>
                </a:xfrm>
                <a:prstGeom prst="rect">
                  <a:avLst/>
                </a:prstGeom>
                <a:solidFill>
                  <a:srgbClr val="FFFFFF"/>
                </a:solidFill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402" name="Straight Connector 401">
                  <a:extLst>
                    <a:ext uri="{FF2B5EF4-FFF2-40B4-BE49-F238E27FC236}">
                      <a16:creationId xmlns:a16="http://schemas.microsoft.com/office/drawing/2014/main" id="{42F13AA3-2FB6-1448-A47B-8DFED40933BC}"/>
                    </a:ext>
                  </a:extLst>
                </p:cNvPr>
                <p:cNvCxnSpPr/>
                <p:nvPr/>
              </p:nvCxnSpPr>
              <p:spPr>
                <a:xfrm>
                  <a:off x="2932185" y="4005425"/>
                  <a:ext cx="425766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  <p:cxnSp>
              <p:nvCxnSpPr>
                <p:cNvPr id="403" name="Straight Connector 402">
                  <a:extLst>
                    <a:ext uri="{FF2B5EF4-FFF2-40B4-BE49-F238E27FC236}">
                      <a16:creationId xmlns:a16="http://schemas.microsoft.com/office/drawing/2014/main" id="{E77A16B9-9E1B-264D-B761-C2F6E72E8944}"/>
                    </a:ext>
                  </a:extLst>
                </p:cNvPr>
                <p:cNvCxnSpPr/>
                <p:nvPr/>
              </p:nvCxnSpPr>
              <p:spPr>
                <a:xfrm>
                  <a:off x="2932185" y="4068956"/>
                  <a:ext cx="425766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  <p:cxnSp>
              <p:nvCxnSpPr>
                <p:cNvPr id="404" name="Straight Connector 403">
                  <a:extLst>
                    <a:ext uri="{FF2B5EF4-FFF2-40B4-BE49-F238E27FC236}">
                      <a16:creationId xmlns:a16="http://schemas.microsoft.com/office/drawing/2014/main" id="{16553DD0-7CED-E54F-86EB-21CD0B109D8B}"/>
                    </a:ext>
                  </a:extLst>
                </p:cNvPr>
                <p:cNvCxnSpPr/>
                <p:nvPr/>
              </p:nvCxnSpPr>
              <p:spPr>
                <a:xfrm flipH="1" flipV="1">
                  <a:off x="3134122" y="4005425"/>
                  <a:ext cx="1589" cy="236654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  <p:cxnSp>
              <p:nvCxnSpPr>
                <p:cNvPr id="405" name="Straight Connector 404">
                  <a:extLst>
                    <a:ext uri="{FF2B5EF4-FFF2-40B4-BE49-F238E27FC236}">
                      <a16:creationId xmlns:a16="http://schemas.microsoft.com/office/drawing/2014/main" id="{E9065049-61A7-D445-8F3A-CF75B01E536C}"/>
                    </a:ext>
                  </a:extLst>
                </p:cNvPr>
                <p:cNvCxnSpPr/>
                <p:nvPr/>
              </p:nvCxnSpPr>
              <p:spPr>
                <a:xfrm flipH="1" flipV="1">
                  <a:off x="3215190" y="4007535"/>
                  <a:ext cx="1589" cy="236654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  <p:cxnSp>
              <p:nvCxnSpPr>
                <p:cNvPr id="406" name="Straight Connector 405">
                  <a:extLst>
                    <a:ext uri="{FF2B5EF4-FFF2-40B4-BE49-F238E27FC236}">
                      <a16:creationId xmlns:a16="http://schemas.microsoft.com/office/drawing/2014/main" id="{74894E9C-A6C4-6A4A-AB4E-52ACBB1D5460}"/>
                    </a:ext>
                  </a:extLst>
                </p:cNvPr>
                <p:cNvCxnSpPr/>
                <p:nvPr/>
              </p:nvCxnSpPr>
              <p:spPr>
                <a:xfrm flipH="1" flipV="1">
                  <a:off x="3290394" y="4007533"/>
                  <a:ext cx="1589" cy="236654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</p:grpSp>
          <p:grpSp>
            <p:nvGrpSpPr>
              <p:cNvPr id="394" name="Group 554">
                <a:extLst>
                  <a:ext uri="{FF2B5EF4-FFF2-40B4-BE49-F238E27FC236}">
                    <a16:creationId xmlns:a16="http://schemas.microsoft.com/office/drawing/2014/main" id="{1A94EF4C-7B4A-A442-9223-24BE151A865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22954" y="1484975"/>
                <a:ext cx="430214" cy="330722"/>
                <a:chOff x="2932185" y="3913304"/>
                <a:chExt cx="430533" cy="330885"/>
              </a:xfrm>
            </p:grpSpPr>
            <p:sp>
              <p:nvSpPr>
                <p:cNvPr id="395" name="Rectangle 394">
                  <a:extLst>
                    <a:ext uri="{FF2B5EF4-FFF2-40B4-BE49-F238E27FC236}">
                      <a16:creationId xmlns:a16="http://schemas.microsoft.com/office/drawing/2014/main" id="{EF7021D4-6C50-FE4F-99DD-7E97E97A6213}"/>
                    </a:ext>
                  </a:extLst>
                </p:cNvPr>
                <p:cNvSpPr/>
                <p:nvPr/>
              </p:nvSpPr>
              <p:spPr>
                <a:xfrm>
                  <a:off x="2936952" y="3913304"/>
                  <a:ext cx="425766" cy="328775"/>
                </a:xfrm>
                <a:prstGeom prst="rect">
                  <a:avLst/>
                </a:prstGeom>
                <a:solidFill>
                  <a:srgbClr val="FFFFFF"/>
                </a:solidFill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396" name="Straight Connector 395">
                  <a:extLst>
                    <a:ext uri="{FF2B5EF4-FFF2-40B4-BE49-F238E27FC236}">
                      <a16:creationId xmlns:a16="http://schemas.microsoft.com/office/drawing/2014/main" id="{F3A4AB08-E85D-1B4D-8B63-B23CC80E42EB}"/>
                    </a:ext>
                  </a:extLst>
                </p:cNvPr>
                <p:cNvCxnSpPr/>
                <p:nvPr/>
              </p:nvCxnSpPr>
              <p:spPr>
                <a:xfrm>
                  <a:off x="2932185" y="4005425"/>
                  <a:ext cx="425766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  <p:cxnSp>
              <p:nvCxnSpPr>
                <p:cNvPr id="397" name="Straight Connector 396">
                  <a:extLst>
                    <a:ext uri="{FF2B5EF4-FFF2-40B4-BE49-F238E27FC236}">
                      <a16:creationId xmlns:a16="http://schemas.microsoft.com/office/drawing/2014/main" id="{9C1A2807-7BAE-6C42-B615-F35AC6152D59}"/>
                    </a:ext>
                  </a:extLst>
                </p:cNvPr>
                <p:cNvCxnSpPr/>
                <p:nvPr/>
              </p:nvCxnSpPr>
              <p:spPr>
                <a:xfrm>
                  <a:off x="2932185" y="4068956"/>
                  <a:ext cx="425766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  <p:cxnSp>
              <p:nvCxnSpPr>
                <p:cNvPr id="398" name="Straight Connector 397">
                  <a:extLst>
                    <a:ext uri="{FF2B5EF4-FFF2-40B4-BE49-F238E27FC236}">
                      <a16:creationId xmlns:a16="http://schemas.microsoft.com/office/drawing/2014/main" id="{155E58FB-2047-8242-96E3-E6496B245893}"/>
                    </a:ext>
                  </a:extLst>
                </p:cNvPr>
                <p:cNvCxnSpPr/>
                <p:nvPr/>
              </p:nvCxnSpPr>
              <p:spPr>
                <a:xfrm flipH="1" flipV="1">
                  <a:off x="3134122" y="4005425"/>
                  <a:ext cx="1589" cy="236654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  <p:cxnSp>
              <p:nvCxnSpPr>
                <p:cNvPr id="399" name="Straight Connector 398">
                  <a:extLst>
                    <a:ext uri="{FF2B5EF4-FFF2-40B4-BE49-F238E27FC236}">
                      <a16:creationId xmlns:a16="http://schemas.microsoft.com/office/drawing/2014/main" id="{76E85654-AB3D-5C4E-A804-425C02BD2C31}"/>
                    </a:ext>
                  </a:extLst>
                </p:cNvPr>
                <p:cNvCxnSpPr/>
                <p:nvPr/>
              </p:nvCxnSpPr>
              <p:spPr>
                <a:xfrm flipH="1" flipV="1">
                  <a:off x="3215190" y="4007535"/>
                  <a:ext cx="1589" cy="236654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  <p:cxnSp>
              <p:nvCxnSpPr>
                <p:cNvPr id="400" name="Straight Connector 399">
                  <a:extLst>
                    <a:ext uri="{FF2B5EF4-FFF2-40B4-BE49-F238E27FC236}">
                      <a16:creationId xmlns:a16="http://schemas.microsoft.com/office/drawing/2014/main" id="{E71B59FA-2416-4440-955A-A071C311CFAC}"/>
                    </a:ext>
                  </a:extLst>
                </p:cNvPr>
                <p:cNvCxnSpPr/>
                <p:nvPr/>
              </p:nvCxnSpPr>
              <p:spPr>
                <a:xfrm flipH="1" flipV="1">
                  <a:off x="3290394" y="4007533"/>
                  <a:ext cx="1589" cy="236654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</p:grpSp>
        </p:grpSp>
      </p:grpSp>
      <p:grpSp>
        <p:nvGrpSpPr>
          <p:cNvPr id="710" name="Group 709">
            <a:extLst>
              <a:ext uri="{FF2B5EF4-FFF2-40B4-BE49-F238E27FC236}">
                <a16:creationId xmlns:a16="http://schemas.microsoft.com/office/drawing/2014/main" id="{8973FC0F-0FC1-A246-BFD1-84BF1EF9A853}"/>
              </a:ext>
            </a:extLst>
          </p:cNvPr>
          <p:cNvGrpSpPr/>
          <p:nvPr/>
        </p:nvGrpSpPr>
        <p:grpSpPr>
          <a:xfrm>
            <a:off x="200416" y="5099428"/>
            <a:ext cx="4112251" cy="1370966"/>
            <a:chOff x="-1402915" y="4974167"/>
            <a:chExt cx="4112251" cy="1370966"/>
          </a:xfrm>
        </p:grpSpPr>
        <p:sp>
          <p:nvSpPr>
            <p:cNvPr id="711" name="TextBox 710">
              <a:extLst>
                <a:ext uri="{FF2B5EF4-FFF2-40B4-BE49-F238E27FC236}">
                  <a16:creationId xmlns:a16="http://schemas.microsoft.com/office/drawing/2014/main" id="{08BF04B4-6075-A84B-8EC3-DF7DDD551004}"/>
                </a:ext>
              </a:extLst>
            </p:cNvPr>
            <p:cNvSpPr txBox="1"/>
            <p:nvPr/>
          </p:nvSpPr>
          <p:spPr>
            <a:xfrm>
              <a:off x="-1402915" y="5588003"/>
              <a:ext cx="4112251" cy="7571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233363" marR="0" lvl="0" indent="-233363" defTabSz="91440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1" i="1" u="none" strike="noStrike" kern="0" cap="none" spc="0" normalizeH="0" baseline="0" noProof="0" dirty="0">
                  <a:ln>
                    <a:noFill/>
                  </a:ln>
                  <a:solidFill>
                    <a:srgbClr val="000090"/>
                  </a:solidFill>
                  <a:effectLst/>
                  <a:uLnTx/>
                  <a:uFillTx/>
                  <a:ea typeface="ＭＳ Ｐゴシック" charset="0"/>
                </a:rPr>
                <a:t>1: </a:t>
              </a:r>
              <a:r>
                <a:rPr kumimoji="0" lang="en-US" sz="24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rPr>
                <a:t>generalized “flow-based” forwarding (e.g., OpenFlow)</a:t>
              </a:r>
            </a:p>
          </p:txBody>
        </p:sp>
        <p:cxnSp>
          <p:nvCxnSpPr>
            <p:cNvPr id="712" name="Straight Connector 711">
              <a:extLst>
                <a:ext uri="{FF2B5EF4-FFF2-40B4-BE49-F238E27FC236}">
                  <a16:creationId xmlns:a16="http://schemas.microsoft.com/office/drawing/2014/main" id="{83A62419-3EC1-4842-8B5B-F8E1858F6A37}"/>
                </a:ext>
              </a:extLst>
            </p:cNvPr>
            <p:cNvCxnSpPr>
              <a:cxnSpLocks/>
              <a:stCxn id="711" idx="0"/>
            </p:cNvCxnSpPr>
            <p:nvPr/>
          </p:nvCxnSpPr>
          <p:spPr bwMode="auto">
            <a:xfrm flipV="1">
              <a:off x="653211" y="4974167"/>
              <a:ext cx="1505789" cy="613836"/>
            </a:xfrm>
            <a:prstGeom prst="line">
              <a:avLst/>
            </a:prstGeom>
            <a:solidFill>
              <a:srgbClr val="00CC99"/>
            </a:solidFill>
            <a:ln w="9525" cap="flat" cmpd="sng" algn="ctr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</p:grpSp>
      <p:grpSp>
        <p:nvGrpSpPr>
          <p:cNvPr id="713" name="Group 712">
            <a:extLst>
              <a:ext uri="{FF2B5EF4-FFF2-40B4-BE49-F238E27FC236}">
                <a16:creationId xmlns:a16="http://schemas.microsoft.com/office/drawing/2014/main" id="{AAAF29D5-9601-CF43-8C05-901671240D68}"/>
              </a:ext>
            </a:extLst>
          </p:cNvPr>
          <p:cNvGrpSpPr/>
          <p:nvPr/>
        </p:nvGrpSpPr>
        <p:grpSpPr>
          <a:xfrm>
            <a:off x="9193527" y="3631579"/>
            <a:ext cx="2831459" cy="1311728"/>
            <a:chOff x="69488" y="5026085"/>
            <a:chExt cx="4347805" cy="1311728"/>
          </a:xfrm>
        </p:grpSpPr>
        <p:sp>
          <p:nvSpPr>
            <p:cNvPr id="714" name="TextBox 713">
              <a:extLst>
                <a:ext uri="{FF2B5EF4-FFF2-40B4-BE49-F238E27FC236}">
                  <a16:creationId xmlns:a16="http://schemas.microsoft.com/office/drawing/2014/main" id="{FE50FC28-F437-0344-9C2D-2FDDA8A95DAE}"/>
                </a:ext>
              </a:extLst>
            </p:cNvPr>
            <p:cNvSpPr txBox="1"/>
            <p:nvPr/>
          </p:nvSpPr>
          <p:spPr>
            <a:xfrm>
              <a:off x="69488" y="5580683"/>
              <a:ext cx="4347805" cy="7571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233363" marR="0" lvl="0" indent="-233363" defTabSz="91440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1" i="1" u="none" strike="noStrike" kern="0" cap="none" spc="0" normalizeH="0" baseline="0" noProof="0" dirty="0">
                  <a:ln>
                    <a:noFill/>
                  </a:ln>
                  <a:solidFill>
                    <a:srgbClr val="000090"/>
                  </a:solidFill>
                  <a:effectLst/>
                  <a:uLnTx/>
                  <a:uFillTx/>
                  <a:ea typeface="ＭＳ Ｐゴシック" charset="0"/>
                </a:rPr>
                <a:t>2. </a:t>
              </a:r>
              <a:r>
                <a:rPr kumimoji="0" lang="en-US" sz="24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rPr>
                <a:t>control, data plane separation</a:t>
              </a:r>
            </a:p>
          </p:txBody>
        </p:sp>
        <p:cxnSp>
          <p:nvCxnSpPr>
            <p:cNvPr id="715" name="Straight Connector 714">
              <a:extLst>
                <a:ext uri="{FF2B5EF4-FFF2-40B4-BE49-F238E27FC236}">
                  <a16:creationId xmlns:a16="http://schemas.microsoft.com/office/drawing/2014/main" id="{AB94C55F-5325-1444-88FB-722BF41A6EED}"/>
                </a:ext>
              </a:extLst>
            </p:cNvPr>
            <p:cNvCxnSpPr>
              <a:cxnSpLocks/>
              <a:stCxn id="714" idx="0"/>
            </p:cNvCxnSpPr>
            <p:nvPr/>
          </p:nvCxnSpPr>
          <p:spPr bwMode="auto">
            <a:xfrm flipH="1" flipV="1">
              <a:off x="1351777" y="5026085"/>
              <a:ext cx="891615" cy="554598"/>
            </a:xfrm>
            <a:prstGeom prst="line">
              <a:avLst/>
            </a:prstGeom>
            <a:solidFill>
              <a:srgbClr val="00CC99"/>
            </a:solidFill>
            <a:ln w="9525" cap="flat" cmpd="sng" algn="ctr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</p:grpSp>
      <p:sp>
        <p:nvSpPr>
          <p:cNvPr id="716" name="TextBox 715">
            <a:extLst>
              <a:ext uri="{FF2B5EF4-FFF2-40B4-BE49-F238E27FC236}">
                <a16:creationId xmlns:a16="http://schemas.microsoft.com/office/drawing/2014/main" id="{DC87C3CB-DAE1-4642-A18C-C358079613E1}"/>
              </a:ext>
            </a:extLst>
          </p:cNvPr>
          <p:cNvSpPr txBox="1"/>
          <p:nvPr/>
        </p:nvSpPr>
        <p:spPr>
          <a:xfrm>
            <a:off x="8661128" y="1214433"/>
            <a:ext cx="3326279" cy="10895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33363" indent="-233363"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b="1" i="1" dirty="0">
                <a:solidFill>
                  <a:srgbClr val="000090"/>
                </a:solidFill>
                <a:latin typeface="Arial" charset="0"/>
                <a:ea typeface="ＭＳ Ｐゴシック" charset="0"/>
              </a:rPr>
              <a:t>3</a:t>
            </a:r>
            <a:r>
              <a:rPr lang="en-US" sz="2400" b="1" i="1" dirty="0">
                <a:solidFill>
                  <a:srgbClr val="000090"/>
                </a:solidFill>
                <a:ea typeface="ＭＳ Ｐゴシック" charset="0"/>
              </a:rPr>
              <a:t>. </a:t>
            </a:r>
            <a:r>
              <a:rPr lang="en-US" sz="2400" i="1" dirty="0">
                <a:solidFill>
                  <a:srgbClr val="000000"/>
                </a:solidFill>
                <a:ea typeface="ＭＳ Ｐゴシック" charset="0"/>
              </a:rPr>
              <a:t>control plane functions external to data-plane switches</a:t>
            </a:r>
            <a:endParaRPr lang="en-US" i="1" dirty="0">
              <a:solidFill>
                <a:srgbClr val="000000"/>
              </a:solidFill>
              <a:ea typeface="ＭＳ Ｐゴシック" charset="0"/>
            </a:endParaRPr>
          </a:p>
        </p:txBody>
      </p:sp>
      <p:cxnSp>
        <p:nvCxnSpPr>
          <p:cNvPr id="717" name="Straight Connector 716">
            <a:extLst>
              <a:ext uri="{FF2B5EF4-FFF2-40B4-BE49-F238E27FC236}">
                <a16:creationId xmlns:a16="http://schemas.microsoft.com/office/drawing/2014/main" id="{A4E79431-B0A1-424A-994E-6C3A3C35D682}"/>
              </a:ext>
            </a:extLst>
          </p:cNvPr>
          <p:cNvCxnSpPr/>
          <p:nvPr/>
        </p:nvCxnSpPr>
        <p:spPr bwMode="auto">
          <a:xfrm flipV="1">
            <a:off x="8275367" y="1593599"/>
            <a:ext cx="618473" cy="645305"/>
          </a:xfrm>
          <a:prstGeom prst="line">
            <a:avLst/>
          </a:prstGeom>
          <a:solidFill>
            <a:srgbClr val="00CC99"/>
          </a:solidFill>
          <a:ln w="9525" cap="flat" cmpd="sng" algn="ctr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sp>
        <p:nvSpPr>
          <p:cNvPr id="718" name="Oval 717">
            <a:extLst>
              <a:ext uri="{FF2B5EF4-FFF2-40B4-BE49-F238E27FC236}">
                <a16:creationId xmlns:a16="http://schemas.microsoft.com/office/drawing/2014/main" id="{D081AC31-01FF-274A-A3CC-61340B69FEDE}"/>
              </a:ext>
            </a:extLst>
          </p:cNvPr>
          <p:cNvSpPr/>
          <p:nvPr/>
        </p:nvSpPr>
        <p:spPr bwMode="auto">
          <a:xfrm>
            <a:off x="3619093" y="1435386"/>
            <a:ext cx="725674" cy="342648"/>
          </a:xfrm>
          <a:prstGeom prst="ellipse">
            <a:avLst/>
          </a:prstGeom>
          <a:solidFill>
            <a:schemeClr val="accent6">
              <a:lumMod val="20000"/>
              <a:lumOff val="80000"/>
              <a:alpha val="70000"/>
            </a:schemeClr>
          </a:solidFill>
          <a:ln w="9525" cap="flat" cmpd="sng" algn="ctr">
            <a:solidFill>
              <a:srgbClr val="008000"/>
            </a:solidFill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Gill Sans MT"/>
              <a:ea typeface="+mn-ea"/>
              <a:cs typeface="+mn-cs"/>
            </a:endParaRPr>
          </a:p>
        </p:txBody>
      </p:sp>
      <p:sp>
        <p:nvSpPr>
          <p:cNvPr id="719" name="Oval 718">
            <a:extLst>
              <a:ext uri="{FF2B5EF4-FFF2-40B4-BE49-F238E27FC236}">
                <a16:creationId xmlns:a16="http://schemas.microsoft.com/office/drawing/2014/main" id="{51428A79-BB50-854B-9121-C9E4D1876557}"/>
              </a:ext>
            </a:extLst>
          </p:cNvPr>
          <p:cNvSpPr/>
          <p:nvPr/>
        </p:nvSpPr>
        <p:spPr bwMode="auto">
          <a:xfrm>
            <a:off x="4618114" y="1426539"/>
            <a:ext cx="725674" cy="342648"/>
          </a:xfrm>
          <a:prstGeom prst="ellipse">
            <a:avLst/>
          </a:prstGeom>
          <a:solidFill>
            <a:schemeClr val="accent6">
              <a:lumMod val="20000"/>
              <a:lumOff val="80000"/>
              <a:alpha val="70000"/>
            </a:schemeClr>
          </a:solidFill>
          <a:ln w="9525" cap="flat" cmpd="sng" algn="ctr">
            <a:solidFill>
              <a:srgbClr val="008000"/>
            </a:solidFill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Gill Sans MT"/>
              <a:ea typeface="+mn-ea"/>
              <a:cs typeface="+mn-cs"/>
            </a:endParaRPr>
          </a:p>
        </p:txBody>
      </p:sp>
      <p:sp>
        <p:nvSpPr>
          <p:cNvPr id="720" name="Oval 719">
            <a:extLst>
              <a:ext uri="{FF2B5EF4-FFF2-40B4-BE49-F238E27FC236}">
                <a16:creationId xmlns:a16="http://schemas.microsoft.com/office/drawing/2014/main" id="{DC70C71B-F844-7F49-AB26-0B4E22A896D0}"/>
              </a:ext>
            </a:extLst>
          </p:cNvPr>
          <p:cNvSpPr/>
          <p:nvPr/>
        </p:nvSpPr>
        <p:spPr bwMode="auto">
          <a:xfrm>
            <a:off x="7431318" y="1417694"/>
            <a:ext cx="725674" cy="342648"/>
          </a:xfrm>
          <a:prstGeom prst="ellipse">
            <a:avLst/>
          </a:prstGeom>
          <a:solidFill>
            <a:schemeClr val="accent6">
              <a:lumMod val="20000"/>
              <a:lumOff val="80000"/>
              <a:alpha val="70000"/>
            </a:schemeClr>
          </a:solidFill>
          <a:ln w="9525" cap="flat" cmpd="sng" algn="ctr">
            <a:solidFill>
              <a:srgbClr val="008000"/>
            </a:solidFill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Gill Sans MT"/>
              <a:ea typeface="+mn-ea"/>
              <a:cs typeface="+mn-cs"/>
            </a:endParaRPr>
          </a:p>
        </p:txBody>
      </p:sp>
      <p:sp>
        <p:nvSpPr>
          <p:cNvPr id="721" name="TextBox 720">
            <a:extLst>
              <a:ext uri="{FF2B5EF4-FFF2-40B4-BE49-F238E27FC236}">
                <a16:creationId xmlns:a16="http://schemas.microsoft.com/office/drawing/2014/main" id="{1064F1A9-6515-434B-A35C-622C7DCD2543}"/>
              </a:ext>
            </a:extLst>
          </p:cNvPr>
          <p:cNvSpPr txBox="1"/>
          <p:nvPr/>
        </p:nvSpPr>
        <p:spPr>
          <a:xfrm>
            <a:off x="6236542" y="1190791"/>
            <a:ext cx="595035" cy="58477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sz="3200" dirty="0">
                <a:solidFill>
                  <a:srgbClr val="008000"/>
                </a:solidFill>
                <a:latin typeface="Arial" charset="0"/>
                <a:ea typeface="ＭＳ Ｐゴシック" charset="0"/>
              </a:rPr>
              <a:t>…</a:t>
            </a:r>
          </a:p>
        </p:txBody>
      </p:sp>
      <p:cxnSp>
        <p:nvCxnSpPr>
          <p:cNvPr id="725" name="Straight Connector 724">
            <a:extLst>
              <a:ext uri="{FF2B5EF4-FFF2-40B4-BE49-F238E27FC236}">
                <a16:creationId xmlns:a16="http://schemas.microsoft.com/office/drawing/2014/main" id="{E5214BD8-C000-224E-8C7D-B3610D784CAA}"/>
              </a:ext>
            </a:extLst>
          </p:cNvPr>
          <p:cNvCxnSpPr/>
          <p:nvPr/>
        </p:nvCxnSpPr>
        <p:spPr bwMode="auto">
          <a:xfrm flipV="1">
            <a:off x="8228340" y="1594833"/>
            <a:ext cx="663883" cy="1006"/>
          </a:xfrm>
          <a:prstGeom prst="line">
            <a:avLst/>
          </a:prstGeom>
          <a:solidFill>
            <a:srgbClr val="00CC99"/>
          </a:solidFill>
          <a:ln w="9525" cap="flat" cmpd="sng" algn="ctr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sp>
        <p:nvSpPr>
          <p:cNvPr id="726" name="TextBox 725">
            <a:extLst>
              <a:ext uri="{FF2B5EF4-FFF2-40B4-BE49-F238E27FC236}">
                <a16:creationId xmlns:a16="http://schemas.microsoft.com/office/drawing/2014/main" id="{DC680172-6486-D24B-A48C-E405688C7041}"/>
              </a:ext>
            </a:extLst>
          </p:cNvPr>
          <p:cNvSpPr txBox="1"/>
          <p:nvPr/>
        </p:nvSpPr>
        <p:spPr>
          <a:xfrm>
            <a:off x="3617055" y="1431666"/>
            <a:ext cx="733619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sz="1400" dirty="0">
                <a:solidFill>
                  <a:srgbClr val="000000"/>
                </a:solidFill>
                <a:latin typeface="Arial" charset="0"/>
                <a:ea typeface="ＭＳ Ｐゴシック" charset="0"/>
              </a:rPr>
              <a:t>routing</a:t>
            </a:r>
          </a:p>
        </p:txBody>
      </p:sp>
      <p:sp>
        <p:nvSpPr>
          <p:cNvPr id="727" name="TextBox 726">
            <a:extLst>
              <a:ext uri="{FF2B5EF4-FFF2-40B4-BE49-F238E27FC236}">
                <a16:creationId xmlns:a16="http://schemas.microsoft.com/office/drawing/2014/main" id="{5B694A56-9AC5-0343-9AF5-205254784FFA}"/>
              </a:ext>
            </a:extLst>
          </p:cNvPr>
          <p:cNvSpPr txBox="1"/>
          <p:nvPr/>
        </p:nvSpPr>
        <p:spPr>
          <a:xfrm>
            <a:off x="4644492" y="1393402"/>
            <a:ext cx="809667" cy="41088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eaLnBrk="0" fontAlgn="base" hangingPunct="0">
              <a:lnSpc>
                <a:spcPct val="850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1200" dirty="0">
                <a:solidFill>
                  <a:srgbClr val="000000"/>
                </a:solidFill>
                <a:latin typeface="Arial" charset="0"/>
                <a:ea typeface="ＭＳ Ｐゴシック" charset="0"/>
              </a:rPr>
              <a:t>access control</a:t>
            </a:r>
          </a:p>
        </p:txBody>
      </p:sp>
      <p:sp>
        <p:nvSpPr>
          <p:cNvPr id="728" name="TextBox 727">
            <a:extLst>
              <a:ext uri="{FF2B5EF4-FFF2-40B4-BE49-F238E27FC236}">
                <a16:creationId xmlns:a16="http://schemas.microsoft.com/office/drawing/2014/main" id="{70629D76-356C-EB41-BD3B-0E20EADC644F}"/>
              </a:ext>
            </a:extLst>
          </p:cNvPr>
          <p:cNvSpPr txBox="1"/>
          <p:nvPr/>
        </p:nvSpPr>
        <p:spPr>
          <a:xfrm>
            <a:off x="7403572" y="1382879"/>
            <a:ext cx="809667" cy="41088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eaLnBrk="0" fontAlgn="base" hangingPunct="0">
              <a:lnSpc>
                <a:spcPct val="850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1200" dirty="0">
                <a:solidFill>
                  <a:srgbClr val="000000"/>
                </a:solidFill>
                <a:latin typeface="Arial" charset="0"/>
                <a:ea typeface="ＭＳ Ｐゴシック" charset="0"/>
              </a:rPr>
              <a:t>load</a:t>
            </a:r>
          </a:p>
          <a:p>
            <a:pPr algn="ctr" eaLnBrk="0" fontAlgn="base" hangingPunct="0">
              <a:lnSpc>
                <a:spcPct val="850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1200" dirty="0">
                <a:solidFill>
                  <a:srgbClr val="000000"/>
                </a:solidFill>
                <a:latin typeface="Arial" charset="0"/>
                <a:ea typeface="ＭＳ Ｐゴシック" charset="0"/>
              </a:rPr>
              <a:t>balance</a:t>
            </a:r>
          </a:p>
        </p:txBody>
      </p:sp>
      <p:grpSp>
        <p:nvGrpSpPr>
          <p:cNvPr id="734" name="Group 733">
            <a:extLst>
              <a:ext uri="{FF2B5EF4-FFF2-40B4-BE49-F238E27FC236}">
                <a16:creationId xmlns:a16="http://schemas.microsoft.com/office/drawing/2014/main" id="{B6C23F3B-5DA9-E34E-AED7-02585AE8706E}"/>
              </a:ext>
            </a:extLst>
          </p:cNvPr>
          <p:cNvGrpSpPr/>
          <p:nvPr/>
        </p:nvGrpSpPr>
        <p:grpSpPr>
          <a:xfrm>
            <a:off x="363256" y="1413523"/>
            <a:ext cx="3169084" cy="1089529"/>
            <a:chOff x="363256" y="1413523"/>
            <a:chExt cx="3169084" cy="1089529"/>
          </a:xfrm>
        </p:grpSpPr>
        <p:sp>
          <p:nvSpPr>
            <p:cNvPr id="723" name="TextBox 722">
              <a:extLst>
                <a:ext uri="{FF2B5EF4-FFF2-40B4-BE49-F238E27FC236}">
                  <a16:creationId xmlns:a16="http://schemas.microsoft.com/office/drawing/2014/main" id="{34380553-0FC8-9443-B65A-13A8F1715FC7}"/>
                </a:ext>
              </a:extLst>
            </p:cNvPr>
            <p:cNvSpPr txBox="1"/>
            <p:nvPr/>
          </p:nvSpPr>
          <p:spPr>
            <a:xfrm>
              <a:off x="363256" y="1413523"/>
              <a:ext cx="2748319" cy="10895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233363" marR="0" lvl="0" indent="-233363" defTabSz="91440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1" i="1" u="none" strike="noStrike" kern="0" cap="none" spc="0" normalizeH="0" baseline="0" noProof="0" dirty="0">
                  <a:ln>
                    <a:noFill/>
                  </a:ln>
                  <a:solidFill>
                    <a:srgbClr val="000090"/>
                  </a:solidFill>
                  <a:effectLst/>
                  <a:uLnTx/>
                  <a:uFillTx/>
                  <a:ea typeface="ＭＳ Ｐゴシック" charset="0"/>
                </a:rPr>
                <a:t>4. </a:t>
              </a:r>
              <a:r>
                <a:rPr kumimoji="0" lang="en-US" sz="24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rPr>
                <a:t>programmable control applications</a:t>
              </a:r>
            </a:p>
          </p:txBody>
        </p:sp>
        <p:cxnSp>
          <p:nvCxnSpPr>
            <p:cNvPr id="732" name="Straight Connector 731">
              <a:extLst>
                <a:ext uri="{FF2B5EF4-FFF2-40B4-BE49-F238E27FC236}">
                  <a16:creationId xmlns:a16="http://schemas.microsoft.com/office/drawing/2014/main" id="{EC9B11A7-2B7B-8347-9A8A-72D9FF978B22}"/>
                </a:ext>
              </a:extLst>
            </p:cNvPr>
            <p:cNvCxnSpPr>
              <a:cxnSpLocks/>
            </p:cNvCxnSpPr>
            <p:nvPr/>
          </p:nvCxnSpPr>
          <p:spPr>
            <a:xfrm>
              <a:off x="2655518" y="1615858"/>
              <a:ext cx="876822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279945134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7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7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7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7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7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8" dur="500"/>
                                        <p:tgtEl>
                                          <p:spTgt spid="7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16" grpId="0"/>
    </p:bldLst>
  </p:timing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FECD85E7-B9DB-9043-B7EC-8C0919E801A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4139"/>
            <a:ext cx="10515600" cy="894622"/>
          </a:xfrm>
        </p:spPr>
        <p:txBody>
          <a:bodyPr>
            <a:normAutofit/>
          </a:bodyPr>
          <a:lstStyle/>
          <a:p>
            <a:r>
              <a:rPr lang="en-US" dirty="0"/>
              <a:t>Software defined networking (SDN)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8F71119-17C6-6045-B8FE-FECA68C801C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76</a:t>
            </a:fld>
            <a:endParaRPr lang="en-US" dirty="0"/>
          </a:p>
        </p:txBody>
      </p:sp>
      <p:sp>
        <p:nvSpPr>
          <p:cNvPr id="850" name="Content Placeholder 6">
            <a:extLst>
              <a:ext uri="{FF2B5EF4-FFF2-40B4-BE49-F238E27FC236}">
                <a16:creationId xmlns:a16="http://schemas.microsoft.com/office/drawing/2014/main" id="{BCBBA01E-E6B7-6244-BCD8-8FA9A6E5AB79}"/>
              </a:ext>
            </a:extLst>
          </p:cNvPr>
          <p:cNvSpPr txBox="1">
            <a:spLocks/>
          </p:cNvSpPr>
          <p:nvPr/>
        </p:nvSpPr>
        <p:spPr bwMode="auto">
          <a:xfrm>
            <a:off x="826718" y="1581355"/>
            <a:ext cx="5767982" cy="509653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None/>
              <a:tabLst/>
              <a:defRPr/>
            </a:pPr>
            <a:r>
              <a:rPr kumimoji="0" lang="en-US" sz="3200" b="0" u="none" strike="noStrike" kern="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ea typeface="ＭＳ Ｐゴシック" charset="0"/>
              </a:rPr>
              <a:t>Data-plane switches:</a:t>
            </a:r>
          </a:p>
          <a:p>
            <a:pPr marL="342900" marR="0" lvl="0" indent="-342900" algn="l" defTabSz="914400" rtl="0" eaLnBrk="0" fontAlgn="base" latinLnBrk="0" hangingPunct="0">
              <a:lnSpc>
                <a:spcPct val="9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tabLst/>
              <a:defRPr/>
            </a:pPr>
            <a:r>
              <a:rPr kumimoji="0" lang="en-US" sz="2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rPr>
              <a:t>fast, simple, commodity switches implementing generalized data-plane forwarding (Section 4.4) in hardware</a:t>
            </a:r>
          </a:p>
          <a:p>
            <a:pPr marL="342900" marR="0" lvl="0" indent="-342900" algn="l" defTabSz="914400" rtl="0" eaLnBrk="0" fontAlgn="base" latinLnBrk="0" hangingPunct="0">
              <a:lnSpc>
                <a:spcPct val="9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tabLst/>
              <a:defRPr/>
            </a:pPr>
            <a:r>
              <a:rPr kumimoji="0" lang="en-US" sz="2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rPr>
              <a:t>flow (forwarding)</a:t>
            </a:r>
            <a:r>
              <a:rPr kumimoji="0" lang="en-US" sz="2600" b="0" i="0" u="none" strike="noStrike" kern="0" cap="none" spc="0" normalizeH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rPr>
              <a:t> </a:t>
            </a:r>
            <a:r>
              <a:rPr kumimoji="0" lang="en-US" sz="2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rPr>
              <a:t>table computed, installed under controller supervision</a:t>
            </a:r>
          </a:p>
          <a:p>
            <a:pPr marL="342900" marR="0" lvl="0" indent="-342900" algn="l" defTabSz="914400" rtl="0" eaLnBrk="0" fontAlgn="base" latinLnBrk="0" hangingPunct="0">
              <a:lnSpc>
                <a:spcPct val="9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tabLst/>
              <a:defRPr/>
            </a:pPr>
            <a:r>
              <a:rPr kumimoji="0" lang="en-US" sz="2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rPr>
              <a:t>API for table-based switch control (e.g., OpenFlow)</a:t>
            </a:r>
          </a:p>
          <a:p>
            <a:pPr marL="635000" marR="0" lvl="1" indent="-234950" algn="l" defTabSz="914400" rtl="0" eaLnBrk="0" fontAlgn="base" latinLnBrk="0" hangingPunct="0">
              <a:lnSpc>
                <a:spcPct val="9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Tx/>
              <a:buFont typeface="Arial"/>
              <a:buChar char="•"/>
              <a:defRPr/>
            </a:pPr>
            <a:r>
              <a:rPr kumimoji="0" lang="en-US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rPr>
              <a:t>defines what is controllable,</a:t>
            </a:r>
            <a:r>
              <a:rPr kumimoji="0" lang="en-US" b="0" i="0" u="none" strike="noStrike" kern="0" cap="none" spc="0" normalizeH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rPr>
              <a:t> </a:t>
            </a:r>
            <a:r>
              <a:rPr kumimoji="0" lang="en-US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rPr>
              <a:t>what is not</a:t>
            </a:r>
          </a:p>
          <a:p>
            <a:pPr marL="342900" marR="0" lvl="0" indent="-342900" algn="l" defTabSz="914400" rtl="0" eaLnBrk="0" fontAlgn="base" latinLnBrk="0" hangingPunct="0">
              <a:lnSpc>
                <a:spcPct val="9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tabLst/>
              <a:defRPr/>
            </a:pPr>
            <a:r>
              <a:rPr kumimoji="0" lang="en-US" sz="2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rPr>
              <a:t>protocol for communicating with controller (e.g., OpenFlow)</a:t>
            </a:r>
          </a:p>
          <a:p>
            <a:pPr marL="342900" marR="0" lvl="0" indent="-342900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tabLst/>
              <a:defRPr/>
            </a:pPr>
            <a:endParaRPr kumimoji="0" lang="en-US" sz="2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Gill Sans MT"/>
              <a:ea typeface="ＭＳ Ｐゴシック" charset="0"/>
            </a:endParaRPr>
          </a:p>
        </p:txBody>
      </p:sp>
      <p:grpSp>
        <p:nvGrpSpPr>
          <p:cNvPr id="851" name="Group 850">
            <a:extLst>
              <a:ext uri="{FF2B5EF4-FFF2-40B4-BE49-F238E27FC236}">
                <a16:creationId xmlns:a16="http://schemas.microsoft.com/office/drawing/2014/main" id="{CE55C0D3-06CC-DF41-88F6-A273370E03E8}"/>
              </a:ext>
            </a:extLst>
          </p:cNvPr>
          <p:cNvGrpSpPr/>
          <p:nvPr/>
        </p:nvGrpSpPr>
        <p:grpSpPr>
          <a:xfrm>
            <a:off x="6806501" y="1476134"/>
            <a:ext cx="3846765" cy="5169840"/>
            <a:chOff x="4990227" y="910464"/>
            <a:chExt cx="3846765" cy="5169840"/>
          </a:xfrm>
        </p:grpSpPr>
        <p:sp>
          <p:nvSpPr>
            <p:cNvPr id="852" name="TextBox 399">
              <a:extLst>
                <a:ext uri="{FF2B5EF4-FFF2-40B4-BE49-F238E27FC236}">
                  <a16:creationId xmlns:a16="http://schemas.microsoft.com/office/drawing/2014/main" id="{5EA34F1E-D60F-4E46-99D4-53221197BEE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518490" y="4936685"/>
              <a:ext cx="286930" cy="4714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data</a:t>
              </a:r>
            </a:p>
            <a:p>
              <a:pPr marL="0" marR="0" lvl="0" indent="0" algn="ctr" defTabSz="91440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plane</a:t>
              </a:r>
            </a:p>
          </p:txBody>
        </p:sp>
        <p:sp>
          <p:nvSpPr>
            <p:cNvPr id="853" name="TextBox 400">
              <a:extLst>
                <a:ext uri="{FF2B5EF4-FFF2-40B4-BE49-F238E27FC236}">
                  <a16:creationId xmlns:a16="http://schemas.microsoft.com/office/drawing/2014/main" id="{DE759E4F-F356-5946-9CC4-A4E5C9A1D6D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494972" y="2474327"/>
              <a:ext cx="342020" cy="4714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control</a:t>
              </a:r>
            </a:p>
            <a:p>
              <a:pPr marL="0" marR="0" lvl="0" indent="0" algn="ctr" defTabSz="91440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plane</a:t>
              </a:r>
            </a:p>
          </p:txBody>
        </p:sp>
        <p:cxnSp>
          <p:nvCxnSpPr>
            <p:cNvPr id="854" name="Straight Connector 853">
              <a:extLst>
                <a:ext uri="{FF2B5EF4-FFF2-40B4-BE49-F238E27FC236}">
                  <a16:creationId xmlns:a16="http://schemas.microsoft.com/office/drawing/2014/main" id="{1A2102D6-7949-1844-8DED-B73B0057D3CF}"/>
                </a:ext>
              </a:extLst>
            </p:cNvPr>
            <p:cNvCxnSpPr/>
            <p:nvPr/>
          </p:nvCxnSpPr>
          <p:spPr bwMode="auto">
            <a:xfrm flipV="1">
              <a:off x="5272718" y="4529666"/>
              <a:ext cx="2791783" cy="14329"/>
            </a:xfrm>
            <a:prstGeom prst="line">
              <a:avLst/>
            </a:prstGeom>
            <a:noFill/>
            <a:ln w="25400" cap="flat" cmpd="sng" algn="ctr">
              <a:solidFill>
                <a:srgbClr val="000000"/>
              </a:solidFill>
              <a:prstDash val="dash"/>
            </a:ln>
            <a:effectLst/>
          </p:spPr>
        </p:cxnSp>
        <p:cxnSp>
          <p:nvCxnSpPr>
            <p:cNvPr id="855" name="Straight Connector 854">
              <a:extLst>
                <a:ext uri="{FF2B5EF4-FFF2-40B4-BE49-F238E27FC236}">
                  <a16:creationId xmlns:a16="http://schemas.microsoft.com/office/drawing/2014/main" id="{41F5119B-91DF-204A-A96B-FEEB6C0969E0}"/>
                </a:ext>
              </a:extLst>
            </p:cNvPr>
            <p:cNvCxnSpPr/>
            <p:nvPr/>
          </p:nvCxnSpPr>
          <p:spPr bwMode="auto">
            <a:xfrm flipV="1">
              <a:off x="5192283" y="2709335"/>
              <a:ext cx="3041550" cy="18563"/>
            </a:xfrm>
            <a:prstGeom prst="line">
              <a:avLst/>
            </a:prstGeom>
            <a:noFill/>
            <a:ln w="25400" cap="flat" cmpd="sng" algn="ctr">
              <a:solidFill>
                <a:srgbClr val="000000"/>
              </a:solidFill>
              <a:prstDash val="dash"/>
            </a:ln>
            <a:effectLst/>
          </p:spPr>
        </p:cxnSp>
        <p:grpSp>
          <p:nvGrpSpPr>
            <p:cNvPr id="856" name="Group 855">
              <a:extLst>
                <a:ext uri="{FF2B5EF4-FFF2-40B4-BE49-F238E27FC236}">
                  <a16:creationId xmlns:a16="http://schemas.microsoft.com/office/drawing/2014/main" id="{4A072938-7333-B54B-8E85-AA4AB0118ED1}"/>
                </a:ext>
              </a:extLst>
            </p:cNvPr>
            <p:cNvGrpSpPr/>
            <p:nvPr/>
          </p:nvGrpSpPr>
          <p:grpSpPr>
            <a:xfrm>
              <a:off x="5164667" y="4826000"/>
              <a:ext cx="2979208" cy="973667"/>
              <a:chOff x="2592388" y="5601756"/>
              <a:chExt cx="4027487" cy="939800"/>
            </a:xfrm>
          </p:grpSpPr>
          <p:sp>
            <p:nvSpPr>
              <p:cNvPr id="912" name="Freeform 2">
                <a:extLst>
                  <a:ext uri="{FF2B5EF4-FFF2-40B4-BE49-F238E27FC236}">
                    <a16:creationId xmlns:a16="http://schemas.microsoft.com/office/drawing/2014/main" id="{71DEC372-158B-D843-AAA9-4449502790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2388" y="5601756"/>
                <a:ext cx="4027487" cy="939800"/>
              </a:xfrm>
              <a:custGeom>
                <a:avLst/>
                <a:gdLst>
                  <a:gd name="T0" fmla="*/ 648763 w 10001"/>
                  <a:gd name="T1" fmla="*/ 34777612 h 10125"/>
                  <a:gd name="T2" fmla="*/ 115976403 w 10001"/>
                  <a:gd name="T3" fmla="*/ 13733703 h 10125"/>
                  <a:gd name="T4" fmla="*/ 507700960 w 10001"/>
                  <a:gd name="T5" fmla="*/ 8662125 h 10125"/>
                  <a:gd name="T6" fmla="*/ 810212713 w 10001"/>
                  <a:gd name="T7" fmla="*/ 0 h 10125"/>
                  <a:gd name="T8" fmla="*/ 1090015738 w 10001"/>
                  <a:gd name="T9" fmla="*/ 8687929 h 10125"/>
                  <a:gd name="T10" fmla="*/ 1310938763 w 10001"/>
                  <a:gd name="T11" fmla="*/ 4279362 h 10125"/>
                  <a:gd name="T12" fmla="*/ 1620263134 w 10001"/>
                  <a:gd name="T13" fmla="*/ 25736690 h 10125"/>
                  <a:gd name="T14" fmla="*/ 1394798364 w 10001"/>
                  <a:gd name="T15" fmla="*/ 58525268 h 10125"/>
                  <a:gd name="T16" fmla="*/ 1134622140 w 10001"/>
                  <a:gd name="T17" fmla="*/ 80266624 h 10125"/>
                  <a:gd name="T18" fmla="*/ 860820276 w 10001"/>
                  <a:gd name="T19" fmla="*/ 76142271 h 10125"/>
                  <a:gd name="T20" fmla="*/ 708996782 w 10001"/>
                  <a:gd name="T21" fmla="*/ 85346835 h 10125"/>
                  <a:gd name="T22" fmla="*/ 509322667 w 10001"/>
                  <a:gd name="T23" fmla="*/ 86268164 h 10125"/>
                  <a:gd name="T24" fmla="*/ 353443899 w 10001"/>
                  <a:gd name="T25" fmla="*/ 67979516 h 10125"/>
                  <a:gd name="T26" fmla="*/ 192536914 w 10001"/>
                  <a:gd name="T27" fmla="*/ 64535347 h 10125"/>
                  <a:gd name="T28" fmla="*/ 648763 w 10001"/>
                  <a:gd name="T29" fmla="*/ 34777612 h 1012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0001" h="10125">
                    <a:moveTo>
                      <a:pt x="4" y="4039"/>
                    </a:moveTo>
                    <a:cubicBezTo>
                      <a:pt x="-29" y="2271"/>
                      <a:pt x="194" y="2100"/>
                      <a:pt x="715" y="1595"/>
                    </a:cubicBezTo>
                    <a:cubicBezTo>
                      <a:pt x="1236" y="1089"/>
                      <a:pt x="2417" y="1272"/>
                      <a:pt x="3130" y="1006"/>
                    </a:cubicBezTo>
                    <a:cubicBezTo>
                      <a:pt x="3843" y="740"/>
                      <a:pt x="4397" y="0"/>
                      <a:pt x="4995" y="0"/>
                    </a:cubicBezTo>
                    <a:cubicBezTo>
                      <a:pt x="5593" y="1"/>
                      <a:pt x="6206" y="926"/>
                      <a:pt x="6720" y="1009"/>
                    </a:cubicBezTo>
                    <a:cubicBezTo>
                      <a:pt x="7234" y="1092"/>
                      <a:pt x="7536" y="241"/>
                      <a:pt x="8082" y="497"/>
                    </a:cubicBezTo>
                    <a:cubicBezTo>
                      <a:pt x="8628" y="756"/>
                      <a:pt x="9854" y="442"/>
                      <a:pt x="9989" y="2989"/>
                    </a:cubicBezTo>
                    <a:cubicBezTo>
                      <a:pt x="10124" y="5536"/>
                      <a:pt x="9098" y="5742"/>
                      <a:pt x="8599" y="6797"/>
                    </a:cubicBezTo>
                    <a:cubicBezTo>
                      <a:pt x="8100" y="7852"/>
                      <a:pt x="7544" y="8981"/>
                      <a:pt x="6995" y="9322"/>
                    </a:cubicBezTo>
                    <a:cubicBezTo>
                      <a:pt x="6446" y="9663"/>
                      <a:pt x="5793" y="8957"/>
                      <a:pt x="5307" y="8843"/>
                    </a:cubicBezTo>
                    <a:cubicBezTo>
                      <a:pt x="4819" y="8726"/>
                      <a:pt x="4628" y="10048"/>
                      <a:pt x="4371" y="9912"/>
                    </a:cubicBezTo>
                    <a:cubicBezTo>
                      <a:pt x="4114" y="9775"/>
                      <a:pt x="3505" y="10355"/>
                      <a:pt x="3140" y="10019"/>
                    </a:cubicBezTo>
                    <a:cubicBezTo>
                      <a:pt x="2774" y="9683"/>
                      <a:pt x="2820" y="8138"/>
                      <a:pt x="2179" y="7895"/>
                    </a:cubicBezTo>
                    <a:cubicBezTo>
                      <a:pt x="1586" y="6800"/>
                      <a:pt x="1549" y="8137"/>
                      <a:pt x="1187" y="7495"/>
                    </a:cubicBezTo>
                    <a:cubicBezTo>
                      <a:pt x="825" y="6852"/>
                      <a:pt x="-7" y="6157"/>
                      <a:pt x="4" y="4039"/>
                    </a:cubicBezTo>
                    <a:close/>
                  </a:path>
                </a:pathLst>
              </a:custGeom>
              <a:solidFill>
                <a:srgbClr val="9CE0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cxnSp>
            <p:nvCxnSpPr>
              <p:cNvPr id="913" name="Straight Connector 912">
                <a:extLst>
                  <a:ext uri="{FF2B5EF4-FFF2-40B4-BE49-F238E27FC236}">
                    <a16:creationId xmlns:a16="http://schemas.microsoft.com/office/drawing/2014/main" id="{B0A5E970-BE5B-924E-8E27-2F517326B70B}"/>
                  </a:ext>
                </a:extLst>
              </p:cNvPr>
              <p:cNvCxnSpPr/>
              <p:nvPr/>
            </p:nvCxnSpPr>
            <p:spPr>
              <a:xfrm flipV="1">
                <a:off x="3262941" y="5752569"/>
                <a:ext cx="1316038" cy="131762"/>
              </a:xfrm>
              <a:prstGeom prst="line">
                <a:avLst/>
              </a:prstGeom>
              <a:noFill/>
              <a:ln w="12700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cxnSp>
            <p:nvCxnSpPr>
              <p:cNvPr id="914" name="Straight Connector 913">
                <a:extLst>
                  <a:ext uri="{FF2B5EF4-FFF2-40B4-BE49-F238E27FC236}">
                    <a16:creationId xmlns:a16="http://schemas.microsoft.com/office/drawing/2014/main" id="{4BCA3B8C-279D-E840-87D5-1E0642D09387}"/>
                  </a:ext>
                </a:extLst>
              </p:cNvPr>
              <p:cNvCxnSpPr/>
              <p:nvPr/>
            </p:nvCxnSpPr>
            <p:spPr>
              <a:xfrm>
                <a:off x="3151816" y="5939894"/>
                <a:ext cx="2259013" cy="298450"/>
              </a:xfrm>
              <a:prstGeom prst="line">
                <a:avLst/>
              </a:prstGeom>
              <a:noFill/>
              <a:ln w="12700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cxnSp>
            <p:nvCxnSpPr>
              <p:cNvPr id="915" name="Straight Connector 914">
                <a:extLst>
                  <a:ext uri="{FF2B5EF4-FFF2-40B4-BE49-F238E27FC236}">
                    <a16:creationId xmlns:a16="http://schemas.microsoft.com/office/drawing/2014/main" id="{CD10DAC3-DC6D-E045-A194-1C410416865B}"/>
                  </a:ext>
                </a:extLst>
              </p:cNvPr>
              <p:cNvCxnSpPr/>
              <p:nvPr/>
            </p:nvCxnSpPr>
            <p:spPr>
              <a:xfrm>
                <a:off x="3164516" y="6044669"/>
                <a:ext cx="714375" cy="276225"/>
              </a:xfrm>
              <a:prstGeom prst="line">
                <a:avLst/>
              </a:prstGeom>
              <a:noFill/>
              <a:ln w="12700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cxnSp>
            <p:nvCxnSpPr>
              <p:cNvPr id="916" name="Straight Connector 915">
                <a:extLst>
                  <a:ext uri="{FF2B5EF4-FFF2-40B4-BE49-F238E27FC236}">
                    <a16:creationId xmlns:a16="http://schemas.microsoft.com/office/drawing/2014/main" id="{E2A8FB26-91FF-3E4C-8347-A2AE524A00A4}"/>
                  </a:ext>
                </a:extLst>
              </p:cNvPr>
              <p:cNvCxnSpPr/>
              <p:nvPr/>
            </p:nvCxnSpPr>
            <p:spPr>
              <a:xfrm flipV="1">
                <a:off x="4182104" y="6238344"/>
                <a:ext cx="1247775" cy="82550"/>
              </a:xfrm>
              <a:prstGeom prst="line">
                <a:avLst/>
              </a:prstGeom>
              <a:noFill/>
              <a:ln w="12700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cxnSp>
            <p:nvCxnSpPr>
              <p:cNvPr id="917" name="Straight Connector 916">
                <a:extLst>
                  <a:ext uri="{FF2B5EF4-FFF2-40B4-BE49-F238E27FC236}">
                    <a16:creationId xmlns:a16="http://schemas.microsoft.com/office/drawing/2014/main" id="{FC84CD0A-6A0B-954A-A0C2-9433ED84E08F}"/>
                  </a:ext>
                </a:extLst>
              </p:cNvPr>
              <p:cNvCxnSpPr/>
              <p:nvPr/>
            </p:nvCxnSpPr>
            <p:spPr>
              <a:xfrm>
                <a:off x="4842504" y="5785906"/>
                <a:ext cx="1057275" cy="123825"/>
              </a:xfrm>
              <a:prstGeom prst="line">
                <a:avLst/>
              </a:prstGeom>
              <a:noFill/>
              <a:ln w="12700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cxnSp>
            <p:nvCxnSpPr>
              <p:cNvPr id="918" name="Straight Connector 917">
                <a:extLst>
                  <a:ext uri="{FF2B5EF4-FFF2-40B4-BE49-F238E27FC236}">
                    <a16:creationId xmlns:a16="http://schemas.microsoft.com/office/drawing/2014/main" id="{F20F73DF-CC1A-414D-AA37-5C7FA5314FCC}"/>
                  </a:ext>
                </a:extLst>
              </p:cNvPr>
              <p:cNvCxnSpPr/>
              <p:nvPr/>
            </p:nvCxnSpPr>
            <p:spPr>
              <a:xfrm flipV="1">
                <a:off x="4126541" y="5939894"/>
                <a:ext cx="1790700" cy="298450"/>
              </a:xfrm>
              <a:prstGeom prst="line">
                <a:avLst/>
              </a:prstGeom>
              <a:noFill/>
              <a:ln w="12700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cxnSp>
            <p:nvCxnSpPr>
              <p:cNvPr id="919" name="Straight Connector 918">
                <a:extLst>
                  <a:ext uri="{FF2B5EF4-FFF2-40B4-BE49-F238E27FC236}">
                    <a16:creationId xmlns:a16="http://schemas.microsoft.com/office/drawing/2014/main" id="{AC31F3CF-B52D-E042-B7DB-4F44E715F9A8}"/>
                  </a:ext>
                </a:extLst>
              </p:cNvPr>
              <p:cNvCxnSpPr/>
              <p:nvPr/>
            </p:nvCxnSpPr>
            <p:spPr>
              <a:xfrm flipV="1">
                <a:off x="5453691" y="5968469"/>
                <a:ext cx="588963" cy="269875"/>
              </a:xfrm>
              <a:prstGeom prst="line">
                <a:avLst/>
              </a:prstGeom>
              <a:noFill/>
              <a:ln w="12700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cxnSp>
            <p:nvCxnSpPr>
              <p:cNvPr id="920" name="Straight Connector 919">
                <a:extLst>
                  <a:ext uri="{FF2B5EF4-FFF2-40B4-BE49-F238E27FC236}">
                    <a16:creationId xmlns:a16="http://schemas.microsoft.com/office/drawing/2014/main" id="{48C7DC80-D2A7-B248-9A8F-1B651F5CEB39}"/>
                  </a:ext>
                </a:extLst>
              </p:cNvPr>
              <p:cNvCxnSpPr/>
              <p:nvPr/>
            </p:nvCxnSpPr>
            <p:spPr>
              <a:xfrm>
                <a:off x="4596441" y="5752569"/>
                <a:ext cx="814388" cy="401637"/>
              </a:xfrm>
              <a:prstGeom prst="line">
                <a:avLst/>
              </a:prstGeom>
              <a:noFill/>
              <a:ln w="12700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grpSp>
            <p:nvGrpSpPr>
              <p:cNvPr id="921" name="Group 347">
                <a:extLst>
                  <a:ext uri="{FF2B5EF4-FFF2-40B4-BE49-F238E27FC236}">
                    <a16:creationId xmlns:a16="http://schemas.microsoft.com/office/drawing/2014/main" id="{A2DC2A2D-4327-FB49-8F37-6B6A7EBE1D0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856401" y="5796097"/>
                <a:ext cx="588970" cy="242608"/>
                <a:chOff x="1871277" y="1576300"/>
                <a:chExt cx="1128371" cy="437861"/>
              </a:xfrm>
            </p:grpSpPr>
            <p:sp>
              <p:nvSpPr>
                <p:cNvPr id="962" name="Oval 961">
                  <a:extLst>
                    <a:ext uri="{FF2B5EF4-FFF2-40B4-BE49-F238E27FC236}">
                      <a16:creationId xmlns:a16="http://schemas.microsoft.com/office/drawing/2014/main" id="{9B6F5CD8-4D1E-1A4F-9507-95200A73998A}"/>
                    </a:ext>
                  </a:extLst>
                </p:cNvPr>
                <p:cNvSpPr/>
                <p:nvPr/>
              </p:nvSpPr>
              <p:spPr bwMode="auto">
                <a:xfrm flipV="1">
                  <a:off x="1874446" y="1694641"/>
                  <a:ext cx="1125202" cy="319520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0" scaled="1"/>
                  <a:tileRect/>
                </a:gra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63" name="Rectangle 962">
                  <a:extLst>
                    <a:ext uri="{FF2B5EF4-FFF2-40B4-BE49-F238E27FC236}">
                      <a16:creationId xmlns:a16="http://schemas.microsoft.com/office/drawing/2014/main" id="{C28B8F5B-8431-1A46-AAE4-9B0ED530F25B}"/>
                    </a:ext>
                  </a:extLst>
                </p:cNvPr>
                <p:cNvSpPr/>
                <p:nvPr/>
              </p:nvSpPr>
              <p:spPr bwMode="auto">
                <a:xfrm>
                  <a:off x="1871277" y="1739611"/>
                  <a:ext cx="1128371" cy="115973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08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64" name="Oval 963">
                  <a:extLst>
                    <a:ext uri="{FF2B5EF4-FFF2-40B4-BE49-F238E27FC236}">
                      <a16:creationId xmlns:a16="http://schemas.microsoft.com/office/drawing/2014/main" id="{F1F79620-841F-DD4E-87FC-51E7153EC005}"/>
                    </a:ext>
                  </a:extLst>
                </p:cNvPr>
                <p:cNvSpPr/>
                <p:nvPr/>
              </p:nvSpPr>
              <p:spPr bwMode="auto">
                <a:xfrm flipV="1">
                  <a:off x="1871277" y="1576300"/>
                  <a:ext cx="1125200" cy="319520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65" name="Freeform 964">
                  <a:extLst>
                    <a:ext uri="{FF2B5EF4-FFF2-40B4-BE49-F238E27FC236}">
                      <a16:creationId xmlns:a16="http://schemas.microsoft.com/office/drawing/2014/main" id="{E98A7BEC-9D56-6B49-8125-0F5CDE1FC0B8}"/>
                    </a:ext>
                  </a:extLst>
                </p:cNvPr>
                <p:cNvSpPr/>
                <p:nvPr/>
              </p:nvSpPr>
              <p:spPr bwMode="auto">
                <a:xfrm>
                  <a:off x="2159708" y="1673340"/>
                  <a:ext cx="548339" cy="160943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66" name="Freeform 965">
                  <a:extLst>
                    <a:ext uri="{FF2B5EF4-FFF2-40B4-BE49-F238E27FC236}">
                      <a16:creationId xmlns:a16="http://schemas.microsoft.com/office/drawing/2014/main" id="{6905DB74-EB71-3644-AC3F-2EDDA70861AB}"/>
                    </a:ext>
                  </a:extLst>
                </p:cNvPr>
                <p:cNvSpPr/>
                <p:nvPr/>
              </p:nvSpPr>
              <p:spPr bwMode="auto">
                <a:xfrm>
                  <a:off x="2102655" y="1633103"/>
                  <a:ext cx="662444" cy="111241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67" name="Freeform 966">
                  <a:extLst>
                    <a:ext uri="{FF2B5EF4-FFF2-40B4-BE49-F238E27FC236}">
                      <a16:creationId xmlns:a16="http://schemas.microsoft.com/office/drawing/2014/main" id="{62D3DDB5-3EA7-214C-8C31-BA38971C9A74}"/>
                    </a:ext>
                  </a:extLst>
                </p:cNvPr>
                <p:cNvSpPr/>
                <p:nvPr/>
              </p:nvSpPr>
              <p:spPr bwMode="auto">
                <a:xfrm>
                  <a:off x="2536889" y="1727776"/>
                  <a:ext cx="244057" cy="97040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68" name="Freeform 967">
                  <a:extLst>
                    <a:ext uri="{FF2B5EF4-FFF2-40B4-BE49-F238E27FC236}">
                      <a16:creationId xmlns:a16="http://schemas.microsoft.com/office/drawing/2014/main" id="{B71B4E2A-E351-6C49-9DFD-6BB4843D451F}"/>
                    </a:ext>
                  </a:extLst>
                </p:cNvPr>
                <p:cNvSpPr/>
                <p:nvPr/>
              </p:nvSpPr>
              <p:spPr bwMode="auto">
                <a:xfrm>
                  <a:off x="2089977" y="1730144"/>
                  <a:ext cx="240888" cy="97039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969" name="Straight Connector 968">
                  <a:extLst>
                    <a:ext uri="{FF2B5EF4-FFF2-40B4-BE49-F238E27FC236}">
                      <a16:creationId xmlns:a16="http://schemas.microsoft.com/office/drawing/2014/main" id="{7146C111-B5B3-8141-95C1-2CADFE9B32BF}"/>
                    </a:ext>
                  </a:extLst>
                </p:cNvPr>
                <p:cNvCxnSpPr>
                  <a:endCxn id="964" idx="2"/>
                </p:cNvCxnSpPr>
                <p:nvPr/>
              </p:nvCxnSpPr>
              <p:spPr bwMode="auto">
                <a:xfrm flipH="1" flipV="1">
                  <a:off x="1871277" y="1737243"/>
                  <a:ext cx="3169" cy="12307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970" name="Straight Connector 969">
                  <a:extLst>
                    <a:ext uri="{FF2B5EF4-FFF2-40B4-BE49-F238E27FC236}">
                      <a16:creationId xmlns:a16="http://schemas.microsoft.com/office/drawing/2014/main" id="{DFA6A355-A08F-F241-92FA-D0E6992CE4F5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2996477" y="1734877"/>
                  <a:ext cx="3171" cy="12307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  <p:grpSp>
            <p:nvGrpSpPr>
              <p:cNvPr id="922" name="Group 347">
                <a:extLst>
                  <a:ext uri="{FF2B5EF4-FFF2-40B4-BE49-F238E27FC236}">
                    <a16:creationId xmlns:a16="http://schemas.microsoft.com/office/drawing/2014/main" id="{46EDC75E-59E6-4645-85A7-E2C58E54518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75328" y="5654000"/>
                <a:ext cx="588970" cy="242608"/>
                <a:chOff x="1871277" y="1576300"/>
                <a:chExt cx="1128371" cy="437861"/>
              </a:xfrm>
            </p:grpSpPr>
            <p:sp>
              <p:nvSpPr>
                <p:cNvPr id="953" name="Oval 952">
                  <a:extLst>
                    <a:ext uri="{FF2B5EF4-FFF2-40B4-BE49-F238E27FC236}">
                      <a16:creationId xmlns:a16="http://schemas.microsoft.com/office/drawing/2014/main" id="{9DACA189-A149-9949-BCF3-95B569BB6477}"/>
                    </a:ext>
                  </a:extLst>
                </p:cNvPr>
                <p:cNvSpPr/>
                <p:nvPr/>
              </p:nvSpPr>
              <p:spPr bwMode="auto">
                <a:xfrm flipV="1">
                  <a:off x="1874446" y="1694641"/>
                  <a:ext cx="1125202" cy="319520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0" scaled="1"/>
                  <a:tileRect/>
                </a:gra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54" name="Rectangle 953">
                  <a:extLst>
                    <a:ext uri="{FF2B5EF4-FFF2-40B4-BE49-F238E27FC236}">
                      <a16:creationId xmlns:a16="http://schemas.microsoft.com/office/drawing/2014/main" id="{08EC0937-ACA9-3840-8439-8223BB848980}"/>
                    </a:ext>
                  </a:extLst>
                </p:cNvPr>
                <p:cNvSpPr/>
                <p:nvPr/>
              </p:nvSpPr>
              <p:spPr bwMode="auto">
                <a:xfrm>
                  <a:off x="1871277" y="1739611"/>
                  <a:ext cx="1128371" cy="115973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08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55" name="Oval 954">
                  <a:extLst>
                    <a:ext uri="{FF2B5EF4-FFF2-40B4-BE49-F238E27FC236}">
                      <a16:creationId xmlns:a16="http://schemas.microsoft.com/office/drawing/2014/main" id="{E17B98F5-9CEF-6F4F-BBA9-BB8DE0D91B36}"/>
                    </a:ext>
                  </a:extLst>
                </p:cNvPr>
                <p:cNvSpPr/>
                <p:nvPr/>
              </p:nvSpPr>
              <p:spPr bwMode="auto">
                <a:xfrm flipV="1">
                  <a:off x="1871277" y="1576300"/>
                  <a:ext cx="1125200" cy="319520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56" name="Freeform 955">
                  <a:extLst>
                    <a:ext uri="{FF2B5EF4-FFF2-40B4-BE49-F238E27FC236}">
                      <a16:creationId xmlns:a16="http://schemas.microsoft.com/office/drawing/2014/main" id="{61234B09-DC44-7342-A70C-06AC8A581E23}"/>
                    </a:ext>
                  </a:extLst>
                </p:cNvPr>
                <p:cNvSpPr/>
                <p:nvPr/>
              </p:nvSpPr>
              <p:spPr bwMode="auto">
                <a:xfrm>
                  <a:off x="2159708" y="1673340"/>
                  <a:ext cx="548339" cy="160943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57" name="Freeform 956">
                  <a:extLst>
                    <a:ext uri="{FF2B5EF4-FFF2-40B4-BE49-F238E27FC236}">
                      <a16:creationId xmlns:a16="http://schemas.microsoft.com/office/drawing/2014/main" id="{03AF34FD-E240-F04C-9158-920D29213255}"/>
                    </a:ext>
                  </a:extLst>
                </p:cNvPr>
                <p:cNvSpPr/>
                <p:nvPr/>
              </p:nvSpPr>
              <p:spPr bwMode="auto">
                <a:xfrm>
                  <a:off x="2102655" y="1633103"/>
                  <a:ext cx="662444" cy="111241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58" name="Freeform 957">
                  <a:extLst>
                    <a:ext uri="{FF2B5EF4-FFF2-40B4-BE49-F238E27FC236}">
                      <a16:creationId xmlns:a16="http://schemas.microsoft.com/office/drawing/2014/main" id="{526E50F3-60FD-0E45-BC3A-3C6066FB7D8A}"/>
                    </a:ext>
                  </a:extLst>
                </p:cNvPr>
                <p:cNvSpPr/>
                <p:nvPr/>
              </p:nvSpPr>
              <p:spPr bwMode="auto">
                <a:xfrm>
                  <a:off x="2536889" y="1727776"/>
                  <a:ext cx="244057" cy="97040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59" name="Freeform 958">
                  <a:extLst>
                    <a:ext uri="{FF2B5EF4-FFF2-40B4-BE49-F238E27FC236}">
                      <a16:creationId xmlns:a16="http://schemas.microsoft.com/office/drawing/2014/main" id="{FEE1E3A7-C090-734C-9180-457004D9D039}"/>
                    </a:ext>
                  </a:extLst>
                </p:cNvPr>
                <p:cNvSpPr/>
                <p:nvPr/>
              </p:nvSpPr>
              <p:spPr bwMode="auto">
                <a:xfrm>
                  <a:off x="2089977" y="1730144"/>
                  <a:ext cx="240888" cy="97039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960" name="Straight Connector 959">
                  <a:extLst>
                    <a:ext uri="{FF2B5EF4-FFF2-40B4-BE49-F238E27FC236}">
                      <a16:creationId xmlns:a16="http://schemas.microsoft.com/office/drawing/2014/main" id="{99A3F99A-570C-8A42-9492-3585D770DA95}"/>
                    </a:ext>
                  </a:extLst>
                </p:cNvPr>
                <p:cNvCxnSpPr>
                  <a:endCxn id="955" idx="2"/>
                </p:cNvCxnSpPr>
                <p:nvPr/>
              </p:nvCxnSpPr>
              <p:spPr bwMode="auto">
                <a:xfrm flipH="1" flipV="1">
                  <a:off x="1871277" y="1737243"/>
                  <a:ext cx="3169" cy="12307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961" name="Straight Connector 960">
                  <a:extLst>
                    <a:ext uri="{FF2B5EF4-FFF2-40B4-BE49-F238E27FC236}">
                      <a16:creationId xmlns:a16="http://schemas.microsoft.com/office/drawing/2014/main" id="{5F18512F-CA24-4444-95DF-016FA49178DB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2996477" y="1734877"/>
                  <a:ext cx="3171" cy="12307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  <p:grpSp>
            <p:nvGrpSpPr>
              <p:cNvPr id="923" name="Group 347">
                <a:extLst>
                  <a:ext uri="{FF2B5EF4-FFF2-40B4-BE49-F238E27FC236}">
                    <a16:creationId xmlns:a16="http://schemas.microsoft.com/office/drawing/2014/main" id="{4B02C431-99D3-6D48-8159-7B4877B83AD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848241" y="5847813"/>
                <a:ext cx="588970" cy="242608"/>
                <a:chOff x="1871277" y="1576300"/>
                <a:chExt cx="1128371" cy="437861"/>
              </a:xfrm>
            </p:grpSpPr>
            <p:sp>
              <p:nvSpPr>
                <p:cNvPr id="944" name="Oval 943">
                  <a:extLst>
                    <a:ext uri="{FF2B5EF4-FFF2-40B4-BE49-F238E27FC236}">
                      <a16:creationId xmlns:a16="http://schemas.microsoft.com/office/drawing/2014/main" id="{0FF0DF6F-D87B-2346-B35F-0DD610115E22}"/>
                    </a:ext>
                  </a:extLst>
                </p:cNvPr>
                <p:cNvSpPr/>
                <p:nvPr/>
              </p:nvSpPr>
              <p:spPr bwMode="auto">
                <a:xfrm flipV="1">
                  <a:off x="1874446" y="1694641"/>
                  <a:ext cx="1125202" cy="319520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0" scaled="1"/>
                  <a:tileRect/>
                </a:gra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45" name="Rectangle 944">
                  <a:extLst>
                    <a:ext uri="{FF2B5EF4-FFF2-40B4-BE49-F238E27FC236}">
                      <a16:creationId xmlns:a16="http://schemas.microsoft.com/office/drawing/2014/main" id="{0A88A3D0-6A43-9C4F-B2B8-C62A5B975479}"/>
                    </a:ext>
                  </a:extLst>
                </p:cNvPr>
                <p:cNvSpPr/>
                <p:nvPr/>
              </p:nvSpPr>
              <p:spPr bwMode="auto">
                <a:xfrm>
                  <a:off x="1871277" y="1739611"/>
                  <a:ext cx="1128371" cy="115973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08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46" name="Oval 945">
                  <a:extLst>
                    <a:ext uri="{FF2B5EF4-FFF2-40B4-BE49-F238E27FC236}">
                      <a16:creationId xmlns:a16="http://schemas.microsoft.com/office/drawing/2014/main" id="{A97EE425-A6D3-754D-B745-A46539A9BCE9}"/>
                    </a:ext>
                  </a:extLst>
                </p:cNvPr>
                <p:cNvSpPr/>
                <p:nvPr/>
              </p:nvSpPr>
              <p:spPr bwMode="auto">
                <a:xfrm flipV="1">
                  <a:off x="1871277" y="1576300"/>
                  <a:ext cx="1125200" cy="319520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47" name="Freeform 946">
                  <a:extLst>
                    <a:ext uri="{FF2B5EF4-FFF2-40B4-BE49-F238E27FC236}">
                      <a16:creationId xmlns:a16="http://schemas.microsoft.com/office/drawing/2014/main" id="{D4B205B1-4191-B84B-8CA4-DD171806AD2E}"/>
                    </a:ext>
                  </a:extLst>
                </p:cNvPr>
                <p:cNvSpPr/>
                <p:nvPr/>
              </p:nvSpPr>
              <p:spPr bwMode="auto">
                <a:xfrm>
                  <a:off x="2159708" y="1673340"/>
                  <a:ext cx="548339" cy="160943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48" name="Freeform 947">
                  <a:extLst>
                    <a:ext uri="{FF2B5EF4-FFF2-40B4-BE49-F238E27FC236}">
                      <a16:creationId xmlns:a16="http://schemas.microsoft.com/office/drawing/2014/main" id="{1BBBF1EF-3ED2-5848-B3F0-7F8463BE28C7}"/>
                    </a:ext>
                  </a:extLst>
                </p:cNvPr>
                <p:cNvSpPr/>
                <p:nvPr/>
              </p:nvSpPr>
              <p:spPr bwMode="auto">
                <a:xfrm>
                  <a:off x="2102655" y="1633103"/>
                  <a:ext cx="662444" cy="111241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49" name="Freeform 948">
                  <a:extLst>
                    <a:ext uri="{FF2B5EF4-FFF2-40B4-BE49-F238E27FC236}">
                      <a16:creationId xmlns:a16="http://schemas.microsoft.com/office/drawing/2014/main" id="{AE727D85-0B80-AB43-A858-E12A22DEF74E}"/>
                    </a:ext>
                  </a:extLst>
                </p:cNvPr>
                <p:cNvSpPr/>
                <p:nvPr/>
              </p:nvSpPr>
              <p:spPr bwMode="auto">
                <a:xfrm>
                  <a:off x="2536889" y="1727776"/>
                  <a:ext cx="244057" cy="97040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50" name="Freeform 949">
                  <a:extLst>
                    <a:ext uri="{FF2B5EF4-FFF2-40B4-BE49-F238E27FC236}">
                      <a16:creationId xmlns:a16="http://schemas.microsoft.com/office/drawing/2014/main" id="{E087DF11-E1FC-A24A-A90A-56EFAAF5ED33}"/>
                    </a:ext>
                  </a:extLst>
                </p:cNvPr>
                <p:cNvSpPr/>
                <p:nvPr/>
              </p:nvSpPr>
              <p:spPr bwMode="auto">
                <a:xfrm>
                  <a:off x="2089977" y="1730144"/>
                  <a:ext cx="240888" cy="97039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951" name="Straight Connector 950">
                  <a:extLst>
                    <a:ext uri="{FF2B5EF4-FFF2-40B4-BE49-F238E27FC236}">
                      <a16:creationId xmlns:a16="http://schemas.microsoft.com/office/drawing/2014/main" id="{63B2769E-5BF0-4C43-BDCD-E08BBCA40A60}"/>
                    </a:ext>
                  </a:extLst>
                </p:cNvPr>
                <p:cNvCxnSpPr>
                  <a:endCxn id="946" idx="2"/>
                </p:cNvCxnSpPr>
                <p:nvPr/>
              </p:nvCxnSpPr>
              <p:spPr bwMode="auto">
                <a:xfrm flipH="1" flipV="1">
                  <a:off x="1871277" y="1737243"/>
                  <a:ext cx="3169" cy="12307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952" name="Straight Connector 951">
                  <a:extLst>
                    <a:ext uri="{FF2B5EF4-FFF2-40B4-BE49-F238E27FC236}">
                      <a16:creationId xmlns:a16="http://schemas.microsoft.com/office/drawing/2014/main" id="{D9643885-03AC-8C44-B9B3-97EEFAB93F73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2996477" y="1734877"/>
                  <a:ext cx="3171" cy="12307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  <p:grpSp>
            <p:nvGrpSpPr>
              <p:cNvPr id="924" name="Group 347">
                <a:extLst>
                  <a:ext uri="{FF2B5EF4-FFF2-40B4-BE49-F238E27FC236}">
                    <a16:creationId xmlns:a16="http://schemas.microsoft.com/office/drawing/2014/main" id="{59383640-B92E-3B49-9F91-B00C1816C4B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166757" y="6114152"/>
                <a:ext cx="588970" cy="242608"/>
                <a:chOff x="1871277" y="1576300"/>
                <a:chExt cx="1128371" cy="437861"/>
              </a:xfrm>
            </p:grpSpPr>
            <p:sp>
              <p:nvSpPr>
                <p:cNvPr id="935" name="Oval 934">
                  <a:extLst>
                    <a:ext uri="{FF2B5EF4-FFF2-40B4-BE49-F238E27FC236}">
                      <a16:creationId xmlns:a16="http://schemas.microsoft.com/office/drawing/2014/main" id="{5018BF36-5D40-234D-B43E-166D4365DFC7}"/>
                    </a:ext>
                  </a:extLst>
                </p:cNvPr>
                <p:cNvSpPr/>
                <p:nvPr/>
              </p:nvSpPr>
              <p:spPr bwMode="auto">
                <a:xfrm flipV="1">
                  <a:off x="1874446" y="1694641"/>
                  <a:ext cx="1125202" cy="319520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0" scaled="1"/>
                  <a:tileRect/>
                </a:gra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36" name="Rectangle 935">
                  <a:extLst>
                    <a:ext uri="{FF2B5EF4-FFF2-40B4-BE49-F238E27FC236}">
                      <a16:creationId xmlns:a16="http://schemas.microsoft.com/office/drawing/2014/main" id="{F3CF2F53-1F91-DA4A-B9DD-A5E958F02DF9}"/>
                    </a:ext>
                  </a:extLst>
                </p:cNvPr>
                <p:cNvSpPr/>
                <p:nvPr/>
              </p:nvSpPr>
              <p:spPr bwMode="auto">
                <a:xfrm>
                  <a:off x="1871277" y="1739611"/>
                  <a:ext cx="1128371" cy="115973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08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37" name="Oval 936">
                  <a:extLst>
                    <a:ext uri="{FF2B5EF4-FFF2-40B4-BE49-F238E27FC236}">
                      <a16:creationId xmlns:a16="http://schemas.microsoft.com/office/drawing/2014/main" id="{DE201E6A-02EE-B14D-8F1B-DC21CC87BE80}"/>
                    </a:ext>
                  </a:extLst>
                </p:cNvPr>
                <p:cNvSpPr/>
                <p:nvPr/>
              </p:nvSpPr>
              <p:spPr bwMode="auto">
                <a:xfrm flipV="1">
                  <a:off x="1871277" y="1576300"/>
                  <a:ext cx="1125200" cy="319520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38" name="Freeform 937">
                  <a:extLst>
                    <a:ext uri="{FF2B5EF4-FFF2-40B4-BE49-F238E27FC236}">
                      <a16:creationId xmlns:a16="http://schemas.microsoft.com/office/drawing/2014/main" id="{FB05CF2E-83B0-2640-93AB-853D8763B115}"/>
                    </a:ext>
                  </a:extLst>
                </p:cNvPr>
                <p:cNvSpPr/>
                <p:nvPr/>
              </p:nvSpPr>
              <p:spPr bwMode="auto">
                <a:xfrm>
                  <a:off x="2159708" y="1673340"/>
                  <a:ext cx="548339" cy="160943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39" name="Freeform 938">
                  <a:extLst>
                    <a:ext uri="{FF2B5EF4-FFF2-40B4-BE49-F238E27FC236}">
                      <a16:creationId xmlns:a16="http://schemas.microsoft.com/office/drawing/2014/main" id="{E2067AB0-285F-1D49-84B3-34E74A8258AC}"/>
                    </a:ext>
                  </a:extLst>
                </p:cNvPr>
                <p:cNvSpPr/>
                <p:nvPr/>
              </p:nvSpPr>
              <p:spPr bwMode="auto">
                <a:xfrm>
                  <a:off x="2102655" y="1633103"/>
                  <a:ext cx="662444" cy="111241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40" name="Freeform 939">
                  <a:extLst>
                    <a:ext uri="{FF2B5EF4-FFF2-40B4-BE49-F238E27FC236}">
                      <a16:creationId xmlns:a16="http://schemas.microsoft.com/office/drawing/2014/main" id="{E1588A39-233E-9A43-89F2-A2C023D3DD50}"/>
                    </a:ext>
                  </a:extLst>
                </p:cNvPr>
                <p:cNvSpPr/>
                <p:nvPr/>
              </p:nvSpPr>
              <p:spPr bwMode="auto">
                <a:xfrm>
                  <a:off x="2536889" y="1727776"/>
                  <a:ext cx="244057" cy="97040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41" name="Freeform 940">
                  <a:extLst>
                    <a:ext uri="{FF2B5EF4-FFF2-40B4-BE49-F238E27FC236}">
                      <a16:creationId xmlns:a16="http://schemas.microsoft.com/office/drawing/2014/main" id="{7E4670CD-E442-5648-B94B-92AF3B894755}"/>
                    </a:ext>
                  </a:extLst>
                </p:cNvPr>
                <p:cNvSpPr/>
                <p:nvPr/>
              </p:nvSpPr>
              <p:spPr bwMode="auto">
                <a:xfrm>
                  <a:off x="2089977" y="1730144"/>
                  <a:ext cx="240888" cy="97039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942" name="Straight Connector 941">
                  <a:extLst>
                    <a:ext uri="{FF2B5EF4-FFF2-40B4-BE49-F238E27FC236}">
                      <a16:creationId xmlns:a16="http://schemas.microsoft.com/office/drawing/2014/main" id="{759AD6F2-B641-0B45-9023-2F9E18420F9E}"/>
                    </a:ext>
                  </a:extLst>
                </p:cNvPr>
                <p:cNvCxnSpPr>
                  <a:endCxn id="937" idx="2"/>
                </p:cNvCxnSpPr>
                <p:nvPr/>
              </p:nvCxnSpPr>
              <p:spPr bwMode="auto">
                <a:xfrm flipH="1" flipV="1">
                  <a:off x="1871277" y="1737243"/>
                  <a:ext cx="3169" cy="12307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943" name="Straight Connector 942">
                  <a:extLst>
                    <a:ext uri="{FF2B5EF4-FFF2-40B4-BE49-F238E27FC236}">
                      <a16:creationId xmlns:a16="http://schemas.microsoft.com/office/drawing/2014/main" id="{BD308E44-0EFE-944D-83E1-D1B7C02C2983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2996477" y="1734877"/>
                  <a:ext cx="3171" cy="12307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  <p:grpSp>
            <p:nvGrpSpPr>
              <p:cNvPr id="925" name="Group 347">
                <a:extLst>
                  <a:ext uri="{FF2B5EF4-FFF2-40B4-BE49-F238E27FC236}">
                    <a16:creationId xmlns:a16="http://schemas.microsoft.com/office/drawing/2014/main" id="{885312C2-0E07-194B-BEF1-237808F2C1B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704088" y="6206732"/>
                <a:ext cx="588970" cy="242608"/>
                <a:chOff x="1871277" y="1576300"/>
                <a:chExt cx="1128371" cy="437861"/>
              </a:xfrm>
            </p:grpSpPr>
            <p:sp>
              <p:nvSpPr>
                <p:cNvPr id="926" name="Oval 925">
                  <a:extLst>
                    <a:ext uri="{FF2B5EF4-FFF2-40B4-BE49-F238E27FC236}">
                      <a16:creationId xmlns:a16="http://schemas.microsoft.com/office/drawing/2014/main" id="{DB1F6E96-DE25-304B-B7D0-FD1D59509C9D}"/>
                    </a:ext>
                  </a:extLst>
                </p:cNvPr>
                <p:cNvSpPr/>
                <p:nvPr/>
              </p:nvSpPr>
              <p:spPr bwMode="auto">
                <a:xfrm flipV="1">
                  <a:off x="1874446" y="1694641"/>
                  <a:ext cx="1125202" cy="319520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0" scaled="1"/>
                  <a:tileRect/>
                </a:gra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27" name="Rectangle 926">
                  <a:extLst>
                    <a:ext uri="{FF2B5EF4-FFF2-40B4-BE49-F238E27FC236}">
                      <a16:creationId xmlns:a16="http://schemas.microsoft.com/office/drawing/2014/main" id="{C6F722AF-47B6-754C-8E9E-EFEB45831A89}"/>
                    </a:ext>
                  </a:extLst>
                </p:cNvPr>
                <p:cNvSpPr/>
                <p:nvPr/>
              </p:nvSpPr>
              <p:spPr bwMode="auto">
                <a:xfrm>
                  <a:off x="1871277" y="1739611"/>
                  <a:ext cx="1128371" cy="115973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08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28" name="Oval 927">
                  <a:extLst>
                    <a:ext uri="{FF2B5EF4-FFF2-40B4-BE49-F238E27FC236}">
                      <a16:creationId xmlns:a16="http://schemas.microsoft.com/office/drawing/2014/main" id="{B7EFF65E-E3E4-7743-90E8-6E0DED7FF48C}"/>
                    </a:ext>
                  </a:extLst>
                </p:cNvPr>
                <p:cNvSpPr/>
                <p:nvPr/>
              </p:nvSpPr>
              <p:spPr bwMode="auto">
                <a:xfrm flipV="1">
                  <a:off x="1871277" y="1576300"/>
                  <a:ext cx="1125200" cy="319520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29" name="Freeform 928">
                  <a:extLst>
                    <a:ext uri="{FF2B5EF4-FFF2-40B4-BE49-F238E27FC236}">
                      <a16:creationId xmlns:a16="http://schemas.microsoft.com/office/drawing/2014/main" id="{A6419AFD-CC26-B146-A541-B565AEA3805C}"/>
                    </a:ext>
                  </a:extLst>
                </p:cNvPr>
                <p:cNvSpPr/>
                <p:nvPr/>
              </p:nvSpPr>
              <p:spPr bwMode="auto">
                <a:xfrm>
                  <a:off x="2159708" y="1673340"/>
                  <a:ext cx="548339" cy="160943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30" name="Freeform 929">
                  <a:extLst>
                    <a:ext uri="{FF2B5EF4-FFF2-40B4-BE49-F238E27FC236}">
                      <a16:creationId xmlns:a16="http://schemas.microsoft.com/office/drawing/2014/main" id="{0147F8D3-CAD7-8542-B967-4F72DDDE3A54}"/>
                    </a:ext>
                  </a:extLst>
                </p:cNvPr>
                <p:cNvSpPr/>
                <p:nvPr/>
              </p:nvSpPr>
              <p:spPr bwMode="auto">
                <a:xfrm>
                  <a:off x="2102655" y="1633103"/>
                  <a:ext cx="662444" cy="111241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31" name="Freeform 930">
                  <a:extLst>
                    <a:ext uri="{FF2B5EF4-FFF2-40B4-BE49-F238E27FC236}">
                      <a16:creationId xmlns:a16="http://schemas.microsoft.com/office/drawing/2014/main" id="{AAF1E1A5-D576-1A4A-9BFD-6C323830CFC5}"/>
                    </a:ext>
                  </a:extLst>
                </p:cNvPr>
                <p:cNvSpPr/>
                <p:nvPr/>
              </p:nvSpPr>
              <p:spPr bwMode="auto">
                <a:xfrm>
                  <a:off x="2536889" y="1727776"/>
                  <a:ext cx="244057" cy="97040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32" name="Freeform 931">
                  <a:extLst>
                    <a:ext uri="{FF2B5EF4-FFF2-40B4-BE49-F238E27FC236}">
                      <a16:creationId xmlns:a16="http://schemas.microsoft.com/office/drawing/2014/main" id="{00B23D7F-A468-7B41-B882-C74692A46B5A}"/>
                    </a:ext>
                  </a:extLst>
                </p:cNvPr>
                <p:cNvSpPr/>
                <p:nvPr/>
              </p:nvSpPr>
              <p:spPr bwMode="auto">
                <a:xfrm>
                  <a:off x="2089977" y="1730144"/>
                  <a:ext cx="240888" cy="97039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933" name="Straight Connector 932">
                  <a:extLst>
                    <a:ext uri="{FF2B5EF4-FFF2-40B4-BE49-F238E27FC236}">
                      <a16:creationId xmlns:a16="http://schemas.microsoft.com/office/drawing/2014/main" id="{A710DADF-5A66-4E4D-9212-3DB6E5790B57}"/>
                    </a:ext>
                  </a:extLst>
                </p:cNvPr>
                <p:cNvCxnSpPr>
                  <a:endCxn id="928" idx="2"/>
                </p:cNvCxnSpPr>
                <p:nvPr/>
              </p:nvCxnSpPr>
              <p:spPr bwMode="auto">
                <a:xfrm flipH="1" flipV="1">
                  <a:off x="1871277" y="1737243"/>
                  <a:ext cx="3169" cy="12307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934" name="Straight Connector 933">
                  <a:extLst>
                    <a:ext uri="{FF2B5EF4-FFF2-40B4-BE49-F238E27FC236}">
                      <a16:creationId xmlns:a16="http://schemas.microsoft.com/office/drawing/2014/main" id="{59A3775F-4767-2F47-9662-6CCEC729A7A8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2996477" y="1734877"/>
                  <a:ext cx="3171" cy="12307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</p:grpSp>
        <p:grpSp>
          <p:nvGrpSpPr>
            <p:cNvPr id="857" name="Group 856">
              <a:extLst>
                <a:ext uri="{FF2B5EF4-FFF2-40B4-BE49-F238E27FC236}">
                  <a16:creationId xmlns:a16="http://schemas.microsoft.com/office/drawing/2014/main" id="{54A52462-5258-B74E-939D-5568EFF6BF9A}"/>
                </a:ext>
              </a:extLst>
            </p:cNvPr>
            <p:cNvGrpSpPr/>
            <p:nvPr/>
          </p:nvGrpSpPr>
          <p:grpSpPr>
            <a:xfrm>
              <a:off x="4990227" y="3046752"/>
              <a:ext cx="3116606" cy="1053561"/>
              <a:chOff x="4990227" y="2877416"/>
              <a:chExt cx="3116606" cy="1053561"/>
            </a:xfrm>
          </p:grpSpPr>
          <p:sp>
            <p:nvSpPr>
              <p:cNvPr id="876" name="Rectangle 875">
                <a:extLst>
                  <a:ext uri="{FF2B5EF4-FFF2-40B4-BE49-F238E27FC236}">
                    <a16:creationId xmlns:a16="http://schemas.microsoft.com/office/drawing/2014/main" id="{A13ADE3B-72C2-1D43-B7E3-53ACC236F401}"/>
                  </a:ext>
                </a:extLst>
              </p:cNvPr>
              <p:cNvSpPr/>
              <p:nvPr/>
            </p:nvSpPr>
            <p:spPr bwMode="auto">
              <a:xfrm>
                <a:off x="5418665" y="2913389"/>
                <a:ext cx="2688168" cy="1017588"/>
              </a:xfrm>
              <a:prstGeom prst="rect">
                <a:avLst/>
              </a:prstGeom>
              <a:solidFill>
                <a:srgbClr val="2D2DB9">
                  <a:lumMod val="20000"/>
                  <a:lumOff val="80000"/>
                </a:srgbClr>
              </a:solidFill>
              <a:ln w="317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877" name="Freeform 876">
                <a:extLst>
                  <a:ext uri="{FF2B5EF4-FFF2-40B4-BE49-F238E27FC236}">
                    <a16:creationId xmlns:a16="http://schemas.microsoft.com/office/drawing/2014/main" id="{8479C132-9D4A-964F-A8E8-7EB2EAA9863B}"/>
                  </a:ext>
                </a:extLst>
              </p:cNvPr>
              <p:cNvSpPr/>
              <p:nvPr/>
            </p:nvSpPr>
            <p:spPr bwMode="auto">
              <a:xfrm>
                <a:off x="5218221" y="2877416"/>
                <a:ext cx="213773" cy="1028160"/>
              </a:xfrm>
              <a:custGeom>
                <a:avLst/>
                <a:gdLst>
                  <a:gd name="connsiteX0" fmla="*/ 0 w 312616"/>
                  <a:gd name="connsiteY0" fmla="*/ 644770 h 1367693"/>
                  <a:gd name="connsiteX1" fmla="*/ 312616 w 312616"/>
                  <a:gd name="connsiteY1" fmla="*/ 0 h 1367693"/>
                  <a:gd name="connsiteX2" fmla="*/ 312616 w 312616"/>
                  <a:gd name="connsiteY2" fmla="*/ 1016000 h 1367693"/>
                  <a:gd name="connsiteX3" fmla="*/ 117231 w 312616"/>
                  <a:gd name="connsiteY3" fmla="*/ 1367693 h 1367693"/>
                  <a:gd name="connsiteX4" fmla="*/ 0 w 312616"/>
                  <a:gd name="connsiteY4" fmla="*/ 644770 h 1367693"/>
                  <a:gd name="connsiteX0" fmla="*/ 0 w 199855"/>
                  <a:gd name="connsiteY0" fmla="*/ 733787 h 1367693"/>
                  <a:gd name="connsiteX1" fmla="*/ 199855 w 199855"/>
                  <a:gd name="connsiteY1" fmla="*/ 0 h 1367693"/>
                  <a:gd name="connsiteX2" fmla="*/ 199855 w 199855"/>
                  <a:gd name="connsiteY2" fmla="*/ 1016000 h 1367693"/>
                  <a:gd name="connsiteX3" fmla="*/ 4470 w 199855"/>
                  <a:gd name="connsiteY3" fmla="*/ 1367693 h 1367693"/>
                  <a:gd name="connsiteX4" fmla="*/ 0 w 199855"/>
                  <a:gd name="connsiteY4" fmla="*/ 733787 h 1367693"/>
                  <a:gd name="connsiteX0" fmla="*/ 25203 w 225058"/>
                  <a:gd name="connsiteY0" fmla="*/ 733787 h 1361758"/>
                  <a:gd name="connsiteX1" fmla="*/ 225058 w 225058"/>
                  <a:gd name="connsiteY1" fmla="*/ 0 h 1361758"/>
                  <a:gd name="connsiteX2" fmla="*/ 225058 w 225058"/>
                  <a:gd name="connsiteY2" fmla="*/ 1016000 h 1361758"/>
                  <a:gd name="connsiteX3" fmla="*/ 0 w 225058"/>
                  <a:gd name="connsiteY3" fmla="*/ 1361758 h 1361758"/>
                  <a:gd name="connsiteX4" fmla="*/ 25203 w 225058"/>
                  <a:gd name="connsiteY4" fmla="*/ 733787 h 1361758"/>
                  <a:gd name="connsiteX0" fmla="*/ 25203 w 230992"/>
                  <a:gd name="connsiteY0" fmla="*/ 787197 h 1415168"/>
                  <a:gd name="connsiteX1" fmla="*/ 230992 w 230992"/>
                  <a:gd name="connsiteY1" fmla="*/ 0 h 1415168"/>
                  <a:gd name="connsiteX2" fmla="*/ 225058 w 230992"/>
                  <a:gd name="connsiteY2" fmla="*/ 1069410 h 1415168"/>
                  <a:gd name="connsiteX3" fmla="*/ 0 w 230992"/>
                  <a:gd name="connsiteY3" fmla="*/ 1415168 h 1415168"/>
                  <a:gd name="connsiteX4" fmla="*/ 25203 w 230992"/>
                  <a:gd name="connsiteY4" fmla="*/ 787197 h 1415168"/>
                  <a:gd name="connsiteX0" fmla="*/ 0 w 205789"/>
                  <a:gd name="connsiteY0" fmla="*/ 787197 h 1427037"/>
                  <a:gd name="connsiteX1" fmla="*/ 205789 w 205789"/>
                  <a:gd name="connsiteY1" fmla="*/ 0 h 1427037"/>
                  <a:gd name="connsiteX2" fmla="*/ 199855 w 205789"/>
                  <a:gd name="connsiteY2" fmla="*/ 1069410 h 1427037"/>
                  <a:gd name="connsiteX3" fmla="*/ 4471 w 205789"/>
                  <a:gd name="connsiteY3" fmla="*/ 1427037 h 1427037"/>
                  <a:gd name="connsiteX4" fmla="*/ 0 w 205789"/>
                  <a:gd name="connsiteY4" fmla="*/ 787197 h 1427037"/>
                  <a:gd name="connsiteX0" fmla="*/ 0 w 199855"/>
                  <a:gd name="connsiteY0" fmla="*/ 745656 h 1385496"/>
                  <a:gd name="connsiteX1" fmla="*/ 193920 w 199855"/>
                  <a:gd name="connsiteY1" fmla="*/ 0 h 1385496"/>
                  <a:gd name="connsiteX2" fmla="*/ 199855 w 199855"/>
                  <a:gd name="connsiteY2" fmla="*/ 1027869 h 1385496"/>
                  <a:gd name="connsiteX3" fmla="*/ 4471 w 199855"/>
                  <a:gd name="connsiteY3" fmla="*/ 1385496 h 1385496"/>
                  <a:gd name="connsiteX4" fmla="*/ 0 w 199855"/>
                  <a:gd name="connsiteY4" fmla="*/ 745656 h 1385496"/>
                  <a:gd name="connsiteX0" fmla="*/ 20385 w 220240"/>
                  <a:gd name="connsiteY0" fmla="*/ 745656 h 1058154"/>
                  <a:gd name="connsiteX1" fmla="*/ 214305 w 220240"/>
                  <a:gd name="connsiteY1" fmla="*/ 0 h 1058154"/>
                  <a:gd name="connsiteX2" fmla="*/ 220240 w 220240"/>
                  <a:gd name="connsiteY2" fmla="*/ 1027869 h 1058154"/>
                  <a:gd name="connsiteX3" fmla="*/ 68 w 220240"/>
                  <a:gd name="connsiteY3" fmla="*/ 986902 h 1058154"/>
                  <a:gd name="connsiteX4" fmla="*/ 20385 w 220240"/>
                  <a:gd name="connsiteY4" fmla="*/ 745656 h 1058154"/>
                  <a:gd name="connsiteX0" fmla="*/ 20385 w 220240"/>
                  <a:gd name="connsiteY0" fmla="*/ 745656 h 1068836"/>
                  <a:gd name="connsiteX1" fmla="*/ 214305 w 220240"/>
                  <a:gd name="connsiteY1" fmla="*/ 0 h 1068836"/>
                  <a:gd name="connsiteX2" fmla="*/ 220240 w 220240"/>
                  <a:gd name="connsiteY2" fmla="*/ 1027869 h 1068836"/>
                  <a:gd name="connsiteX3" fmla="*/ 68 w 220240"/>
                  <a:gd name="connsiteY3" fmla="*/ 986902 h 1068836"/>
                  <a:gd name="connsiteX4" fmla="*/ 20385 w 220240"/>
                  <a:gd name="connsiteY4" fmla="*/ 745656 h 1068836"/>
                  <a:gd name="connsiteX0" fmla="*/ 15446 w 215301"/>
                  <a:gd name="connsiteY0" fmla="*/ 745656 h 1057581"/>
                  <a:gd name="connsiteX1" fmla="*/ 209366 w 215301"/>
                  <a:gd name="connsiteY1" fmla="*/ 0 h 1057581"/>
                  <a:gd name="connsiteX2" fmla="*/ 215301 w 215301"/>
                  <a:gd name="connsiteY2" fmla="*/ 1027869 h 1057581"/>
                  <a:gd name="connsiteX3" fmla="*/ 87 w 215301"/>
                  <a:gd name="connsiteY3" fmla="*/ 888484 h 1057581"/>
                  <a:gd name="connsiteX4" fmla="*/ 15446 w 215301"/>
                  <a:gd name="connsiteY4" fmla="*/ 745656 h 1057581"/>
                  <a:gd name="connsiteX0" fmla="*/ 15446 w 215301"/>
                  <a:gd name="connsiteY0" fmla="*/ 745656 h 1063397"/>
                  <a:gd name="connsiteX1" fmla="*/ 209366 w 215301"/>
                  <a:gd name="connsiteY1" fmla="*/ 0 h 1063397"/>
                  <a:gd name="connsiteX2" fmla="*/ 215301 w 215301"/>
                  <a:gd name="connsiteY2" fmla="*/ 1027869 h 1063397"/>
                  <a:gd name="connsiteX3" fmla="*/ 87 w 215301"/>
                  <a:gd name="connsiteY3" fmla="*/ 888484 h 1063397"/>
                  <a:gd name="connsiteX4" fmla="*/ 15446 w 215301"/>
                  <a:gd name="connsiteY4" fmla="*/ 745656 h 1063397"/>
                  <a:gd name="connsiteX0" fmla="*/ 15446 w 215301"/>
                  <a:gd name="connsiteY0" fmla="*/ 745656 h 1027869"/>
                  <a:gd name="connsiteX1" fmla="*/ 209366 w 215301"/>
                  <a:gd name="connsiteY1" fmla="*/ 0 h 1027869"/>
                  <a:gd name="connsiteX2" fmla="*/ 215301 w 215301"/>
                  <a:gd name="connsiteY2" fmla="*/ 1027869 h 1027869"/>
                  <a:gd name="connsiteX3" fmla="*/ 87 w 215301"/>
                  <a:gd name="connsiteY3" fmla="*/ 888484 h 1027869"/>
                  <a:gd name="connsiteX4" fmla="*/ 15446 w 215301"/>
                  <a:gd name="connsiteY4" fmla="*/ 745656 h 10278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15301" h="1027869">
                    <a:moveTo>
                      <a:pt x="15446" y="745656"/>
                    </a:moveTo>
                    <a:lnTo>
                      <a:pt x="209366" y="0"/>
                    </a:lnTo>
                    <a:cubicBezTo>
                      <a:pt x="211344" y="342623"/>
                      <a:pt x="213323" y="685246"/>
                      <a:pt x="215301" y="1027869"/>
                    </a:cubicBezTo>
                    <a:cubicBezTo>
                      <a:pt x="115469" y="960083"/>
                      <a:pt x="99918" y="931665"/>
                      <a:pt x="87" y="888484"/>
                    </a:cubicBezTo>
                    <a:cubicBezTo>
                      <a:pt x="-1403" y="675204"/>
                      <a:pt x="16936" y="958936"/>
                      <a:pt x="15446" y="745656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FFFFFF">
                      <a:lumMod val="95000"/>
                    </a:srgbClr>
                  </a:gs>
                  <a:gs pos="100000">
                    <a:srgbClr val="2D2DB9">
                      <a:lumMod val="20000"/>
                      <a:lumOff val="80000"/>
                    </a:srgbClr>
                  </a:gs>
                </a:gsLst>
                <a:lin ang="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grpSp>
            <p:nvGrpSpPr>
              <p:cNvPr id="878" name="Group 950">
                <a:extLst>
                  <a:ext uri="{FF2B5EF4-FFF2-40B4-BE49-F238E27FC236}">
                    <a16:creationId xmlns:a16="http://schemas.microsoft.com/office/drawing/2014/main" id="{6265B51A-C625-0E46-B1CD-1B0CC4EAE2D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990227" y="3351862"/>
                <a:ext cx="251561" cy="564103"/>
                <a:chOff x="4140" y="429"/>
                <a:chExt cx="1425" cy="2396"/>
              </a:xfrm>
            </p:grpSpPr>
            <p:sp>
              <p:nvSpPr>
                <p:cNvPr id="880" name="Freeform 951">
                  <a:extLst>
                    <a:ext uri="{FF2B5EF4-FFF2-40B4-BE49-F238E27FC236}">
                      <a16:creationId xmlns:a16="http://schemas.microsoft.com/office/drawing/2014/main" id="{A5BA354F-B231-C647-9049-264E94760E6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68" y="433"/>
                  <a:ext cx="283" cy="2286"/>
                </a:xfrm>
                <a:custGeom>
                  <a:avLst/>
                  <a:gdLst>
                    <a:gd name="T0" fmla="*/ 3 w 354"/>
                    <a:gd name="T1" fmla="*/ 0 h 2742"/>
                    <a:gd name="T2" fmla="*/ 15 w 354"/>
                    <a:gd name="T3" fmla="*/ 27 h 2742"/>
                    <a:gd name="T4" fmla="*/ 15 w 354"/>
                    <a:gd name="T5" fmla="*/ 205 h 2742"/>
                    <a:gd name="T6" fmla="*/ 0 w 354"/>
                    <a:gd name="T7" fmla="*/ 215 h 2742"/>
                    <a:gd name="T8" fmla="*/ 3 w 354"/>
                    <a:gd name="T9" fmla="*/ 0 h 27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4"/>
                    <a:gd name="T16" fmla="*/ 0 h 2742"/>
                    <a:gd name="T17" fmla="*/ 354 w 354"/>
                    <a:gd name="T18" fmla="*/ 2742 h 27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4" h="2742">
                      <a:moveTo>
                        <a:pt x="63" y="0"/>
                      </a:moveTo>
                      <a:lnTo>
                        <a:pt x="354" y="339"/>
                      </a:lnTo>
                      <a:lnTo>
                        <a:pt x="346" y="2624"/>
                      </a:lnTo>
                      <a:lnTo>
                        <a:pt x="0" y="2742"/>
                      </a:lnTo>
                      <a:lnTo>
                        <a:pt x="6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881" name="Rectangle 952">
                  <a:extLst>
                    <a:ext uri="{FF2B5EF4-FFF2-40B4-BE49-F238E27FC236}">
                      <a16:creationId xmlns:a16="http://schemas.microsoft.com/office/drawing/2014/main" id="{4CD802A5-F6DB-4B4A-9C9B-E57940A6AE2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429"/>
                  <a:ext cx="1046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882" name="Freeform 953">
                  <a:extLst>
                    <a:ext uri="{FF2B5EF4-FFF2-40B4-BE49-F238E27FC236}">
                      <a16:creationId xmlns:a16="http://schemas.microsoft.com/office/drawing/2014/main" id="{79259F7C-2EC8-F74E-9E7F-4095E5E5CFD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21" y="570"/>
                  <a:ext cx="169" cy="2115"/>
                </a:xfrm>
                <a:custGeom>
                  <a:avLst/>
                  <a:gdLst>
                    <a:gd name="T0" fmla="*/ 2 w 211"/>
                    <a:gd name="T1" fmla="*/ 0 h 2537"/>
                    <a:gd name="T2" fmla="*/ 9 w 211"/>
                    <a:gd name="T3" fmla="*/ 18 h 2537"/>
                    <a:gd name="T4" fmla="*/ 2 w 211"/>
                    <a:gd name="T5" fmla="*/ 196 h 2537"/>
                    <a:gd name="T6" fmla="*/ 2 w 211"/>
                    <a:gd name="T7" fmla="*/ 0 h 2537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11"/>
                    <a:gd name="T13" fmla="*/ 0 h 2537"/>
                    <a:gd name="T14" fmla="*/ 211 w 211"/>
                    <a:gd name="T15" fmla="*/ 2537 h 2537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1" h="2537">
                      <a:moveTo>
                        <a:pt x="7" y="0"/>
                      </a:moveTo>
                      <a:cubicBezTo>
                        <a:pt x="7" y="0"/>
                        <a:pt x="57" y="28"/>
                        <a:pt x="211" y="218"/>
                      </a:cubicBezTo>
                      <a:cubicBezTo>
                        <a:pt x="0" y="1229"/>
                        <a:pt x="41" y="2537"/>
                        <a:pt x="7" y="2501"/>
                      </a:cubicBezTo>
                      <a:lnTo>
                        <a:pt x="7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808080"/>
                    </a:gs>
                    <a:gs pos="100000">
                      <a:srgbClr val="F8F8F8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883" name="Freeform 954">
                  <a:extLst>
                    <a:ext uri="{FF2B5EF4-FFF2-40B4-BE49-F238E27FC236}">
                      <a16:creationId xmlns:a16="http://schemas.microsoft.com/office/drawing/2014/main" id="{451FA157-6D0F-9145-8122-26E1DA1A236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4" y="1640"/>
                  <a:ext cx="263" cy="189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1 h 226"/>
                    <a:gd name="T4" fmla="*/ 14 w 328"/>
                    <a:gd name="T5" fmla="*/ 19 h 226"/>
                    <a:gd name="T6" fmla="*/ 0 w 328"/>
                    <a:gd name="T7" fmla="*/ 8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884" name="Rectangle 955">
                  <a:extLst>
                    <a:ext uri="{FF2B5EF4-FFF2-40B4-BE49-F238E27FC236}">
                      <a16:creationId xmlns:a16="http://schemas.microsoft.com/office/drawing/2014/main" id="{C2607605-6DA4-EE4D-8DD3-849C75A0567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690"/>
                  <a:ext cx="598" cy="47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grpSp>
              <p:nvGrpSpPr>
                <p:cNvPr id="885" name="Group 956">
                  <a:extLst>
                    <a:ext uri="{FF2B5EF4-FFF2-40B4-BE49-F238E27FC236}">
                      <a16:creationId xmlns:a16="http://schemas.microsoft.com/office/drawing/2014/main" id="{9869AF7B-AAFD-8D4B-8E7F-90CCD3755626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9" y="668"/>
                  <a:ext cx="581" cy="145"/>
                  <a:chOff x="614" y="2568"/>
                  <a:chExt cx="725" cy="139"/>
                </a:xfrm>
              </p:grpSpPr>
              <p:sp>
                <p:nvSpPr>
                  <p:cNvPr id="910" name="AutoShape 957">
                    <a:extLst>
                      <a:ext uri="{FF2B5EF4-FFF2-40B4-BE49-F238E27FC236}">
                        <a16:creationId xmlns:a16="http://schemas.microsoft.com/office/drawing/2014/main" id="{C9AB02AE-DBB7-4942-87E6-03EAC872AF5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66"/>
                    <a:ext cx="721" cy="14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911" name="AutoShape 958">
                    <a:extLst>
                      <a:ext uri="{FF2B5EF4-FFF2-40B4-BE49-F238E27FC236}">
                        <a16:creationId xmlns:a16="http://schemas.microsoft.com/office/drawing/2014/main" id="{A1397CEF-8A99-9C43-984B-80BD60AFF6D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1"/>
                    <a:ext cx="696" cy="114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sp>
              <p:nvSpPr>
                <p:cNvPr id="886" name="Rectangle 959">
                  <a:extLst>
                    <a:ext uri="{FF2B5EF4-FFF2-40B4-BE49-F238E27FC236}">
                      <a16:creationId xmlns:a16="http://schemas.microsoft.com/office/drawing/2014/main" id="{E8594A77-9042-2641-ABFC-F29E8FF40D5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022"/>
                  <a:ext cx="598" cy="47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grpSp>
              <p:nvGrpSpPr>
                <p:cNvPr id="887" name="Group 960">
                  <a:extLst>
                    <a:ext uri="{FF2B5EF4-FFF2-40B4-BE49-F238E27FC236}">
                      <a16:creationId xmlns:a16="http://schemas.microsoft.com/office/drawing/2014/main" id="{1262AD39-4096-D741-A742-CED9CF146D7C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7" y="994"/>
                  <a:ext cx="581" cy="134"/>
                  <a:chOff x="614" y="2568"/>
                  <a:chExt cx="725" cy="139"/>
                </a:xfrm>
              </p:grpSpPr>
              <p:sp>
                <p:nvSpPr>
                  <p:cNvPr id="908" name="AutoShape 961">
                    <a:extLst>
                      <a:ext uri="{FF2B5EF4-FFF2-40B4-BE49-F238E27FC236}">
                        <a16:creationId xmlns:a16="http://schemas.microsoft.com/office/drawing/2014/main" id="{59E4897D-95E8-2A4B-9BA9-0B7172ED7B8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5" y="2564"/>
                    <a:ext cx="721" cy="139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909" name="AutoShape 962">
                    <a:extLst>
                      <a:ext uri="{FF2B5EF4-FFF2-40B4-BE49-F238E27FC236}">
                        <a16:creationId xmlns:a16="http://schemas.microsoft.com/office/drawing/2014/main" id="{2382242C-86DC-C04B-94D5-2B4545FC2AD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8" y="2581"/>
                    <a:ext cx="696" cy="107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sp>
              <p:nvSpPr>
                <p:cNvPr id="888" name="Rectangle 963">
                  <a:extLst>
                    <a:ext uri="{FF2B5EF4-FFF2-40B4-BE49-F238E27FC236}">
                      <a16:creationId xmlns:a16="http://schemas.microsoft.com/office/drawing/2014/main" id="{CBBEA7CF-B701-8748-AA95-11773F0862F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354"/>
                  <a:ext cx="598" cy="47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889" name="Rectangle 964">
                  <a:extLst>
                    <a:ext uri="{FF2B5EF4-FFF2-40B4-BE49-F238E27FC236}">
                      <a16:creationId xmlns:a16="http://schemas.microsoft.com/office/drawing/2014/main" id="{2840794F-AC07-854C-A963-38CAEB85943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30" y="1655"/>
                  <a:ext cx="598" cy="47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grpSp>
              <p:nvGrpSpPr>
                <p:cNvPr id="890" name="Group 965">
                  <a:extLst>
                    <a:ext uri="{FF2B5EF4-FFF2-40B4-BE49-F238E27FC236}">
                      <a16:creationId xmlns:a16="http://schemas.microsoft.com/office/drawing/2014/main" id="{00D85896-AE73-FC4F-A921-B401C2ABE627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5" y="1627"/>
                  <a:ext cx="582" cy="151"/>
                  <a:chOff x="614" y="2568"/>
                  <a:chExt cx="725" cy="139"/>
                </a:xfrm>
              </p:grpSpPr>
              <p:sp>
                <p:nvSpPr>
                  <p:cNvPr id="906" name="AutoShape 966">
                    <a:extLst>
                      <a:ext uri="{FF2B5EF4-FFF2-40B4-BE49-F238E27FC236}">
                        <a16:creationId xmlns:a16="http://schemas.microsoft.com/office/drawing/2014/main" id="{924B40FA-21E3-834D-911F-D56CADE5ECA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8" y="2586"/>
                    <a:ext cx="720" cy="12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907" name="AutoShape 967">
                    <a:extLst>
                      <a:ext uri="{FF2B5EF4-FFF2-40B4-BE49-F238E27FC236}">
                        <a16:creationId xmlns:a16="http://schemas.microsoft.com/office/drawing/2014/main" id="{47F8F0C4-6D37-9543-9F00-43D5F28FB2C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30" y="2586"/>
                    <a:ext cx="695" cy="109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sp>
              <p:nvSpPr>
                <p:cNvPr id="891" name="Freeform 968">
                  <a:extLst>
                    <a:ext uri="{FF2B5EF4-FFF2-40B4-BE49-F238E27FC236}">
                      <a16:creationId xmlns:a16="http://schemas.microsoft.com/office/drawing/2014/main" id="{1DAD0535-0585-3A48-B18F-8CFD540ADB7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8" y="1354"/>
                  <a:ext cx="263" cy="188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0 h 226"/>
                    <a:gd name="T4" fmla="*/ 14 w 328"/>
                    <a:gd name="T5" fmla="*/ 17 h 226"/>
                    <a:gd name="T6" fmla="*/ 0 w 328"/>
                    <a:gd name="T7" fmla="*/ 7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grpSp>
              <p:nvGrpSpPr>
                <p:cNvPr id="892" name="Group 969">
                  <a:extLst>
                    <a:ext uri="{FF2B5EF4-FFF2-40B4-BE49-F238E27FC236}">
                      <a16:creationId xmlns:a16="http://schemas.microsoft.com/office/drawing/2014/main" id="{66D816ED-1F9A-D04E-95EE-62CBF7E44ED1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9" y="1327"/>
                  <a:ext cx="582" cy="139"/>
                  <a:chOff x="614" y="2568"/>
                  <a:chExt cx="725" cy="139"/>
                </a:xfrm>
              </p:grpSpPr>
              <p:sp>
                <p:nvSpPr>
                  <p:cNvPr id="904" name="AutoShape 970">
                    <a:extLst>
                      <a:ext uri="{FF2B5EF4-FFF2-40B4-BE49-F238E27FC236}">
                        <a16:creationId xmlns:a16="http://schemas.microsoft.com/office/drawing/2014/main" id="{8C0B4415-0AC2-3945-92F3-A694CD6600D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71"/>
                    <a:ext cx="732" cy="13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905" name="AutoShape 971">
                    <a:extLst>
                      <a:ext uri="{FF2B5EF4-FFF2-40B4-BE49-F238E27FC236}">
                        <a16:creationId xmlns:a16="http://schemas.microsoft.com/office/drawing/2014/main" id="{0B3FE1DC-EC1B-BE41-BD3D-DA207D617D5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7"/>
                    <a:ext cx="720" cy="103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sp>
              <p:nvSpPr>
                <p:cNvPr id="893" name="Rectangle 972">
                  <a:extLst>
                    <a:ext uri="{FF2B5EF4-FFF2-40B4-BE49-F238E27FC236}">
                      <a16:creationId xmlns:a16="http://schemas.microsoft.com/office/drawing/2014/main" id="{D76687F0-DEBC-0F4A-B4AF-5C24DB379F8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46" y="429"/>
                  <a:ext cx="70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33"/>
                    </a:gs>
                    <a:gs pos="5000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894" name="Freeform 973">
                  <a:extLst>
                    <a:ext uri="{FF2B5EF4-FFF2-40B4-BE49-F238E27FC236}">
                      <a16:creationId xmlns:a16="http://schemas.microsoft.com/office/drawing/2014/main" id="{9E9FD877-5F4F-754A-87E4-3CF2A2B8681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2" y="1007"/>
                  <a:ext cx="237" cy="213"/>
                </a:xfrm>
                <a:custGeom>
                  <a:avLst/>
                  <a:gdLst>
                    <a:gd name="T0" fmla="*/ 2 w 296"/>
                    <a:gd name="T1" fmla="*/ 0 h 256"/>
                    <a:gd name="T2" fmla="*/ 14 w 296"/>
                    <a:gd name="T3" fmla="*/ 10 h 256"/>
                    <a:gd name="T4" fmla="*/ 14 w 296"/>
                    <a:gd name="T5" fmla="*/ 19 h 256"/>
                    <a:gd name="T6" fmla="*/ 0 w 296"/>
                    <a:gd name="T7" fmla="*/ 7 h 256"/>
                    <a:gd name="T8" fmla="*/ 2 w 296"/>
                    <a:gd name="T9" fmla="*/ 0 h 25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6"/>
                    <a:gd name="T16" fmla="*/ 0 h 256"/>
                    <a:gd name="T17" fmla="*/ 296 w 296"/>
                    <a:gd name="T18" fmla="*/ 256 h 25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6" h="256">
                      <a:moveTo>
                        <a:pt x="4" y="0"/>
                      </a:moveTo>
                      <a:cubicBezTo>
                        <a:pt x="55" y="10"/>
                        <a:pt x="144" y="68"/>
                        <a:pt x="292" y="144"/>
                      </a:cubicBezTo>
                      <a:cubicBezTo>
                        <a:pt x="290" y="178"/>
                        <a:pt x="296" y="188"/>
                        <a:pt x="296" y="256"/>
                      </a:cubicBezTo>
                      <a:cubicBezTo>
                        <a:pt x="296" y="256"/>
                        <a:pt x="160" y="176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895" name="Freeform 974">
                  <a:extLst>
                    <a:ext uri="{FF2B5EF4-FFF2-40B4-BE49-F238E27FC236}">
                      <a16:creationId xmlns:a16="http://schemas.microsoft.com/office/drawing/2014/main" id="{42A0B2EC-7CC7-B240-8E62-08161F36999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5" y="680"/>
                  <a:ext cx="244" cy="240"/>
                </a:xfrm>
                <a:custGeom>
                  <a:avLst/>
                  <a:gdLst>
                    <a:gd name="T0" fmla="*/ 0 w 304"/>
                    <a:gd name="T1" fmla="*/ 0 h 288"/>
                    <a:gd name="T2" fmla="*/ 14 w 304"/>
                    <a:gd name="T3" fmla="*/ 13 h 288"/>
                    <a:gd name="T4" fmla="*/ 13 w 304"/>
                    <a:gd name="T5" fmla="*/ 23 h 288"/>
                    <a:gd name="T6" fmla="*/ 2 w 304"/>
                    <a:gd name="T7" fmla="*/ 10 h 288"/>
                    <a:gd name="T8" fmla="*/ 0 w 304"/>
                    <a:gd name="T9" fmla="*/ 0 h 28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4"/>
                    <a:gd name="T16" fmla="*/ 0 h 288"/>
                    <a:gd name="T17" fmla="*/ 304 w 304"/>
                    <a:gd name="T18" fmla="*/ 288 h 28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4" h="288">
                      <a:moveTo>
                        <a:pt x="0" y="0"/>
                      </a:moveTo>
                      <a:cubicBezTo>
                        <a:pt x="51" y="10"/>
                        <a:pt x="148" y="76"/>
                        <a:pt x="304" y="164"/>
                      </a:cubicBezTo>
                      <a:cubicBezTo>
                        <a:pt x="302" y="198"/>
                        <a:pt x="284" y="220"/>
                        <a:pt x="284" y="288"/>
                      </a:cubicBezTo>
                      <a:cubicBezTo>
                        <a:pt x="284" y="288"/>
                        <a:pt x="163" y="179"/>
                        <a:pt x="8" y="124"/>
                      </a:cubicBezTo>
                      <a:cubicBezTo>
                        <a:pt x="8" y="72"/>
                        <a:pt x="0" y="17"/>
                        <a:pt x="0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896" name="Oval 975">
                  <a:extLst>
                    <a:ext uri="{FF2B5EF4-FFF2-40B4-BE49-F238E27FC236}">
                      <a16:creationId xmlns:a16="http://schemas.microsoft.com/office/drawing/2014/main" id="{924FB68E-8166-014C-89D3-D4305C34F3C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515" y="2611"/>
                  <a:ext cx="50" cy="95"/>
                </a:xfrm>
                <a:prstGeom prst="ellipse">
                  <a:avLst/>
                </a:pr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897" name="Freeform 976">
                  <a:extLst>
                    <a:ext uri="{FF2B5EF4-FFF2-40B4-BE49-F238E27FC236}">
                      <a16:creationId xmlns:a16="http://schemas.microsoft.com/office/drawing/2014/main" id="{97FE5EBC-22BA-6044-8980-CAE03081207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02" y="2614"/>
                  <a:ext cx="245" cy="200"/>
                </a:xfrm>
                <a:custGeom>
                  <a:avLst/>
                  <a:gdLst>
                    <a:gd name="T0" fmla="*/ 0 w 306"/>
                    <a:gd name="T1" fmla="*/ 9 h 240"/>
                    <a:gd name="T2" fmla="*/ 2 w 306"/>
                    <a:gd name="T3" fmla="*/ 19 h 240"/>
                    <a:gd name="T4" fmla="*/ 14 w 306"/>
                    <a:gd name="T5" fmla="*/ 9 h 240"/>
                    <a:gd name="T6" fmla="*/ 14 w 306"/>
                    <a:gd name="T7" fmla="*/ 0 h 240"/>
                    <a:gd name="T8" fmla="*/ 0 w 306"/>
                    <a:gd name="T9" fmla="*/ 9 h 24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6"/>
                    <a:gd name="T16" fmla="*/ 0 h 240"/>
                    <a:gd name="T17" fmla="*/ 306 w 306"/>
                    <a:gd name="T18" fmla="*/ 240 h 24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6" h="240">
                      <a:moveTo>
                        <a:pt x="0" y="106"/>
                      </a:moveTo>
                      <a:lnTo>
                        <a:pt x="2" y="240"/>
                      </a:lnTo>
                      <a:lnTo>
                        <a:pt x="306" y="110"/>
                      </a:lnTo>
                      <a:lnTo>
                        <a:pt x="300" y="0"/>
                      </a:lnTo>
                      <a:lnTo>
                        <a:pt x="0" y="106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898" name="AutoShape 977">
                  <a:extLst>
                    <a:ext uri="{FF2B5EF4-FFF2-40B4-BE49-F238E27FC236}">
                      <a16:creationId xmlns:a16="http://schemas.microsoft.com/office/drawing/2014/main" id="{A5F87333-9B58-984B-975F-83AEC148248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140" y="2675"/>
                  <a:ext cx="1196" cy="150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DDDDDD"/>
                </a:solidFill>
                <a:ln w="9525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899" name="AutoShape 978">
                  <a:extLst>
                    <a:ext uri="{FF2B5EF4-FFF2-40B4-BE49-F238E27FC236}">
                      <a16:creationId xmlns:a16="http://schemas.microsoft.com/office/drawing/2014/main" id="{A819AAE6-0355-8D4F-8137-BD2B7A2B727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2714"/>
                  <a:ext cx="1066" cy="7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00"/>
                    </a:gs>
                    <a:gs pos="100000">
                      <a:srgbClr val="808080"/>
                    </a:gs>
                  </a:gsLst>
                  <a:lin ang="0" scaled="1"/>
                </a:gradFill>
                <a:ln w="9525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900" name="Oval 979">
                  <a:extLst>
                    <a:ext uri="{FF2B5EF4-FFF2-40B4-BE49-F238E27FC236}">
                      <a16:creationId xmlns:a16="http://schemas.microsoft.com/office/drawing/2014/main" id="{7425A734-37C7-AE46-A20A-FA4A5976715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309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901" name="Oval 980">
                  <a:extLst>
                    <a:ext uri="{FF2B5EF4-FFF2-40B4-BE49-F238E27FC236}">
                      <a16:creationId xmlns:a16="http://schemas.microsoft.com/office/drawing/2014/main" id="{820B07E3-33AF-1341-B1D5-46C41ACB743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489" y="2382"/>
                  <a:ext cx="159" cy="142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902" name="Oval 981">
                  <a:extLst>
                    <a:ext uri="{FF2B5EF4-FFF2-40B4-BE49-F238E27FC236}">
                      <a16:creationId xmlns:a16="http://schemas.microsoft.com/office/drawing/2014/main" id="{44036096-87EC-A746-8FE7-7773B3B32B1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58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903" name="Rectangle 982">
                  <a:extLst>
                    <a:ext uri="{FF2B5EF4-FFF2-40B4-BE49-F238E27FC236}">
                      <a16:creationId xmlns:a16="http://schemas.microsoft.com/office/drawing/2014/main" id="{4C8AA049-B48E-C24E-91A9-8455F582713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067" y="1837"/>
                  <a:ext cx="80" cy="759"/>
                </a:xfrm>
                <a:prstGeom prst="rect">
                  <a:avLst/>
                </a:prstGeom>
                <a:solidFill>
                  <a:srgbClr val="292929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879" name="TextBox 878">
                <a:extLst>
                  <a:ext uri="{FF2B5EF4-FFF2-40B4-BE49-F238E27FC236}">
                    <a16:creationId xmlns:a16="http://schemas.microsoft.com/office/drawing/2014/main" id="{BD391945-30B0-AF4B-9B16-8435026C785B}"/>
                  </a:ext>
                </a:extLst>
              </p:cNvPr>
              <p:cNvSpPr txBox="1"/>
              <p:nvPr/>
            </p:nvSpPr>
            <p:spPr>
              <a:xfrm>
                <a:off x="5377031" y="3090332"/>
                <a:ext cx="2659202" cy="61555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SDN Controller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(network operating system)</a:t>
                </a:r>
              </a:p>
            </p:txBody>
          </p:sp>
        </p:grpSp>
        <p:sp>
          <p:nvSpPr>
            <p:cNvPr id="858" name="TextBox 857">
              <a:extLst>
                <a:ext uri="{FF2B5EF4-FFF2-40B4-BE49-F238E27FC236}">
                  <a16:creationId xmlns:a16="http://schemas.microsoft.com/office/drawing/2014/main" id="{460A62D4-F61E-134D-905E-F48547E04AB7}"/>
                </a:ext>
              </a:extLst>
            </p:cNvPr>
            <p:cNvSpPr txBox="1"/>
            <p:nvPr/>
          </p:nvSpPr>
          <p:spPr>
            <a:xfrm>
              <a:off x="6837708" y="1058305"/>
              <a:ext cx="595035" cy="58477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3200" b="0" i="0" u="none" strike="noStrike" kern="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…</a:t>
              </a:r>
            </a:p>
          </p:txBody>
        </p:sp>
        <p:grpSp>
          <p:nvGrpSpPr>
            <p:cNvPr id="859" name="Group 858">
              <a:extLst>
                <a:ext uri="{FF2B5EF4-FFF2-40B4-BE49-F238E27FC236}">
                  <a16:creationId xmlns:a16="http://schemas.microsoft.com/office/drawing/2014/main" id="{C04C3E74-140C-174C-86ED-F87FDFEFCDEE}"/>
                </a:ext>
              </a:extLst>
            </p:cNvPr>
            <p:cNvGrpSpPr/>
            <p:nvPr/>
          </p:nvGrpSpPr>
          <p:grpSpPr>
            <a:xfrm>
              <a:off x="5165914" y="1277466"/>
              <a:ext cx="1023471" cy="590176"/>
              <a:chOff x="4721412" y="1277470"/>
              <a:chExt cx="1023471" cy="590176"/>
            </a:xfrm>
          </p:grpSpPr>
          <p:sp>
            <p:nvSpPr>
              <p:cNvPr id="874" name="Oval 873">
                <a:extLst>
                  <a:ext uri="{FF2B5EF4-FFF2-40B4-BE49-F238E27FC236}">
                    <a16:creationId xmlns:a16="http://schemas.microsoft.com/office/drawing/2014/main" id="{4ECE1B24-7462-554F-B043-548B485E42D6}"/>
                  </a:ext>
                </a:extLst>
              </p:cNvPr>
              <p:cNvSpPr/>
              <p:nvPr/>
            </p:nvSpPr>
            <p:spPr bwMode="auto">
              <a:xfrm>
                <a:off x="4721412" y="1277470"/>
                <a:ext cx="1023471" cy="590176"/>
              </a:xfrm>
              <a:prstGeom prst="ellipse">
                <a:avLst/>
              </a:prstGeom>
              <a:solidFill>
                <a:srgbClr val="008000">
                  <a:alpha val="70000"/>
                </a:srgbClr>
              </a:solidFill>
              <a:ln w="9525" cap="flat" cmpd="sng" algn="ctr">
                <a:solidFill>
                  <a:srgbClr val="008000"/>
                </a:solidFill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875" name="TextBox 874">
                <a:extLst>
                  <a:ext uri="{FF2B5EF4-FFF2-40B4-BE49-F238E27FC236}">
                    <a16:creationId xmlns:a16="http://schemas.microsoft.com/office/drawing/2014/main" id="{8832E712-F1F9-5E47-90F8-8A9C1FCF21E9}"/>
                  </a:ext>
                </a:extLst>
              </p:cNvPr>
              <p:cNvSpPr txBox="1"/>
              <p:nvPr/>
            </p:nvSpPr>
            <p:spPr>
              <a:xfrm>
                <a:off x="4792385" y="1374585"/>
                <a:ext cx="890463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routing</a:t>
                </a:r>
              </a:p>
            </p:txBody>
          </p:sp>
        </p:grpSp>
        <p:grpSp>
          <p:nvGrpSpPr>
            <p:cNvPr id="860" name="Group 859">
              <a:extLst>
                <a:ext uri="{FF2B5EF4-FFF2-40B4-BE49-F238E27FC236}">
                  <a16:creationId xmlns:a16="http://schemas.microsoft.com/office/drawing/2014/main" id="{94FF35AA-DC45-2445-BD7D-65CD25F3EB23}"/>
                </a:ext>
              </a:extLst>
            </p:cNvPr>
            <p:cNvGrpSpPr/>
            <p:nvPr/>
          </p:nvGrpSpPr>
          <p:grpSpPr>
            <a:xfrm>
              <a:off x="6000628" y="1798416"/>
              <a:ext cx="1023471" cy="590176"/>
              <a:chOff x="6106459" y="1967753"/>
              <a:chExt cx="1023471" cy="590176"/>
            </a:xfrm>
          </p:grpSpPr>
          <p:sp>
            <p:nvSpPr>
              <p:cNvPr id="872" name="Oval 871">
                <a:extLst>
                  <a:ext uri="{FF2B5EF4-FFF2-40B4-BE49-F238E27FC236}">
                    <a16:creationId xmlns:a16="http://schemas.microsoft.com/office/drawing/2014/main" id="{3821BD45-E196-1B47-B58A-8DE288ED4A33}"/>
                  </a:ext>
                </a:extLst>
              </p:cNvPr>
              <p:cNvSpPr/>
              <p:nvPr/>
            </p:nvSpPr>
            <p:spPr bwMode="auto">
              <a:xfrm>
                <a:off x="6106459" y="1967753"/>
                <a:ext cx="1023471" cy="590176"/>
              </a:xfrm>
              <a:prstGeom prst="ellipse">
                <a:avLst/>
              </a:prstGeom>
              <a:solidFill>
                <a:srgbClr val="008000">
                  <a:alpha val="70000"/>
                </a:srgbClr>
              </a:solidFill>
              <a:ln w="9525" cap="flat" cmpd="sng" algn="ctr">
                <a:solidFill>
                  <a:srgbClr val="008000"/>
                </a:solidFill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873" name="TextBox 872">
                <a:extLst>
                  <a:ext uri="{FF2B5EF4-FFF2-40B4-BE49-F238E27FC236}">
                    <a16:creationId xmlns:a16="http://schemas.microsoft.com/office/drawing/2014/main" id="{09503A04-2C2E-F941-9ED5-3A37B498CDA9}"/>
                  </a:ext>
                </a:extLst>
              </p:cNvPr>
              <p:cNvSpPr txBox="1"/>
              <p:nvPr/>
            </p:nvSpPr>
            <p:spPr>
              <a:xfrm>
                <a:off x="6177429" y="1997637"/>
                <a:ext cx="903087" cy="5447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eaLnBrk="0" fontAlgn="base" latinLnBrk="0" hangingPunct="0">
                  <a:lnSpc>
                    <a:spcPct val="8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access 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8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control</a:t>
                </a:r>
              </a:p>
            </p:txBody>
          </p:sp>
        </p:grpSp>
        <p:grpSp>
          <p:nvGrpSpPr>
            <p:cNvPr id="861" name="Group 860">
              <a:extLst>
                <a:ext uri="{FF2B5EF4-FFF2-40B4-BE49-F238E27FC236}">
                  <a16:creationId xmlns:a16="http://schemas.microsoft.com/office/drawing/2014/main" id="{F4CEBF5F-0D71-6B41-996D-0354922EB612}"/>
                </a:ext>
              </a:extLst>
            </p:cNvPr>
            <p:cNvGrpSpPr/>
            <p:nvPr/>
          </p:nvGrpSpPr>
          <p:grpSpPr>
            <a:xfrm>
              <a:off x="7230837" y="1756871"/>
              <a:ext cx="1023471" cy="590176"/>
              <a:chOff x="6938682" y="977153"/>
              <a:chExt cx="1023471" cy="590176"/>
            </a:xfrm>
          </p:grpSpPr>
          <p:sp>
            <p:nvSpPr>
              <p:cNvPr id="870" name="Oval 869">
                <a:extLst>
                  <a:ext uri="{FF2B5EF4-FFF2-40B4-BE49-F238E27FC236}">
                    <a16:creationId xmlns:a16="http://schemas.microsoft.com/office/drawing/2014/main" id="{2D855133-90E2-7042-AF1B-8352C3CC5BF7}"/>
                  </a:ext>
                </a:extLst>
              </p:cNvPr>
              <p:cNvSpPr/>
              <p:nvPr/>
            </p:nvSpPr>
            <p:spPr bwMode="auto">
              <a:xfrm>
                <a:off x="6938682" y="977153"/>
                <a:ext cx="1023471" cy="590176"/>
              </a:xfrm>
              <a:prstGeom prst="ellipse">
                <a:avLst/>
              </a:prstGeom>
              <a:solidFill>
                <a:srgbClr val="008000">
                  <a:alpha val="70000"/>
                </a:srgbClr>
              </a:solidFill>
              <a:ln w="9525" cap="flat" cmpd="sng" algn="ctr">
                <a:solidFill>
                  <a:srgbClr val="008000"/>
                </a:solidFill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871" name="TextBox 870">
                <a:extLst>
                  <a:ext uri="{FF2B5EF4-FFF2-40B4-BE49-F238E27FC236}">
                    <a16:creationId xmlns:a16="http://schemas.microsoft.com/office/drawing/2014/main" id="{3D7D80F7-46BE-EC48-B7D7-3C763154D621}"/>
                  </a:ext>
                </a:extLst>
              </p:cNvPr>
              <p:cNvSpPr txBox="1"/>
              <p:nvPr/>
            </p:nvSpPr>
            <p:spPr>
              <a:xfrm>
                <a:off x="6964568" y="1007037"/>
                <a:ext cx="993256" cy="5447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eaLnBrk="0" fontAlgn="base" latinLnBrk="0" hangingPunct="0">
                  <a:lnSpc>
                    <a:spcPct val="8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load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8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balance</a:t>
                </a:r>
              </a:p>
            </p:txBody>
          </p:sp>
        </p:grpSp>
        <p:cxnSp>
          <p:nvCxnSpPr>
            <p:cNvPr id="862" name="Straight Arrow Connector 861">
              <a:extLst>
                <a:ext uri="{FF2B5EF4-FFF2-40B4-BE49-F238E27FC236}">
                  <a16:creationId xmlns:a16="http://schemas.microsoft.com/office/drawing/2014/main" id="{7BDC462A-14A0-764C-A672-5D241FEED1DE}"/>
                </a:ext>
              </a:extLst>
            </p:cNvPr>
            <p:cNvCxnSpPr/>
            <p:nvPr/>
          </p:nvCxnSpPr>
          <p:spPr bwMode="auto">
            <a:xfrm flipV="1">
              <a:off x="8627245" y="1217948"/>
              <a:ext cx="0" cy="1248832"/>
            </a:xfrm>
            <a:prstGeom prst="straightConnector1">
              <a:avLst/>
            </a:prstGeom>
            <a:solidFill>
              <a:srgbClr val="00CC99"/>
            </a:solidFill>
            <a:ln w="9525" cap="flat" cmpd="sng" algn="ctr">
              <a:solidFill>
                <a:srgbClr val="000000"/>
              </a:solidFill>
              <a:prstDash val="solid"/>
              <a:round/>
              <a:headEnd type="none" w="med" len="med"/>
              <a:tailEnd type="triangle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863" name="Straight Arrow Connector 862">
              <a:extLst>
                <a:ext uri="{FF2B5EF4-FFF2-40B4-BE49-F238E27FC236}">
                  <a16:creationId xmlns:a16="http://schemas.microsoft.com/office/drawing/2014/main" id="{456B3B86-566B-B74B-A02C-E7472619477F}"/>
                </a:ext>
              </a:extLst>
            </p:cNvPr>
            <p:cNvCxnSpPr/>
            <p:nvPr/>
          </p:nvCxnSpPr>
          <p:spPr bwMode="auto">
            <a:xfrm>
              <a:off x="8652645" y="2966181"/>
              <a:ext cx="0" cy="1524424"/>
            </a:xfrm>
            <a:prstGeom prst="straightConnector1">
              <a:avLst/>
            </a:prstGeom>
            <a:solidFill>
              <a:srgbClr val="00CC99"/>
            </a:solidFill>
            <a:ln w="9525" cap="flat" cmpd="sng" algn="ctr">
              <a:solidFill>
                <a:srgbClr val="000000"/>
              </a:solidFill>
              <a:prstDash val="solid"/>
              <a:round/>
              <a:headEnd type="none" w="med" len="med"/>
              <a:tailEnd type="triangle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864" name="Straight Arrow Connector 863">
              <a:extLst>
                <a:ext uri="{FF2B5EF4-FFF2-40B4-BE49-F238E27FC236}">
                  <a16:creationId xmlns:a16="http://schemas.microsoft.com/office/drawing/2014/main" id="{8EE09DB2-3F15-2A46-A79B-D24A8CF3014A}"/>
                </a:ext>
              </a:extLst>
            </p:cNvPr>
            <p:cNvCxnSpPr/>
            <p:nvPr/>
          </p:nvCxnSpPr>
          <p:spPr bwMode="auto">
            <a:xfrm>
              <a:off x="8661016" y="5381629"/>
              <a:ext cx="0" cy="414864"/>
            </a:xfrm>
            <a:prstGeom prst="straightConnector1">
              <a:avLst/>
            </a:prstGeom>
            <a:solidFill>
              <a:srgbClr val="00CC99"/>
            </a:solidFill>
            <a:ln w="9525" cap="flat" cmpd="sng" algn="ctr">
              <a:solidFill>
                <a:srgbClr val="000000"/>
              </a:solidFill>
              <a:prstDash val="solid"/>
              <a:round/>
              <a:headEnd type="none" w="med" len="med"/>
              <a:tailEnd type="triangle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865" name="Straight Arrow Connector 864">
              <a:extLst>
                <a:ext uri="{FF2B5EF4-FFF2-40B4-BE49-F238E27FC236}">
                  <a16:creationId xmlns:a16="http://schemas.microsoft.com/office/drawing/2014/main" id="{602E5161-3933-E44A-A9CD-F172C848B87B}"/>
                </a:ext>
              </a:extLst>
            </p:cNvPr>
            <p:cNvCxnSpPr/>
            <p:nvPr/>
          </p:nvCxnSpPr>
          <p:spPr bwMode="auto">
            <a:xfrm flipV="1">
              <a:off x="8653320" y="4546025"/>
              <a:ext cx="0" cy="414864"/>
            </a:xfrm>
            <a:prstGeom prst="straightConnector1">
              <a:avLst/>
            </a:prstGeom>
            <a:solidFill>
              <a:srgbClr val="00CC99"/>
            </a:solidFill>
            <a:ln w="9525" cap="flat" cmpd="sng" algn="ctr">
              <a:solidFill>
                <a:srgbClr val="000000"/>
              </a:solidFill>
              <a:prstDash val="solid"/>
              <a:round/>
              <a:headEnd type="none" w="med" len="med"/>
              <a:tailEnd type="triangle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sp>
          <p:nvSpPr>
            <p:cNvPr id="866" name="TextBox 399">
              <a:extLst>
                <a:ext uri="{FF2B5EF4-FFF2-40B4-BE49-F238E27FC236}">
                  <a16:creationId xmlns:a16="http://schemas.microsoft.com/office/drawing/2014/main" id="{7DE1AEF7-BBBD-CE47-95BE-236511149F5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650715" y="4235599"/>
              <a:ext cx="1635889" cy="28458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southbound API</a:t>
              </a:r>
            </a:p>
          </p:txBody>
        </p:sp>
        <p:sp>
          <p:nvSpPr>
            <p:cNvPr id="867" name="TextBox 399">
              <a:extLst>
                <a:ext uri="{FF2B5EF4-FFF2-40B4-BE49-F238E27FC236}">
                  <a16:creationId xmlns:a16="http://schemas.microsoft.com/office/drawing/2014/main" id="{033F372B-9E56-9B43-9893-2EBEDF88739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646778" y="2717781"/>
              <a:ext cx="1635889" cy="28458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northbound API</a:t>
              </a:r>
            </a:p>
          </p:txBody>
        </p:sp>
        <p:sp>
          <p:nvSpPr>
            <p:cNvPr id="868" name="TextBox 399">
              <a:extLst>
                <a:ext uri="{FF2B5EF4-FFF2-40B4-BE49-F238E27FC236}">
                  <a16:creationId xmlns:a16="http://schemas.microsoft.com/office/drawing/2014/main" id="{16B44057-72D3-5E46-935C-9EED28D7FDD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07651" y="5795718"/>
              <a:ext cx="2302688" cy="28458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SDN-controlled switches</a:t>
              </a:r>
            </a:p>
          </p:txBody>
        </p:sp>
        <p:sp>
          <p:nvSpPr>
            <p:cNvPr id="869" name="TextBox 399">
              <a:extLst>
                <a:ext uri="{FF2B5EF4-FFF2-40B4-BE49-F238E27FC236}">
                  <a16:creationId xmlns:a16="http://schemas.microsoft.com/office/drawing/2014/main" id="{862C44EB-1706-6C4E-AFA2-ACADCAC1D4D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707907" y="910464"/>
              <a:ext cx="2381659" cy="28458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network-control applications</a:t>
              </a:r>
            </a:p>
          </p:txBody>
        </p:sp>
      </p:grpSp>
      <p:sp>
        <p:nvSpPr>
          <p:cNvPr id="971" name="Rectangle 970">
            <a:extLst>
              <a:ext uri="{FF2B5EF4-FFF2-40B4-BE49-F238E27FC236}">
                <a16:creationId xmlns:a16="http://schemas.microsoft.com/office/drawing/2014/main" id="{CF79C9C5-C35F-9D4D-A4B3-C17F7845845A}"/>
              </a:ext>
            </a:extLst>
          </p:cNvPr>
          <p:cNvSpPr/>
          <p:nvPr/>
        </p:nvSpPr>
        <p:spPr bwMode="auto">
          <a:xfrm>
            <a:off x="6602169" y="1221758"/>
            <a:ext cx="4134334" cy="3901387"/>
          </a:xfrm>
          <a:prstGeom prst="rect">
            <a:avLst/>
          </a:prstGeom>
          <a:solidFill>
            <a:srgbClr val="FFFFFF">
              <a:alpha val="77000"/>
            </a:srgbClr>
          </a:solidFill>
          <a:ln w="9525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Gill Sans MT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15530079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85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85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0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850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0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850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0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5" dur="500"/>
                                        <p:tgtEl>
                                          <p:spTgt spid="850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FECD85E7-B9DB-9043-B7EC-8C0919E801A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4139"/>
            <a:ext cx="10515600" cy="894622"/>
          </a:xfrm>
        </p:spPr>
        <p:txBody>
          <a:bodyPr>
            <a:normAutofit/>
          </a:bodyPr>
          <a:lstStyle/>
          <a:p>
            <a:r>
              <a:rPr lang="en-US" dirty="0"/>
              <a:t>Software defined networking (SDN)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8F71119-17C6-6045-B8FE-FECA68C801C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77</a:t>
            </a:fld>
            <a:endParaRPr lang="en-US" dirty="0"/>
          </a:p>
        </p:txBody>
      </p:sp>
      <p:sp>
        <p:nvSpPr>
          <p:cNvPr id="850" name="Content Placeholder 6">
            <a:extLst>
              <a:ext uri="{FF2B5EF4-FFF2-40B4-BE49-F238E27FC236}">
                <a16:creationId xmlns:a16="http://schemas.microsoft.com/office/drawing/2014/main" id="{BCBBA01E-E6B7-6244-BCD8-8FA9A6E5AB79}"/>
              </a:ext>
            </a:extLst>
          </p:cNvPr>
          <p:cNvSpPr txBox="1">
            <a:spLocks/>
          </p:cNvSpPr>
          <p:nvPr/>
        </p:nvSpPr>
        <p:spPr bwMode="auto">
          <a:xfrm>
            <a:off x="826717" y="1581356"/>
            <a:ext cx="5643355" cy="501089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0" indent="0">
              <a:buNone/>
            </a:pPr>
            <a:r>
              <a:rPr lang="en-US" sz="3200" dirty="0">
                <a:solidFill>
                  <a:srgbClr val="0000A8"/>
                </a:solidFill>
              </a:rPr>
              <a:t>SDN controller (network OS): </a:t>
            </a:r>
          </a:p>
          <a:p>
            <a:pPr indent="-274638">
              <a:lnSpc>
                <a:spcPct val="95000"/>
              </a:lnSpc>
            </a:pPr>
            <a:r>
              <a:rPr lang="en-US" dirty="0"/>
              <a:t>maintain network state information</a:t>
            </a:r>
          </a:p>
          <a:p>
            <a:pPr indent="-274638">
              <a:lnSpc>
                <a:spcPct val="95000"/>
              </a:lnSpc>
            </a:pPr>
            <a:r>
              <a:rPr lang="en-US" dirty="0"/>
              <a:t>interacts with network control applications “above” via northbound API</a:t>
            </a:r>
          </a:p>
          <a:p>
            <a:pPr indent="-274638">
              <a:lnSpc>
                <a:spcPct val="95000"/>
              </a:lnSpc>
            </a:pPr>
            <a:r>
              <a:rPr lang="en-US" dirty="0"/>
              <a:t>interacts with network switches “below” via southbound API</a:t>
            </a:r>
          </a:p>
          <a:p>
            <a:pPr indent="-274638">
              <a:lnSpc>
                <a:spcPct val="95000"/>
              </a:lnSpc>
            </a:pPr>
            <a:r>
              <a:rPr lang="en-US" dirty="0"/>
              <a:t>implemented as distributed system for performance, scalability, fault-tolerance, robustness</a:t>
            </a:r>
          </a:p>
          <a:p>
            <a:pPr marL="342900" marR="0" lvl="0" indent="-342900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tabLst/>
              <a:defRPr/>
            </a:pPr>
            <a:endParaRPr kumimoji="0" lang="en-US" sz="2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Gill Sans MT"/>
              <a:ea typeface="ＭＳ Ｐゴシック" charset="0"/>
            </a:endParaRPr>
          </a:p>
        </p:txBody>
      </p:sp>
      <p:grpSp>
        <p:nvGrpSpPr>
          <p:cNvPr id="851" name="Group 850">
            <a:extLst>
              <a:ext uri="{FF2B5EF4-FFF2-40B4-BE49-F238E27FC236}">
                <a16:creationId xmlns:a16="http://schemas.microsoft.com/office/drawing/2014/main" id="{CE55C0D3-06CC-DF41-88F6-A273370E03E8}"/>
              </a:ext>
            </a:extLst>
          </p:cNvPr>
          <p:cNvGrpSpPr/>
          <p:nvPr/>
        </p:nvGrpSpPr>
        <p:grpSpPr>
          <a:xfrm>
            <a:off x="6806501" y="1476134"/>
            <a:ext cx="3846765" cy="5169840"/>
            <a:chOff x="4990227" y="910464"/>
            <a:chExt cx="3846765" cy="5169840"/>
          </a:xfrm>
        </p:grpSpPr>
        <p:sp>
          <p:nvSpPr>
            <p:cNvPr id="852" name="TextBox 399">
              <a:extLst>
                <a:ext uri="{FF2B5EF4-FFF2-40B4-BE49-F238E27FC236}">
                  <a16:creationId xmlns:a16="http://schemas.microsoft.com/office/drawing/2014/main" id="{5EA34F1E-D60F-4E46-99D4-53221197BEE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518490" y="4936685"/>
              <a:ext cx="286930" cy="4714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data</a:t>
              </a:r>
            </a:p>
            <a:p>
              <a:pPr marL="0" marR="0" lvl="0" indent="0" algn="ctr" defTabSz="91440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plane</a:t>
              </a:r>
            </a:p>
          </p:txBody>
        </p:sp>
        <p:sp>
          <p:nvSpPr>
            <p:cNvPr id="853" name="TextBox 400">
              <a:extLst>
                <a:ext uri="{FF2B5EF4-FFF2-40B4-BE49-F238E27FC236}">
                  <a16:creationId xmlns:a16="http://schemas.microsoft.com/office/drawing/2014/main" id="{DE759E4F-F356-5946-9CC4-A4E5C9A1D6D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494972" y="2474327"/>
              <a:ext cx="342020" cy="4714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control</a:t>
              </a:r>
            </a:p>
            <a:p>
              <a:pPr marL="0" marR="0" lvl="0" indent="0" algn="ctr" defTabSz="91440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plane</a:t>
              </a:r>
            </a:p>
          </p:txBody>
        </p:sp>
        <p:cxnSp>
          <p:nvCxnSpPr>
            <p:cNvPr id="854" name="Straight Connector 853">
              <a:extLst>
                <a:ext uri="{FF2B5EF4-FFF2-40B4-BE49-F238E27FC236}">
                  <a16:creationId xmlns:a16="http://schemas.microsoft.com/office/drawing/2014/main" id="{1A2102D6-7949-1844-8DED-B73B0057D3CF}"/>
                </a:ext>
              </a:extLst>
            </p:cNvPr>
            <p:cNvCxnSpPr/>
            <p:nvPr/>
          </p:nvCxnSpPr>
          <p:spPr bwMode="auto">
            <a:xfrm flipV="1">
              <a:off x="5272718" y="4529666"/>
              <a:ext cx="2791783" cy="14329"/>
            </a:xfrm>
            <a:prstGeom prst="line">
              <a:avLst/>
            </a:prstGeom>
            <a:noFill/>
            <a:ln w="25400" cap="flat" cmpd="sng" algn="ctr">
              <a:solidFill>
                <a:srgbClr val="000000"/>
              </a:solidFill>
              <a:prstDash val="dash"/>
            </a:ln>
            <a:effectLst/>
          </p:spPr>
        </p:cxnSp>
        <p:cxnSp>
          <p:nvCxnSpPr>
            <p:cNvPr id="855" name="Straight Connector 854">
              <a:extLst>
                <a:ext uri="{FF2B5EF4-FFF2-40B4-BE49-F238E27FC236}">
                  <a16:creationId xmlns:a16="http://schemas.microsoft.com/office/drawing/2014/main" id="{41F5119B-91DF-204A-A96B-FEEB6C0969E0}"/>
                </a:ext>
              </a:extLst>
            </p:cNvPr>
            <p:cNvCxnSpPr/>
            <p:nvPr/>
          </p:nvCxnSpPr>
          <p:spPr bwMode="auto">
            <a:xfrm flipV="1">
              <a:off x="5192283" y="2709335"/>
              <a:ext cx="3041550" cy="18563"/>
            </a:xfrm>
            <a:prstGeom prst="line">
              <a:avLst/>
            </a:prstGeom>
            <a:noFill/>
            <a:ln w="25400" cap="flat" cmpd="sng" algn="ctr">
              <a:solidFill>
                <a:srgbClr val="000000"/>
              </a:solidFill>
              <a:prstDash val="dash"/>
            </a:ln>
            <a:effectLst/>
          </p:spPr>
        </p:cxnSp>
        <p:grpSp>
          <p:nvGrpSpPr>
            <p:cNvPr id="856" name="Group 855">
              <a:extLst>
                <a:ext uri="{FF2B5EF4-FFF2-40B4-BE49-F238E27FC236}">
                  <a16:creationId xmlns:a16="http://schemas.microsoft.com/office/drawing/2014/main" id="{4A072938-7333-B54B-8E85-AA4AB0118ED1}"/>
                </a:ext>
              </a:extLst>
            </p:cNvPr>
            <p:cNvGrpSpPr/>
            <p:nvPr/>
          </p:nvGrpSpPr>
          <p:grpSpPr>
            <a:xfrm>
              <a:off x="5164667" y="4826000"/>
              <a:ext cx="2979208" cy="973667"/>
              <a:chOff x="2592388" y="5601756"/>
              <a:chExt cx="4027487" cy="939800"/>
            </a:xfrm>
          </p:grpSpPr>
          <p:sp>
            <p:nvSpPr>
              <p:cNvPr id="912" name="Freeform 2">
                <a:extLst>
                  <a:ext uri="{FF2B5EF4-FFF2-40B4-BE49-F238E27FC236}">
                    <a16:creationId xmlns:a16="http://schemas.microsoft.com/office/drawing/2014/main" id="{71DEC372-158B-D843-AAA9-4449502790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2388" y="5601756"/>
                <a:ext cx="4027487" cy="939800"/>
              </a:xfrm>
              <a:custGeom>
                <a:avLst/>
                <a:gdLst>
                  <a:gd name="T0" fmla="*/ 648763 w 10001"/>
                  <a:gd name="T1" fmla="*/ 34777612 h 10125"/>
                  <a:gd name="T2" fmla="*/ 115976403 w 10001"/>
                  <a:gd name="T3" fmla="*/ 13733703 h 10125"/>
                  <a:gd name="T4" fmla="*/ 507700960 w 10001"/>
                  <a:gd name="T5" fmla="*/ 8662125 h 10125"/>
                  <a:gd name="T6" fmla="*/ 810212713 w 10001"/>
                  <a:gd name="T7" fmla="*/ 0 h 10125"/>
                  <a:gd name="T8" fmla="*/ 1090015738 w 10001"/>
                  <a:gd name="T9" fmla="*/ 8687929 h 10125"/>
                  <a:gd name="T10" fmla="*/ 1310938763 w 10001"/>
                  <a:gd name="T11" fmla="*/ 4279362 h 10125"/>
                  <a:gd name="T12" fmla="*/ 1620263134 w 10001"/>
                  <a:gd name="T13" fmla="*/ 25736690 h 10125"/>
                  <a:gd name="T14" fmla="*/ 1394798364 w 10001"/>
                  <a:gd name="T15" fmla="*/ 58525268 h 10125"/>
                  <a:gd name="T16" fmla="*/ 1134622140 w 10001"/>
                  <a:gd name="T17" fmla="*/ 80266624 h 10125"/>
                  <a:gd name="T18" fmla="*/ 860820276 w 10001"/>
                  <a:gd name="T19" fmla="*/ 76142271 h 10125"/>
                  <a:gd name="T20" fmla="*/ 708996782 w 10001"/>
                  <a:gd name="T21" fmla="*/ 85346835 h 10125"/>
                  <a:gd name="T22" fmla="*/ 509322667 w 10001"/>
                  <a:gd name="T23" fmla="*/ 86268164 h 10125"/>
                  <a:gd name="T24" fmla="*/ 353443899 w 10001"/>
                  <a:gd name="T25" fmla="*/ 67979516 h 10125"/>
                  <a:gd name="T26" fmla="*/ 192536914 w 10001"/>
                  <a:gd name="T27" fmla="*/ 64535347 h 10125"/>
                  <a:gd name="T28" fmla="*/ 648763 w 10001"/>
                  <a:gd name="T29" fmla="*/ 34777612 h 1012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0001" h="10125">
                    <a:moveTo>
                      <a:pt x="4" y="4039"/>
                    </a:moveTo>
                    <a:cubicBezTo>
                      <a:pt x="-29" y="2271"/>
                      <a:pt x="194" y="2100"/>
                      <a:pt x="715" y="1595"/>
                    </a:cubicBezTo>
                    <a:cubicBezTo>
                      <a:pt x="1236" y="1089"/>
                      <a:pt x="2417" y="1272"/>
                      <a:pt x="3130" y="1006"/>
                    </a:cubicBezTo>
                    <a:cubicBezTo>
                      <a:pt x="3843" y="740"/>
                      <a:pt x="4397" y="0"/>
                      <a:pt x="4995" y="0"/>
                    </a:cubicBezTo>
                    <a:cubicBezTo>
                      <a:pt x="5593" y="1"/>
                      <a:pt x="6206" y="926"/>
                      <a:pt x="6720" y="1009"/>
                    </a:cubicBezTo>
                    <a:cubicBezTo>
                      <a:pt x="7234" y="1092"/>
                      <a:pt x="7536" y="241"/>
                      <a:pt x="8082" y="497"/>
                    </a:cubicBezTo>
                    <a:cubicBezTo>
                      <a:pt x="8628" y="756"/>
                      <a:pt x="9854" y="442"/>
                      <a:pt x="9989" y="2989"/>
                    </a:cubicBezTo>
                    <a:cubicBezTo>
                      <a:pt x="10124" y="5536"/>
                      <a:pt x="9098" y="5742"/>
                      <a:pt x="8599" y="6797"/>
                    </a:cubicBezTo>
                    <a:cubicBezTo>
                      <a:pt x="8100" y="7852"/>
                      <a:pt x="7544" y="8981"/>
                      <a:pt x="6995" y="9322"/>
                    </a:cubicBezTo>
                    <a:cubicBezTo>
                      <a:pt x="6446" y="9663"/>
                      <a:pt x="5793" y="8957"/>
                      <a:pt x="5307" y="8843"/>
                    </a:cubicBezTo>
                    <a:cubicBezTo>
                      <a:pt x="4819" y="8726"/>
                      <a:pt x="4628" y="10048"/>
                      <a:pt x="4371" y="9912"/>
                    </a:cubicBezTo>
                    <a:cubicBezTo>
                      <a:pt x="4114" y="9775"/>
                      <a:pt x="3505" y="10355"/>
                      <a:pt x="3140" y="10019"/>
                    </a:cubicBezTo>
                    <a:cubicBezTo>
                      <a:pt x="2774" y="9683"/>
                      <a:pt x="2820" y="8138"/>
                      <a:pt x="2179" y="7895"/>
                    </a:cubicBezTo>
                    <a:cubicBezTo>
                      <a:pt x="1586" y="6800"/>
                      <a:pt x="1549" y="8137"/>
                      <a:pt x="1187" y="7495"/>
                    </a:cubicBezTo>
                    <a:cubicBezTo>
                      <a:pt x="825" y="6852"/>
                      <a:pt x="-7" y="6157"/>
                      <a:pt x="4" y="4039"/>
                    </a:cubicBezTo>
                    <a:close/>
                  </a:path>
                </a:pathLst>
              </a:custGeom>
              <a:solidFill>
                <a:srgbClr val="66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cxnSp>
            <p:nvCxnSpPr>
              <p:cNvPr id="913" name="Straight Connector 912">
                <a:extLst>
                  <a:ext uri="{FF2B5EF4-FFF2-40B4-BE49-F238E27FC236}">
                    <a16:creationId xmlns:a16="http://schemas.microsoft.com/office/drawing/2014/main" id="{B0A5E970-BE5B-924E-8E27-2F517326B70B}"/>
                  </a:ext>
                </a:extLst>
              </p:cNvPr>
              <p:cNvCxnSpPr/>
              <p:nvPr/>
            </p:nvCxnSpPr>
            <p:spPr>
              <a:xfrm flipV="1">
                <a:off x="3262941" y="5752569"/>
                <a:ext cx="1316038" cy="131762"/>
              </a:xfrm>
              <a:prstGeom prst="line">
                <a:avLst/>
              </a:prstGeom>
              <a:noFill/>
              <a:ln w="12700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cxnSp>
            <p:nvCxnSpPr>
              <p:cNvPr id="914" name="Straight Connector 913">
                <a:extLst>
                  <a:ext uri="{FF2B5EF4-FFF2-40B4-BE49-F238E27FC236}">
                    <a16:creationId xmlns:a16="http://schemas.microsoft.com/office/drawing/2014/main" id="{4BCA3B8C-279D-E840-87D5-1E0642D09387}"/>
                  </a:ext>
                </a:extLst>
              </p:cNvPr>
              <p:cNvCxnSpPr/>
              <p:nvPr/>
            </p:nvCxnSpPr>
            <p:spPr>
              <a:xfrm>
                <a:off x="3151816" y="5939894"/>
                <a:ext cx="2259013" cy="298450"/>
              </a:xfrm>
              <a:prstGeom prst="line">
                <a:avLst/>
              </a:prstGeom>
              <a:noFill/>
              <a:ln w="12700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cxnSp>
            <p:nvCxnSpPr>
              <p:cNvPr id="915" name="Straight Connector 914">
                <a:extLst>
                  <a:ext uri="{FF2B5EF4-FFF2-40B4-BE49-F238E27FC236}">
                    <a16:creationId xmlns:a16="http://schemas.microsoft.com/office/drawing/2014/main" id="{CD10DAC3-DC6D-E045-A194-1C410416865B}"/>
                  </a:ext>
                </a:extLst>
              </p:cNvPr>
              <p:cNvCxnSpPr/>
              <p:nvPr/>
            </p:nvCxnSpPr>
            <p:spPr>
              <a:xfrm>
                <a:off x="3164516" y="6044669"/>
                <a:ext cx="714375" cy="276225"/>
              </a:xfrm>
              <a:prstGeom prst="line">
                <a:avLst/>
              </a:prstGeom>
              <a:noFill/>
              <a:ln w="12700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cxnSp>
            <p:nvCxnSpPr>
              <p:cNvPr id="916" name="Straight Connector 915">
                <a:extLst>
                  <a:ext uri="{FF2B5EF4-FFF2-40B4-BE49-F238E27FC236}">
                    <a16:creationId xmlns:a16="http://schemas.microsoft.com/office/drawing/2014/main" id="{E2A8FB26-91FF-3E4C-8347-A2AE524A00A4}"/>
                  </a:ext>
                </a:extLst>
              </p:cNvPr>
              <p:cNvCxnSpPr/>
              <p:nvPr/>
            </p:nvCxnSpPr>
            <p:spPr>
              <a:xfrm flipV="1">
                <a:off x="4182104" y="6238344"/>
                <a:ext cx="1247775" cy="82550"/>
              </a:xfrm>
              <a:prstGeom prst="line">
                <a:avLst/>
              </a:prstGeom>
              <a:noFill/>
              <a:ln w="12700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cxnSp>
            <p:nvCxnSpPr>
              <p:cNvPr id="917" name="Straight Connector 916">
                <a:extLst>
                  <a:ext uri="{FF2B5EF4-FFF2-40B4-BE49-F238E27FC236}">
                    <a16:creationId xmlns:a16="http://schemas.microsoft.com/office/drawing/2014/main" id="{FC84CD0A-6A0B-954A-A0C2-9433ED84E08F}"/>
                  </a:ext>
                </a:extLst>
              </p:cNvPr>
              <p:cNvCxnSpPr/>
              <p:nvPr/>
            </p:nvCxnSpPr>
            <p:spPr>
              <a:xfrm>
                <a:off x="4842504" y="5785906"/>
                <a:ext cx="1057275" cy="123825"/>
              </a:xfrm>
              <a:prstGeom prst="line">
                <a:avLst/>
              </a:prstGeom>
              <a:noFill/>
              <a:ln w="12700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cxnSp>
            <p:nvCxnSpPr>
              <p:cNvPr id="918" name="Straight Connector 917">
                <a:extLst>
                  <a:ext uri="{FF2B5EF4-FFF2-40B4-BE49-F238E27FC236}">
                    <a16:creationId xmlns:a16="http://schemas.microsoft.com/office/drawing/2014/main" id="{F20F73DF-CC1A-414D-AA37-5C7FA5314FCC}"/>
                  </a:ext>
                </a:extLst>
              </p:cNvPr>
              <p:cNvCxnSpPr/>
              <p:nvPr/>
            </p:nvCxnSpPr>
            <p:spPr>
              <a:xfrm flipV="1">
                <a:off x="4126541" y="5939894"/>
                <a:ext cx="1790700" cy="298450"/>
              </a:xfrm>
              <a:prstGeom prst="line">
                <a:avLst/>
              </a:prstGeom>
              <a:noFill/>
              <a:ln w="12700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cxnSp>
            <p:nvCxnSpPr>
              <p:cNvPr id="919" name="Straight Connector 918">
                <a:extLst>
                  <a:ext uri="{FF2B5EF4-FFF2-40B4-BE49-F238E27FC236}">
                    <a16:creationId xmlns:a16="http://schemas.microsoft.com/office/drawing/2014/main" id="{AC31F3CF-B52D-E042-B7DB-4F44E715F9A8}"/>
                  </a:ext>
                </a:extLst>
              </p:cNvPr>
              <p:cNvCxnSpPr/>
              <p:nvPr/>
            </p:nvCxnSpPr>
            <p:spPr>
              <a:xfrm flipV="1">
                <a:off x="5453691" y="5968469"/>
                <a:ext cx="588963" cy="269875"/>
              </a:xfrm>
              <a:prstGeom prst="line">
                <a:avLst/>
              </a:prstGeom>
              <a:noFill/>
              <a:ln w="12700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cxnSp>
            <p:nvCxnSpPr>
              <p:cNvPr id="920" name="Straight Connector 919">
                <a:extLst>
                  <a:ext uri="{FF2B5EF4-FFF2-40B4-BE49-F238E27FC236}">
                    <a16:creationId xmlns:a16="http://schemas.microsoft.com/office/drawing/2014/main" id="{48C7DC80-D2A7-B248-9A8F-1B651F5CEB39}"/>
                  </a:ext>
                </a:extLst>
              </p:cNvPr>
              <p:cNvCxnSpPr/>
              <p:nvPr/>
            </p:nvCxnSpPr>
            <p:spPr>
              <a:xfrm>
                <a:off x="4596441" y="5752569"/>
                <a:ext cx="814388" cy="401637"/>
              </a:xfrm>
              <a:prstGeom prst="line">
                <a:avLst/>
              </a:prstGeom>
              <a:noFill/>
              <a:ln w="12700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grpSp>
            <p:nvGrpSpPr>
              <p:cNvPr id="921" name="Group 347">
                <a:extLst>
                  <a:ext uri="{FF2B5EF4-FFF2-40B4-BE49-F238E27FC236}">
                    <a16:creationId xmlns:a16="http://schemas.microsoft.com/office/drawing/2014/main" id="{A2DC2A2D-4327-FB49-8F37-6B6A7EBE1D0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856401" y="5796097"/>
                <a:ext cx="588970" cy="242608"/>
                <a:chOff x="1871277" y="1576300"/>
                <a:chExt cx="1128371" cy="437861"/>
              </a:xfrm>
            </p:grpSpPr>
            <p:sp>
              <p:nvSpPr>
                <p:cNvPr id="962" name="Oval 961">
                  <a:extLst>
                    <a:ext uri="{FF2B5EF4-FFF2-40B4-BE49-F238E27FC236}">
                      <a16:creationId xmlns:a16="http://schemas.microsoft.com/office/drawing/2014/main" id="{9B6F5CD8-4D1E-1A4F-9507-95200A73998A}"/>
                    </a:ext>
                  </a:extLst>
                </p:cNvPr>
                <p:cNvSpPr/>
                <p:nvPr/>
              </p:nvSpPr>
              <p:spPr bwMode="auto">
                <a:xfrm flipV="1">
                  <a:off x="1874446" y="1694641"/>
                  <a:ext cx="1125202" cy="319520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0" scaled="1"/>
                  <a:tileRect/>
                </a:gra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63" name="Rectangle 962">
                  <a:extLst>
                    <a:ext uri="{FF2B5EF4-FFF2-40B4-BE49-F238E27FC236}">
                      <a16:creationId xmlns:a16="http://schemas.microsoft.com/office/drawing/2014/main" id="{C28B8F5B-8431-1A46-AAE4-9B0ED530F25B}"/>
                    </a:ext>
                  </a:extLst>
                </p:cNvPr>
                <p:cNvSpPr/>
                <p:nvPr/>
              </p:nvSpPr>
              <p:spPr bwMode="auto">
                <a:xfrm>
                  <a:off x="1871277" y="1739611"/>
                  <a:ext cx="1128371" cy="115973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08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64" name="Oval 963">
                  <a:extLst>
                    <a:ext uri="{FF2B5EF4-FFF2-40B4-BE49-F238E27FC236}">
                      <a16:creationId xmlns:a16="http://schemas.microsoft.com/office/drawing/2014/main" id="{F1F79620-841F-DD4E-87FC-51E7153EC005}"/>
                    </a:ext>
                  </a:extLst>
                </p:cNvPr>
                <p:cNvSpPr/>
                <p:nvPr/>
              </p:nvSpPr>
              <p:spPr bwMode="auto">
                <a:xfrm flipV="1">
                  <a:off x="1871277" y="1576300"/>
                  <a:ext cx="1125200" cy="319520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65" name="Freeform 964">
                  <a:extLst>
                    <a:ext uri="{FF2B5EF4-FFF2-40B4-BE49-F238E27FC236}">
                      <a16:creationId xmlns:a16="http://schemas.microsoft.com/office/drawing/2014/main" id="{E98A7BEC-9D56-6B49-8125-0F5CDE1FC0B8}"/>
                    </a:ext>
                  </a:extLst>
                </p:cNvPr>
                <p:cNvSpPr/>
                <p:nvPr/>
              </p:nvSpPr>
              <p:spPr bwMode="auto">
                <a:xfrm>
                  <a:off x="2159708" y="1673340"/>
                  <a:ext cx="548339" cy="160943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66" name="Freeform 965">
                  <a:extLst>
                    <a:ext uri="{FF2B5EF4-FFF2-40B4-BE49-F238E27FC236}">
                      <a16:creationId xmlns:a16="http://schemas.microsoft.com/office/drawing/2014/main" id="{6905DB74-EB71-3644-AC3F-2EDDA70861AB}"/>
                    </a:ext>
                  </a:extLst>
                </p:cNvPr>
                <p:cNvSpPr/>
                <p:nvPr/>
              </p:nvSpPr>
              <p:spPr bwMode="auto">
                <a:xfrm>
                  <a:off x="2102655" y="1633103"/>
                  <a:ext cx="662444" cy="111241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67" name="Freeform 966">
                  <a:extLst>
                    <a:ext uri="{FF2B5EF4-FFF2-40B4-BE49-F238E27FC236}">
                      <a16:creationId xmlns:a16="http://schemas.microsoft.com/office/drawing/2014/main" id="{62D3DDB5-3EA7-214C-8C31-BA38971C9A74}"/>
                    </a:ext>
                  </a:extLst>
                </p:cNvPr>
                <p:cNvSpPr/>
                <p:nvPr/>
              </p:nvSpPr>
              <p:spPr bwMode="auto">
                <a:xfrm>
                  <a:off x="2536889" y="1727776"/>
                  <a:ext cx="244057" cy="97040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68" name="Freeform 967">
                  <a:extLst>
                    <a:ext uri="{FF2B5EF4-FFF2-40B4-BE49-F238E27FC236}">
                      <a16:creationId xmlns:a16="http://schemas.microsoft.com/office/drawing/2014/main" id="{B71B4E2A-E351-6C49-9DFD-6BB4843D451F}"/>
                    </a:ext>
                  </a:extLst>
                </p:cNvPr>
                <p:cNvSpPr/>
                <p:nvPr/>
              </p:nvSpPr>
              <p:spPr bwMode="auto">
                <a:xfrm>
                  <a:off x="2089977" y="1730144"/>
                  <a:ext cx="240888" cy="97039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969" name="Straight Connector 968">
                  <a:extLst>
                    <a:ext uri="{FF2B5EF4-FFF2-40B4-BE49-F238E27FC236}">
                      <a16:creationId xmlns:a16="http://schemas.microsoft.com/office/drawing/2014/main" id="{7146C111-B5B3-8141-95C1-2CADFE9B32BF}"/>
                    </a:ext>
                  </a:extLst>
                </p:cNvPr>
                <p:cNvCxnSpPr>
                  <a:endCxn id="964" idx="2"/>
                </p:cNvCxnSpPr>
                <p:nvPr/>
              </p:nvCxnSpPr>
              <p:spPr bwMode="auto">
                <a:xfrm flipH="1" flipV="1">
                  <a:off x="1871277" y="1737243"/>
                  <a:ext cx="3169" cy="12307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970" name="Straight Connector 969">
                  <a:extLst>
                    <a:ext uri="{FF2B5EF4-FFF2-40B4-BE49-F238E27FC236}">
                      <a16:creationId xmlns:a16="http://schemas.microsoft.com/office/drawing/2014/main" id="{DFA6A355-A08F-F241-92FA-D0E6992CE4F5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2996477" y="1734877"/>
                  <a:ext cx="3171" cy="12307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  <p:grpSp>
            <p:nvGrpSpPr>
              <p:cNvPr id="922" name="Group 347">
                <a:extLst>
                  <a:ext uri="{FF2B5EF4-FFF2-40B4-BE49-F238E27FC236}">
                    <a16:creationId xmlns:a16="http://schemas.microsoft.com/office/drawing/2014/main" id="{46EDC75E-59E6-4645-85A7-E2C58E54518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75328" y="5654000"/>
                <a:ext cx="588970" cy="242608"/>
                <a:chOff x="1871277" y="1576300"/>
                <a:chExt cx="1128371" cy="437861"/>
              </a:xfrm>
            </p:grpSpPr>
            <p:sp>
              <p:nvSpPr>
                <p:cNvPr id="953" name="Oval 952">
                  <a:extLst>
                    <a:ext uri="{FF2B5EF4-FFF2-40B4-BE49-F238E27FC236}">
                      <a16:creationId xmlns:a16="http://schemas.microsoft.com/office/drawing/2014/main" id="{9DACA189-A149-9949-BCF3-95B569BB6477}"/>
                    </a:ext>
                  </a:extLst>
                </p:cNvPr>
                <p:cNvSpPr/>
                <p:nvPr/>
              </p:nvSpPr>
              <p:spPr bwMode="auto">
                <a:xfrm flipV="1">
                  <a:off x="1874446" y="1694641"/>
                  <a:ext cx="1125202" cy="319520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0" scaled="1"/>
                  <a:tileRect/>
                </a:gra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54" name="Rectangle 953">
                  <a:extLst>
                    <a:ext uri="{FF2B5EF4-FFF2-40B4-BE49-F238E27FC236}">
                      <a16:creationId xmlns:a16="http://schemas.microsoft.com/office/drawing/2014/main" id="{08EC0937-ACA9-3840-8439-8223BB848980}"/>
                    </a:ext>
                  </a:extLst>
                </p:cNvPr>
                <p:cNvSpPr/>
                <p:nvPr/>
              </p:nvSpPr>
              <p:spPr bwMode="auto">
                <a:xfrm>
                  <a:off x="1871277" y="1739611"/>
                  <a:ext cx="1128371" cy="115973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08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55" name="Oval 954">
                  <a:extLst>
                    <a:ext uri="{FF2B5EF4-FFF2-40B4-BE49-F238E27FC236}">
                      <a16:creationId xmlns:a16="http://schemas.microsoft.com/office/drawing/2014/main" id="{E17B98F5-9CEF-6F4F-BBA9-BB8DE0D91B36}"/>
                    </a:ext>
                  </a:extLst>
                </p:cNvPr>
                <p:cNvSpPr/>
                <p:nvPr/>
              </p:nvSpPr>
              <p:spPr bwMode="auto">
                <a:xfrm flipV="1">
                  <a:off x="1871277" y="1576300"/>
                  <a:ext cx="1125200" cy="319520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56" name="Freeform 955">
                  <a:extLst>
                    <a:ext uri="{FF2B5EF4-FFF2-40B4-BE49-F238E27FC236}">
                      <a16:creationId xmlns:a16="http://schemas.microsoft.com/office/drawing/2014/main" id="{61234B09-DC44-7342-A70C-06AC8A581E23}"/>
                    </a:ext>
                  </a:extLst>
                </p:cNvPr>
                <p:cNvSpPr/>
                <p:nvPr/>
              </p:nvSpPr>
              <p:spPr bwMode="auto">
                <a:xfrm>
                  <a:off x="2159708" y="1673340"/>
                  <a:ext cx="548339" cy="160943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57" name="Freeform 956">
                  <a:extLst>
                    <a:ext uri="{FF2B5EF4-FFF2-40B4-BE49-F238E27FC236}">
                      <a16:creationId xmlns:a16="http://schemas.microsoft.com/office/drawing/2014/main" id="{03AF34FD-E240-F04C-9158-920D29213255}"/>
                    </a:ext>
                  </a:extLst>
                </p:cNvPr>
                <p:cNvSpPr/>
                <p:nvPr/>
              </p:nvSpPr>
              <p:spPr bwMode="auto">
                <a:xfrm>
                  <a:off x="2102655" y="1633103"/>
                  <a:ext cx="662444" cy="111241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58" name="Freeform 957">
                  <a:extLst>
                    <a:ext uri="{FF2B5EF4-FFF2-40B4-BE49-F238E27FC236}">
                      <a16:creationId xmlns:a16="http://schemas.microsoft.com/office/drawing/2014/main" id="{526E50F3-60FD-0E45-BC3A-3C6066FB7D8A}"/>
                    </a:ext>
                  </a:extLst>
                </p:cNvPr>
                <p:cNvSpPr/>
                <p:nvPr/>
              </p:nvSpPr>
              <p:spPr bwMode="auto">
                <a:xfrm>
                  <a:off x="2536889" y="1727776"/>
                  <a:ext cx="244057" cy="97040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59" name="Freeform 958">
                  <a:extLst>
                    <a:ext uri="{FF2B5EF4-FFF2-40B4-BE49-F238E27FC236}">
                      <a16:creationId xmlns:a16="http://schemas.microsoft.com/office/drawing/2014/main" id="{FEE1E3A7-C090-734C-9180-457004D9D039}"/>
                    </a:ext>
                  </a:extLst>
                </p:cNvPr>
                <p:cNvSpPr/>
                <p:nvPr/>
              </p:nvSpPr>
              <p:spPr bwMode="auto">
                <a:xfrm>
                  <a:off x="2089977" y="1730144"/>
                  <a:ext cx="240888" cy="97039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960" name="Straight Connector 959">
                  <a:extLst>
                    <a:ext uri="{FF2B5EF4-FFF2-40B4-BE49-F238E27FC236}">
                      <a16:creationId xmlns:a16="http://schemas.microsoft.com/office/drawing/2014/main" id="{99A3F99A-570C-8A42-9492-3585D770DA95}"/>
                    </a:ext>
                  </a:extLst>
                </p:cNvPr>
                <p:cNvCxnSpPr>
                  <a:endCxn id="955" idx="2"/>
                </p:cNvCxnSpPr>
                <p:nvPr/>
              </p:nvCxnSpPr>
              <p:spPr bwMode="auto">
                <a:xfrm flipH="1" flipV="1">
                  <a:off x="1871277" y="1737243"/>
                  <a:ext cx="3169" cy="12307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961" name="Straight Connector 960">
                  <a:extLst>
                    <a:ext uri="{FF2B5EF4-FFF2-40B4-BE49-F238E27FC236}">
                      <a16:creationId xmlns:a16="http://schemas.microsoft.com/office/drawing/2014/main" id="{5F18512F-CA24-4444-95DF-016FA49178DB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2996477" y="1734877"/>
                  <a:ext cx="3171" cy="12307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  <p:grpSp>
            <p:nvGrpSpPr>
              <p:cNvPr id="923" name="Group 347">
                <a:extLst>
                  <a:ext uri="{FF2B5EF4-FFF2-40B4-BE49-F238E27FC236}">
                    <a16:creationId xmlns:a16="http://schemas.microsoft.com/office/drawing/2014/main" id="{4B02C431-99D3-6D48-8159-7B4877B83AD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848241" y="5847813"/>
                <a:ext cx="588970" cy="242608"/>
                <a:chOff x="1871277" y="1576300"/>
                <a:chExt cx="1128371" cy="437861"/>
              </a:xfrm>
            </p:grpSpPr>
            <p:sp>
              <p:nvSpPr>
                <p:cNvPr id="944" name="Oval 943">
                  <a:extLst>
                    <a:ext uri="{FF2B5EF4-FFF2-40B4-BE49-F238E27FC236}">
                      <a16:creationId xmlns:a16="http://schemas.microsoft.com/office/drawing/2014/main" id="{0FF0DF6F-D87B-2346-B35F-0DD610115E22}"/>
                    </a:ext>
                  </a:extLst>
                </p:cNvPr>
                <p:cNvSpPr/>
                <p:nvPr/>
              </p:nvSpPr>
              <p:spPr bwMode="auto">
                <a:xfrm flipV="1">
                  <a:off x="1874446" y="1694641"/>
                  <a:ext cx="1125202" cy="319520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0" scaled="1"/>
                  <a:tileRect/>
                </a:gra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45" name="Rectangle 944">
                  <a:extLst>
                    <a:ext uri="{FF2B5EF4-FFF2-40B4-BE49-F238E27FC236}">
                      <a16:creationId xmlns:a16="http://schemas.microsoft.com/office/drawing/2014/main" id="{0A88A3D0-6A43-9C4F-B2B8-C62A5B975479}"/>
                    </a:ext>
                  </a:extLst>
                </p:cNvPr>
                <p:cNvSpPr/>
                <p:nvPr/>
              </p:nvSpPr>
              <p:spPr bwMode="auto">
                <a:xfrm>
                  <a:off x="1871277" y="1739611"/>
                  <a:ext cx="1128371" cy="115973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08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46" name="Oval 945">
                  <a:extLst>
                    <a:ext uri="{FF2B5EF4-FFF2-40B4-BE49-F238E27FC236}">
                      <a16:creationId xmlns:a16="http://schemas.microsoft.com/office/drawing/2014/main" id="{A97EE425-A6D3-754D-B745-A46539A9BCE9}"/>
                    </a:ext>
                  </a:extLst>
                </p:cNvPr>
                <p:cNvSpPr/>
                <p:nvPr/>
              </p:nvSpPr>
              <p:spPr bwMode="auto">
                <a:xfrm flipV="1">
                  <a:off x="1871277" y="1576300"/>
                  <a:ext cx="1125200" cy="319520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47" name="Freeform 946">
                  <a:extLst>
                    <a:ext uri="{FF2B5EF4-FFF2-40B4-BE49-F238E27FC236}">
                      <a16:creationId xmlns:a16="http://schemas.microsoft.com/office/drawing/2014/main" id="{D4B205B1-4191-B84B-8CA4-DD171806AD2E}"/>
                    </a:ext>
                  </a:extLst>
                </p:cNvPr>
                <p:cNvSpPr/>
                <p:nvPr/>
              </p:nvSpPr>
              <p:spPr bwMode="auto">
                <a:xfrm>
                  <a:off x="2159708" y="1673340"/>
                  <a:ext cx="548339" cy="160943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48" name="Freeform 947">
                  <a:extLst>
                    <a:ext uri="{FF2B5EF4-FFF2-40B4-BE49-F238E27FC236}">
                      <a16:creationId xmlns:a16="http://schemas.microsoft.com/office/drawing/2014/main" id="{1BBBF1EF-3ED2-5848-B3F0-7F8463BE28C7}"/>
                    </a:ext>
                  </a:extLst>
                </p:cNvPr>
                <p:cNvSpPr/>
                <p:nvPr/>
              </p:nvSpPr>
              <p:spPr bwMode="auto">
                <a:xfrm>
                  <a:off x="2102655" y="1633103"/>
                  <a:ext cx="662444" cy="111241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49" name="Freeform 948">
                  <a:extLst>
                    <a:ext uri="{FF2B5EF4-FFF2-40B4-BE49-F238E27FC236}">
                      <a16:creationId xmlns:a16="http://schemas.microsoft.com/office/drawing/2014/main" id="{AE727D85-0B80-AB43-A858-E12A22DEF74E}"/>
                    </a:ext>
                  </a:extLst>
                </p:cNvPr>
                <p:cNvSpPr/>
                <p:nvPr/>
              </p:nvSpPr>
              <p:spPr bwMode="auto">
                <a:xfrm>
                  <a:off x="2536889" y="1727776"/>
                  <a:ext cx="244057" cy="97040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50" name="Freeform 949">
                  <a:extLst>
                    <a:ext uri="{FF2B5EF4-FFF2-40B4-BE49-F238E27FC236}">
                      <a16:creationId xmlns:a16="http://schemas.microsoft.com/office/drawing/2014/main" id="{E087DF11-E1FC-A24A-A90A-56EFAAF5ED33}"/>
                    </a:ext>
                  </a:extLst>
                </p:cNvPr>
                <p:cNvSpPr/>
                <p:nvPr/>
              </p:nvSpPr>
              <p:spPr bwMode="auto">
                <a:xfrm>
                  <a:off x="2089977" y="1730144"/>
                  <a:ext cx="240888" cy="97039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951" name="Straight Connector 950">
                  <a:extLst>
                    <a:ext uri="{FF2B5EF4-FFF2-40B4-BE49-F238E27FC236}">
                      <a16:creationId xmlns:a16="http://schemas.microsoft.com/office/drawing/2014/main" id="{63B2769E-5BF0-4C43-BDCD-E08BBCA40A60}"/>
                    </a:ext>
                  </a:extLst>
                </p:cNvPr>
                <p:cNvCxnSpPr>
                  <a:endCxn id="946" idx="2"/>
                </p:cNvCxnSpPr>
                <p:nvPr/>
              </p:nvCxnSpPr>
              <p:spPr bwMode="auto">
                <a:xfrm flipH="1" flipV="1">
                  <a:off x="1871277" y="1737243"/>
                  <a:ext cx="3169" cy="12307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952" name="Straight Connector 951">
                  <a:extLst>
                    <a:ext uri="{FF2B5EF4-FFF2-40B4-BE49-F238E27FC236}">
                      <a16:creationId xmlns:a16="http://schemas.microsoft.com/office/drawing/2014/main" id="{D9643885-03AC-8C44-B9B3-97EEFAB93F73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2996477" y="1734877"/>
                  <a:ext cx="3171" cy="12307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  <p:grpSp>
            <p:nvGrpSpPr>
              <p:cNvPr id="924" name="Group 347">
                <a:extLst>
                  <a:ext uri="{FF2B5EF4-FFF2-40B4-BE49-F238E27FC236}">
                    <a16:creationId xmlns:a16="http://schemas.microsoft.com/office/drawing/2014/main" id="{59383640-B92E-3B49-9F91-B00C1816C4B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166757" y="6114152"/>
                <a:ext cx="588970" cy="242608"/>
                <a:chOff x="1871277" y="1576300"/>
                <a:chExt cx="1128371" cy="437861"/>
              </a:xfrm>
            </p:grpSpPr>
            <p:sp>
              <p:nvSpPr>
                <p:cNvPr id="935" name="Oval 934">
                  <a:extLst>
                    <a:ext uri="{FF2B5EF4-FFF2-40B4-BE49-F238E27FC236}">
                      <a16:creationId xmlns:a16="http://schemas.microsoft.com/office/drawing/2014/main" id="{5018BF36-5D40-234D-B43E-166D4365DFC7}"/>
                    </a:ext>
                  </a:extLst>
                </p:cNvPr>
                <p:cNvSpPr/>
                <p:nvPr/>
              </p:nvSpPr>
              <p:spPr bwMode="auto">
                <a:xfrm flipV="1">
                  <a:off x="1874446" y="1694641"/>
                  <a:ext cx="1125202" cy="319520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0" scaled="1"/>
                  <a:tileRect/>
                </a:gra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36" name="Rectangle 935">
                  <a:extLst>
                    <a:ext uri="{FF2B5EF4-FFF2-40B4-BE49-F238E27FC236}">
                      <a16:creationId xmlns:a16="http://schemas.microsoft.com/office/drawing/2014/main" id="{F3CF2F53-1F91-DA4A-B9DD-A5E958F02DF9}"/>
                    </a:ext>
                  </a:extLst>
                </p:cNvPr>
                <p:cNvSpPr/>
                <p:nvPr/>
              </p:nvSpPr>
              <p:spPr bwMode="auto">
                <a:xfrm>
                  <a:off x="1871277" y="1739611"/>
                  <a:ext cx="1128371" cy="115973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08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37" name="Oval 936">
                  <a:extLst>
                    <a:ext uri="{FF2B5EF4-FFF2-40B4-BE49-F238E27FC236}">
                      <a16:creationId xmlns:a16="http://schemas.microsoft.com/office/drawing/2014/main" id="{DE201E6A-02EE-B14D-8F1B-DC21CC87BE80}"/>
                    </a:ext>
                  </a:extLst>
                </p:cNvPr>
                <p:cNvSpPr/>
                <p:nvPr/>
              </p:nvSpPr>
              <p:spPr bwMode="auto">
                <a:xfrm flipV="1">
                  <a:off x="1871277" y="1576300"/>
                  <a:ext cx="1125200" cy="319520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38" name="Freeform 937">
                  <a:extLst>
                    <a:ext uri="{FF2B5EF4-FFF2-40B4-BE49-F238E27FC236}">
                      <a16:creationId xmlns:a16="http://schemas.microsoft.com/office/drawing/2014/main" id="{FB05CF2E-83B0-2640-93AB-853D8763B115}"/>
                    </a:ext>
                  </a:extLst>
                </p:cNvPr>
                <p:cNvSpPr/>
                <p:nvPr/>
              </p:nvSpPr>
              <p:spPr bwMode="auto">
                <a:xfrm>
                  <a:off x="2159708" y="1673340"/>
                  <a:ext cx="548339" cy="160943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39" name="Freeform 938">
                  <a:extLst>
                    <a:ext uri="{FF2B5EF4-FFF2-40B4-BE49-F238E27FC236}">
                      <a16:creationId xmlns:a16="http://schemas.microsoft.com/office/drawing/2014/main" id="{E2067AB0-285F-1D49-84B3-34E74A8258AC}"/>
                    </a:ext>
                  </a:extLst>
                </p:cNvPr>
                <p:cNvSpPr/>
                <p:nvPr/>
              </p:nvSpPr>
              <p:spPr bwMode="auto">
                <a:xfrm>
                  <a:off x="2102655" y="1633103"/>
                  <a:ext cx="662444" cy="111241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40" name="Freeform 939">
                  <a:extLst>
                    <a:ext uri="{FF2B5EF4-FFF2-40B4-BE49-F238E27FC236}">
                      <a16:creationId xmlns:a16="http://schemas.microsoft.com/office/drawing/2014/main" id="{E1588A39-233E-9A43-89F2-A2C023D3DD50}"/>
                    </a:ext>
                  </a:extLst>
                </p:cNvPr>
                <p:cNvSpPr/>
                <p:nvPr/>
              </p:nvSpPr>
              <p:spPr bwMode="auto">
                <a:xfrm>
                  <a:off x="2536889" y="1727776"/>
                  <a:ext cx="244057" cy="97040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41" name="Freeform 940">
                  <a:extLst>
                    <a:ext uri="{FF2B5EF4-FFF2-40B4-BE49-F238E27FC236}">
                      <a16:creationId xmlns:a16="http://schemas.microsoft.com/office/drawing/2014/main" id="{7E4670CD-E442-5648-B94B-92AF3B894755}"/>
                    </a:ext>
                  </a:extLst>
                </p:cNvPr>
                <p:cNvSpPr/>
                <p:nvPr/>
              </p:nvSpPr>
              <p:spPr bwMode="auto">
                <a:xfrm>
                  <a:off x="2089977" y="1730144"/>
                  <a:ext cx="240888" cy="97039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942" name="Straight Connector 941">
                  <a:extLst>
                    <a:ext uri="{FF2B5EF4-FFF2-40B4-BE49-F238E27FC236}">
                      <a16:creationId xmlns:a16="http://schemas.microsoft.com/office/drawing/2014/main" id="{759AD6F2-B641-0B45-9023-2F9E18420F9E}"/>
                    </a:ext>
                  </a:extLst>
                </p:cNvPr>
                <p:cNvCxnSpPr>
                  <a:endCxn id="937" idx="2"/>
                </p:cNvCxnSpPr>
                <p:nvPr/>
              </p:nvCxnSpPr>
              <p:spPr bwMode="auto">
                <a:xfrm flipH="1" flipV="1">
                  <a:off x="1871277" y="1737243"/>
                  <a:ext cx="3169" cy="12307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943" name="Straight Connector 942">
                  <a:extLst>
                    <a:ext uri="{FF2B5EF4-FFF2-40B4-BE49-F238E27FC236}">
                      <a16:creationId xmlns:a16="http://schemas.microsoft.com/office/drawing/2014/main" id="{BD308E44-0EFE-944D-83E1-D1B7C02C2983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2996477" y="1734877"/>
                  <a:ext cx="3171" cy="12307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  <p:grpSp>
            <p:nvGrpSpPr>
              <p:cNvPr id="925" name="Group 347">
                <a:extLst>
                  <a:ext uri="{FF2B5EF4-FFF2-40B4-BE49-F238E27FC236}">
                    <a16:creationId xmlns:a16="http://schemas.microsoft.com/office/drawing/2014/main" id="{885312C2-0E07-194B-BEF1-237808F2C1B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704088" y="6206732"/>
                <a:ext cx="588970" cy="242608"/>
                <a:chOff x="1871277" y="1576300"/>
                <a:chExt cx="1128371" cy="437861"/>
              </a:xfrm>
            </p:grpSpPr>
            <p:sp>
              <p:nvSpPr>
                <p:cNvPr id="926" name="Oval 925">
                  <a:extLst>
                    <a:ext uri="{FF2B5EF4-FFF2-40B4-BE49-F238E27FC236}">
                      <a16:creationId xmlns:a16="http://schemas.microsoft.com/office/drawing/2014/main" id="{DB1F6E96-DE25-304B-B7D0-FD1D59509C9D}"/>
                    </a:ext>
                  </a:extLst>
                </p:cNvPr>
                <p:cNvSpPr/>
                <p:nvPr/>
              </p:nvSpPr>
              <p:spPr bwMode="auto">
                <a:xfrm flipV="1">
                  <a:off x="1874446" y="1694641"/>
                  <a:ext cx="1125202" cy="319520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0" scaled="1"/>
                  <a:tileRect/>
                </a:gra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27" name="Rectangle 926">
                  <a:extLst>
                    <a:ext uri="{FF2B5EF4-FFF2-40B4-BE49-F238E27FC236}">
                      <a16:creationId xmlns:a16="http://schemas.microsoft.com/office/drawing/2014/main" id="{C6F722AF-47B6-754C-8E9E-EFEB45831A89}"/>
                    </a:ext>
                  </a:extLst>
                </p:cNvPr>
                <p:cNvSpPr/>
                <p:nvPr/>
              </p:nvSpPr>
              <p:spPr bwMode="auto">
                <a:xfrm>
                  <a:off x="1871277" y="1739611"/>
                  <a:ext cx="1128371" cy="115973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08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28" name="Oval 927">
                  <a:extLst>
                    <a:ext uri="{FF2B5EF4-FFF2-40B4-BE49-F238E27FC236}">
                      <a16:creationId xmlns:a16="http://schemas.microsoft.com/office/drawing/2014/main" id="{B7EFF65E-E3E4-7743-90E8-6E0DED7FF48C}"/>
                    </a:ext>
                  </a:extLst>
                </p:cNvPr>
                <p:cNvSpPr/>
                <p:nvPr/>
              </p:nvSpPr>
              <p:spPr bwMode="auto">
                <a:xfrm flipV="1">
                  <a:off x="1871277" y="1576300"/>
                  <a:ext cx="1125200" cy="319520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29" name="Freeform 928">
                  <a:extLst>
                    <a:ext uri="{FF2B5EF4-FFF2-40B4-BE49-F238E27FC236}">
                      <a16:creationId xmlns:a16="http://schemas.microsoft.com/office/drawing/2014/main" id="{A6419AFD-CC26-B146-A541-B565AEA3805C}"/>
                    </a:ext>
                  </a:extLst>
                </p:cNvPr>
                <p:cNvSpPr/>
                <p:nvPr/>
              </p:nvSpPr>
              <p:spPr bwMode="auto">
                <a:xfrm>
                  <a:off x="2159708" y="1673340"/>
                  <a:ext cx="548339" cy="160943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30" name="Freeform 929">
                  <a:extLst>
                    <a:ext uri="{FF2B5EF4-FFF2-40B4-BE49-F238E27FC236}">
                      <a16:creationId xmlns:a16="http://schemas.microsoft.com/office/drawing/2014/main" id="{0147F8D3-CAD7-8542-B967-4F72DDDE3A54}"/>
                    </a:ext>
                  </a:extLst>
                </p:cNvPr>
                <p:cNvSpPr/>
                <p:nvPr/>
              </p:nvSpPr>
              <p:spPr bwMode="auto">
                <a:xfrm>
                  <a:off x="2102655" y="1633103"/>
                  <a:ext cx="662444" cy="111241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31" name="Freeform 930">
                  <a:extLst>
                    <a:ext uri="{FF2B5EF4-FFF2-40B4-BE49-F238E27FC236}">
                      <a16:creationId xmlns:a16="http://schemas.microsoft.com/office/drawing/2014/main" id="{AAF1E1A5-D576-1A4A-9BFD-6C323830CFC5}"/>
                    </a:ext>
                  </a:extLst>
                </p:cNvPr>
                <p:cNvSpPr/>
                <p:nvPr/>
              </p:nvSpPr>
              <p:spPr bwMode="auto">
                <a:xfrm>
                  <a:off x="2536889" y="1727776"/>
                  <a:ext cx="244057" cy="97040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32" name="Freeform 931">
                  <a:extLst>
                    <a:ext uri="{FF2B5EF4-FFF2-40B4-BE49-F238E27FC236}">
                      <a16:creationId xmlns:a16="http://schemas.microsoft.com/office/drawing/2014/main" id="{00B23D7F-A468-7B41-B882-C74692A46B5A}"/>
                    </a:ext>
                  </a:extLst>
                </p:cNvPr>
                <p:cNvSpPr/>
                <p:nvPr/>
              </p:nvSpPr>
              <p:spPr bwMode="auto">
                <a:xfrm>
                  <a:off x="2089977" y="1730144"/>
                  <a:ext cx="240888" cy="97039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933" name="Straight Connector 932">
                  <a:extLst>
                    <a:ext uri="{FF2B5EF4-FFF2-40B4-BE49-F238E27FC236}">
                      <a16:creationId xmlns:a16="http://schemas.microsoft.com/office/drawing/2014/main" id="{A710DADF-5A66-4E4D-9212-3DB6E5790B57}"/>
                    </a:ext>
                  </a:extLst>
                </p:cNvPr>
                <p:cNvCxnSpPr>
                  <a:endCxn id="928" idx="2"/>
                </p:cNvCxnSpPr>
                <p:nvPr/>
              </p:nvCxnSpPr>
              <p:spPr bwMode="auto">
                <a:xfrm flipH="1" flipV="1">
                  <a:off x="1871277" y="1737243"/>
                  <a:ext cx="3169" cy="12307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934" name="Straight Connector 933">
                  <a:extLst>
                    <a:ext uri="{FF2B5EF4-FFF2-40B4-BE49-F238E27FC236}">
                      <a16:creationId xmlns:a16="http://schemas.microsoft.com/office/drawing/2014/main" id="{59A3775F-4767-2F47-9662-6CCEC729A7A8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2996477" y="1734877"/>
                  <a:ext cx="3171" cy="12307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</p:grpSp>
        <p:grpSp>
          <p:nvGrpSpPr>
            <p:cNvPr id="857" name="Group 856">
              <a:extLst>
                <a:ext uri="{FF2B5EF4-FFF2-40B4-BE49-F238E27FC236}">
                  <a16:creationId xmlns:a16="http://schemas.microsoft.com/office/drawing/2014/main" id="{54A52462-5258-B74E-939D-5568EFF6BF9A}"/>
                </a:ext>
              </a:extLst>
            </p:cNvPr>
            <p:cNvGrpSpPr/>
            <p:nvPr/>
          </p:nvGrpSpPr>
          <p:grpSpPr>
            <a:xfrm>
              <a:off x="4990227" y="3046752"/>
              <a:ext cx="3116606" cy="1053561"/>
              <a:chOff x="4990227" y="2877416"/>
              <a:chExt cx="3116606" cy="1053561"/>
            </a:xfrm>
          </p:grpSpPr>
          <p:sp>
            <p:nvSpPr>
              <p:cNvPr id="876" name="Rectangle 875">
                <a:extLst>
                  <a:ext uri="{FF2B5EF4-FFF2-40B4-BE49-F238E27FC236}">
                    <a16:creationId xmlns:a16="http://schemas.microsoft.com/office/drawing/2014/main" id="{A13ADE3B-72C2-1D43-B7E3-53ACC236F401}"/>
                  </a:ext>
                </a:extLst>
              </p:cNvPr>
              <p:cNvSpPr/>
              <p:nvPr/>
            </p:nvSpPr>
            <p:spPr bwMode="auto">
              <a:xfrm>
                <a:off x="5418665" y="2913389"/>
                <a:ext cx="2688168" cy="1017588"/>
              </a:xfrm>
              <a:prstGeom prst="rect">
                <a:avLst/>
              </a:prstGeom>
              <a:solidFill>
                <a:srgbClr val="2D2DB9">
                  <a:lumMod val="20000"/>
                  <a:lumOff val="80000"/>
                </a:srgbClr>
              </a:solidFill>
              <a:ln w="317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877" name="Freeform 876">
                <a:extLst>
                  <a:ext uri="{FF2B5EF4-FFF2-40B4-BE49-F238E27FC236}">
                    <a16:creationId xmlns:a16="http://schemas.microsoft.com/office/drawing/2014/main" id="{8479C132-9D4A-964F-A8E8-7EB2EAA9863B}"/>
                  </a:ext>
                </a:extLst>
              </p:cNvPr>
              <p:cNvSpPr/>
              <p:nvPr/>
            </p:nvSpPr>
            <p:spPr bwMode="auto">
              <a:xfrm>
                <a:off x="5218221" y="2877416"/>
                <a:ext cx="213773" cy="1028160"/>
              </a:xfrm>
              <a:custGeom>
                <a:avLst/>
                <a:gdLst>
                  <a:gd name="connsiteX0" fmla="*/ 0 w 312616"/>
                  <a:gd name="connsiteY0" fmla="*/ 644770 h 1367693"/>
                  <a:gd name="connsiteX1" fmla="*/ 312616 w 312616"/>
                  <a:gd name="connsiteY1" fmla="*/ 0 h 1367693"/>
                  <a:gd name="connsiteX2" fmla="*/ 312616 w 312616"/>
                  <a:gd name="connsiteY2" fmla="*/ 1016000 h 1367693"/>
                  <a:gd name="connsiteX3" fmla="*/ 117231 w 312616"/>
                  <a:gd name="connsiteY3" fmla="*/ 1367693 h 1367693"/>
                  <a:gd name="connsiteX4" fmla="*/ 0 w 312616"/>
                  <a:gd name="connsiteY4" fmla="*/ 644770 h 1367693"/>
                  <a:gd name="connsiteX0" fmla="*/ 0 w 199855"/>
                  <a:gd name="connsiteY0" fmla="*/ 733787 h 1367693"/>
                  <a:gd name="connsiteX1" fmla="*/ 199855 w 199855"/>
                  <a:gd name="connsiteY1" fmla="*/ 0 h 1367693"/>
                  <a:gd name="connsiteX2" fmla="*/ 199855 w 199855"/>
                  <a:gd name="connsiteY2" fmla="*/ 1016000 h 1367693"/>
                  <a:gd name="connsiteX3" fmla="*/ 4470 w 199855"/>
                  <a:gd name="connsiteY3" fmla="*/ 1367693 h 1367693"/>
                  <a:gd name="connsiteX4" fmla="*/ 0 w 199855"/>
                  <a:gd name="connsiteY4" fmla="*/ 733787 h 1367693"/>
                  <a:gd name="connsiteX0" fmla="*/ 25203 w 225058"/>
                  <a:gd name="connsiteY0" fmla="*/ 733787 h 1361758"/>
                  <a:gd name="connsiteX1" fmla="*/ 225058 w 225058"/>
                  <a:gd name="connsiteY1" fmla="*/ 0 h 1361758"/>
                  <a:gd name="connsiteX2" fmla="*/ 225058 w 225058"/>
                  <a:gd name="connsiteY2" fmla="*/ 1016000 h 1361758"/>
                  <a:gd name="connsiteX3" fmla="*/ 0 w 225058"/>
                  <a:gd name="connsiteY3" fmla="*/ 1361758 h 1361758"/>
                  <a:gd name="connsiteX4" fmla="*/ 25203 w 225058"/>
                  <a:gd name="connsiteY4" fmla="*/ 733787 h 1361758"/>
                  <a:gd name="connsiteX0" fmla="*/ 25203 w 230992"/>
                  <a:gd name="connsiteY0" fmla="*/ 787197 h 1415168"/>
                  <a:gd name="connsiteX1" fmla="*/ 230992 w 230992"/>
                  <a:gd name="connsiteY1" fmla="*/ 0 h 1415168"/>
                  <a:gd name="connsiteX2" fmla="*/ 225058 w 230992"/>
                  <a:gd name="connsiteY2" fmla="*/ 1069410 h 1415168"/>
                  <a:gd name="connsiteX3" fmla="*/ 0 w 230992"/>
                  <a:gd name="connsiteY3" fmla="*/ 1415168 h 1415168"/>
                  <a:gd name="connsiteX4" fmla="*/ 25203 w 230992"/>
                  <a:gd name="connsiteY4" fmla="*/ 787197 h 1415168"/>
                  <a:gd name="connsiteX0" fmla="*/ 0 w 205789"/>
                  <a:gd name="connsiteY0" fmla="*/ 787197 h 1427037"/>
                  <a:gd name="connsiteX1" fmla="*/ 205789 w 205789"/>
                  <a:gd name="connsiteY1" fmla="*/ 0 h 1427037"/>
                  <a:gd name="connsiteX2" fmla="*/ 199855 w 205789"/>
                  <a:gd name="connsiteY2" fmla="*/ 1069410 h 1427037"/>
                  <a:gd name="connsiteX3" fmla="*/ 4471 w 205789"/>
                  <a:gd name="connsiteY3" fmla="*/ 1427037 h 1427037"/>
                  <a:gd name="connsiteX4" fmla="*/ 0 w 205789"/>
                  <a:gd name="connsiteY4" fmla="*/ 787197 h 1427037"/>
                  <a:gd name="connsiteX0" fmla="*/ 0 w 199855"/>
                  <a:gd name="connsiteY0" fmla="*/ 745656 h 1385496"/>
                  <a:gd name="connsiteX1" fmla="*/ 193920 w 199855"/>
                  <a:gd name="connsiteY1" fmla="*/ 0 h 1385496"/>
                  <a:gd name="connsiteX2" fmla="*/ 199855 w 199855"/>
                  <a:gd name="connsiteY2" fmla="*/ 1027869 h 1385496"/>
                  <a:gd name="connsiteX3" fmla="*/ 4471 w 199855"/>
                  <a:gd name="connsiteY3" fmla="*/ 1385496 h 1385496"/>
                  <a:gd name="connsiteX4" fmla="*/ 0 w 199855"/>
                  <a:gd name="connsiteY4" fmla="*/ 745656 h 1385496"/>
                  <a:gd name="connsiteX0" fmla="*/ 20385 w 220240"/>
                  <a:gd name="connsiteY0" fmla="*/ 745656 h 1058154"/>
                  <a:gd name="connsiteX1" fmla="*/ 214305 w 220240"/>
                  <a:gd name="connsiteY1" fmla="*/ 0 h 1058154"/>
                  <a:gd name="connsiteX2" fmla="*/ 220240 w 220240"/>
                  <a:gd name="connsiteY2" fmla="*/ 1027869 h 1058154"/>
                  <a:gd name="connsiteX3" fmla="*/ 68 w 220240"/>
                  <a:gd name="connsiteY3" fmla="*/ 986902 h 1058154"/>
                  <a:gd name="connsiteX4" fmla="*/ 20385 w 220240"/>
                  <a:gd name="connsiteY4" fmla="*/ 745656 h 1058154"/>
                  <a:gd name="connsiteX0" fmla="*/ 20385 w 220240"/>
                  <a:gd name="connsiteY0" fmla="*/ 745656 h 1068836"/>
                  <a:gd name="connsiteX1" fmla="*/ 214305 w 220240"/>
                  <a:gd name="connsiteY1" fmla="*/ 0 h 1068836"/>
                  <a:gd name="connsiteX2" fmla="*/ 220240 w 220240"/>
                  <a:gd name="connsiteY2" fmla="*/ 1027869 h 1068836"/>
                  <a:gd name="connsiteX3" fmla="*/ 68 w 220240"/>
                  <a:gd name="connsiteY3" fmla="*/ 986902 h 1068836"/>
                  <a:gd name="connsiteX4" fmla="*/ 20385 w 220240"/>
                  <a:gd name="connsiteY4" fmla="*/ 745656 h 1068836"/>
                  <a:gd name="connsiteX0" fmla="*/ 15446 w 215301"/>
                  <a:gd name="connsiteY0" fmla="*/ 745656 h 1057581"/>
                  <a:gd name="connsiteX1" fmla="*/ 209366 w 215301"/>
                  <a:gd name="connsiteY1" fmla="*/ 0 h 1057581"/>
                  <a:gd name="connsiteX2" fmla="*/ 215301 w 215301"/>
                  <a:gd name="connsiteY2" fmla="*/ 1027869 h 1057581"/>
                  <a:gd name="connsiteX3" fmla="*/ 87 w 215301"/>
                  <a:gd name="connsiteY3" fmla="*/ 888484 h 1057581"/>
                  <a:gd name="connsiteX4" fmla="*/ 15446 w 215301"/>
                  <a:gd name="connsiteY4" fmla="*/ 745656 h 1057581"/>
                  <a:gd name="connsiteX0" fmla="*/ 15446 w 215301"/>
                  <a:gd name="connsiteY0" fmla="*/ 745656 h 1063397"/>
                  <a:gd name="connsiteX1" fmla="*/ 209366 w 215301"/>
                  <a:gd name="connsiteY1" fmla="*/ 0 h 1063397"/>
                  <a:gd name="connsiteX2" fmla="*/ 215301 w 215301"/>
                  <a:gd name="connsiteY2" fmla="*/ 1027869 h 1063397"/>
                  <a:gd name="connsiteX3" fmla="*/ 87 w 215301"/>
                  <a:gd name="connsiteY3" fmla="*/ 888484 h 1063397"/>
                  <a:gd name="connsiteX4" fmla="*/ 15446 w 215301"/>
                  <a:gd name="connsiteY4" fmla="*/ 745656 h 1063397"/>
                  <a:gd name="connsiteX0" fmla="*/ 15446 w 215301"/>
                  <a:gd name="connsiteY0" fmla="*/ 745656 h 1027869"/>
                  <a:gd name="connsiteX1" fmla="*/ 209366 w 215301"/>
                  <a:gd name="connsiteY1" fmla="*/ 0 h 1027869"/>
                  <a:gd name="connsiteX2" fmla="*/ 215301 w 215301"/>
                  <a:gd name="connsiteY2" fmla="*/ 1027869 h 1027869"/>
                  <a:gd name="connsiteX3" fmla="*/ 87 w 215301"/>
                  <a:gd name="connsiteY3" fmla="*/ 888484 h 1027869"/>
                  <a:gd name="connsiteX4" fmla="*/ 15446 w 215301"/>
                  <a:gd name="connsiteY4" fmla="*/ 745656 h 10278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15301" h="1027869">
                    <a:moveTo>
                      <a:pt x="15446" y="745656"/>
                    </a:moveTo>
                    <a:lnTo>
                      <a:pt x="209366" y="0"/>
                    </a:lnTo>
                    <a:cubicBezTo>
                      <a:pt x="211344" y="342623"/>
                      <a:pt x="213323" y="685246"/>
                      <a:pt x="215301" y="1027869"/>
                    </a:cubicBezTo>
                    <a:cubicBezTo>
                      <a:pt x="115469" y="960083"/>
                      <a:pt x="99918" y="931665"/>
                      <a:pt x="87" y="888484"/>
                    </a:cubicBezTo>
                    <a:cubicBezTo>
                      <a:pt x="-1403" y="675204"/>
                      <a:pt x="16936" y="958936"/>
                      <a:pt x="15446" y="745656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FFFFFF">
                      <a:lumMod val="95000"/>
                    </a:srgbClr>
                  </a:gs>
                  <a:gs pos="100000">
                    <a:srgbClr val="2D2DB9">
                      <a:lumMod val="20000"/>
                      <a:lumOff val="80000"/>
                    </a:srgbClr>
                  </a:gs>
                </a:gsLst>
                <a:lin ang="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grpSp>
            <p:nvGrpSpPr>
              <p:cNvPr id="878" name="Group 950">
                <a:extLst>
                  <a:ext uri="{FF2B5EF4-FFF2-40B4-BE49-F238E27FC236}">
                    <a16:creationId xmlns:a16="http://schemas.microsoft.com/office/drawing/2014/main" id="{6265B51A-C625-0E46-B1CD-1B0CC4EAE2D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990227" y="3351862"/>
                <a:ext cx="251561" cy="564103"/>
                <a:chOff x="4140" y="429"/>
                <a:chExt cx="1425" cy="2396"/>
              </a:xfrm>
            </p:grpSpPr>
            <p:sp>
              <p:nvSpPr>
                <p:cNvPr id="880" name="Freeform 951">
                  <a:extLst>
                    <a:ext uri="{FF2B5EF4-FFF2-40B4-BE49-F238E27FC236}">
                      <a16:creationId xmlns:a16="http://schemas.microsoft.com/office/drawing/2014/main" id="{A5BA354F-B231-C647-9049-264E94760E6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68" y="433"/>
                  <a:ext cx="283" cy="2286"/>
                </a:xfrm>
                <a:custGeom>
                  <a:avLst/>
                  <a:gdLst>
                    <a:gd name="T0" fmla="*/ 3 w 354"/>
                    <a:gd name="T1" fmla="*/ 0 h 2742"/>
                    <a:gd name="T2" fmla="*/ 15 w 354"/>
                    <a:gd name="T3" fmla="*/ 27 h 2742"/>
                    <a:gd name="T4" fmla="*/ 15 w 354"/>
                    <a:gd name="T5" fmla="*/ 205 h 2742"/>
                    <a:gd name="T6" fmla="*/ 0 w 354"/>
                    <a:gd name="T7" fmla="*/ 215 h 2742"/>
                    <a:gd name="T8" fmla="*/ 3 w 354"/>
                    <a:gd name="T9" fmla="*/ 0 h 27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4"/>
                    <a:gd name="T16" fmla="*/ 0 h 2742"/>
                    <a:gd name="T17" fmla="*/ 354 w 354"/>
                    <a:gd name="T18" fmla="*/ 2742 h 27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4" h="2742">
                      <a:moveTo>
                        <a:pt x="63" y="0"/>
                      </a:moveTo>
                      <a:lnTo>
                        <a:pt x="354" y="339"/>
                      </a:lnTo>
                      <a:lnTo>
                        <a:pt x="346" y="2624"/>
                      </a:lnTo>
                      <a:lnTo>
                        <a:pt x="0" y="2742"/>
                      </a:lnTo>
                      <a:lnTo>
                        <a:pt x="6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881" name="Rectangle 952">
                  <a:extLst>
                    <a:ext uri="{FF2B5EF4-FFF2-40B4-BE49-F238E27FC236}">
                      <a16:creationId xmlns:a16="http://schemas.microsoft.com/office/drawing/2014/main" id="{4CD802A5-F6DB-4B4A-9C9B-E57940A6AE2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429"/>
                  <a:ext cx="1046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882" name="Freeform 953">
                  <a:extLst>
                    <a:ext uri="{FF2B5EF4-FFF2-40B4-BE49-F238E27FC236}">
                      <a16:creationId xmlns:a16="http://schemas.microsoft.com/office/drawing/2014/main" id="{79259F7C-2EC8-F74E-9E7F-4095E5E5CFD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21" y="570"/>
                  <a:ext cx="169" cy="2115"/>
                </a:xfrm>
                <a:custGeom>
                  <a:avLst/>
                  <a:gdLst>
                    <a:gd name="T0" fmla="*/ 2 w 211"/>
                    <a:gd name="T1" fmla="*/ 0 h 2537"/>
                    <a:gd name="T2" fmla="*/ 9 w 211"/>
                    <a:gd name="T3" fmla="*/ 18 h 2537"/>
                    <a:gd name="T4" fmla="*/ 2 w 211"/>
                    <a:gd name="T5" fmla="*/ 196 h 2537"/>
                    <a:gd name="T6" fmla="*/ 2 w 211"/>
                    <a:gd name="T7" fmla="*/ 0 h 2537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11"/>
                    <a:gd name="T13" fmla="*/ 0 h 2537"/>
                    <a:gd name="T14" fmla="*/ 211 w 211"/>
                    <a:gd name="T15" fmla="*/ 2537 h 2537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1" h="2537">
                      <a:moveTo>
                        <a:pt x="7" y="0"/>
                      </a:moveTo>
                      <a:cubicBezTo>
                        <a:pt x="7" y="0"/>
                        <a:pt x="57" y="28"/>
                        <a:pt x="211" y="218"/>
                      </a:cubicBezTo>
                      <a:cubicBezTo>
                        <a:pt x="0" y="1229"/>
                        <a:pt x="41" y="2537"/>
                        <a:pt x="7" y="2501"/>
                      </a:cubicBezTo>
                      <a:lnTo>
                        <a:pt x="7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808080"/>
                    </a:gs>
                    <a:gs pos="100000">
                      <a:srgbClr val="F8F8F8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883" name="Freeform 954">
                  <a:extLst>
                    <a:ext uri="{FF2B5EF4-FFF2-40B4-BE49-F238E27FC236}">
                      <a16:creationId xmlns:a16="http://schemas.microsoft.com/office/drawing/2014/main" id="{451FA157-6D0F-9145-8122-26E1DA1A236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4" y="1640"/>
                  <a:ext cx="263" cy="189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1 h 226"/>
                    <a:gd name="T4" fmla="*/ 14 w 328"/>
                    <a:gd name="T5" fmla="*/ 19 h 226"/>
                    <a:gd name="T6" fmla="*/ 0 w 328"/>
                    <a:gd name="T7" fmla="*/ 8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884" name="Rectangle 955">
                  <a:extLst>
                    <a:ext uri="{FF2B5EF4-FFF2-40B4-BE49-F238E27FC236}">
                      <a16:creationId xmlns:a16="http://schemas.microsoft.com/office/drawing/2014/main" id="{C2607605-6DA4-EE4D-8DD3-849C75A0567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690"/>
                  <a:ext cx="598" cy="47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grpSp>
              <p:nvGrpSpPr>
                <p:cNvPr id="885" name="Group 956">
                  <a:extLst>
                    <a:ext uri="{FF2B5EF4-FFF2-40B4-BE49-F238E27FC236}">
                      <a16:creationId xmlns:a16="http://schemas.microsoft.com/office/drawing/2014/main" id="{9869AF7B-AAFD-8D4B-8E7F-90CCD3755626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9" y="668"/>
                  <a:ext cx="581" cy="145"/>
                  <a:chOff x="614" y="2568"/>
                  <a:chExt cx="725" cy="139"/>
                </a:xfrm>
              </p:grpSpPr>
              <p:sp>
                <p:nvSpPr>
                  <p:cNvPr id="910" name="AutoShape 957">
                    <a:extLst>
                      <a:ext uri="{FF2B5EF4-FFF2-40B4-BE49-F238E27FC236}">
                        <a16:creationId xmlns:a16="http://schemas.microsoft.com/office/drawing/2014/main" id="{C9AB02AE-DBB7-4942-87E6-03EAC872AF5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66"/>
                    <a:ext cx="721" cy="14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911" name="AutoShape 958">
                    <a:extLst>
                      <a:ext uri="{FF2B5EF4-FFF2-40B4-BE49-F238E27FC236}">
                        <a16:creationId xmlns:a16="http://schemas.microsoft.com/office/drawing/2014/main" id="{A1397CEF-8A99-9C43-984B-80BD60AFF6D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1"/>
                    <a:ext cx="696" cy="114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sp>
              <p:nvSpPr>
                <p:cNvPr id="886" name="Rectangle 959">
                  <a:extLst>
                    <a:ext uri="{FF2B5EF4-FFF2-40B4-BE49-F238E27FC236}">
                      <a16:creationId xmlns:a16="http://schemas.microsoft.com/office/drawing/2014/main" id="{E8594A77-9042-2641-ABFC-F29E8FF40D5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022"/>
                  <a:ext cx="598" cy="47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grpSp>
              <p:nvGrpSpPr>
                <p:cNvPr id="887" name="Group 960">
                  <a:extLst>
                    <a:ext uri="{FF2B5EF4-FFF2-40B4-BE49-F238E27FC236}">
                      <a16:creationId xmlns:a16="http://schemas.microsoft.com/office/drawing/2014/main" id="{1262AD39-4096-D741-A742-CED9CF146D7C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7" y="994"/>
                  <a:ext cx="581" cy="134"/>
                  <a:chOff x="614" y="2568"/>
                  <a:chExt cx="725" cy="139"/>
                </a:xfrm>
              </p:grpSpPr>
              <p:sp>
                <p:nvSpPr>
                  <p:cNvPr id="908" name="AutoShape 961">
                    <a:extLst>
                      <a:ext uri="{FF2B5EF4-FFF2-40B4-BE49-F238E27FC236}">
                        <a16:creationId xmlns:a16="http://schemas.microsoft.com/office/drawing/2014/main" id="{59E4897D-95E8-2A4B-9BA9-0B7172ED7B8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5" y="2564"/>
                    <a:ext cx="721" cy="139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909" name="AutoShape 962">
                    <a:extLst>
                      <a:ext uri="{FF2B5EF4-FFF2-40B4-BE49-F238E27FC236}">
                        <a16:creationId xmlns:a16="http://schemas.microsoft.com/office/drawing/2014/main" id="{2382242C-86DC-C04B-94D5-2B4545FC2AD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8" y="2581"/>
                    <a:ext cx="696" cy="107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sp>
              <p:nvSpPr>
                <p:cNvPr id="888" name="Rectangle 963">
                  <a:extLst>
                    <a:ext uri="{FF2B5EF4-FFF2-40B4-BE49-F238E27FC236}">
                      <a16:creationId xmlns:a16="http://schemas.microsoft.com/office/drawing/2014/main" id="{CBBEA7CF-B701-8748-AA95-11773F0862F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354"/>
                  <a:ext cx="598" cy="47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889" name="Rectangle 964">
                  <a:extLst>
                    <a:ext uri="{FF2B5EF4-FFF2-40B4-BE49-F238E27FC236}">
                      <a16:creationId xmlns:a16="http://schemas.microsoft.com/office/drawing/2014/main" id="{2840794F-AC07-854C-A963-38CAEB85943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30" y="1655"/>
                  <a:ext cx="598" cy="47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grpSp>
              <p:nvGrpSpPr>
                <p:cNvPr id="890" name="Group 965">
                  <a:extLst>
                    <a:ext uri="{FF2B5EF4-FFF2-40B4-BE49-F238E27FC236}">
                      <a16:creationId xmlns:a16="http://schemas.microsoft.com/office/drawing/2014/main" id="{00D85896-AE73-FC4F-A921-B401C2ABE627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5" y="1627"/>
                  <a:ext cx="582" cy="151"/>
                  <a:chOff x="614" y="2568"/>
                  <a:chExt cx="725" cy="139"/>
                </a:xfrm>
              </p:grpSpPr>
              <p:sp>
                <p:nvSpPr>
                  <p:cNvPr id="906" name="AutoShape 966">
                    <a:extLst>
                      <a:ext uri="{FF2B5EF4-FFF2-40B4-BE49-F238E27FC236}">
                        <a16:creationId xmlns:a16="http://schemas.microsoft.com/office/drawing/2014/main" id="{924B40FA-21E3-834D-911F-D56CADE5ECA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8" y="2586"/>
                    <a:ext cx="720" cy="12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907" name="AutoShape 967">
                    <a:extLst>
                      <a:ext uri="{FF2B5EF4-FFF2-40B4-BE49-F238E27FC236}">
                        <a16:creationId xmlns:a16="http://schemas.microsoft.com/office/drawing/2014/main" id="{47F8F0C4-6D37-9543-9F00-43D5F28FB2C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30" y="2586"/>
                    <a:ext cx="695" cy="109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sp>
              <p:nvSpPr>
                <p:cNvPr id="891" name="Freeform 968">
                  <a:extLst>
                    <a:ext uri="{FF2B5EF4-FFF2-40B4-BE49-F238E27FC236}">
                      <a16:creationId xmlns:a16="http://schemas.microsoft.com/office/drawing/2014/main" id="{1DAD0535-0585-3A48-B18F-8CFD540ADB7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8" y="1354"/>
                  <a:ext cx="263" cy="188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0 h 226"/>
                    <a:gd name="T4" fmla="*/ 14 w 328"/>
                    <a:gd name="T5" fmla="*/ 17 h 226"/>
                    <a:gd name="T6" fmla="*/ 0 w 328"/>
                    <a:gd name="T7" fmla="*/ 7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grpSp>
              <p:nvGrpSpPr>
                <p:cNvPr id="892" name="Group 969">
                  <a:extLst>
                    <a:ext uri="{FF2B5EF4-FFF2-40B4-BE49-F238E27FC236}">
                      <a16:creationId xmlns:a16="http://schemas.microsoft.com/office/drawing/2014/main" id="{66D816ED-1F9A-D04E-95EE-62CBF7E44ED1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9" y="1327"/>
                  <a:ext cx="582" cy="139"/>
                  <a:chOff x="614" y="2568"/>
                  <a:chExt cx="725" cy="139"/>
                </a:xfrm>
              </p:grpSpPr>
              <p:sp>
                <p:nvSpPr>
                  <p:cNvPr id="904" name="AutoShape 970">
                    <a:extLst>
                      <a:ext uri="{FF2B5EF4-FFF2-40B4-BE49-F238E27FC236}">
                        <a16:creationId xmlns:a16="http://schemas.microsoft.com/office/drawing/2014/main" id="{8C0B4415-0AC2-3945-92F3-A694CD6600D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71"/>
                    <a:ext cx="732" cy="13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905" name="AutoShape 971">
                    <a:extLst>
                      <a:ext uri="{FF2B5EF4-FFF2-40B4-BE49-F238E27FC236}">
                        <a16:creationId xmlns:a16="http://schemas.microsoft.com/office/drawing/2014/main" id="{0B3FE1DC-EC1B-BE41-BD3D-DA207D617D5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7"/>
                    <a:ext cx="720" cy="103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sp>
              <p:nvSpPr>
                <p:cNvPr id="893" name="Rectangle 972">
                  <a:extLst>
                    <a:ext uri="{FF2B5EF4-FFF2-40B4-BE49-F238E27FC236}">
                      <a16:creationId xmlns:a16="http://schemas.microsoft.com/office/drawing/2014/main" id="{D76687F0-DEBC-0F4A-B4AF-5C24DB379F8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46" y="429"/>
                  <a:ext cx="70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33"/>
                    </a:gs>
                    <a:gs pos="5000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894" name="Freeform 973">
                  <a:extLst>
                    <a:ext uri="{FF2B5EF4-FFF2-40B4-BE49-F238E27FC236}">
                      <a16:creationId xmlns:a16="http://schemas.microsoft.com/office/drawing/2014/main" id="{9E9FD877-5F4F-754A-87E4-3CF2A2B8681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2" y="1007"/>
                  <a:ext cx="237" cy="213"/>
                </a:xfrm>
                <a:custGeom>
                  <a:avLst/>
                  <a:gdLst>
                    <a:gd name="T0" fmla="*/ 2 w 296"/>
                    <a:gd name="T1" fmla="*/ 0 h 256"/>
                    <a:gd name="T2" fmla="*/ 14 w 296"/>
                    <a:gd name="T3" fmla="*/ 10 h 256"/>
                    <a:gd name="T4" fmla="*/ 14 w 296"/>
                    <a:gd name="T5" fmla="*/ 19 h 256"/>
                    <a:gd name="T6" fmla="*/ 0 w 296"/>
                    <a:gd name="T7" fmla="*/ 7 h 256"/>
                    <a:gd name="T8" fmla="*/ 2 w 296"/>
                    <a:gd name="T9" fmla="*/ 0 h 25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6"/>
                    <a:gd name="T16" fmla="*/ 0 h 256"/>
                    <a:gd name="T17" fmla="*/ 296 w 296"/>
                    <a:gd name="T18" fmla="*/ 256 h 25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6" h="256">
                      <a:moveTo>
                        <a:pt x="4" y="0"/>
                      </a:moveTo>
                      <a:cubicBezTo>
                        <a:pt x="55" y="10"/>
                        <a:pt x="144" y="68"/>
                        <a:pt x="292" y="144"/>
                      </a:cubicBezTo>
                      <a:cubicBezTo>
                        <a:pt x="290" y="178"/>
                        <a:pt x="296" y="188"/>
                        <a:pt x="296" y="256"/>
                      </a:cubicBezTo>
                      <a:cubicBezTo>
                        <a:pt x="296" y="256"/>
                        <a:pt x="160" y="176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895" name="Freeform 974">
                  <a:extLst>
                    <a:ext uri="{FF2B5EF4-FFF2-40B4-BE49-F238E27FC236}">
                      <a16:creationId xmlns:a16="http://schemas.microsoft.com/office/drawing/2014/main" id="{42A0B2EC-7CC7-B240-8E62-08161F36999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5" y="680"/>
                  <a:ext cx="244" cy="240"/>
                </a:xfrm>
                <a:custGeom>
                  <a:avLst/>
                  <a:gdLst>
                    <a:gd name="T0" fmla="*/ 0 w 304"/>
                    <a:gd name="T1" fmla="*/ 0 h 288"/>
                    <a:gd name="T2" fmla="*/ 14 w 304"/>
                    <a:gd name="T3" fmla="*/ 13 h 288"/>
                    <a:gd name="T4" fmla="*/ 13 w 304"/>
                    <a:gd name="T5" fmla="*/ 23 h 288"/>
                    <a:gd name="T6" fmla="*/ 2 w 304"/>
                    <a:gd name="T7" fmla="*/ 10 h 288"/>
                    <a:gd name="T8" fmla="*/ 0 w 304"/>
                    <a:gd name="T9" fmla="*/ 0 h 28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4"/>
                    <a:gd name="T16" fmla="*/ 0 h 288"/>
                    <a:gd name="T17" fmla="*/ 304 w 304"/>
                    <a:gd name="T18" fmla="*/ 288 h 28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4" h="288">
                      <a:moveTo>
                        <a:pt x="0" y="0"/>
                      </a:moveTo>
                      <a:cubicBezTo>
                        <a:pt x="51" y="10"/>
                        <a:pt x="148" y="76"/>
                        <a:pt x="304" y="164"/>
                      </a:cubicBezTo>
                      <a:cubicBezTo>
                        <a:pt x="302" y="198"/>
                        <a:pt x="284" y="220"/>
                        <a:pt x="284" y="288"/>
                      </a:cubicBezTo>
                      <a:cubicBezTo>
                        <a:pt x="284" y="288"/>
                        <a:pt x="163" y="179"/>
                        <a:pt x="8" y="124"/>
                      </a:cubicBezTo>
                      <a:cubicBezTo>
                        <a:pt x="8" y="72"/>
                        <a:pt x="0" y="17"/>
                        <a:pt x="0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896" name="Oval 975">
                  <a:extLst>
                    <a:ext uri="{FF2B5EF4-FFF2-40B4-BE49-F238E27FC236}">
                      <a16:creationId xmlns:a16="http://schemas.microsoft.com/office/drawing/2014/main" id="{924FB68E-8166-014C-89D3-D4305C34F3C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515" y="2611"/>
                  <a:ext cx="50" cy="95"/>
                </a:xfrm>
                <a:prstGeom prst="ellipse">
                  <a:avLst/>
                </a:pr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897" name="Freeform 976">
                  <a:extLst>
                    <a:ext uri="{FF2B5EF4-FFF2-40B4-BE49-F238E27FC236}">
                      <a16:creationId xmlns:a16="http://schemas.microsoft.com/office/drawing/2014/main" id="{97FE5EBC-22BA-6044-8980-CAE03081207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02" y="2614"/>
                  <a:ext cx="245" cy="200"/>
                </a:xfrm>
                <a:custGeom>
                  <a:avLst/>
                  <a:gdLst>
                    <a:gd name="T0" fmla="*/ 0 w 306"/>
                    <a:gd name="T1" fmla="*/ 9 h 240"/>
                    <a:gd name="T2" fmla="*/ 2 w 306"/>
                    <a:gd name="T3" fmla="*/ 19 h 240"/>
                    <a:gd name="T4" fmla="*/ 14 w 306"/>
                    <a:gd name="T5" fmla="*/ 9 h 240"/>
                    <a:gd name="T6" fmla="*/ 14 w 306"/>
                    <a:gd name="T7" fmla="*/ 0 h 240"/>
                    <a:gd name="T8" fmla="*/ 0 w 306"/>
                    <a:gd name="T9" fmla="*/ 9 h 24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6"/>
                    <a:gd name="T16" fmla="*/ 0 h 240"/>
                    <a:gd name="T17" fmla="*/ 306 w 306"/>
                    <a:gd name="T18" fmla="*/ 240 h 24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6" h="240">
                      <a:moveTo>
                        <a:pt x="0" y="106"/>
                      </a:moveTo>
                      <a:lnTo>
                        <a:pt x="2" y="240"/>
                      </a:lnTo>
                      <a:lnTo>
                        <a:pt x="306" y="110"/>
                      </a:lnTo>
                      <a:lnTo>
                        <a:pt x="300" y="0"/>
                      </a:lnTo>
                      <a:lnTo>
                        <a:pt x="0" y="106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898" name="AutoShape 977">
                  <a:extLst>
                    <a:ext uri="{FF2B5EF4-FFF2-40B4-BE49-F238E27FC236}">
                      <a16:creationId xmlns:a16="http://schemas.microsoft.com/office/drawing/2014/main" id="{A5F87333-9B58-984B-975F-83AEC148248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140" y="2675"/>
                  <a:ext cx="1196" cy="150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DDDDDD"/>
                </a:solidFill>
                <a:ln w="9525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899" name="AutoShape 978">
                  <a:extLst>
                    <a:ext uri="{FF2B5EF4-FFF2-40B4-BE49-F238E27FC236}">
                      <a16:creationId xmlns:a16="http://schemas.microsoft.com/office/drawing/2014/main" id="{A819AAE6-0355-8D4F-8137-BD2B7A2B727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2714"/>
                  <a:ext cx="1066" cy="7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00"/>
                    </a:gs>
                    <a:gs pos="100000">
                      <a:srgbClr val="808080"/>
                    </a:gs>
                  </a:gsLst>
                  <a:lin ang="0" scaled="1"/>
                </a:gradFill>
                <a:ln w="9525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900" name="Oval 979">
                  <a:extLst>
                    <a:ext uri="{FF2B5EF4-FFF2-40B4-BE49-F238E27FC236}">
                      <a16:creationId xmlns:a16="http://schemas.microsoft.com/office/drawing/2014/main" id="{7425A734-37C7-AE46-A20A-FA4A5976715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309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901" name="Oval 980">
                  <a:extLst>
                    <a:ext uri="{FF2B5EF4-FFF2-40B4-BE49-F238E27FC236}">
                      <a16:creationId xmlns:a16="http://schemas.microsoft.com/office/drawing/2014/main" id="{820B07E3-33AF-1341-B1D5-46C41ACB743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489" y="2382"/>
                  <a:ext cx="159" cy="142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902" name="Oval 981">
                  <a:extLst>
                    <a:ext uri="{FF2B5EF4-FFF2-40B4-BE49-F238E27FC236}">
                      <a16:creationId xmlns:a16="http://schemas.microsoft.com/office/drawing/2014/main" id="{44036096-87EC-A746-8FE7-7773B3B32B1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58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903" name="Rectangle 982">
                  <a:extLst>
                    <a:ext uri="{FF2B5EF4-FFF2-40B4-BE49-F238E27FC236}">
                      <a16:creationId xmlns:a16="http://schemas.microsoft.com/office/drawing/2014/main" id="{4C8AA049-B48E-C24E-91A9-8455F582713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067" y="1837"/>
                  <a:ext cx="80" cy="759"/>
                </a:xfrm>
                <a:prstGeom prst="rect">
                  <a:avLst/>
                </a:prstGeom>
                <a:solidFill>
                  <a:srgbClr val="292929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879" name="TextBox 878">
                <a:extLst>
                  <a:ext uri="{FF2B5EF4-FFF2-40B4-BE49-F238E27FC236}">
                    <a16:creationId xmlns:a16="http://schemas.microsoft.com/office/drawing/2014/main" id="{BD391945-30B0-AF4B-9B16-8435026C785B}"/>
                  </a:ext>
                </a:extLst>
              </p:cNvPr>
              <p:cNvSpPr txBox="1"/>
              <p:nvPr/>
            </p:nvSpPr>
            <p:spPr>
              <a:xfrm>
                <a:off x="5377031" y="3090332"/>
                <a:ext cx="2659202" cy="61555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SDN Controller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(network operating system)</a:t>
                </a:r>
              </a:p>
            </p:txBody>
          </p:sp>
        </p:grpSp>
        <p:sp>
          <p:nvSpPr>
            <p:cNvPr id="858" name="TextBox 857">
              <a:extLst>
                <a:ext uri="{FF2B5EF4-FFF2-40B4-BE49-F238E27FC236}">
                  <a16:creationId xmlns:a16="http://schemas.microsoft.com/office/drawing/2014/main" id="{460A62D4-F61E-134D-905E-F48547E04AB7}"/>
                </a:ext>
              </a:extLst>
            </p:cNvPr>
            <p:cNvSpPr txBox="1"/>
            <p:nvPr/>
          </p:nvSpPr>
          <p:spPr>
            <a:xfrm>
              <a:off x="6837708" y="1058305"/>
              <a:ext cx="595035" cy="58477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3200" b="0" i="0" u="none" strike="noStrike" kern="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…</a:t>
              </a:r>
            </a:p>
          </p:txBody>
        </p:sp>
        <p:grpSp>
          <p:nvGrpSpPr>
            <p:cNvPr id="859" name="Group 858">
              <a:extLst>
                <a:ext uri="{FF2B5EF4-FFF2-40B4-BE49-F238E27FC236}">
                  <a16:creationId xmlns:a16="http://schemas.microsoft.com/office/drawing/2014/main" id="{C04C3E74-140C-174C-86ED-F87FDFEFCDEE}"/>
                </a:ext>
              </a:extLst>
            </p:cNvPr>
            <p:cNvGrpSpPr/>
            <p:nvPr/>
          </p:nvGrpSpPr>
          <p:grpSpPr>
            <a:xfrm>
              <a:off x="5165914" y="1277466"/>
              <a:ext cx="1023471" cy="590176"/>
              <a:chOff x="4721412" y="1277470"/>
              <a:chExt cx="1023471" cy="590176"/>
            </a:xfrm>
          </p:grpSpPr>
          <p:sp>
            <p:nvSpPr>
              <p:cNvPr id="874" name="Oval 873">
                <a:extLst>
                  <a:ext uri="{FF2B5EF4-FFF2-40B4-BE49-F238E27FC236}">
                    <a16:creationId xmlns:a16="http://schemas.microsoft.com/office/drawing/2014/main" id="{4ECE1B24-7462-554F-B043-548B485E42D6}"/>
                  </a:ext>
                </a:extLst>
              </p:cNvPr>
              <p:cNvSpPr/>
              <p:nvPr/>
            </p:nvSpPr>
            <p:spPr bwMode="auto">
              <a:xfrm>
                <a:off x="4721412" y="1277470"/>
                <a:ext cx="1023471" cy="590176"/>
              </a:xfrm>
              <a:prstGeom prst="ellipse">
                <a:avLst/>
              </a:prstGeom>
              <a:solidFill>
                <a:srgbClr val="008000">
                  <a:alpha val="70000"/>
                </a:srgbClr>
              </a:solidFill>
              <a:ln w="9525" cap="flat" cmpd="sng" algn="ctr">
                <a:solidFill>
                  <a:srgbClr val="008000"/>
                </a:solidFill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875" name="TextBox 874">
                <a:extLst>
                  <a:ext uri="{FF2B5EF4-FFF2-40B4-BE49-F238E27FC236}">
                    <a16:creationId xmlns:a16="http://schemas.microsoft.com/office/drawing/2014/main" id="{8832E712-F1F9-5E47-90F8-8A9C1FCF21E9}"/>
                  </a:ext>
                </a:extLst>
              </p:cNvPr>
              <p:cNvSpPr txBox="1"/>
              <p:nvPr/>
            </p:nvSpPr>
            <p:spPr>
              <a:xfrm>
                <a:off x="4792385" y="1374585"/>
                <a:ext cx="890463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routing</a:t>
                </a:r>
              </a:p>
            </p:txBody>
          </p:sp>
        </p:grpSp>
        <p:grpSp>
          <p:nvGrpSpPr>
            <p:cNvPr id="860" name="Group 859">
              <a:extLst>
                <a:ext uri="{FF2B5EF4-FFF2-40B4-BE49-F238E27FC236}">
                  <a16:creationId xmlns:a16="http://schemas.microsoft.com/office/drawing/2014/main" id="{94FF35AA-DC45-2445-BD7D-65CD25F3EB23}"/>
                </a:ext>
              </a:extLst>
            </p:cNvPr>
            <p:cNvGrpSpPr/>
            <p:nvPr/>
          </p:nvGrpSpPr>
          <p:grpSpPr>
            <a:xfrm>
              <a:off x="6000628" y="1798416"/>
              <a:ext cx="1023471" cy="590176"/>
              <a:chOff x="6106459" y="1967753"/>
              <a:chExt cx="1023471" cy="590176"/>
            </a:xfrm>
          </p:grpSpPr>
          <p:sp>
            <p:nvSpPr>
              <p:cNvPr id="872" name="Oval 871">
                <a:extLst>
                  <a:ext uri="{FF2B5EF4-FFF2-40B4-BE49-F238E27FC236}">
                    <a16:creationId xmlns:a16="http://schemas.microsoft.com/office/drawing/2014/main" id="{3821BD45-E196-1B47-B58A-8DE288ED4A33}"/>
                  </a:ext>
                </a:extLst>
              </p:cNvPr>
              <p:cNvSpPr/>
              <p:nvPr/>
            </p:nvSpPr>
            <p:spPr bwMode="auto">
              <a:xfrm>
                <a:off x="6106459" y="1967753"/>
                <a:ext cx="1023471" cy="590176"/>
              </a:xfrm>
              <a:prstGeom prst="ellipse">
                <a:avLst/>
              </a:prstGeom>
              <a:solidFill>
                <a:srgbClr val="008000">
                  <a:alpha val="70000"/>
                </a:srgbClr>
              </a:solidFill>
              <a:ln w="9525" cap="flat" cmpd="sng" algn="ctr">
                <a:solidFill>
                  <a:srgbClr val="008000"/>
                </a:solidFill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873" name="TextBox 872">
                <a:extLst>
                  <a:ext uri="{FF2B5EF4-FFF2-40B4-BE49-F238E27FC236}">
                    <a16:creationId xmlns:a16="http://schemas.microsoft.com/office/drawing/2014/main" id="{09503A04-2C2E-F941-9ED5-3A37B498CDA9}"/>
                  </a:ext>
                </a:extLst>
              </p:cNvPr>
              <p:cNvSpPr txBox="1"/>
              <p:nvPr/>
            </p:nvSpPr>
            <p:spPr>
              <a:xfrm>
                <a:off x="6177429" y="1997637"/>
                <a:ext cx="903087" cy="5447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eaLnBrk="0" fontAlgn="base" latinLnBrk="0" hangingPunct="0">
                  <a:lnSpc>
                    <a:spcPct val="8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access 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8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control</a:t>
                </a:r>
              </a:p>
            </p:txBody>
          </p:sp>
        </p:grpSp>
        <p:grpSp>
          <p:nvGrpSpPr>
            <p:cNvPr id="861" name="Group 860">
              <a:extLst>
                <a:ext uri="{FF2B5EF4-FFF2-40B4-BE49-F238E27FC236}">
                  <a16:creationId xmlns:a16="http://schemas.microsoft.com/office/drawing/2014/main" id="{F4CEBF5F-0D71-6B41-996D-0354922EB612}"/>
                </a:ext>
              </a:extLst>
            </p:cNvPr>
            <p:cNvGrpSpPr/>
            <p:nvPr/>
          </p:nvGrpSpPr>
          <p:grpSpPr>
            <a:xfrm>
              <a:off x="7230837" y="1756871"/>
              <a:ext cx="1023471" cy="590176"/>
              <a:chOff x="6938682" y="977153"/>
              <a:chExt cx="1023471" cy="590176"/>
            </a:xfrm>
          </p:grpSpPr>
          <p:sp>
            <p:nvSpPr>
              <p:cNvPr id="870" name="Oval 869">
                <a:extLst>
                  <a:ext uri="{FF2B5EF4-FFF2-40B4-BE49-F238E27FC236}">
                    <a16:creationId xmlns:a16="http://schemas.microsoft.com/office/drawing/2014/main" id="{2D855133-90E2-7042-AF1B-8352C3CC5BF7}"/>
                  </a:ext>
                </a:extLst>
              </p:cNvPr>
              <p:cNvSpPr/>
              <p:nvPr/>
            </p:nvSpPr>
            <p:spPr bwMode="auto">
              <a:xfrm>
                <a:off x="6938682" y="977153"/>
                <a:ext cx="1023471" cy="590176"/>
              </a:xfrm>
              <a:prstGeom prst="ellipse">
                <a:avLst/>
              </a:prstGeom>
              <a:solidFill>
                <a:srgbClr val="008000">
                  <a:alpha val="70000"/>
                </a:srgbClr>
              </a:solidFill>
              <a:ln w="9525" cap="flat" cmpd="sng" algn="ctr">
                <a:solidFill>
                  <a:srgbClr val="008000"/>
                </a:solidFill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871" name="TextBox 870">
                <a:extLst>
                  <a:ext uri="{FF2B5EF4-FFF2-40B4-BE49-F238E27FC236}">
                    <a16:creationId xmlns:a16="http://schemas.microsoft.com/office/drawing/2014/main" id="{3D7D80F7-46BE-EC48-B7D7-3C763154D621}"/>
                  </a:ext>
                </a:extLst>
              </p:cNvPr>
              <p:cNvSpPr txBox="1"/>
              <p:nvPr/>
            </p:nvSpPr>
            <p:spPr>
              <a:xfrm>
                <a:off x="6964568" y="1007037"/>
                <a:ext cx="993256" cy="5447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eaLnBrk="0" fontAlgn="base" latinLnBrk="0" hangingPunct="0">
                  <a:lnSpc>
                    <a:spcPct val="8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load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8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balance</a:t>
                </a:r>
              </a:p>
            </p:txBody>
          </p:sp>
        </p:grpSp>
        <p:cxnSp>
          <p:nvCxnSpPr>
            <p:cNvPr id="862" name="Straight Arrow Connector 861">
              <a:extLst>
                <a:ext uri="{FF2B5EF4-FFF2-40B4-BE49-F238E27FC236}">
                  <a16:creationId xmlns:a16="http://schemas.microsoft.com/office/drawing/2014/main" id="{7BDC462A-14A0-764C-A672-5D241FEED1DE}"/>
                </a:ext>
              </a:extLst>
            </p:cNvPr>
            <p:cNvCxnSpPr/>
            <p:nvPr/>
          </p:nvCxnSpPr>
          <p:spPr bwMode="auto">
            <a:xfrm flipV="1">
              <a:off x="8627245" y="1217948"/>
              <a:ext cx="0" cy="1248832"/>
            </a:xfrm>
            <a:prstGeom prst="straightConnector1">
              <a:avLst/>
            </a:prstGeom>
            <a:solidFill>
              <a:srgbClr val="00CC99"/>
            </a:solidFill>
            <a:ln w="9525" cap="flat" cmpd="sng" algn="ctr">
              <a:solidFill>
                <a:srgbClr val="000000"/>
              </a:solidFill>
              <a:prstDash val="solid"/>
              <a:round/>
              <a:headEnd type="none" w="med" len="med"/>
              <a:tailEnd type="triangle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863" name="Straight Arrow Connector 862">
              <a:extLst>
                <a:ext uri="{FF2B5EF4-FFF2-40B4-BE49-F238E27FC236}">
                  <a16:creationId xmlns:a16="http://schemas.microsoft.com/office/drawing/2014/main" id="{456B3B86-566B-B74B-A02C-E7472619477F}"/>
                </a:ext>
              </a:extLst>
            </p:cNvPr>
            <p:cNvCxnSpPr/>
            <p:nvPr/>
          </p:nvCxnSpPr>
          <p:spPr bwMode="auto">
            <a:xfrm>
              <a:off x="8652645" y="2966181"/>
              <a:ext cx="0" cy="1524424"/>
            </a:xfrm>
            <a:prstGeom prst="straightConnector1">
              <a:avLst/>
            </a:prstGeom>
            <a:solidFill>
              <a:srgbClr val="00CC99"/>
            </a:solidFill>
            <a:ln w="9525" cap="flat" cmpd="sng" algn="ctr">
              <a:solidFill>
                <a:srgbClr val="000000"/>
              </a:solidFill>
              <a:prstDash val="solid"/>
              <a:round/>
              <a:headEnd type="none" w="med" len="med"/>
              <a:tailEnd type="triangle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864" name="Straight Arrow Connector 863">
              <a:extLst>
                <a:ext uri="{FF2B5EF4-FFF2-40B4-BE49-F238E27FC236}">
                  <a16:creationId xmlns:a16="http://schemas.microsoft.com/office/drawing/2014/main" id="{8EE09DB2-3F15-2A46-A79B-D24A8CF3014A}"/>
                </a:ext>
              </a:extLst>
            </p:cNvPr>
            <p:cNvCxnSpPr/>
            <p:nvPr/>
          </p:nvCxnSpPr>
          <p:spPr bwMode="auto">
            <a:xfrm>
              <a:off x="8661016" y="5381629"/>
              <a:ext cx="0" cy="414864"/>
            </a:xfrm>
            <a:prstGeom prst="straightConnector1">
              <a:avLst/>
            </a:prstGeom>
            <a:solidFill>
              <a:srgbClr val="00CC99"/>
            </a:solidFill>
            <a:ln w="9525" cap="flat" cmpd="sng" algn="ctr">
              <a:solidFill>
                <a:srgbClr val="000000"/>
              </a:solidFill>
              <a:prstDash val="solid"/>
              <a:round/>
              <a:headEnd type="none" w="med" len="med"/>
              <a:tailEnd type="triangle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865" name="Straight Arrow Connector 864">
              <a:extLst>
                <a:ext uri="{FF2B5EF4-FFF2-40B4-BE49-F238E27FC236}">
                  <a16:creationId xmlns:a16="http://schemas.microsoft.com/office/drawing/2014/main" id="{602E5161-3933-E44A-A9CD-F172C848B87B}"/>
                </a:ext>
              </a:extLst>
            </p:cNvPr>
            <p:cNvCxnSpPr/>
            <p:nvPr/>
          </p:nvCxnSpPr>
          <p:spPr bwMode="auto">
            <a:xfrm flipV="1">
              <a:off x="8653320" y="4546025"/>
              <a:ext cx="0" cy="414864"/>
            </a:xfrm>
            <a:prstGeom prst="straightConnector1">
              <a:avLst/>
            </a:prstGeom>
            <a:solidFill>
              <a:srgbClr val="00CC99"/>
            </a:solidFill>
            <a:ln w="9525" cap="flat" cmpd="sng" algn="ctr">
              <a:solidFill>
                <a:srgbClr val="000000"/>
              </a:solidFill>
              <a:prstDash val="solid"/>
              <a:round/>
              <a:headEnd type="none" w="med" len="med"/>
              <a:tailEnd type="triangle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sp>
          <p:nvSpPr>
            <p:cNvPr id="866" name="TextBox 399">
              <a:extLst>
                <a:ext uri="{FF2B5EF4-FFF2-40B4-BE49-F238E27FC236}">
                  <a16:creationId xmlns:a16="http://schemas.microsoft.com/office/drawing/2014/main" id="{7DE1AEF7-BBBD-CE47-95BE-236511149F5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650715" y="4235599"/>
              <a:ext cx="1635889" cy="28458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southbound API</a:t>
              </a:r>
            </a:p>
          </p:txBody>
        </p:sp>
        <p:sp>
          <p:nvSpPr>
            <p:cNvPr id="867" name="TextBox 399">
              <a:extLst>
                <a:ext uri="{FF2B5EF4-FFF2-40B4-BE49-F238E27FC236}">
                  <a16:creationId xmlns:a16="http://schemas.microsoft.com/office/drawing/2014/main" id="{033F372B-9E56-9B43-9893-2EBEDF88739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646778" y="2717781"/>
              <a:ext cx="1635889" cy="28458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northbound API</a:t>
              </a:r>
            </a:p>
          </p:txBody>
        </p:sp>
        <p:sp>
          <p:nvSpPr>
            <p:cNvPr id="868" name="TextBox 399">
              <a:extLst>
                <a:ext uri="{FF2B5EF4-FFF2-40B4-BE49-F238E27FC236}">
                  <a16:creationId xmlns:a16="http://schemas.microsoft.com/office/drawing/2014/main" id="{16B44057-72D3-5E46-935C-9EED28D7FDD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07651" y="5795718"/>
              <a:ext cx="2302688" cy="28458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SDN-controlled switches</a:t>
              </a:r>
            </a:p>
          </p:txBody>
        </p:sp>
        <p:sp>
          <p:nvSpPr>
            <p:cNvPr id="869" name="TextBox 399">
              <a:extLst>
                <a:ext uri="{FF2B5EF4-FFF2-40B4-BE49-F238E27FC236}">
                  <a16:creationId xmlns:a16="http://schemas.microsoft.com/office/drawing/2014/main" id="{862C44EB-1706-6C4E-AFA2-ACADCAC1D4D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707907" y="910464"/>
              <a:ext cx="2381659" cy="28458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network-control applications</a:t>
              </a:r>
            </a:p>
          </p:txBody>
        </p:sp>
      </p:grpSp>
      <p:sp>
        <p:nvSpPr>
          <p:cNvPr id="971" name="Rectangle 970">
            <a:extLst>
              <a:ext uri="{FF2B5EF4-FFF2-40B4-BE49-F238E27FC236}">
                <a16:creationId xmlns:a16="http://schemas.microsoft.com/office/drawing/2014/main" id="{CF79C9C5-C35F-9D4D-A4B3-C17F7845845A}"/>
              </a:ext>
            </a:extLst>
          </p:cNvPr>
          <p:cNvSpPr/>
          <p:nvPr/>
        </p:nvSpPr>
        <p:spPr bwMode="auto">
          <a:xfrm>
            <a:off x="6602169" y="1209232"/>
            <a:ext cx="4134334" cy="1797015"/>
          </a:xfrm>
          <a:prstGeom prst="rect">
            <a:avLst/>
          </a:prstGeom>
          <a:solidFill>
            <a:srgbClr val="FFFFFF">
              <a:alpha val="77000"/>
            </a:srgbClr>
          </a:solidFill>
          <a:ln w="9525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Gill Sans MT"/>
              <a:ea typeface="+mn-ea"/>
              <a:cs typeface="+mn-cs"/>
            </a:endParaRPr>
          </a:p>
        </p:txBody>
      </p:sp>
      <p:sp>
        <p:nvSpPr>
          <p:cNvPr id="126" name="Rectangle 125">
            <a:extLst>
              <a:ext uri="{FF2B5EF4-FFF2-40B4-BE49-F238E27FC236}">
                <a16:creationId xmlns:a16="http://schemas.microsoft.com/office/drawing/2014/main" id="{C8ACC79C-3DA0-964D-9E40-DA4E67217D81}"/>
              </a:ext>
            </a:extLst>
          </p:cNvPr>
          <p:cNvSpPr/>
          <p:nvPr/>
        </p:nvSpPr>
        <p:spPr bwMode="auto">
          <a:xfrm>
            <a:off x="6929934" y="5060985"/>
            <a:ext cx="3767293" cy="1527705"/>
          </a:xfrm>
          <a:prstGeom prst="rect">
            <a:avLst/>
          </a:prstGeom>
          <a:solidFill>
            <a:srgbClr val="FFFFFF">
              <a:alpha val="77000"/>
            </a:srgbClr>
          </a:solidFill>
          <a:ln w="9525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Gill Sans MT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23029601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85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85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0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850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0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850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FECD85E7-B9DB-9043-B7EC-8C0919E801A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4139"/>
            <a:ext cx="10515600" cy="894622"/>
          </a:xfrm>
        </p:spPr>
        <p:txBody>
          <a:bodyPr>
            <a:normAutofit/>
          </a:bodyPr>
          <a:lstStyle/>
          <a:p>
            <a:r>
              <a:rPr lang="en-US" dirty="0"/>
              <a:t>Software defined networking (SDN)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8F71119-17C6-6045-B8FE-FECA68C801C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78</a:t>
            </a:fld>
            <a:endParaRPr lang="en-US" dirty="0"/>
          </a:p>
        </p:txBody>
      </p:sp>
      <p:sp>
        <p:nvSpPr>
          <p:cNvPr id="850" name="Content Placeholder 6">
            <a:extLst>
              <a:ext uri="{FF2B5EF4-FFF2-40B4-BE49-F238E27FC236}">
                <a16:creationId xmlns:a16="http://schemas.microsoft.com/office/drawing/2014/main" id="{BCBBA01E-E6B7-6244-BCD8-8FA9A6E5AB79}"/>
              </a:ext>
            </a:extLst>
          </p:cNvPr>
          <p:cNvSpPr txBox="1">
            <a:spLocks/>
          </p:cNvSpPr>
          <p:nvPr/>
        </p:nvSpPr>
        <p:spPr bwMode="auto">
          <a:xfrm>
            <a:off x="826718" y="1581356"/>
            <a:ext cx="5010411" cy="36140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0" indent="0">
              <a:buNone/>
            </a:pPr>
            <a:r>
              <a:rPr lang="en-US" sz="3200" dirty="0">
                <a:solidFill>
                  <a:srgbClr val="0000A8"/>
                </a:solidFill>
              </a:rPr>
              <a:t>network-control apps:</a:t>
            </a:r>
          </a:p>
          <a:p>
            <a:pPr>
              <a:lnSpc>
                <a:spcPct val="100000"/>
              </a:lnSpc>
            </a:pPr>
            <a:r>
              <a:rPr lang="en-US" dirty="0"/>
              <a:t>“brains” of control:  implement control functions using lower-level services, API provided by SDN controller</a:t>
            </a:r>
          </a:p>
          <a:p>
            <a:pPr>
              <a:lnSpc>
                <a:spcPct val="100000"/>
              </a:lnSpc>
            </a:pPr>
            <a:r>
              <a:rPr lang="en-US" i="1" dirty="0">
                <a:solidFill>
                  <a:srgbClr val="000000"/>
                </a:solidFill>
              </a:rPr>
              <a:t>unbundled: </a:t>
            </a:r>
            <a:r>
              <a:rPr lang="en-US" dirty="0"/>
              <a:t>can be provided by 3</a:t>
            </a:r>
            <a:r>
              <a:rPr lang="en-US" baseline="30000" dirty="0"/>
              <a:t>rd</a:t>
            </a:r>
            <a:r>
              <a:rPr lang="en-US" dirty="0"/>
              <a:t> party: distinct from routing vendor, or SDN controller</a:t>
            </a:r>
          </a:p>
          <a:p>
            <a:pPr marL="342900" marR="0" lvl="0" indent="-342900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tabLst/>
              <a:defRPr/>
            </a:pPr>
            <a:endParaRPr kumimoji="0" lang="en-US" sz="2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Gill Sans MT"/>
              <a:ea typeface="ＭＳ Ｐゴシック" charset="0"/>
            </a:endParaRPr>
          </a:p>
        </p:txBody>
      </p:sp>
      <p:grpSp>
        <p:nvGrpSpPr>
          <p:cNvPr id="851" name="Group 850">
            <a:extLst>
              <a:ext uri="{FF2B5EF4-FFF2-40B4-BE49-F238E27FC236}">
                <a16:creationId xmlns:a16="http://schemas.microsoft.com/office/drawing/2014/main" id="{CE55C0D3-06CC-DF41-88F6-A273370E03E8}"/>
              </a:ext>
            </a:extLst>
          </p:cNvPr>
          <p:cNvGrpSpPr/>
          <p:nvPr/>
        </p:nvGrpSpPr>
        <p:grpSpPr>
          <a:xfrm>
            <a:off x="6806501" y="1476134"/>
            <a:ext cx="3846765" cy="5169840"/>
            <a:chOff x="4990227" y="910464"/>
            <a:chExt cx="3846765" cy="5169840"/>
          </a:xfrm>
        </p:grpSpPr>
        <p:sp>
          <p:nvSpPr>
            <p:cNvPr id="852" name="TextBox 399">
              <a:extLst>
                <a:ext uri="{FF2B5EF4-FFF2-40B4-BE49-F238E27FC236}">
                  <a16:creationId xmlns:a16="http://schemas.microsoft.com/office/drawing/2014/main" id="{5EA34F1E-D60F-4E46-99D4-53221197BEE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518490" y="4936685"/>
              <a:ext cx="286930" cy="4714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data</a:t>
              </a:r>
            </a:p>
            <a:p>
              <a:pPr marL="0" marR="0" lvl="0" indent="0" algn="ctr" defTabSz="91440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plane</a:t>
              </a:r>
            </a:p>
          </p:txBody>
        </p:sp>
        <p:sp>
          <p:nvSpPr>
            <p:cNvPr id="853" name="TextBox 400">
              <a:extLst>
                <a:ext uri="{FF2B5EF4-FFF2-40B4-BE49-F238E27FC236}">
                  <a16:creationId xmlns:a16="http://schemas.microsoft.com/office/drawing/2014/main" id="{DE759E4F-F356-5946-9CC4-A4E5C9A1D6D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494972" y="2474327"/>
              <a:ext cx="342020" cy="4714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control</a:t>
              </a:r>
            </a:p>
            <a:p>
              <a:pPr marL="0" marR="0" lvl="0" indent="0" algn="ctr" defTabSz="91440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plane</a:t>
              </a:r>
            </a:p>
          </p:txBody>
        </p:sp>
        <p:cxnSp>
          <p:nvCxnSpPr>
            <p:cNvPr id="854" name="Straight Connector 853">
              <a:extLst>
                <a:ext uri="{FF2B5EF4-FFF2-40B4-BE49-F238E27FC236}">
                  <a16:creationId xmlns:a16="http://schemas.microsoft.com/office/drawing/2014/main" id="{1A2102D6-7949-1844-8DED-B73B0057D3CF}"/>
                </a:ext>
              </a:extLst>
            </p:cNvPr>
            <p:cNvCxnSpPr/>
            <p:nvPr/>
          </p:nvCxnSpPr>
          <p:spPr bwMode="auto">
            <a:xfrm flipV="1">
              <a:off x="5272718" y="4529666"/>
              <a:ext cx="2791783" cy="14329"/>
            </a:xfrm>
            <a:prstGeom prst="line">
              <a:avLst/>
            </a:prstGeom>
            <a:noFill/>
            <a:ln w="25400" cap="flat" cmpd="sng" algn="ctr">
              <a:solidFill>
                <a:srgbClr val="000000"/>
              </a:solidFill>
              <a:prstDash val="dash"/>
            </a:ln>
            <a:effectLst/>
          </p:spPr>
        </p:cxnSp>
        <p:cxnSp>
          <p:nvCxnSpPr>
            <p:cNvPr id="855" name="Straight Connector 854">
              <a:extLst>
                <a:ext uri="{FF2B5EF4-FFF2-40B4-BE49-F238E27FC236}">
                  <a16:creationId xmlns:a16="http://schemas.microsoft.com/office/drawing/2014/main" id="{41F5119B-91DF-204A-A96B-FEEB6C0969E0}"/>
                </a:ext>
              </a:extLst>
            </p:cNvPr>
            <p:cNvCxnSpPr/>
            <p:nvPr/>
          </p:nvCxnSpPr>
          <p:spPr bwMode="auto">
            <a:xfrm flipV="1">
              <a:off x="5192283" y="2709335"/>
              <a:ext cx="3041550" cy="18563"/>
            </a:xfrm>
            <a:prstGeom prst="line">
              <a:avLst/>
            </a:prstGeom>
            <a:noFill/>
            <a:ln w="25400" cap="flat" cmpd="sng" algn="ctr">
              <a:solidFill>
                <a:srgbClr val="000000"/>
              </a:solidFill>
              <a:prstDash val="dash"/>
            </a:ln>
            <a:effectLst/>
          </p:spPr>
        </p:cxnSp>
        <p:grpSp>
          <p:nvGrpSpPr>
            <p:cNvPr id="856" name="Group 855">
              <a:extLst>
                <a:ext uri="{FF2B5EF4-FFF2-40B4-BE49-F238E27FC236}">
                  <a16:creationId xmlns:a16="http://schemas.microsoft.com/office/drawing/2014/main" id="{4A072938-7333-B54B-8E85-AA4AB0118ED1}"/>
                </a:ext>
              </a:extLst>
            </p:cNvPr>
            <p:cNvGrpSpPr/>
            <p:nvPr/>
          </p:nvGrpSpPr>
          <p:grpSpPr>
            <a:xfrm>
              <a:off x="5164667" y="4826000"/>
              <a:ext cx="2979208" cy="973667"/>
              <a:chOff x="2592388" y="5601756"/>
              <a:chExt cx="4027487" cy="939800"/>
            </a:xfrm>
          </p:grpSpPr>
          <p:sp>
            <p:nvSpPr>
              <p:cNvPr id="912" name="Freeform 2">
                <a:extLst>
                  <a:ext uri="{FF2B5EF4-FFF2-40B4-BE49-F238E27FC236}">
                    <a16:creationId xmlns:a16="http://schemas.microsoft.com/office/drawing/2014/main" id="{71DEC372-158B-D843-AAA9-4449502790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2388" y="5601756"/>
                <a:ext cx="4027487" cy="939800"/>
              </a:xfrm>
              <a:custGeom>
                <a:avLst/>
                <a:gdLst>
                  <a:gd name="T0" fmla="*/ 648763 w 10001"/>
                  <a:gd name="T1" fmla="*/ 34777612 h 10125"/>
                  <a:gd name="T2" fmla="*/ 115976403 w 10001"/>
                  <a:gd name="T3" fmla="*/ 13733703 h 10125"/>
                  <a:gd name="T4" fmla="*/ 507700960 w 10001"/>
                  <a:gd name="T5" fmla="*/ 8662125 h 10125"/>
                  <a:gd name="T6" fmla="*/ 810212713 w 10001"/>
                  <a:gd name="T7" fmla="*/ 0 h 10125"/>
                  <a:gd name="T8" fmla="*/ 1090015738 w 10001"/>
                  <a:gd name="T9" fmla="*/ 8687929 h 10125"/>
                  <a:gd name="T10" fmla="*/ 1310938763 w 10001"/>
                  <a:gd name="T11" fmla="*/ 4279362 h 10125"/>
                  <a:gd name="T12" fmla="*/ 1620263134 w 10001"/>
                  <a:gd name="T13" fmla="*/ 25736690 h 10125"/>
                  <a:gd name="T14" fmla="*/ 1394798364 w 10001"/>
                  <a:gd name="T15" fmla="*/ 58525268 h 10125"/>
                  <a:gd name="T16" fmla="*/ 1134622140 w 10001"/>
                  <a:gd name="T17" fmla="*/ 80266624 h 10125"/>
                  <a:gd name="T18" fmla="*/ 860820276 w 10001"/>
                  <a:gd name="T19" fmla="*/ 76142271 h 10125"/>
                  <a:gd name="T20" fmla="*/ 708996782 w 10001"/>
                  <a:gd name="T21" fmla="*/ 85346835 h 10125"/>
                  <a:gd name="T22" fmla="*/ 509322667 w 10001"/>
                  <a:gd name="T23" fmla="*/ 86268164 h 10125"/>
                  <a:gd name="T24" fmla="*/ 353443899 w 10001"/>
                  <a:gd name="T25" fmla="*/ 67979516 h 10125"/>
                  <a:gd name="T26" fmla="*/ 192536914 w 10001"/>
                  <a:gd name="T27" fmla="*/ 64535347 h 10125"/>
                  <a:gd name="T28" fmla="*/ 648763 w 10001"/>
                  <a:gd name="T29" fmla="*/ 34777612 h 1012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0001" h="10125">
                    <a:moveTo>
                      <a:pt x="4" y="4039"/>
                    </a:moveTo>
                    <a:cubicBezTo>
                      <a:pt x="-29" y="2271"/>
                      <a:pt x="194" y="2100"/>
                      <a:pt x="715" y="1595"/>
                    </a:cubicBezTo>
                    <a:cubicBezTo>
                      <a:pt x="1236" y="1089"/>
                      <a:pt x="2417" y="1272"/>
                      <a:pt x="3130" y="1006"/>
                    </a:cubicBezTo>
                    <a:cubicBezTo>
                      <a:pt x="3843" y="740"/>
                      <a:pt x="4397" y="0"/>
                      <a:pt x="4995" y="0"/>
                    </a:cubicBezTo>
                    <a:cubicBezTo>
                      <a:pt x="5593" y="1"/>
                      <a:pt x="6206" y="926"/>
                      <a:pt x="6720" y="1009"/>
                    </a:cubicBezTo>
                    <a:cubicBezTo>
                      <a:pt x="7234" y="1092"/>
                      <a:pt x="7536" y="241"/>
                      <a:pt x="8082" y="497"/>
                    </a:cubicBezTo>
                    <a:cubicBezTo>
                      <a:pt x="8628" y="756"/>
                      <a:pt x="9854" y="442"/>
                      <a:pt x="9989" y="2989"/>
                    </a:cubicBezTo>
                    <a:cubicBezTo>
                      <a:pt x="10124" y="5536"/>
                      <a:pt x="9098" y="5742"/>
                      <a:pt x="8599" y="6797"/>
                    </a:cubicBezTo>
                    <a:cubicBezTo>
                      <a:pt x="8100" y="7852"/>
                      <a:pt x="7544" y="8981"/>
                      <a:pt x="6995" y="9322"/>
                    </a:cubicBezTo>
                    <a:cubicBezTo>
                      <a:pt x="6446" y="9663"/>
                      <a:pt x="5793" y="8957"/>
                      <a:pt x="5307" y="8843"/>
                    </a:cubicBezTo>
                    <a:cubicBezTo>
                      <a:pt x="4819" y="8726"/>
                      <a:pt x="4628" y="10048"/>
                      <a:pt x="4371" y="9912"/>
                    </a:cubicBezTo>
                    <a:cubicBezTo>
                      <a:pt x="4114" y="9775"/>
                      <a:pt x="3505" y="10355"/>
                      <a:pt x="3140" y="10019"/>
                    </a:cubicBezTo>
                    <a:cubicBezTo>
                      <a:pt x="2774" y="9683"/>
                      <a:pt x="2820" y="8138"/>
                      <a:pt x="2179" y="7895"/>
                    </a:cubicBezTo>
                    <a:cubicBezTo>
                      <a:pt x="1586" y="6800"/>
                      <a:pt x="1549" y="8137"/>
                      <a:pt x="1187" y="7495"/>
                    </a:cubicBezTo>
                    <a:cubicBezTo>
                      <a:pt x="825" y="6852"/>
                      <a:pt x="-7" y="6157"/>
                      <a:pt x="4" y="4039"/>
                    </a:cubicBezTo>
                    <a:close/>
                  </a:path>
                </a:pathLst>
              </a:custGeom>
              <a:solidFill>
                <a:srgbClr val="66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cxnSp>
            <p:nvCxnSpPr>
              <p:cNvPr id="913" name="Straight Connector 912">
                <a:extLst>
                  <a:ext uri="{FF2B5EF4-FFF2-40B4-BE49-F238E27FC236}">
                    <a16:creationId xmlns:a16="http://schemas.microsoft.com/office/drawing/2014/main" id="{B0A5E970-BE5B-924E-8E27-2F517326B70B}"/>
                  </a:ext>
                </a:extLst>
              </p:cNvPr>
              <p:cNvCxnSpPr/>
              <p:nvPr/>
            </p:nvCxnSpPr>
            <p:spPr>
              <a:xfrm flipV="1">
                <a:off x="3262941" y="5752569"/>
                <a:ext cx="1316038" cy="131762"/>
              </a:xfrm>
              <a:prstGeom prst="line">
                <a:avLst/>
              </a:prstGeom>
              <a:noFill/>
              <a:ln w="12700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cxnSp>
            <p:nvCxnSpPr>
              <p:cNvPr id="914" name="Straight Connector 913">
                <a:extLst>
                  <a:ext uri="{FF2B5EF4-FFF2-40B4-BE49-F238E27FC236}">
                    <a16:creationId xmlns:a16="http://schemas.microsoft.com/office/drawing/2014/main" id="{4BCA3B8C-279D-E840-87D5-1E0642D09387}"/>
                  </a:ext>
                </a:extLst>
              </p:cNvPr>
              <p:cNvCxnSpPr/>
              <p:nvPr/>
            </p:nvCxnSpPr>
            <p:spPr>
              <a:xfrm>
                <a:off x="3151816" y="5939894"/>
                <a:ext cx="2259013" cy="298450"/>
              </a:xfrm>
              <a:prstGeom prst="line">
                <a:avLst/>
              </a:prstGeom>
              <a:noFill/>
              <a:ln w="12700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cxnSp>
            <p:nvCxnSpPr>
              <p:cNvPr id="915" name="Straight Connector 914">
                <a:extLst>
                  <a:ext uri="{FF2B5EF4-FFF2-40B4-BE49-F238E27FC236}">
                    <a16:creationId xmlns:a16="http://schemas.microsoft.com/office/drawing/2014/main" id="{CD10DAC3-DC6D-E045-A194-1C410416865B}"/>
                  </a:ext>
                </a:extLst>
              </p:cNvPr>
              <p:cNvCxnSpPr/>
              <p:nvPr/>
            </p:nvCxnSpPr>
            <p:spPr>
              <a:xfrm>
                <a:off x="3164516" y="6044669"/>
                <a:ext cx="714375" cy="276225"/>
              </a:xfrm>
              <a:prstGeom prst="line">
                <a:avLst/>
              </a:prstGeom>
              <a:noFill/>
              <a:ln w="12700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cxnSp>
            <p:nvCxnSpPr>
              <p:cNvPr id="916" name="Straight Connector 915">
                <a:extLst>
                  <a:ext uri="{FF2B5EF4-FFF2-40B4-BE49-F238E27FC236}">
                    <a16:creationId xmlns:a16="http://schemas.microsoft.com/office/drawing/2014/main" id="{E2A8FB26-91FF-3E4C-8347-A2AE524A00A4}"/>
                  </a:ext>
                </a:extLst>
              </p:cNvPr>
              <p:cNvCxnSpPr/>
              <p:nvPr/>
            </p:nvCxnSpPr>
            <p:spPr>
              <a:xfrm flipV="1">
                <a:off x="4182104" y="6238344"/>
                <a:ext cx="1247775" cy="82550"/>
              </a:xfrm>
              <a:prstGeom prst="line">
                <a:avLst/>
              </a:prstGeom>
              <a:noFill/>
              <a:ln w="12700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cxnSp>
            <p:nvCxnSpPr>
              <p:cNvPr id="917" name="Straight Connector 916">
                <a:extLst>
                  <a:ext uri="{FF2B5EF4-FFF2-40B4-BE49-F238E27FC236}">
                    <a16:creationId xmlns:a16="http://schemas.microsoft.com/office/drawing/2014/main" id="{FC84CD0A-6A0B-954A-A0C2-9433ED84E08F}"/>
                  </a:ext>
                </a:extLst>
              </p:cNvPr>
              <p:cNvCxnSpPr/>
              <p:nvPr/>
            </p:nvCxnSpPr>
            <p:spPr>
              <a:xfrm>
                <a:off x="4842504" y="5785906"/>
                <a:ext cx="1057275" cy="123825"/>
              </a:xfrm>
              <a:prstGeom prst="line">
                <a:avLst/>
              </a:prstGeom>
              <a:noFill/>
              <a:ln w="12700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cxnSp>
            <p:nvCxnSpPr>
              <p:cNvPr id="918" name="Straight Connector 917">
                <a:extLst>
                  <a:ext uri="{FF2B5EF4-FFF2-40B4-BE49-F238E27FC236}">
                    <a16:creationId xmlns:a16="http://schemas.microsoft.com/office/drawing/2014/main" id="{F20F73DF-CC1A-414D-AA37-5C7FA5314FCC}"/>
                  </a:ext>
                </a:extLst>
              </p:cNvPr>
              <p:cNvCxnSpPr/>
              <p:nvPr/>
            </p:nvCxnSpPr>
            <p:spPr>
              <a:xfrm flipV="1">
                <a:off x="4126541" y="5939894"/>
                <a:ext cx="1790700" cy="298450"/>
              </a:xfrm>
              <a:prstGeom prst="line">
                <a:avLst/>
              </a:prstGeom>
              <a:noFill/>
              <a:ln w="12700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cxnSp>
            <p:nvCxnSpPr>
              <p:cNvPr id="919" name="Straight Connector 918">
                <a:extLst>
                  <a:ext uri="{FF2B5EF4-FFF2-40B4-BE49-F238E27FC236}">
                    <a16:creationId xmlns:a16="http://schemas.microsoft.com/office/drawing/2014/main" id="{AC31F3CF-B52D-E042-B7DB-4F44E715F9A8}"/>
                  </a:ext>
                </a:extLst>
              </p:cNvPr>
              <p:cNvCxnSpPr/>
              <p:nvPr/>
            </p:nvCxnSpPr>
            <p:spPr>
              <a:xfrm flipV="1">
                <a:off x="5453691" y="5968469"/>
                <a:ext cx="588963" cy="269875"/>
              </a:xfrm>
              <a:prstGeom prst="line">
                <a:avLst/>
              </a:prstGeom>
              <a:noFill/>
              <a:ln w="12700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cxnSp>
            <p:nvCxnSpPr>
              <p:cNvPr id="920" name="Straight Connector 919">
                <a:extLst>
                  <a:ext uri="{FF2B5EF4-FFF2-40B4-BE49-F238E27FC236}">
                    <a16:creationId xmlns:a16="http://schemas.microsoft.com/office/drawing/2014/main" id="{48C7DC80-D2A7-B248-9A8F-1B651F5CEB39}"/>
                  </a:ext>
                </a:extLst>
              </p:cNvPr>
              <p:cNvCxnSpPr/>
              <p:nvPr/>
            </p:nvCxnSpPr>
            <p:spPr>
              <a:xfrm>
                <a:off x="4596441" y="5752569"/>
                <a:ext cx="814388" cy="401637"/>
              </a:xfrm>
              <a:prstGeom prst="line">
                <a:avLst/>
              </a:prstGeom>
              <a:noFill/>
              <a:ln w="12700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grpSp>
            <p:nvGrpSpPr>
              <p:cNvPr id="921" name="Group 347">
                <a:extLst>
                  <a:ext uri="{FF2B5EF4-FFF2-40B4-BE49-F238E27FC236}">
                    <a16:creationId xmlns:a16="http://schemas.microsoft.com/office/drawing/2014/main" id="{A2DC2A2D-4327-FB49-8F37-6B6A7EBE1D0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856401" y="5796097"/>
                <a:ext cx="588970" cy="242608"/>
                <a:chOff x="1871277" y="1576300"/>
                <a:chExt cx="1128371" cy="437861"/>
              </a:xfrm>
            </p:grpSpPr>
            <p:sp>
              <p:nvSpPr>
                <p:cNvPr id="962" name="Oval 961">
                  <a:extLst>
                    <a:ext uri="{FF2B5EF4-FFF2-40B4-BE49-F238E27FC236}">
                      <a16:creationId xmlns:a16="http://schemas.microsoft.com/office/drawing/2014/main" id="{9B6F5CD8-4D1E-1A4F-9507-95200A73998A}"/>
                    </a:ext>
                  </a:extLst>
                </p:cNvPr>
                <p:cNvSpPr/>
                <p:nvPr/>
              </p:nvSpPr>
              <p:spPr bwMode="auto">
                <a:xfrm flipV="1">
                  <a:off x="1874446" y="1694641"/>
                  <a:ext cx="1125202" cy="319520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0" scaled="1"/>
                  <a:tileRect/>
                </a:gra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63" name="Rectangle 962">
                  <a:extLst>
                    <a:ext uri="{FF2B5EF4-FFF2-40B4-BE49-F238E27FC236}">
                      <a16:creationId xmlns:a16="http://schemas.microsoft.com/office/drawing/2014/main" id="{C28B8F5B-8431-1A46-AAE4-9B0ED530F25B}"/>
                    </a:ext>
                  </a:extLst>
                </p:cNvPr>
                <p:cNvSpPr/>
                <p:nvPr/>
              </p:nvSpPr>
              <p:spPr bwMode="auto">
                <a:xfrm>
                  <a:off x="1871277" y="1739611"/>
                  <a:ext cx="1128371" cy="115973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08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64" name="Oval 963">
                  <a:extLst>
                    <a:ext uri="{FF2B5EF4-FFF2-40B4-BE49-F238E27FC236}">
                      <a16:creationId xmlns:a16="http://schemas.microsoft.com/office/drawing/2014/main" id="{F1F79620-841F-DD4E-87FC-51E7153EC005}"/>
                    </a:ext>
                  </a:extLst>
                </p:cNvPr>
                <p:cNvSpPr/>
                <p:nvPr/>
              </p:nvSpPr>
              <p:spPr bwMode="auto">
                <a:xfrm flipV="1">
                  <a:off x="1871277" y="1576300"/>
                  <a:ext cx="1125200" cy="319520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65" name="Freeform 964">
                  <a:extLst>
                    <a:ext uri="{FF2B5EF4-FFF2-40B4-BE49-F238E27FC236}">
                      <a16:creationId xmlns:a16="http://schemas.microsoft.com/office/drawing/2014/main" id="{E98A7BEC-9D56-6B49-8125-0F5CDE1FC0B8}"/>
                    </a:ext>
                  </a:extLst>
                </p:cNvPr>
                <p:cNvSpPr/>
                <p:nvPr/>
              </p:nvSpPr>
              <p:spPr bwMode="auto">
                <a:xfrm>
                  <a:off x="2159708" y="1673340"/>
                  <a:ext cx="548339" cy="160943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66" name="Freeform 965">
                  <a:extLst>
                    <a:ext uri="{FF2B5EF4-FFF2-40B4-BE49-F238E27FC236}">
                      <a16:creationId xmlns:a16="http://schemas.microsoft.com/office/drawing/2014/main" id="{6905DB74-EB71-3644-AC3F-2EDDA70861AB}"/>
                    </a:ext>
                  </a:extLst>
                </p:cNvPr>
                <p:cNvSpPr/>
                <p:nvPr/>
              </p:nvSpPr>
              <p:spPr bwMode="auto">
                <a:xfrm>
                  <a:off x="2102655" y="1633103"/>
                  <a:ext cx="662444" cy="111241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67" name="Freeform 966">
                  <a:extLst>
                    <a:ext uri="{FF2B5EF4-FFF2-40B4-BE49-F238E27FC236}">
                      <a16:creationId xmlns:a16="http://schemas.microsoft.com/office/drawing/2014/main" id="{62D3DDB5-3EA7-214C-8C31-BA38971C9A74}"/>
                    </a:ext>
                  </a:extLst>
                </p:cNvPr>
                <p:cNvSpPr/>
                <p:nvPr/>
              </p:nvSpPr>
              <p:spPr bwMode="auto">
                <a:xfrm>
                  <a:off x="2536889" y="1727776"/>
                  <a:ext cx="244057" cy="97040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68" name="Freeform 967">
                  <a:extLst>
                    <a:ext uri="{FF2B5EF4-FFF2-40B4-BE49-F238E27FC236}">
                      <a16:creationId xmlns:a16="http://schemas.microsoft.com/office/drawing/2014/main" id="{B71B4E2A-E351-6C49-9DFD-6BB4843D451F}"/>
                    </a:ext>
                  </a:extLst>
                </p:cNvPr>
                <p:cNvSpPr/>
                <p:nvPr/>
              </p:nvSpPr>
              <p:spPr bwMode="auto">
                <a:xfrm>
                  <a:off x="2089977" y="1730144"/>
                  <a:ext cx="240888" cy="97039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969" name="Straight Connector 968">
                  <a:extLst>
                    <a:ext uri="{FF2B5EF4-FFF2-40B4-BE49-F238E27FC236}">
                      <a16:creationId xmlns:a16="http://schemas.microsoft.com/office/drawing/2014/main" id="{7146C111-B5B3-8141-95C1-2CADFE9B32BF}"/>
                    </a:ext>
                  </a:extLst>
                </p:cNvPr>
                <p:cNvCxnSpPr>
                  <a:endCxn id="964" idx="2"/>
                </p:cNvCxnSpPr>
                <p:nvPr/>
              </p:nvCxnSpPr>
              <p:spPr bwMode="auto">
                <a:xfrm flipH="1" flipV="1">
                  <a:off x="1871277" y="1737243"/>
                  <a:ext cx="3169" cy="12307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970" name="Straight Connector 969">
                  <a:extLst>
                    <a:ext uri="{FF2B5EF4-FFF2-40B4-BE49-F238E27FC236}">
                      <a16:creationId xmlns:a16="http://schemas.microsoft.com/office/drawing/2014/main" id="{DFA6A355-A08F-F241-92FA-D0E6992CE4F5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2996477" y="1734877"/>
                  <a:ext cx="3171" cy="12307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  <p:grpSp>
            <p:nvGrpSpPr>
              <p:cNvPr id="922" name="Group 347">
                <a:extLst>
                  <a:ext uri="{FF2B5EF4-FFF2-40B4-BE49-F238E27FC236}">
                    <a16:creationId xmlns:a16="http://schemas.microsoft.com/office/drawing/2014/main" id="{46EDC75E-59E6-4645-85A7-E2C58E54518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75328" y="5654000"/>
                <a:ext cx="588970" cy="242608"/>
                <a:chOff x="1871277" y="1576300"/>
                <a:chExt cx="1128371" cy="437861"/>
              </a:xfrm>
            </p:grpSpPr>
            <p:sp>
              <p:nvSpPr>
                <p:cNvPr id="953" name="Oval 952">
                  <a:extLst>
                    <a:ext uri="{FF2B5EF4-FFF2-40B4-BE49-F238E27FC236}">
                      <a16:creationId xmlns:a16="http://schemas.microsoft.com/office/drawing/2014/main" id="{9DACA189-A149-9949-BCF3-95B569BB6477}"/>
                    </a:ext>
                  </a:extLst>
                </p:cNvPr>
                <p:cNvSpPr/>
                <p:nvPr/>
              </p:nvSpPr>
              <p:spPr bwMode="auto">
                <a:xfrm flipV="1">
                  <a:off x="1874446" y="1694641"/>
                  <a:ext cx="1125202" cy="319520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0" scaled="1"/>
                  <a:tileRect/>
                </a:gra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54" name="Rectangle 953">
                  <a:extLst>
                    <a:ext uri="{FF2B5EF4-FFF2-40B4-BE49-F238E27FC236}">
                      <a16:creationId xmlns:a16="http://schemas.microsoft.com/office/drawing/2014/main" id="{08EC0937-ACA9-3840-8439-8223BB848980}"/>
                    </a:ext>
                  </a:extLst>
                </p:cNvPr>
                <p:cNvSpPr/>
                <p:nvPr/>
              </p:nvSpPr>
              <p:spPr bwMode="auto">
                <a:xfrm>
                  <a:off x="1871277" y="1739611"/>
                  <a:ext cx="1128371" cy="115973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08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55" name="Oval 954">
                  <a:extLst>
                    <a:ext uri="{FF2B5EF4-FFF2-40B4-BE49-F238E27FC236}">
                      <a16:creationId xmlns:a16="http://schemas.microsoft.com/office/drawing/2014/main" id="{E17B98F5-9CEF-6F4F-BBA9-BB8DE0D91B36}"/>
                    </a:ext>
                  </a:extLst>
                </p:cNvPr>
                <p:cNvSpPr/>
                <p:nvPr/>
              </p:nvSpPr>
              <p:spPr bwMode="auto">
                <a:xfrm flipV="1">
                  <a:off x="1871277" y="1576300"/>
                  <a:ext cx="1125200" cy="319520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56" name="Freeform 955">
                  <a:extLst>
                    <a:ext uri="{FF2B5EF4-FFF2-40B4-BE49-F238E27FC236}">
                      <a16:creationId xmlns:a16="http://schemas.microsoft.com/office/drawing/2014/main" id="{61234B09-DC44-7342-A70C-06AC8A581E23}"/>
                    </a:ext>
                  </a:extLst>
                </p:cNvPr>
                <p:cNvSpPr/>
                <p:nvPr/>
              </p:nvSpPr>
              <p:spPr bwMode="auto">
                <a:xfrm>
                  <a:off x="2159708" y="1673340"/>
                  <a:ext cx="548339" cy="160943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57" name="Freeform 956">
                  <a:extLst>
                    <a:ext uri="{FF2B5EF4-FFF2-40B4-BE49-F238E27FC236}">
                      <a16:creationId xmlns:a16="http://schemas.microsoft.com/office/drawing/2014/main" id="{03AF34FD-E240-F04C-9158-920D29213255}"/>
                    </a:ext>
                  </a:extLst>
                </p:cNvPr>
                <p:cNvSpPr/>
                <p:nvPr/>
              </p:nvSpPr>
              <p:spPr bwMode="auto">
                <a:xfrm>
                  <a:off x="2102655" y="1633103"/>
                  <a:ext cx="662444" cy="111241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58" name="Freeform 957">
                  <a:extLst>
                    <a:ext uri="{FF2B5EF4-FFF2-40B4-BE49-F238E27FC236}">
                      <a16:creationId xmlns:a16="http://schemas.microsoft.com/office/drawing/2014/main" id="{526E50F3-60FD-0E45-BC3A-3C6066FB7D8A}"/>
                    </a:ext>
                  </a:extLst>
                </p:cNvPr>
                <p:cNvSpPr/>
                <p:nvPr/>
              </p:nvSpPr>
              <p:spPr bwMode="auto">
                <a:xfrm>
                  <a:off x="2536889" y="1727776"/>
                  <a:ext cx="244057" cy="97040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59" name="Freeform 958">
                  <a:extLst>
                    <a:ext uri="{FF2B5EF4-FFF2-40B4-BE49-F238E27FC236}">
                      <a16:creationId xmlns:a16="http://schemas.microsoft.com/office/drawing/2014/main" id="{FEE1E3A7-C090-734C-9180-457004D9D039}"/>
                    </a:ext>
                  </a:extLst>
                </p:cNvPr>
                <p:cNvSpPr/>
                <p:nvPr/>
              </p:nvSpPr>
              <p:spPr bwMode="auto">
                <a:xfrm>
                  <a:off x="2089977" y="1730144"/>
                  <a:ext cx="240888" cy="97039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960" name="Straight Connector 959">
                  <a:extLst>
                    <a:ext uri="{FF2B5EF4-FFF2-40B4-BE49-F238E27FC236}">
                      <a16:creationId xmlns:a16="http://schemas.microsoft.com/office/drawing/2014/main" id="{99A3F99A-570C-8A42-9492-3585D770DA95}"/>
                    </a:ext>
                  </a:extLst>
                </p:cNvPr>
                <p:cNvCxnSpPr>
                  <a:endCxn id="955" idx="2"/>
                </p:cNvCxnSpPr>
                <p:nvPr/>
              </p:nvCxnSpPr>
              <p:spPr bwMode="auto">
                <a:xfrm flipH="1" flipV="1">
                  <a:off x="1871277" y="1737243"/>
                  <a:ext cx="3169" cy="12307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961" name="Straight Connector 960">
                  <a:extLst>
                    <a:ext uri="{FF2B5EF4-FFF2-40B4-BE49-F238E27FC236}">
                      <a16:creationId xmlns:a16="http://schemas.microsoft.com/office/drawing/2014/main" id="{5F18512F-CA24-4444-95DF-016FA49178DB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2996477" y="1734877"/>
                  <a:ext cx="3171" cy="12307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  <p:grpSp>
            <p:nvGrpSpPr>
              <p:cNvPr id="923" name="Group 347">
                <a:extLst>
                  <a:ext uri="{FF2B5EF4-FFF2-40B4-BE49-F238E27FC236}">
                    <a16:creationId xmlns:a16="http://schemas.microsoft.com/office/drawing/2014/main" id="{4B02C431-99D3-6D48-8159-7B4877B83AD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848241" y="5847813"/>
                <a:ext cx="588970" cy="242608"/>
                <a:chOff x="1871277" y="1576300"/>
                <a:chExt cx="1128371" cy="437861"/>
              </a:xfrm>
            </p:grpSpPr>
            <p:sp>
              <p:nvSpPr>
                <p:cNvPr id="944" name="Oval 943">
                  <a:extLst>
                    <a:ext uri="{FF2B5EF4-FFF2-40B4-BE49-F238E27FC236}">
                      <a16:creationId xmlns:a16="http://schemas.microsoft.com/office/drawing/2014/main" id="{0FF0DF6F-D87B-2346-B35F-0DD610115E22}"/>
                    </a:ext>
                  </a:extLst>
                </p:cNvPr>
                <p:cNvSpPr/>
                <p:nvPr/>
              </p:nvSpPr>
              <p:spPr bwMode="auto">
                <a:xfrm flipV="1">
                  <a:off x="1874446" y="1694641"/>
                  <a:ext cx="1125202" cy="319520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0" scaled="1"/>
                  <a:tileRect/>
                </a:gra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45" name="Rectangle 944">
                  <a:extLst>
                    <a:ext uri="{FF2B5EF4-FFF2-40B4-BE49-F238E27FC236}">
                      <a16:creationId xmlns:a16="http://schemas.microsoft.com/office/drawing/2014/main" id="{0A88A3D0-6A43-9C4F-B2B8-C62A5B975479}"/>
                    </a:ext>
                  </a:extLst>
                </p:cNvPr>
                <p:cNvSpPr/>
                <p:nvPr/>
              </p:nvSpPr>
              <p:spPr bwMode="auto">
                <a:xfrm>
                  <a:off x="1871277" y="1739611"/>
                  <a:ext cx="1128371" cy="115973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08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46" name="Oval 945">
                  <a:extLst>
                    <a:ext uri="{FF2B5EF4-FFF2-40B4-BE49-F238E27FC236}">
                      <a16:creationId xmlns:a16="http://schemas.microsoft.com/office/drawing/2014/main" id="{A97EE425-A6D3-754D-B745-A46539A9BCE9}"/>
                    </a:ext>
                  </a:extLst>
                </p:cNvPr>
                <p:cNvSpPr/>
                <p:nvPr/>
              </p:nvSpPr>
              <p:spPr bwMode="auto">
                <a:xfrm flipV="1">
                  <a:off x="1871277" y="1576300"/>
                  <a:ext cx="1125200" cy="319520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47" name="Freeform 946">
                  <a:extLst>
                    <a:ext uri="{FF2B5EF4-FFF2-40B4-BE49-F238E27FC236}">
                      <a16:creationId xmlns:a16="http://schemas.microsoft.com/office/drawing/2014/main" id="{D4B205B1-4191-B84B-8CA4-DD171806AD2E}"/>
                    </a:ext>
                  </a:extLst>
                </p:cNvPr>
                <p:cNvSpPr/>
                <p:nvPr/>
              </p:nvSpPr>
              <p:spPr bwMode="auto">
                <a:xfrm>
                  <a:off x="2159708" y="1673340"/>
                  <a:ext cx="548339" cy="160943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48" name="Freeform 947">
                  <a:extLst>
                    <a:ext uri="{FF2B5EF4-FFF2-40B4-BE49-F238E27FC236}">
                      <a16:creationId xmlns:a16="http://schemas.microsoft.com/office/drawing/2014/main" id="{1BBBF1EF-3ED2-5848-B3F0-7F8463BE28C7}"/>
                    </a:ext>
                  </a:extLst>
                </p:cNvPr>
                <p:cNvSpPr/>
                <p:nvPr/>
              </p:nvSpPr>
              <p:spPr bwMode="auto">
                <a:xfrm>
                  <a:off x="2102655" y="1633103"/>
                  <a:ext cx="662444" cy="111241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49" name="Freeform 948">
                  <a:extLst>
                    <a:ext uri="{FF2B5EF4-FFF2-40B4-BE49-F238E27FC236}">
                      <a16:creationId xmlns:a16="http://schemas.microsoft.com/office/drawing/2014/main" id="{AE727D85-0B80-AB43-A858-E12A22DEF74E}"/>
                    </a:ext>
                  </a:extLst>
                </p:cNvPr>
                <p:cNvSpPr/>
                <p:nvPr/>
              </p:nvSpPr>
              <p:spPr bwMode="auto">
                <a:xfrm>
                  <a:off x="2536889" y="1727776"/>
                  <a:ext cx="244057" cy="97040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50" name="Freeform 949">
                  <a:extLst>
                    <a:ext uri="{FF2B5EF4-FFF2-40B4-BE49-F238E27FC236}">
                      <a16:creationId xmlns:a16="http://schemas.microsoft.com/office/drawing/2014/main" id="{E087DF11-E1FC-A24A-A90A-56EFAAF5ED33}"/>
                    </a:ext>
                  </a:extLst>
                </p:cNvPr>
                <p:cNvSpPr/>
                <p:nvPr/>
              </p:nvSpPr>
              <p:spPr bwMode="auto">
                <a:xfrm>
                  <a:off x="2089977" y="1730144"/>
                  <a:ext cx="240888" cy="97039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951" name="Straight Connector 950">
                  <a:extLst>
                    <a:ext uri="{FF2B5EF4-FFF2-40B4-BE49-F238E27FC236}">
                      <a16:creationId xmlns:a16="http://schemas.microsoft.com/office/drawing/2014/main" id="{63B2769E-5BF0-4C43-BDCD-E08BBCA40A60}"/>
                    </a:ext>
                  </a:extLst>
                </p:cNvPr>
                <p:cNvCxnSpPr>
                  <a:endCxn id="946" idx="2"/>
                </p:cNvCxnSpPr>
                <p:nvPr/>
              </p:nvCxnSpPr>
              <p:spPr bwMode="auto">
                <a:xfrm flipH="1" flipV="1">
                  <a:off x="1871277" y="1737243"/>
                  <a:ext cx="3169" cy="12307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952" name="Straight Connector 951">
                  <a:extLst>
                    <a:ext uri="{FF2B5EF4-FFF2-40B4-BE49-F238E27FC236}">
                      <a16:creationId xmlns:a16="http://schemas.microsoft.com/office/drawing/2014/main" id="{D9643885-03AC-8C44-B9B3-97EEFAB93F73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2996477" y="1734877"/>
                  <a:ext cx="3171" cy="12307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  <p:grpSp>
            <p:nvGrpSpPr>
              <p:cNvPr id="924" name="Group 347">
                <a:extLst>
                  <a:ext uri="{FF2B5EF4-FFF2-40B4-BE49-F238E27FC236}">
                    <a16:creationId xmlns:a16="http://schemas.microsoft.com/office/drawing/2014/main" id="{59383640-B92E-3B49-9F91-B00C1816C4B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166757" y="6114152"/>
                <a:ext cx="588970" cy="242608"/>
                <a:chOff x="1871277" y="1576300"/>
                <a:chExt cx="1128371" cy="437861"/>
              </a:xfrm>
            </p:grpSpPr>
            <p:sp>
              <p:nvSpPr>
                <p:cNvPr id="935" name="Oval 934">
                  <a:extLst>
                    <a:ext uri="{FF2B5EF4-FFF2-40B4-BE49-F238E27FC236}">
                      <a16:creationId xmlns:a16="http://schemas.microsoft.com/office/drawing/2014/main" id="{5018BF36-5D40-234D-B43E-166D4365DFC7}"/>
                    </a:ext>
                  </a:extLst>
                </p:cNvPr>
                <p:cNvSpPr/>
                <p:nvPr/>
              </p:nvSpPr>
              <p:spPr bwMode="auto">
                <a:xfrm flipV="1">
                  <a:off x="1874446" y="1694641"/>
                  <a:ext cx="1125202" cy="319520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0" scaled="1"/>
                  <a:tileRect/>
                </a:gra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36" name="Rectangle 935">
                  <a:extLst>
                    <a:ext uri="{FF2B5EF4-FFF2-40B4-BE49-F238E27FC236}">
                      <a16:creationId xmlns:a16="http://schemas.microsoft.com/office/drawing/2014/main" id="{F3CF2F53-1F91-DA4A-B9DD-A5E958F02DF9}"/>
                    </a:ext>
                  </a:extLst>
                </p:cNvPr>
                <p:cNvSpPr/>
                <p:nvPr/>
              </p:nvSpPr>
              <p:spPr bwMode="auto">
                <a:xfrm>
                  <a:off x="1871277" y="1739611"/>
                  <a:ext cx="1128371" cy="115973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08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37" name="Oval 936">
                  <a:extLst>
                    <a:ext uri="{FF2B5EF4-FFF2-40B4-BE49-F238E27FC236}">
                      <a16:creationId xmlns:a16="http://schemas.microsoft.com/office/drawing/2014/main" id="{DE201E6A-02EE-B14D-8F1B-DC21CC87BE80}"/>
                    </a:ext>
                  </a:extLst>
                </p:cNvPr>
                <p:cNvSpPr/>
                <p:nvPr/>
              </p:nvSpPr>
              <p:spPr bwMode="auto">
                <a:xfrm flipV="1">
                  <a:off x="1871277" y="1576300"/>
                  <a:ext cx="1125200" cy="319520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38" name="Freeform 937">
                  <a:extLst>
                    <a:ext uri="{FF2B5EF4-FFF2-40B4-BE49-F238E27FC236}">
                      <a16:creationId xmlns:a16="http://schemas.microsoft.com/office/drawing/2014/main" id="{FB05CF2E-83B0-2640-93AB-853D8763B115}"/>
                    </a:ext>
                  </a:extLst>
                </p:cNvPr>
                <p:cNvSpPr/>
                <p:nvPr/>
              </p:nvSpPr>
              <p:spPr bwMode="auto">
                <a:xfrm>
                  <a:off x="2159708" y="1673340"/>
                  <a:ext cx="548339" cy="160943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39" name="Freeform 938">
                  <a:extLst>
                    <a:ext uri="{FF2B5EF4-FFF2-40B4-BE49-F238E27FC236}">
                      <a16:creationId xmlns:a16="http://schemas.microsoft.com/office/drawing/2014/main" id="{E2067AB0-285F-1D49-84B3-34E74A8258AC}"/>
                    </a:ext>
                  </a:extLst>
                </p:cNvPr>
                <p:cNvSpPr/>
                <p:nvPr/>
              </p:nvSpPr>
              <p:spPr bwMode="auto">
                <a:xfrm>
                  <a:off x="2102655" y="1633103"/>
                  <a:ext cx="662444" cy="111241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40" name="Freeform 939">
                  <a:extLst>
                    <a:ext uri="{FF2B5EF4-FFF2-40B4-BE49-F238E27FC236}">
                      <a16:creationId xmlns:a16="http://schemas.microsoft.com/office/drawing/2014/main" id="{E1588A39-233E-9A43-89F2-A2C023D3DD50}"/>
                    </a:ext>
                  </a:extLst>
                </p:cNvPr>
                <p:cNvSpPr/>
                <p:nvPr/>
              </p:nvSpPr>
              <p:spPr bwMode="auto">
                <a:xfrm>
                  <a:off x="2536889" y="1727776"/>
                  <a:ext cx="244057" cy="97040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41" name="Freeform 940">
                  <a:extLst>
                    <a:ext uri="{FF2B5EF4-FFF2-40B4-BE49-F238E27FC236}">
                      <a16:creationId xmlns:a16="http://schemas.microsoft.com/office/drawing/2014/main" id="{7E4670CD-E442-5648-B94B-92AF3B894755}"/>
                    </a:ext>
                  </a:extLst>
                </p:cNvPr>
                <p:cNvSpPr/>
                <p:nvPr/>
              </p:nvSpPr>
              <p:spPr bwMode="auto">
                <a:xfrm>
                  <a:off x="2089977" y="1730144"/>
                  <a:ext cx="240888" cy="97039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942" name="Straight Connector 941">
                  <a:extLst>
                    <a:ext uri="{FF2B5EF4-FFF2-40B4-BE49-F238E27FC236}">
                      <a16:creationId xmlns:a16="http://schemas.microsoft.com/office/drawing/2014/main" id="{759AD6F2-B641-0B45-9023-2F9E18420F9E}"/>
                    </a:ext>
                  </a:extLst>
                </p:cNvPr>
                <p:cNvCxnSpPr>
                  <a:endCxn id="937" idx="2"/>
                </p:cNvCxnSpPr>
                <p:nvPr/>
              </p:nvCxnSpPr>
              <p:spPr bwMode="auto">
                <a:xfrm flipH="1" flipV="1">
                  <a:off x="1871277" y="1737243"/>
                  <a:ext cx="3169" cy="12307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943" name="Straight Connector 942">
                  <a:extLst>
                    <a:ext uri="{FF2B5EF4-FFF2-40B4-BE49-F238E27FC236}">
                      <a16:creationId xmlns:a16="http://schemas.microsoft.com/office/drawing/2014/main" id="{BD308E44-0EFE-944D-83E1-D1B7C02C2983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2996477" y="1734877"/>
                  <a:ext cx="3171" cy="12307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  <p:grpSp>
            <p:nvGrpSpPr>
              <p:cNvPr id="925" name="Group 347">
                <a:extLst>
                  <a:ext uri="{FF2B5EF4-FFF2-40B4-BE49-F238E27FC236}">
                    <a16:creationId xmlns:a16="http://schemas.microsoft.com/office/drawing/2014/main" id="{885312C2-0E07-194B-BEF1-237808F2C1B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704088" y="6206732"/>
                <a:ext cx="588970" cy="242608"/>
                <a:chOff x="1871277" y="1576300"/>
                <a:chExt cx="1128371" cy="437861"/>
              </a:xfrm>
            </p:grpSpPr>
            <p:sp>
              <p:nvSpPr>
                <p:cNvPr id="926" name="Oval 925">
                  <a:extLst>
                    <a:ext uri="{FF2B5EF4-FFF2-40B4-BE49-F238E27FC236}">
                      <a16:creationId xmlns:a16="http://schemas.microsoft.com/office/drawing/2014/main" id="{DB1F6E96-DE25-304B-B7D0-FD1D59509C9D}"/>
                    </a:ext>
                  </a:extLst>
                </p:cNvPr>
                <p:cNvSpPr/>
                <p:nvPr/>
              </p:nvSpPr>
              <p:spPr bwMode="auto">
                <a:xfrm flipV="1">
                  <a:off x="1874446" y="1694641"/>
                  <a:ext cx="1125202" cy="319520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0" scaled="1"/>
                  <a:tileRect/>
                </a:gra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27" name="Rectangle 926">
                  <a:extLst>
                    <a:ext uri="{FF2B5EF4-FFF2-40B4-BE49-F238E27FC236}">
                      <a16:creationId xmlns:a16="http://schemas.microsoft.com/office/drawing/2014/main" id="{C6F722AF-47B6-754C-8E9E-EFEB45831A89}"/>
                    </a:ext>
                  </a:extLst>
                </p:cNvPr>
                <p:cNvSpPr/>
                <p:nvPr/>
              </p:nvSpPr>
              <p:spPr bwMode="auto">
                <a:xfrm>
                  <a:off x="1871277" y="1739611"/>
                  <a:ext cx="1128371" cy="115973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08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28" name="Oval 927">
                  <a:extLst>
                    <a:ext uri="{FF2B5EF4-FFF2-40B4-BE49-F238E27FC236}">
                      <a16:creationId xmlns:a16="http://schemas.microsoft.com/office/drawing/2014/main" id="{B7EFF65E-E3E4-7743-90E8-6E0DED7FF48C}"/>
                    </a:ext>
                  </a:extLst>
                </p:cNvPr>
                <p:cNvSpPr/>
                <p:nvPr/>
              </p:nvSpPr>
              <p:spPr bwMode="auto">
                <a:xfrm flipV="1">
                  <a:off x="1871277" y="1576300"/>
                  <a:ext cx="1125200" cy="319520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29" name="Freeform 928">
                  <a:extLst>
                    <a:ext uri="{FF2B5EF4-FFF2-40B4-BE49-F238E27FC236}">
                      <a16:creationId xmlns:a16="http://schemas.microsoft.com/office/drawing/2014/main" id="{A6419AFD-CC26-B146-A541-B565AEA3805C}"/>
                    </a:ext>
                  </a:extLst>
                </p:cNvPr>
                <p:cNvSpPr/>
                <p:nvPr/>
              </p:nvSpPr>
              <p:spPr bwMode="auto">
                <a:xfrm>
                  <a:off x="2159708" y="1673340"/>
                  <a:ext cx="548339" cy="160943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30" name="Freeform 929">
                  <a:extLst>
                    <a:ext uri="{FF2B5EF4-FFF2-40B4-BE49-F238E27FC236}">
                      <a16:creationId xmlns:a16="http://schemas.microsoft.com/office/drawing/2014/main" id="{0147F8D3-CAD7-8542-B967-4F72DDDE3A54}"/>
                    </a:ext>
                  </a:extLst>
                </p:cNvPr>
                <p:cNvSpPr/>
                <p:nvPr/>
              </p:nvSpPr>
              <p:spPr bwMode="auto">
                <a:xfrm>
                  <a:off x="2102655" y="1633103"/>
                  <a:ext cx="662444" cy="111241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31" name="Freeform 930">
                  <a:extLst>
                    <a:ext uri="{FF2B5EF4-FFF2-40B4-BE49-F238E27FC236}">
                      <a16:creationId xmlns:a16="http://schemas.microsoft.com/office/drawing/2014/main" id="{AAF1E1A5-D576-1A4A-9BFD-6C323830CFC5}"/>
                    </a:ext>
                  </a:extLst>
                </p:cNvPr>
                <p:cNvSpPr/>
                <p:nvPr/>
              </p:nvSpPr>
              <p:spPr bwMode="auto">
                <a:xfrm>
                  <a:off x="2536889" y="1727776"/>
                  <a:ext cx="244057" cy="97040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32" name="Freeform 931">
                  <a:extLst>
                    <a:ext uri="{FF2B5EF4-FFF2-40B4-BE49-F238E27FC236}">
                      <a16:creationId xmlns:a16="http://schemas.microsoft.com/office/drawing/2014/main" id="{00B23D7F-A468-7B41-B882-C74692A46B5A}"/>
                    </a:ext>
                  </a:extLst>
                </p:cNvPr>
                <p:cNvSpPr/>
                <p:nvPr/>
              </p:nvSpPr>
              <p:spPr bwMode="auto">
                <a:xfrm>
                  <a:off x="2089977" y="1730144"/>
                  <a:ext cx="240888" cy="97039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933" name="Straight Connector 932">
                  <a:extLst>
                    <a:ext uri="{FF2B5EF4-FFF2-40B4-BE49-F238E27FC236}">
                      <a16:creationId xmlns:a16="http://schemas.microsoft.com/office/drawing/2014/main" id="{A710DADF-5A66-4E4D-9212-3DB6E5790B57}"/>
                    </a:ext>
                  </a:extLst>
                </p:cNvPr>
                <p:cNvCxnSpPr>
                  <a:endCxn id="928" idx="2"/>
                </p:cNvCxnSpPr>
                <p:nvPr/>
              </p:nvCxnSpPr>
              <p:spPr bwMode="auto">
                <a:xfrm flipH="1" flipV="1">
                  <a:off x="1871277" y="1737243"/>
                  <a:ext cx="3169" cy="12307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934" name="Straight Connector 933">
                  <a:extLst>
                    <a:ext uri="{FF2B5EF4-FFF2-40B4-BE49-F238E27FC236}">
                      <a16:creationId xmlns:a16="http://schemas.microsoft.com/office/drawing/2014/main" id="{59A3775F-4767-2F47-9662-6CCEC729A7A8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2996477" y="1734877"/>
                  <a:ext cx="3171" cy="12307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</p:grpSp>
        <p:grpSp>
          <p:nvGrpSpPr>
            <p:cNvPr id="857" name="Group 856">
              <a:extLst>
                <a:ext uri="{FF2B5EF4-FFF2-40B4-BE49-F238E27FC236}">
                  <a16:creationId xmlns:a16="http://schemas.microsoft.com/office/drawing/2014/main" id="{54A52462-5258-B74E-939D-5568EFF6BF9A}"/>
                </a:ext>
              </a:extLst>
            </p:cNvPr>
            <p:cNvGrpSpPr/>
            <p:nvPr/>
          </p:nvGrpSpPr>
          <p:grpSpPr>
            <a:xfrm>
              <a:off x="4990227" y="3046752"/>
              <a:ext cx="3116606" cy="1053561"/>
              <a:chOff x="4990227" y="2877416"/>
              <a:chExt cx="3116606" cy="1053561"/>
            </a:xfrm>
          </p:grpSpPr>
          <p:sp>
            <p:nvSpPr>
              <p:cNvPr id="876" name="Rectangle 875">
                <a:extLst>
                  <a:ext uri="{FF2B5EF4-FFF2-40B4-BE49-F238E27FC236}">
                    <a16:creationId xmlns:a16="http://schemas.microsoft.com/office/drawing/2014/main" id="{A13ADE3B-72C2-1D43-B7E3-53ACC236F401}"/>
                  </a:ext>
                </a:extLst>
              </p:cNvPr>
              <p:cNvSpPr/>
              <p:nvPr/>
            </p:nvSpPr>
            <p:spPr bwMode="auto">
              <a:xfrm>
                <a:off x="5418665" y="2913389"/>
                <a:ext cx="2688168" cy="1017588"/>
              </a:xfrm>
              <a:prstGeom prst="rect">
                <a:avLst/>
              </a:prstGeom>
              <a:solidFill>
                <a:srgbClr val="2D2DB9">
                  <a:lumMod val="20000"/>
                  <a:lumOff val="80000"/>
                </a:srgbClr>
              </a:solidFill>
              <a:ln w="317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877" name="Freeform 876">
                <a:extLst>
                  <a:ext uri="{FF2B5EF4-FFF2-40B4-BE49-F238E27FC236}">
                    <a16:creationId xmlns:a16="http://schemas.microsoft.com/office/drawing/2014/main" id="{8479C132-9D4A-964F-A8E8-7EB2EAA9863B}"/>
                  </a:ext>
                </a:extLst>
              </p:cNvPr>
              <p:cNvSpPr/>
              <p:nvPr/>
            </p:nvSpPr>
            <p:spPr bwMode="auto">
              <a:xfrm>
                <a:off x="5218221" y="2877416"/>
                <a:ext cx="213773" cy="1028160"/>
              </a:xfrm>
              <a:custGeom>
                <a:avLst/>
                <a:gdLst>
                  <a:gd name="connsiteX0" fmla="*/ 0 w 312616"/>
                  <a:gd name="connsiteY0" fmla="*/ 644770 h 1367693"/>
                  <a:gd name="connsiteX1" fmla="*/ 312616 w 312616"/>
                  <a:gd name="connsiteY1" fmla="*/ 0 h 1367693"/>
                  <a:gd name="connsiteX2" fmla="*/ 312616 w 312616"/>
                  <a:gd name="connsiteY2" fmla="*/ 1016000 h 1367693"/>
                  <a:gd name="connsiteX3" fmla="*/ 117231 w 312616"/>
                  <a:gd name="connsiteY3" fmla="*/ 1367693 h 1367693"/>
                  <a:gd name="connsiteX4" fmla="*/ 0 w 312616"/>
                  <a:gd name="connsiteY4" fmla="*/ 644770 h 1367693"/>
                  <a:gd name="connsiteX0" fmla="*/ 0 w 199855"/>
                  <a:gd name="connsiteY0" fmla="*/ 733787 h 1367693"/>
                  <a:gd name="connsiteX1" fmla="*/ 199855 w 199855"/>
                  <a:gd name="connsiteY1" fmla="*/ 0 h 1367693"/>
                  <a:gd name="connsiteX2" fmla="*/ 199855 w 199855"/>
                  <a:gd name="connsiteY2" fmla="*/ 1016000 h 1367693"/>
                  <a:gd name="connsiteX3" fmla="*/ 4470 w 199855"/>
                  <a:gd name="connsiteY3" fmla="*/ 1367693 h 1367693"/>
                  <a:gd name="connsiteX4" fmla="*/ 0 w 199855"/>
                  <a:gd name="connsiteY4" fmla="*/ 733787 h 1367693"/>
                  <a:gd name="connsiteX0" fmla="*/ 25203 w 225058"/>
                  <a:gd name="connsiteY0" fmla="*/ 733787 h 1361758"/>
                  <a:gd name="connsiteX1" fmla="*/ 225058 w 225058"/>
                  <a:gd name="connsiteY1" fmla="*/ 0 h 1361758"/>
                  <a:gd name="connsiteX2" fmla="*/ 225058 w 225058"/>
                  <a:gd name="connsiteY2" fmla="*/ 1016000 h 1361758"/>
                  <a:gd name="connsiteX3" fmla="*/ 0 w 225058"/>
                  <a:gd name="connsiteY3" fmla="*/ 1361758 h 1361758"/>
                  <a:gd name="connsiteX4" fmla="*/ 25203 w 225058"/>
                  <a:gd name="connsiteY4" fmla="*/ 733787 h 1361758"/>
                  <a:gd name="connsiteX0" fmla="*/ 25203 w 230992"/>
                  <a:gd name="connsiteY0" fmla="*/ 787197 h 1415168"/>
                  <a:gd name="connsiteX1" fmla="*/ 230992 w 230992"/>
                  <a:gd name="connsiteY1" fmla="*/ 0 h 1415168"/>
                  <a:gd name="connsiteX2" fmla="*/ 225058 w 230992"/>
                  <a:gd name="connsiteY2" fmla="*/ 1069410 h 1415168"/>
                  <a:gd name="connsiteX3" fmla="*/ 0 w 230992"/>
                  <a:gd name="connsiteY3" fmla="*/ 1415168 h 1415168"/>
                  <a:gd name="connsiteX4" fmla="*/ 25203 w 230992"/>
                  <a:gd name="connsiteY4" fmla="*/ 787197 h 1415168"/>
                  <a:gd name="connsiteX0" fmla="*/ 0 w 205789"/>
                  <a:gd name="connsiteY0" fmla="*/ 787197 h 1427037"/>
                  <a:gd name="connsiteX1" fmla="*/ 205789 w 205789"/>
                  <a:gd name="connsiteY1" fmla="*/ 0 h 1427037"/>
                  <a:gd name="connsiteX2" fmla="*/ 199855 w 205789"/>
                  <a:gd name="connsiteY2" fmla="*/ 1069410 h 1427037"/>
                  <a:gd name="connsiteX3" fmla="*/ 4471 w 205789"/>
                  <a:gd name="connsiteY3" fmla="*/ 1427037 h 1427037"/>
                  <a:gd name="connsiteX4" fmla="*/ 0 w 205789"/>
                  <a:gd name="connsiteY4" fmla="*/ 787197 h 1427037"/>
                  <a:gd name="connsiteX0" fmla="*/ 0 w 199855"/>
                  <a:gd name="connsiteY0" fmla="*/ 745656 h 1385496"/>
                  <a:gd name="connsiteX1" fmla="*/ 193920 w 199855"/>
                  <a:gd name="connsiteY1" fmla="*/ 0 h 1385496"/>
                  <a:gd name="connsiteX2" fmla="*/ 199855 w 199855"/>
                  <a:gd name="connsiteY2" fmla="*/ 1027869 h 1385496"/>
                  <a:gd name="connsiteX3" fmla="*/ 4471 w 199855"/>
                  <a:gd name="connsiteY3" fmla="*/ 1385496 h 1385496"/>
                  <a:gd name="connsiteX4" fmla="*/ 0 w 199855"/>
                  <a:gd name="connsiteY4" fmla="*/ 745656 h 1385496"/>
                  <a:gd name="connsiteX0" fmla="*/ 20385 w 220240"/>
                  <a:gd name="connsiteY0" fmla="*/ 745656 h 1058154"/>
                  <a:gd name="connsiteX1" fmla="*/ 214305 w 220240"/>
                  <a:gd name="connsiteY1" fmla="*/ 0 h 1058154"/>
                  <a:gd name="connsiteX2" fmla="*/ 220240 w 220240"/>
                  <a:gd name="connsiteY2" fmla="*/ 1027869 h 1058154"/>
                  <a:gd name="connsiteX3" fmla="*/ 68 w 220240"/>
                  <a:gd name="connsiteY3" fmla="*/ 986902 h 1058154"/>
                  <a:gd name="connsiteX4" fmla="*/ 20385 w 220240"/>
                  <a:gd name="connsiteY4" fmla="*/ 745656 h 1058154"/>
                  <a:gd name="connsiteX0" fmla="*/ 20385 w 220240"/>
                  <a:gd name="connsiteY0" fmla="*/ 745656 h 1068836"/>
                  <a:gd name="connsiteX1" fmla="*/ 214305 w 220240"/>
                  <a:gd name="connsiteY1" fmla="*/ 0 h 1068836"/>
                  <a:gd name="connsiteX2" fmla="*/ 220240 w 220240"/>
                  <a:gd name="connsiteY2" fmla="*/ 1027869 h 1068836"/>
                  <a:gd name="connsiteX3" fmla="*/ 68 w 220240"/>
                  <a:gd name="connsiteY3" fmla="*/ 986902 h 1068836"/>
                  <a:gd name="connsiteX4" fmla="*/ 20385 w 220240"/>
                  <a:gd name="connsiteY4" fmla="*/ 745656 h 1068836"/>
                  <a:gd name="connsiteX0" fmla="*/ 15446 w 215301"/>
                  <a:gd name="connsiteY0" fmla="*/ 745656 h 1057581"/>
                  <a:gd name="connsiteX1" fmla="*/ 209366 w 215301"/>
                  <a:gd name="connsiteY1" fmla="*/ 0 h 1057581"/>
                  <a:gd name="connsiteX2" fmla="*/ 215301 w 215301"/>
                  <a:gd name="connsiteY2" fmla="*/ 1027869 h 1057581"/>
                  <a:gd name="connsiteX3" fmla="*/ 87 w 215301"/>
                  <a:gd name="connsiteY3" fmla="*/ 888484 h 1057581"/>
                  <a:gd name="connsiteX4" fmla="*/ 15446 w 215301"/>
                  <a:gd name="connsiteY4" fmla="*/ 745656 h 1057581"/>
                  <a:gd name="connsiteX0" fmla="*/ 15446 w 215301"/>
                  <a:gd name="connsiteY0" fmla="*/ 745656 h 1063397"/>
                  <a:gd name="connsiteX1" fmla="*/ 209366 w 215301"/>
                  <a:gd name="connsiteY1" fmla="*/ 0 h 1063397"/>
                  <a:gd name="connsiteX2" fmla="*/ 215301 w 215301"/>
                  <a:gd name="connsiteY2" fmla="*/ 1027869 h 1063397"/>
                  <a:gd name="connsiteX3" fmla="*/ 87 w 215301"/>
                  <a:gd name="connsiteY3" fmla="*/ 888484 h 1063397"/>
                  <a:gd name="connsiteX4" fmla="*/ 15446 w 215301"/>
                  <a:gd name="connsiteY4" fmla="*/ 745656 h 1063397"/>
                  <a:gd name="connsiteX0" fmla="*/ 15446 w 215301"/>
                  <a:gd name="connsiteY0" fmla="*/ 745656 h 1027869"/>
                  <a:gd name="connsiteX1" fmla="*/ 209366 w 215301"/>
                  <a:gd name="connsiteY1" fmla="*/ 0 h 1027869"/>
                  <a:gd name="connsiteX2" fmla="*/ 215301 w 215301"/>
                  <a:gd name="connsiteY2" fmla="*/ 1027869 h 1027869"/>
                  <a:gd name="connsiteX3" fmla="*/ 87 w 215301"/>
                  <a:gd name="connsiteY3" fmla="*/ 888484 h 1027869"/>
                  <a:gd name="connsiteX4" fmla="*/ 15446 w 215301"/>
                  <a:gd name="connsiteY4" fmla="*/ 745656 h 10278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15301" h="1027869">
                    <a:moveTo>
                      <a:pt x="15446" y="745656"/>
                    </a:moveTo>
                    <a:lnTo>
                      <a:pt x="209366" y="0"/>
                    </a:lnTo>
                    <a:cubicBezTo>
                      <a:pt x="211344" y="342623"/>
                      <a:pt x="213323" y="685246"/>
                      <a:pt x="215301" y="1027869"/>
                    </a:cubicBezTo>
                    <a:cubicBezTo>
                      <a:pt x="115469" y="960083"/>
                      <a:pt x="99918" y="931665"/>
                      <a:pt x="87" y="888484"/>
                    </a:cubicBezTo>
                    <a:cubicBezTo>
                      <a:pt x="-1403" y="675204"/>
                      <a:pt x="16936" y="958936"/>
                      <a:pt x="15446" y="745656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FFFFFF">
                      <a:lumMod val="95000"/>
                    </a:srgbClr>
                  </a:gs>
                  <a:gs pos="100000">
                    <a:srgbClr val="2D2DB9">
                      <a:lumMod val="20000"/>
                      <a:lumOff val="80000"/>
                    </a:srgbClr>
                  </a:gs>
                </a:gsLst>
                <a:lin ang="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grpSp>
            <p:nvGrpSpPr>
              <p:cNvPr id="878" name="Group 950">
                <a:extLst>
                  <a:ext uri="{FF2B5EF4-FFF2-40B4-BE49-F238E27FC236}">
                    <a16:creationId xmlns:a16="http://schemas.microsoft.com/office/drawing/2014/main" id="{6265B51A-C625-0E46-B1CD-1B0CC4EAE2D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990227" y="3351862"/>
                <a:ext cx="251561" cy="564103"/>
                <a:chOff x="4140" y="429"/>
                <a:chExt cx="1425" cy="2396"/>
              </a:xfrm>
            </p:grpSpPr>
            <p:sp>
              <p:nvSpPr>
                <p:cNvPr id="880" name="Freeform 951">
                  <a:extLst>
                    <a:ext uri="{FF2B5EF4-FFF2-40B4-BE49-F238E27FC236}">
                      <a16:creationId xmlns:a16="http://schemas.microsoft.com/office/drawing/2014/main" id="{A5BA354F-B231-C647-9049-264E94760E6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68" y="433"/>
                  <a:ext cx="283" cy="2286"/>
                </a:xfrm>
                <a:custGeom>
                  <a:avLst/>
                  <a:gdLst>
                    <a:gd name="T0" fmla="*/ 3 w 354"/>
                    <a:gd name="T1" fmla="*/ 0 h 2742"/>
                    <a:gd name="T2" fmla="*/ 15 w 354"/>
                    <a:gd name="T3" fmla="*/ 27 h 2742"/>
                    <a:gd name="T4" fmla="*/ 15 w 354"/>
                    <a:gd name="T5" fmla="*/ 205 h 2742"/>
                    <a:gd name="T6" fmla="*/ 0 w 354"/>
                    <a:gd name="T7" fmla="*/ 215 h 2742"/>
                    <a:gd name="T8" fmla="*/ 3 w 354"/>
                    <a:gd name="T9" fmla="*/ 0 h 27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4"/>
                    <a:gd name="T16" fmla="*/ 0 h 2742"/>
                    <a:gd name="T17" fmla="*/ 354 w 354"/>
                    <a:gd name="T18" fmla="*/ 2742 h 27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4" h="2742">
                      <a:moveTo>
                        <a:pt x="63" y="0"/>
                      </a:moveTo>
                      <a:lnTo>
                        <a:pt x="354" y="339"/>
                      </a:lnTo>
                      <a:lnTo>
                        <a:pt x="346" y="2624"/>
                      </a:lnTo>
                      <a:lnTo>
                        <a:pt x="0" y="2742"/>
                      </a:lnTo>
                      <a:lnTo>
                        <a:pt x="6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881" name="Rectangle 952">
                  <a:extLst>
                    <a:ext uri="{FF2B5EF4-FFF2-40B4-BE49-F238E27FC236}">
                      <a16:creationId xmlns:a16="http://schemas.microsoft.com/office/drawing/2014/main" id="{4CD802A5-F6DB-4B4A-9C9B-E57940A6AE2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429"/>
                  <a:ext cx="1046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882" name="Freeform 953">
                  <a:extLst>
                    <a:ext uri="{FF2B5EF4-FFF2-40B4-BE49-F238E27FC236}">
                      <a16:creationId xmlns:a16="http://schemas.microsoft.com/office/drawing/2014/main" id="{79259F7C-2EC8-F74E-9E7F-4095E5E5CFD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21" y="570"/>
                  <a:ext cx="169" cy="2115"/>
                </a:xfrm>
                <a:custGeom>
                  <a:avLst/>
                  <a:gdLst>
                    <a:gd name="T0" fmla="*/ 2 w 211"/>
                    <a:gd name="T1" fmla="*/ 0 h 2537"/>
                    <a:gd name="T2" fmla="*/ 9 w 211"/>
                    <a:gd name="T3" fmla="*/ 18 h 2537"/>
                    <a:gd name="T4" fmla="*/ 2 w 211"/>
                    <a:gd name="T5" fmla="*/ 196 h 2537"/>
                    <a:gd name="T6" fmla="*/ 2 w 211"/>
                    <a:gd name="T7" fmla="*/ 0 h 2537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11"/>
                    <a:gd name="T13" fmla="*/ 0 h 2537"/>
                    <a:gd name="T14" fmla="*/ 211 w 211"/>
                    <a:gd name="T15" fmla="*/ 2537 h 2537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1" h="2537">
                      <a:moveTo>
                        <a:pt x="7" y="0"/>
                      </a:moveTo>
                      <a:cubicBezTo>
                        <a:pt x="7" y="0"/>
                        <a:pt x="57" y="28"/>
                        <a:pt x="211" y="218"/>
                      </a:cubicBezTo>
                      <a:cubicBezTo>
                        <a:pt x="0" y="1229"/>
                        <a:pt x="41" y="2537"/>
                        <a:pt x="7" y="2501"/>
                      </a:cubicBezTo>
                      <a:lnTo>
                        <a:pt x="7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808080"/>
                    </a:gs>
                    <a:gs pos="100000">
                      <a:srgbClr val="F8F8F8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883" name="Freeform 954">
                  <a:extLst>
                    <a:ext uri="{FF2B5EF4-FFF2-40B4-BE49-F238E27FC236}">
                      <a16:creationId xmlns:a16="http://schemas.microsoft.com/office/drawing/2014/main" id="{451FA157-6D0F-9145-8122-26E1DA1A236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4" y="1640"/>
                  <a:ext cx="263" cy="189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1 h 226"/>
                    <a:gd name="T4" fmla="*/ 14 w 328"/>
                    <a:gd name="T5" fmla="*/ 19 h 226"/>
                    <a:gd name="T6" fmla="*/ 0 w 328"/>
                    <a:gd name="T7" fmla="*/ 8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884" name="Rectangle 955">
                  <a:extLst>
                    <a:ext uri="{FF2B5EF4-FFF2-40B4-BE49-F238E27FC236}">
                      <a16:creationId xmlns:a16="http://schemas.microsoft.com/office/drawing/2014/main" id="{C2607605-6DA4-EE4D-8DD3-849C75A0567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690"/>
                  <a:ext cx="598" cy="47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grpSp>
              <p:nvGrpSpPr>
                <p:cNvPr id="885" name="Group 956">
                  <a:extLst>
                    <a:ext uri="{FF2B5EF4-FFF2-40B4-BE49-F238E27FC236}">
                      <a16:creationId xmlns:a16="http://schemas.microsoft.com/office/drawing/2014/main" id="{9869AF7B-AAFD-8D4B-8E7F-90CCD3755626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9" y="668"/>
                  <a:ext cx="581" cy="145"/>
                  <a:chOff x="614" y="2568"/>
                  <a:chExt cx="725" cy="139"/>
                </a:xfrm>
              </p:grpSpPr>
              <p:sp>
                <p:nvSpPr>
                  <p:cNvPr id="910" name="AutoShape 957">
                    <a:extLst>
                      <a:ext uri="{FF2B5EF4-FFF2-40B4-BE49-F238E27FC236}">
                        <a16:creationId xmlns:a16="http://schemas.microsoft.com/office/drawing/2014/main" id="{C9AB02AE-DBB7-4942-87E6-03EAC872AF5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66"/>
                    <a:ext cx="721" cy="14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911" name="AutoShape 958">
                    <a:extLst>
                      <a:ext uri="{FF2B5EF4-FFF2-40B4-BE49-F238E27FC236}">
                        <a16:creationId xmlns:a16="http://schemas.microsoft.com/office/drawing/2014/main" id="{A1397CEF-8A99-9C43-984B-80BD60AFF6D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1"/>
                    <a:ext cx="696" cy="114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sp>
              <p:nvSpPr>
                <p:cNvPr id="886" name="Rectangle 959">
                  <a:extLst>
                    <a:ext uri="{FF2B5EF4-FFF2-40B4-BE49-F238E27FC236}">
                      <a16:creationId xmlns:a16="http://schemas.microsoft.com/office/drawing/2014/main" id="{E8594A77-9042-2641-ABFC-F29E8FF40D5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022"/>
                  <a:ext cx="598" cy="47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grpSp>
              <p:nvGrpSpPr>
                <p:cNvPr id="887" name="Group 960">
                  <a:extLst>
                    <a:ext uri="{FF2B5EF4-FFF2-40B4-BE49-F238E27FC236}">
                      <a16:creationId xmlns:a16="http://schemas.microsoft.com/office/drawing/2014/main" id="{1262AD39-4096-D741-A742-CED9CF146D7C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7" y="994"/>
                  <a:ext cx="581" cy="134"/>
                  <a:chOff x="614" y="2568"/>
                  <a:chExt cx="725" cy="139"/>
                </a:xfrm>
              </p:grpSpPr>
              <p:sp>
                <p:nvSpPr>
                  <p:cNvPr id="908" name="AutoShape 961">
                    <a:extLst>
                      <a:ext uri="{FF2B5EF4-FFF2-40B4-BE49-F238E27FC236}">
                        <a16:creationId xmlns:a16="http://schemas.microsoft.com/office/drawing/2014/main" id="{59E4897D-95E8-2A4B-9BA9-0B7172ED7B8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5" y="2564"/>
                    <a:ext cx="721" cy="139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909" name="AutoShape 962">
                    <a:extLst>
                      <a:ext uri="{FF2B5EF4-FFF2-40B4-BE49-F238E27FC236}">
                        <a16:creationId xmlns:a16="http://schemas.microsoft.com/office/drawing/2014/main" id="{2382242C-86DC-C04B-94D5-2B4545FC2AD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8" y="2581"/>
                    <a:ext cx="696" cy="107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sp>
              <p:nvSpPr>
                <p:cNvPr id="888" name="Rectangle 963">
                  <a:extLst>
                    <a:ext uri="{FF2B5EF4-FFF2-40B4-BE49-F238E27FC236}">
                      <a16:creationId xmlns:a16="http://schemas.microsoft.com/office/drawing/2014/main" id="{CBBEA7CF-B701-8748-AA95-11773F0862F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354"/>
                  <a:ext cx="598" cy="47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889" name="Rectangle 964">
                  <a:extLst>
                    <a:ext uri="{FF2B5EF4-FFF2-40B4-BE49-F238E27FC236}">
                      <a16:creationId xmlns:a16="http://schemas.microsoft.com/office/drawing/2014/main" id="{2840794F-AC07-854C-A963-38CAEB85943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30" y="1655"/>
                  <a:ext cx="598" cy="47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grpSp>
              <p:nvGrpSpPr>
                <p:cNvPr id="890" name="Group 965">
                  <a:extLst>
                    <a:ext uri="{FF2B5EF4-FFF2-40B4-BE49-F238E27FC236}">
                      <a16:creationId xmlns:a16="http://schemas.microsoft.com/office/drawing/2014/main" id="{00D85896-AE73-FC4F-A921-B401C2ABE627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5" y="1627"/>
                  <a:ext cx="582" cy="151"/>
                  <a:chOff x="614" y="2568"/>
                  <a:chExt cx="725" cy="139"/>
                </a:xfrm>
              </p:grpSpPr>
              <p:sp>
                <p:nvSpPr>
                  <p:cNvPr id="906" name="AutoShape 966">
                    <a:extLst>
                      <a:ext uri="{FF2B5EF4-FFF2-40B4-BE49-F238E27FC236}">
                        <a16:creationId xmlns:a16="http://schemas.microsoft.com/office/drawing/2014/main" id="{924B40FA-21E3-834D-911F-D56CADE5ECA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8" y="2586"/>
                    <a:ext cx="720" cy="12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907" name="AutoShape 967">
                    <a:extLst>
                      <a:ext uri="{FF2B5EF4-FFF2-40B4-BE49-F238E27FC236}">
                        <a16:creationId xmlns:a16="http://schemas.microsoft.com/office/drawing/2014/main" id="{47F8F0C4-6D37-9543-9F00-43D5F28FB2C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30" y="2586"/>
                    <a:ext cx="695" cy="109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sp>
              <p:nvSpPr>
                <p:cNvPr id="891" name="Freeform 968">
                  <a:extLst>
                    <a:ext uri="{FF2B5EF4-FFF2-40B4-BE49-F238E27FC236}">
                      <a16:creationId xmlns:a16="http://schemas.microsoft.com/office/drawing/2014/main" id="{1DAD0535-0585-3A48-B18F-8CFD540ADB7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8" y="1354"/>
                  <a:ext cx="263" cy="188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0 h 226"/>
                    <a:gd name="T4" fmla="*/ 14 w 328"/>
                    <a:gd name="T5" fmla="*/ 17 h 226"/>
                    <a:gd name="T6" fmla="*/ 0 w 328"/>
                    <a:gd name="T7" fmla="*/ 7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grpSp>
              <p:nvGrpSpPr>
                <p:cNvPr id="892" name="Group 969">
                  <a:extLst>
                    <a:ext uri="{FF2B5EF4-FFF2-40B4-BE49-F238E27FC236}">
                      <a16:creationId xmlns:a16="http://schemas.microsoft.com/office/drawing/2014/main" id="{66D816ED-1F9A-D04E-95EE-62CBF7E44ED1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9" y="1327"/>
                  <a:ext cx="582" cy="139"/>
                  <a:chOff x="614" y="2568"/>
                  <a:chExt cx="725" cy="139"/>
                </a:xfrm>
              </p:grpSpPr>
              <p:sp>
                <p:nvSpPr>
                  <p:cNvPr id="904" name="AutoShape 970">
                    <a:extLst>
                      <a:ext uri="{FF2B5EF4-FFF2-40B4-BE49-F238E27FC236}">
                        <a16:creationId xmlns:a16="http://schemas.microsoft.com/office/drawing/2014/main" id="{8C0B4415-0AC2-3945-92F3-A694CD6600D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71"/>
                    <a:ext cx="732" cy="13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905" name="AutoShape 971">
                    <a:extLst>
                      <a:ext uri="{FF2B5EF4-FFF2-40B4-BE49-F238E27FC236}">
                        <a16:creationId xmlns:a16="http://schemas.microsoft.com/office/drawing/2014/main" id="{0B3FE1DC-EC1B-BE41-BD3D-DA207D617D5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7"/>
                    <a:ext cx="720" cy="103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sp>
              <p:nvSpPr>
                <p:cNvPr id="893" name="Rectangle 972">
                  <a:extLst>
                    <a:ext uri="{FF2B5EF4-FFF2-40B4-BE49-F238E27FC236}">
                      <a16:creationId xmlns:a16="http://schemas.microsoft.com/office/drawing/2014/main" id="{D76687F0-DEBC-0F4A-B4AF-5C24DB379F8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46" y="429"/>
                  <a:ext cx="70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33"/>
                    </a:gs>
                    <a:gs pos="5000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894" name="Freeform 973">
                  <a:extLst>
                    <a:ext uri="{FF2B5EF4-FFF2-40B4-BE49-F238E27FC236}">
                      <a16:creationId xmlns:a16="http://schemas.microsoft.com/office/drawing/2014/main" id="{9E9FD877-5F4F-754A-87E4-3CF2A2B8681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2" y="1007"/>
                  <a:ext cx="237" cy="213"/>
                </a:xfrm>
                <a:custGeom>
                  <a:avLst/>
                  <a:gdLst>
                    <a:gd name="T0" fmla="*/ 2 w 296"/>
                    <a:gd name="T1" fmla="*/ 0 h 256"/>
                    <a:gd name="T2" fmla="*/ 14 w 296"/>
                    <a:gd name="T3" fmla="*/ 10 h 256"/>
                    <a:gd name="T4" fmla="*/ 14 w 296"/>
                    <a:gd name="T5" fmla="*/ 19 h 256"/>
                    <a:gd name="T6" fmla="*/ 0 w 296"/>
                    <a:gd name="T7" fmla="*/ 7 h 256"/>
                    <a:gd name="T8" fmla="*/ 2 w 296"/>
                    <a:gd name="T9" fmla="*/ 0 h 25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6"/>
                    <a:gd name="T16" fmla="*/ 0 h 256"/>
                    <a:gd name="T17" fmla="*/ 296 w 296"/>
                    <a:gd name="T18" fmla="*/ 256 h 25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6" h="256">
                      <a:moveTo>
                        <a:pt x="4" y="0"/>
                      </a:moveTo>
                      <a:cubicBezTo>
                        <a:pt x="55" y="10"/>
                        <a:pt x="144" y="68"/>
                        <a:pt x="292" y="144"/>
                      </a:cubicBezTo>
                      <a:cubicBezTo>
                        <a:pt x="290" y="178"/>
                        <a:pt x="296" y="188"/>
                        <a:pt x="296" y="256"/>
                      </a:cubicBezTo>
                      <a:cubicBezTo>
                        <a:pt x="296" y="256"/>
                        <a:pt x="160" y="176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895" name="Freeform 974">
                  <a:extLst>
                    <a:ext uri="{FF2B5EF4-FFF2-40B4-BE49-F238E27FC236}">
                      <a16:creationId xmlns:a16="http://schemas.microsoft.com/office/drawing/2014/main" id="{42A0B2EC-7CC7-B240-8E62-08161F36999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5" y="680"/>
                  <a:ext cx="244" cy="240"/>
                </a:xfrm>
                <a:custGeom>
                  <a:avLst/>
                  <a:gdLst>
                    <a:gd name="T0" fmla="*/ 0 w 304"/>
                    <a:gd name="T1" fmla="*/ 0 h 288"/>
                    <a:gd name="T2" fmla="*/ 14 w 304"/>
                    <a:gd name="T3" fmla="*/ 13 h 288"/>
                    <a:gd name="T4" fmla="*/ 13 w 304"/>
                    <a:gd name="T5" fmla="*/ 23 h 288"/>
                    <a:gd name="T6" fmla="*/ 2 w 304"/>
                    <a:gd name="T7" fmla="*/ 10 h 288"/>
                    <a:gd name="T8" fmla="*/ 0 w 304"/>
                    <a:gd name="T9" fmla="*/ 0 h 28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4"/>
                    <a:gd name="T16" fmla="*/ 0 h 288"/>
                    <a:gd name="T17" fmla="*/ 304 w 304"/>
                    <a:gd name="T18" fmla="*/ 288 h 28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4" h="288">
                      <a:moveTo>
                        <a:pt x="0" y="0"/>
                      </a:moveTo>
                      <a:cubicBezTo>
                        <a:pt x="51" y="10"/>
                        <a:pt x="148" y="76"/>
                        <a:pt x="304" y="164"/>
                      </a:cubicBezTo>
                      <a:cubicBezTo>
                        <a:pt x="302" y="198"/>
                        <a:pt x="284" y="220"/>
                        <a:pt x="284" y="288"/>
                      </a:cubicBezTo>
                      <a:cubicBezTo>
                        <a:pt x="284" y="288"/>
                        <a:pt x="163" y="179"/>
                        <a:pt x="8" y="124"/>
                      </a:cubicBezTo>
                      <a:cubicBezTo>
                        <a:pt x="8" y="72"/>
                        <a:pt x="0" y="17"/>
                        <a:pt x="0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896" name="Oval 975">
                  <a:extLst>
                    <a:ext uri="{FF2B5EF4-FFF2-40B4-BE49-F238E27FC236}">
                      <a16:creationId xmlns:a16="http://schemas.microsoft.com/office/drawing/2014/main" id="{924FB68E-8166-014C-89D3-D4305C34F3C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515" y="2611"/>
                  <a:ext cx="50" cy="95"/>
                </a:xfrm>
                <a:prstGeom prst="ellipse">
                  <a:avLst/>
                </a:pr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897" name="Freeform 976">
                  <a:extLst>
                    <a:ext uri="{FF2B5EF4-FFF2-40B4-BE49-F238E27FC236}">
                      <a16:creationId xmlns:a16="http://schemas.microsoft.com/office/drawing/2014/main" id="{97FE5EBC-22BA-6044-8980-CAE03081207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02" y="2614"/>
                  <a:ext cx="245" cy="200"/>
                </a:xfrm>
                <a:custGeom>
                  <a:avLst/>
                  <a:gdLst>
                    <a:gd name="T0" fmla="*/ 0 w 306"/>
                    <a:gd name="T1" fmla="*/ 9 h 240"/>
                    <a:gd name="T2" fmla="*/ 2 w 306"/>
                    <a:gd name="T3" fmla="*/ 19 h 240"/>
                    <a:gd name="T4" fmla="*/ 14 w 306"/>
                    <a:gd name="T5" fmla="*/ 9 h 240"/>
                    <a:gd name="T6" fmla="*/ 14 w 306"/>
                    <a:gd name="T7" fmla="*/ 0 h 240"/>
                    <a:gd name="T8" fmla="*/ 0 w 306"/>
                    <a:gd name="T9" fmla="*/ 9 h 24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6"/>
                    <a:gd name="T16" fmla="*/ 0 h 240"/>
                    <a:gd name="T17" fmla="*/ 306 w 306"/>
                    <a:gd name="T18" fmla="*/ 240 h 24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6" h="240">
                      <a:moveTo>
                        <a:pt x="0" y="106"/>
                      </a:moveTo>
                      <a:lnTo>
                        <a:pt x="2" y="240"/>
                      </a:lnTo>
                      <a:lnTo>
                        <a:pt x="306" y="110"/>
                      </a:lnTo>
                      <a:lnTo>
                        <a:pt x="300" y="0"/>
                      </a:lnTo>
                      <a:lnTo>
                        <a:pt x="0" y="106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898" name="AutoShape 977">
                  <a:extLst>
                    <a:ext uri="{FF2B5EF4-FFF2-40B4-BE49-F238E27FC236}">
                      <a16:creationId xmlns:a16="http://schemas.microsoft.com/office/drawing/2014/main" id="{A5F87333-9B58-984B-975F-83AEC148248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140" y="2675"/>
                  <a:ext cx="1196" cy="150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DDDDDD"/>
                </a:solidFill>
                <a:ln w="9525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899" name="AutoShape 978">
                  <a:extLst>
                    <a:ext uri="{FF2B5EF4-FFF2-40B4-BE49-F238E27FC236}">
                      <a16:creationId xmlns:a16="http://schemas.microsoft.com/office/drawing/2014/main" id="{A819AAE6-0355-8D4F-8137-BD2B7A2B727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2714"/>
                  <a:ext cx="1066" cy="7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00"/>
                    </a:gs>
                    <a:gs pos="100000">
                      <a:srgbClr val="808080"/>
                    </a:gs>
                  </a:gsLst>
                  <a:lin ang="0" scaled="1"/>
                </a:gradFill>
                <a:ln w="9525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900" name="Oval 979">
                  <a:extLst>
                    <a:ext uri="{FF2B5EF4-FFF2-40B4-BE49-F238E27FC236}">
                      <a16:creationId xmlns:a16="http://schemas.microsoft.com/office/drawing/2014/main" id="{7425A734-37C7-AE46-A20A-FA4A5976715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309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901" name="Oval 980">
                  <a:extLst>
                    <a:ext uri="{FF2B5EF4-FFF2-40B4-BE49-F238E27FC236}">
                      <a16:creationId xmlns:a16="http://schemas.microsoft.com/office/drawing/2014/main" id="{820B07E3-33AF-1341-B1D5-46C41ACB743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489" y="2382"/>
                  <a:ext cx="159" cy="142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902" name="Oval 981">
                  <a:extLst>
                    <a:ext uri="{FF2B5EF4-FFF2-40B4-BE49-F238E27FC236}">
                      <a16:creationId xmlns:a16="http://schemas.microsoft.com/office/drawing/2014/main" id="{44036096-87EC-A746-8FE7-7773B3B32B1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58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903" name="Rectangle 982">
                  <a:extLst>
                    <a:ext uri="{FF2B5EF4-FFF2-40B4-BE49-F238E27FC236}">
                      <a16:creationId xmlns:a16="http://schemas.microsoft.com/office/drawing/2014/main" id="{4C8AA049-B48E-C24E-91A9-8455F582713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067" y="1837"/>
                  <a:ext cx="80" cy="759"/>
                </a:xfrm>
                <a:prstGeom prst="rect">
                  <a:avLst/>
                </a:prstGeom>
                <a:solidFill>
                  <a:srgbClr val="292929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879" name="TextBox 878">
                <a:extLst>
                  <a:ext uri="{FF2B5EF4-FFF2-40B4-BE49-F238E27FC236}">
                    <a16:creationId xmlns:a16="http://schemas.microsoft.com/office/drawing/2014/main" id="{BD391945-30B0-AF4B-9B16-8435026C785B}"/>
                  </a:ext>
                </a:extLst>
              </p:cNvPr>
              <p:cNvSpPr txBox="1"/>
              <p:nvPr/>
            </p:nvSpPr>
            <p:spPr>
              <a:xfrm>
                <a:off x="5377031" y="3090332"/>
                <a:ext cx="2659202" cy="61555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SDN Controller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(network operating system)</a:t>
                </a:r>
              </a:p>
            </p:txBody>
          </p:sp>
        </p:grpSp>
        <p:sp>
          <p:nvSpPr>
            <p:cNvPr id="858" name="TextBox 857">
              <a:extLst>
                <a:ext uri="{FF2B5EF4-FFF2-40B4-BE49-F238E27FC236}">
                  <a16:creationId xmlns:a16="http://schemas.microsoft.com/office/drawing/2014/main" id="{460A62D4-F61E-134D-905E-F48547E04AB7}"/>
                </a:ext>
              </a:extLst>
            </p:cNvPr>
            <p:cNvSpPr txBox="1"/>
            <p:nvPr/>
          </p:nvSpPr>
          <p:spPr>
            <a:xfrm>
              <a:off x="6837708" y="1058305"/>
              <a:ext cx="595035" cy="58477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3200" b="0" i="0" u="none" strike="noStrike" kern="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…</a:t>
              </a:r>
            </a:p>
          </p:txBody>
        </p:sp>
        <p:grpSp>
          <p:nvGrpSpPr>
            <p:cNvPr id="859" name="Group 858">
              <a:extLst>
                <a:ext uri="{FF2B5EF4-FFF2-40B4-BE49-F238E27FC236}">
                  <a16:creationId xmlns:a16="http://schemas.microsoft.com/office/drawing/2014/main" id="{C04C3E74-140C-174C-86ED-F87FDFEFCDEE}"/>
                </a:ext>
              </a:extLst>
            </p:cNvPr>
            <p:cNvGrpSpPr/>
            <p:nvPr/>
          </p:nvGrpSpPr>
          <p:grpSpPr>
            <a:xfrm>
              <a:off x="5165914" y="1277466"/>
              <a:ext cx="1023471" cy="590176"/>
              <a:chOff x="4721412" y="1277470"/>
              <a:chExt cx="1023471" cy="590176"/>
            </a:xfrm>
          </p:grpSpPr>
          <p:sp>
            <p:nvSpPr>
              <p:cNvPr id="874" name="Oval 873">
                <a:extLst>
                  <a:ext uri="{FF2B5EF4-FFF2-40B4-BE49-F238E27FC236}">
                    <a16:creationId xmlns:a16="http://schemas.microsoft.com/office/drawing/2014/main" id="{4ECE1B24-7462-554F-B043-548B485E42D6}"/>
                  </a:ext>
                </a:extLst>
              </p:cNvPr>
              <p:cNvSpPr/>
              <p:nvPr/>
            </p:nvSpPr>
            <p:spPr bwMode="auto">
              <a:xfrm>
                <a:off x="4721412" y="1277470"/>
                <a:ext cx="1023471" cy="590176"/>
              </a:xfrm>
              <a:prstGeom prst="ellipse">
                <a:avLst/>
              </a:prstGeom>
              <a:solidFill>
                <a:schemeClr val="accent6">
                  <a:lumMod val="20000"/>
                  <a:lumOff val="80000"/>
                  <a:alpha val="70000"/>
                </a:schemeClr>
              </a:solidFill>
              <a:ln w="9525" cap="flat" cmpd="sng" algn="ctr">
                <a:solidFill>
                  <a:srgbClr val="008000"/>
                </a:solidFill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875" name="TextBox 874">
                <a:extLst>
                  <a:ext uri="{FF2B5EF4-FFF2-40B4-BE49-F238E27FC236}">
                    <a16:creationId xmlns:a16="http://schemas.microsoft.com/office/drawing/2014/main" id="{8832E712-F1F9-5E47-90F8-8A9C1FCF21E9}"/>
                  </a:ext>
                </a:extLst>
              </p:cNvPr>
              <p:cNvSpPr txBox="1"/>
              <p:nvPr/>
            </p:nvSpPr>
            <p:spPr>
              <a:xfrm>
                <a:off x="4792385" y="1374585"/>
                <a:ext cx="890463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routing</a:t>
                </a:r>
              </a:p>
            </p:txBody>
          </p:sp>
        </p:grpSp>
        <p:grpSp>
          <p:nvGrpSpPr>
            <p:cNvPr id="860" name="Group 859">
              <a:extLst>
                <a:ext uri="{FF2B5EF4-FFF2-40B4-BE49-F238E27FC236}">
                  <a16:creationId xmlns:a16="http://schemas.microsoft.com/office/drawing/2014/main" id="{94FF35AA-DC45-2445-BD7D-65CD25F3EB23}"/>
                </a:ext>
              </a:extLst>
            </p:cNvPr>
            <p:cNvGrpSpPr/>
            <p:nvPr/>
          </p:nvGrpSpPr>
          <p:grpSpPr>
            <a:xfrm>
              <a:off x="6000628" y="1798416"/>
              <a:ext cx="1023471" cy="590176"/>
              <a:chOff x="6106459" y="1967753"/>
              <a:chExt cx="1023471" cy="590176"/>
            </a:xfrm>
          </p:grpSpPr>
          <p:sp>
            <p:nvSpPr>
              <p:cNvPr id="872" name="Oval 871">
                <a:extLst>
                  <a:ext uri="{FF2B5EF4-FFF2-40B4-BE49-F238E27FC236}">
                    <a16:creationId xmlns:a16="http://schemas.microsoft.com/office/drawing/2014/main" id="{3821BD45-E196-1B47-B58A-8DE288ED4A33}"/>
                  </a:ext>
                </a:extLst>
              </p:cNvPr>
              <p:cNvSpPr/>
              <p:nvPr/>
            </p:nvSpPr>
            <p:spPr bwMode="auto">
              <a:xfrm>
                <a:off x="6106459" y="1967753"/>
                <a:ext cx="1023471" cy="590176"/>
              </a:xfrm>
              <a:prstGeom prst="ellipse">
                <a:avLst/>
              </a:prstGeom>
              <a:solidFill>
                <a:schemeClr val="accent6">
                  <a:lumMod val="20000"/>
                  <a:lumOff val="80000"/>
                  <a:alpha val="70000"/>
                </a:schemeClr>
              </a:solidFill>
              <a:ln w="9525" cap="flat" cmpd="sng" algn="ctr">
                <a:solidFill>
                  <a:srgbClr val="008000"/>
                </a:solidFill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873" name="TextBox 872">
                <a:extLst>
                  <a:ext uri="{FF2B5EF4-FFF2-40B4-BE49-F238E27FC236}">
                    <a16:creationId xmlns:a16="http://schemas.microsoft.com/office/drawing/2014/main" id="{09503A04-2C2E-F941-9ED5-3A37B498CDA9}"/>
                  </a:ext>
                </a:extLst>
              </p:cNvPr>
              <p:cNvSpPr txBox="1"/>
              <p:nvPr/>
            </p:nvSpPr>
            <p:spPr>
              <a:xfrm>
                <a:off x="6177429" y="1997637"/>
                <a:ext cx="903087" cy="5447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eaLnBrk="0" fontAlgn="base" latinLnBrk="0" hangingPunct="0">
                  <a:lnSpc>
                    <a:spcPct val="8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access 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8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control</a:t>
                </a:r>
              </a:p>
            </p:txBody>
          </p:sp>
        </p:grpSp>
        <p:grpSp>
          <p:nvGrpSpPr>
            <p:cNvPr id="861" name="Group 860">
              <a:extLst>
                <a:ext uri="{FF2B5EF4-FFF2-40B4-BE49-F238E27FC236}">
                  <a16:creationId xmlns:a16="http://schemas.microsoft.com/office/drawing/2014/main" id="{F4CEBF5F-0D71-6B41-996D-0354922EB612}"/>
                </a:ext>
              </a:extLst>
            </p:cNvPr>
            <p:cNvGrpSpPr/>
            <p:nvPr/>
          </p:nvGrpSpPr>
          <p:grpSpPr>
            <a:xfrm>
              <a:off x="7230837" y="1756871"/>
              <a:ext cx="1023471" cy="590176"/>
              <a:chOff x="6938682" y="977153"/>
              <a:chExt cx="1023471" cy="590176"/>
            </a:xfrm>
          </p:grpSpPr>
          <p:sp>
            <p:nvSpPr>
              <p:cNvPr id="870" name="Oval 869">
                <a:extLst>
                  <a:ext uri="{FF2B5EF4-FFF2-40B4-BE49-F238E27FC236}">
                    <a16:creationId xmlns:a16="http://schemas.microsoft.com/office/drawing/2014/main" id="{2D855133-90E2-7042-AF1B-8352C3CC5BF7}"/>
                  </a:ext>
                </a:extLst>
              </p:cNvPr>
              <p:cNvSpPr/>
              <p:nvPr/>
            </p:nvSpPr>
            <p:spPr bwMode="auto">
              <a:xfrm>
                <a:off x="6938682" y="977153"/>
                <a:ext cx="1023471" cy="590176"/>
              </a:xfrm>
              <a:prstGeom prst="ellipse">
                <a:avLst/>
              </a:prstGeom>
              <a:solidFill>
                <a:schemeClr val="accent6">
                  <a:lumMod val="20000"/>
                  <a:lumOff val="80000"/>
                  <a:alpha val="70000"/>
                </a:schemeClr>
              </a:solidFill>
              <a:ln w="9525" cap="flat" cmpd="sng" algn="ctr">
                <a:solidFill>
                  <a:srgbClr val="008000"/>
                </a:solidFill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871" name="TextBox 870">
                <a:extLst>
                  <a:ext uri="{FF2B5EF4-FFF2-40B4-BE49-F238E27FC236}">
                    <a16:creationId xmlns:a16="http://schemas.microsoft.com/office/drawing/2014/main" id="{3D7D80F7-46BE-EC48-B7D7-3C763154D621}"/>
                  </a:ext>
                </a:extLst>
              </p:cNvPr>
              <p:cNvSpPr txBox="1"/>
              <p:nvPr/>
            </p:nvSpPr>
            <p:spPr>
              <a:xfrm>
                <a:off x="6964568" y="1007037"/>
                <a:ext cx="993256" cy="5447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eaLnBrk="0" fontAlgn="base" latinLnBrk="0" hangingPunct="0">
                  <a:lnSpc>
                    <a:spcPct val="8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load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8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balance</a:t>
                </a:r>
              </a:p>
            </p:txBody>
          </p:sp>
        </p:grpSp>
        <p:cxnSp>
          <p:nvCxnSpPr>
            <p:cNvPr id="862" name="Straight Arrow Connector 861">
              <a:extLst>
                <a:ext uri="{FF2B5EF4-FFF2-40B4-BE49-F238E27FC236}">
                  <a16:creationId xmlns:a16="http://schemas.microsoft.com/office/drawing/2014/main" id="{7BDC462A-14A0-764C-A672-5D241FEED1DE}"/>
                </a:ext>
              </a:extLst>
            </p:cNvPr>
            <p:cNvCxnSpPr/>
            <p:nvPr/>
          </p:nvCxnSpPr>
          <p:spPr bwMode="auto">
            <a:xfrm flipV="1">
              <a:off x="8627245" y="1217948"/>
              <a:ext cx="0" cy="1248832"/>
            </a:xfrm>
            <a:prstGeom prst="straightConnector1">
              <a:avLst/>
            </a:prstGeom>
            <a:solidFill>
              <a:srgbClr val="00CC99"/>
            </a:solidFill>
            <a:ln w="9525" cap="flat" cmpd="sng" algn="ctr">
              <a:solidFill>
                <a:srgbClr val="000000"/>
              </a:solidFill>
              <a:prstDash val="solid"/>
              <a:round/>
              <a:headEnd type="none" w="med" len="med"/>
              <a:tailEnd type="triangle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863" name="Straight Arrow Connector 862">
              <a:extLst>
                <a:ext uri="{FF2B5EF4-FFF2-40B4-BE49-F238E27FC236}">
                  <a16:creationId xmlns:a16="http://schemas.microsoft.com/office/drawing/2014/main" id="{456B3B86-566B-B74B-A02C-E7472619477F}"/>
                </a:ext>
              </a:extLst>
            </p:cNvPr>
            <p:cNvCxnSpPr/>
            <p:nvPr/>
          </p:nvCxnSpPr>
          <p:spPr bwMode="auto">
            <a:xfrm>
              <a:off x="8652645" y="2966181"/>
              <a:ext cx="0" cy="1524424"/>
            </a:xfrm>
            <a:prstGeom prst="straightConnector1">
              <a:avLst/>
            </a:prstGeom>
            <a:solidFill>
              <a:srgbClr val="00CC99"/>
            </a:solidFill>
            <a:ln w="9525" cap="flat" cmpd="sng" algn="ctr">
              <a:solidFill>
                <a:srgbClr val="000000"/>
              </a:solidFill>
              <a:prstDash val="solid"/>
              <a:round/>
              <a:headEnd type="none" w="med" len="med"/>
              <a:tailEnd type="triangle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864" name="Straight Arrow Connector 863">
              <a:extLst>
                <a:ext uri="{FF2B5EF4-FFF2-40B4-BE49-F238E27FC236}">
                  <a16:creationId xmlns:a16="http://schemas.microsoft.com/office/drawing/2014/main" id="{8EE09DB2-3F15-2A46-A79B-D24A8CF3014A}"/>
                </a:ext>
              </a:extLst>
            </p:cNvPr>
            <p:cNvCxnSpPr/>
            <p:nvPr/>
          </p:nvCxnSpPr>
          <p:spPr bwMode="auto">
            <a:xfrm>
              <a:off x="8661016" y="5381629"/>
              <a:ext cx="0" cy="414864"/>
            </a:xfrm>
            <a:prstGeom prst="straightConnector1">
              <a:avLst/>
            </a:prstGeom>
            <a:solidFill>
              <a:srgbClr val="00CC99"/>
            </a:solidFill>
            <a:ln w="9525" cap="flat" cmpd="sng" algn="ctr">
              <a:solidFill>
                <a:srgbClr val="000000"/>
              </a:solidFill>
              <a:prstDash val="solid"/>
              <a:round/>
              <a:headEnd type="none" w="med" len="med"/>
              <a:tailEnd type="triangle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865" name="Straight Arrow Connector 864">
              <a:extLst>
                <a:ext uri="{FF2B5EF4-FFF2-40B4-BE49-F238E27FC236}">
                  <a16:creationId xmlns:a16="http://schemas.microsoft.com/office/drawing/2014/main" id="{602E5161-3933-E44A-A9CD-F172C848B87B}"/>
                </a:ext>
              </a:extLst>
            </p:cNvPr>
            <p:cNvCxnSpPr/>
            <p:nvPr/>
          </p:nvCxnSpPr>
          <p:spPr bwMode="auto">
            <a:xfrm flipV="1">
              <a:off x="8653320" y="4546025"/>
              <a:ext cx="0" cy="414864"/>
            </a:xfrm>
            <a:prstGeom prst="straightConnector1">
              <a:avLst/>
            </a:prstGeom>
            <a:solidFill>
              <a:srgbClr val="00CC99"/>
            </a:solidFill>
            <a:ln w="9525" cap="flat" cmpd="sng" algn="ctr">
              <a:solidFill>
                <a:srgbClr val="000000"/>
              </a:solidFill>
              <a:prstDash val="solid"/>
              <a:round/>
              <a:headEnd type="none" w="med" len="med"/>
              <a:tailEnd type="triangle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sp>
          <p:nvSpPr>
            <p:cNvPr id="866" name="TextBox 399">
              <a:extLst>
                <a:ext uri="{FF2B5EF4-FFF2-40B4-BE49-F238E27FC236}">
                  <a16:creationId xmlns:a16="http://schemas.microsoft.com/office/drawing/2014/main" id="{7DE1AEF7-BBBD-CE47-95BE-236511149F5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650715" y="4235599"/>
              <a:ext cx="1635889" cy="28458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southbound API</a:t>
              </a:r>
            </a:p>
          </p:txBody>
        </p:sp>
        <p:sp>
          <p:nvSpPr>
            <p:cNvPr id="867" name="TextBox 399">
              <a:extLst>
                <a:ext uri="{FF2B5EF4-FFF2-40B4-BE49-F238E27FC236}">
                  <a16:creationId xmlns:a16="http://schemas.microsoft.com/office/drawing/2014/main" id="{033F372B-9E56-9B43-9893-2EBEDF88739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646778" y="2717781"/>
              <a:ext cx="1635889" cy="28458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northbound API</a:t>
              </a:r>
            </a:p>
          </p:txBody>
        </p:sp>
        <p:sp>
          <p:nvSpPr>
            <p:cNvPr id="868" name="TextBox 399">
              <a:extLst>
                <a:ext uri="{FF2B5EF4-FFF2-40B4-BE49-F238E27FC236}">
                  <a16:creationId xmlns:a16="http://schemas.microsoft.com/office/drawing/2014/main" id="{16B44057-72D3-5E46-935C-9EED28D7FDD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07651" y="5795718"/>
              <a:ext cx="2302688" cy="28458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SDN-controlled switches</a:t>
              </a:r>
            </a:p>
          </p:txBody>
        </p:sp>
        <p:sp>
          <p:nvSpPr>
            <p:cNvPr id="869" name="TextBox 399">
              <a:extLst>
                <a:ext uri="{FF2B5EF4-FFF2-40B4-BE49-F238E27FC236}">
                  <a16:creationId xmlns:a16="http://schemas.microsoft.com/office/drawing/2014/main" id="{862C44EB-1706-6C4E-AFA2-ACADCAC1D4D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707907" y="910464"/>
              <a:ext cx="2381659" cy="28458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network-control applications</a:t>
              </a:r>
            </a:p>
          </p:txBody>
        </p:sp>
      </p:grpSp>
      <p:sp>
        <p:nvSpPr>
          <p:cNvPr id="971" name="Rectangle 970">
            <a:extLst>
              <a:ext uri="{FF2B5EF4-FFF2-40B4-BE49-F238E27FC236}">
                <a16:creationId xmlns:a16="http://schemas.microsoft.com/office/drawing/2014/main" id="{CF79C9C5-C35F-9D4D-A4B3-C17F7845845A}"/>
              </a:ext>
            </a:extLst>
          </p:cNvPr>
          <p:cNvSpPr/>
          <p:nvPr/>
        </p:nvSpPr>
        <p:spPr bwMode="auto">
          <a:xfrm>
            <a:off x="6727429" y="3557392"/>
            <a:ext cx="4134334" cy="1167008"/>
          </a:xfrm>
          <a:prstGeom prst="rect">
            <a:avLst/>
          </a:prstGeom>
          <a:solidFill>
            <a:srgbClr val="FFFFFF">
              <a:alpha val="77000"/>
            </a:srgbClr>
          </a:solidFill>
          <a:ln w="9525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Gill Sans MT"/>
              <a:ea typeface="+mn-ea"/>
              <a:cs typeface="+mn-cs"/>
            </a:endParaRPr>
          </a:p>
        </p:txBody>
      </p:sp>
      <p:sp>
        <p:nvSpPr>
          <p:cNvPr id="126" name="Rectangle 125">
            <a:extLst>
              <a:ext uri="{FF2B5EF4-FFF2-40B4-BE49-F238E27FC236}">
                <a16:creationId xmlns:a16="http://schemas.microsoft.com/office/drawing/2014/main" id="{C8ACC79C-3DA0-964D-9E40-DA4E67217D81}"/>
              </a:ext>
            </a:extLst>
          </p:cNvPr>
          <p:cNvSpPr/>
          <p:nvPr/>
        </p:nvSpPr>
        <p:spPr bwMode="auto">
          <a:xfrm>
            <a:off x="6929934" y="5060985"/>
            <a:ext cx="3767293" cy="1527705"/>
          </a:xfrm>
          <a:prstGeom prst="rect">
            <a:avLst/>
          </a:prstGeom>
          <a:solidFill>
            <a:srgbClr val="FFFFFF">
              <a:alpha val="77000"/>
            </a:srgbClr>
          </a:solidFill>
          <a:ln w="9525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Gill Sans MT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75481917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85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85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FECD85E7-B9DB-9043-B7EC-8C0919E801A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4139"/>
            <a:ext cx="10515600" cy="894622"/>
          </a:xfrm>
        </p:spPr>
        <p:txBody>
          <a:bodyPr>
            <a:normAutofit/>
          </a:bodyPr>
          <a:lstStyle/>
          <a:p>
            <a:r>
              <a:rPr lang="en-US" dirty="0"/>
              <a:t>Components of SDN controller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8F71119-17C6-6045-B8FE-FECA68C801C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79</a:t>
            </a:fld>
            <a:endParaRPr lang="en-US" dirty="0"/>
          </a:p>
        </p:txBody>
      </p:sp>
      <p:sp>
        <p:nvSpPr>
          <p:cNvPr id="285" name="Rectangle 284">
            <a:extLst>
              <a:ext uri="{FF2B5EF4-FFF2-40B4-BE49-F238E27FC236}">
                <a16:creationId xmlns:a16="http://schemas.microsoft.com/office/drawing/2014/main" id="{944E854B-8227-5B4D-85A7-A109A955A3A0}"/>
              </a:ext>
            </a:extLst>
          </p:cNvPr>
          <p:cNvSpPr/>
          <p:nvPr/>
        </p:nvSpPr>
        <p:spPr bwMode="auto">
          <a:xfrm>
            <a:off x="4808857" y="2082088"/>
            <a:ext cx="5228030" cy="3568673"/>
          </a:xfrm>
          <a:prstGeom prst="rect">
            <a:avLst/>
          </a:prstGeom>
          <a:solidFill>
            <a:srgbClr val="2D2DB9">
              <a:lumMod val="20000"/>
              <a:lumOff val="80000"/>
            </a:srgbClr>
          </a:solidFill>
          <a:ln w="3175" cap="flat" cmpd="sng" algn="ctr">
            <a:noFill/>
            <a:prstDash val="solid"/>
          </a:ln>
          <a:effectLst/>
        </p:spPr>
        <p:txBody>
          <a:bodyPr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Gill Sans MT"/>
              <a:ea typeface="+mn-ea"/>
              <a:cs typeface="+mn-cs"/>
            </a:endParaRPr>
          </a:p>
        </p:txBody>
      </p:sp>
      <p:cxnSp>
        <p:nvCxnSpPr>
          <p:cNvPr id="286" name="Straight Connector 285">
            <a:extLst>
              <a:ext uri="{FF2B5EF4-FFF2-40B4-BE49-F238E27FC236}">
                <a16:creationId xmlns:a16="http://schemas.microsoft.com/office/drawing/2014/main" id="{DCAD6B67-C824-F345-91DB-5A5B5F846C20}"/>
              </a:ext>
            </a:extLst>
          </p:cNvPr>
          <p:cNvCxnSpPr>
            <a:endCxn id="401" idx="4"/>
          </p:cNvCxnSpPr>
          <p:nvPr/>
        </p:nvCxnSpPr>
        <p:spPr bwMode="auto">
          <a:xfrm flipH="1" flipV="1">
            <a:off x="8244907" y="1910774"/>
            <a:ext cx="605" cy="407737"/>
          </a:xfrm>
          <a:prstGeom prst="line">
            <a:avLst/>
          </a:prstGeom>
          <a:solidFill>
            <a:srgbClr val="00CC99"/>
          </a:solidFill>
          <a:ln w="9525" cap="flat" cmpd="sng" algn="ctr">
            <a:solidFill>
              <a:srgbClr val="808080">
                <a:lumMod val="75000"/>
              </a:srgbClr>
            </a:solidFill>
            <a:prstDash val="sysDash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sp>
        <p:nvSpPr>
          <p:cNvPr id="287" name="Rounded Rectangle 286">
            <a:extLst>
              <a:ext uri="{FF2B5EF4-FFF2-40B4-BE49-F238E27FC236}">
                <a16:creationId xmlns:a16="http://schemas.microsoft.com/office/drawing/2014/main" id="{B0C05023-542D-7B4C-94D1-9A99FB8BB403}"/>
              </a:ext>
            </a:extLst>
          </p:cNvPr>
          <p:cNvSpPr/>
          <p:nvPr/>
        </p:nvSpPr>
        <p:spPr>
          <a:xfrm>
            <a:off x="4947365" y="3165861"/>
            <a:ext cx="4945030" cy="1553784"/>
          </a:xfrm>
          <a:prstGeom prst="roundRect">
            <a:avLst/>
          </a:prstGeom>
          <a:solidFill>
            <a:srgbClr val="AAE2CA">
              <a:lumMod val="75000"/>
            </a:srgbClr>
          </a:solidFill>
          <a:ln w="12700">
            <a:noFill/>
            <a:tailEnd type="arrow"/>
          </a:ln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88" name="Rounded Rectangle 287">
            <a:extLst>
              <a:ext uri="{FF2B5EF4-FFF2-40B4-BE49-F238E27FC236}">
                <a16:creationId xmlns:a16="http://schemas.microsoft.com/office/drawing/2014/main" id="{287C38A3-0850-C44D-B7B8-A9745DE5768E}"/>
              </a:ext>
            </a:extLst>
          </p:cNvPr>
          <p:cNvSpPr/>
          <p:nvPr/>
        </p:nvSpPr>
        <p:spPr>
          <a:xfrm>
            <a:off x="4947365" y="4779178"/>
            <a:ext cx="4959028" cy="737977"/>
          </a:xfrm>
          <a:prstGeom prst="roundRect">
            <a:avLst/>
          </a:prstGeom>
          <a:solidFill>
            <a:srgbClr val="AAE2CA">
              <a:lumMod val="75000"/>
            </a:srgbClr>
          </a:solidFill>
          <a:ln w="12700">
            <a:noFill/>
            <a:tailEnd type="arrow"/>
          </a:ln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cxnSp>
        <p:nvCxnSpPr>
          <p:cNvPr id="289" name="Straight Connector 288">
            <a:extLst>
              <a:ext uri="{FF2B5EF4-FFF2-40B4-BE49-F238E27FC236}">
                <a16:creationId xmlns:a16="http://schemas.microsoft.com/office/drawing/2014/main" id="{1BA3E4C1-2167-2941-8758-AC27C65BF336}"/>
              </a:ext>
            </a:extLst>
          </p:cNvPr>
          <p:cNvCxnSpPr/>
          <p:nvPr/>
        </p:nvCxnSpPr>
        <p:spPr bwMode="auto">
          <a:xfrm>
            <a:off x="5032372" y="5687428"/>
            <a:ext cx="4860022" cy="0"/>
          </a:xfrm>
          <a:prstGeom prst="line">
            <a:avLst/>
          </a:prstGeom>
          <a:solidFill>
            <a:srgbClr val="00CC99"/>
          </a:solidFill>
          <a:ln w="19050" cap="flat" cmpd="sng" algn="ctr">
            <a:solidFill>
              <a:srgbClr val="000000"/>
            </a:solidFill>
            <a:prstDash val="dash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sp>
        <p:nvSpPr>
          <p:cNvPr id="290" name="TextBox 289">
            <a:extLst>
              <a:ext uri="{FF2B5EF4-FFF2-40B4-BE49-F238E27FC236}">
                <a16:creationId xmlns:a16="http://schemas.microsoft.com/office/drawing/2014/main" id="{FEF8BDCE-10A3-4945-890E-07302A2DDCE0}"/>
              </a:ext>
            </a:extLst>
          </p:cNvPr>
          <p:cNvSpPr txBox="1"/>
          <p:nvPr/>
        </p:nvSpPr>
        <p:spPr>
          <a:xfrm>
            <a:off x="4964055" y="3773215"/>
            <a:ext cx="5089063" cy="3257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eaLnBrk="0" fontAlgn="base" hangingPunct="0">
              <a:lnSpc>
                <a:spcPts val="18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1600" dirty="0">
                <a:solidFill>
                  <a:srgbClr val="000000"/>
                </a:solidFill>
                <a:latin typeface="Arial"/>
                <a:ea typeface="ＭＳ Ｐゴシック" charset="0"/>
                <a:cs typeface="Arial"/>
              </a:rPr>
              <a:t>Network-wide distributed, robust  state management</a:t>
            </a:r>
          </a:p>
        </p:txBody>
      </p:sp>
      <p:sp>
        <p:nvSpPr>
          <p:cNvPr id="291" name="TextBox 290">
            <a:extLst>
              <a:ext uri="{FF2B5EF4-FFF2-40B4-BE49-F238E27FC236}">
                <a16:creationId xmlns:a16="http://schemas.microsoft.com/office/drawing/2014/main" id="{1233DE24-DE17-EB41-94D3-7D3C67F566A0}"/>
              </a:ext>
            </a:extLst>
          </p:cNvPr>
          <p:cNvSpPr txBox="1"/>
          <p:nvPr/>
        </p:nvSpPr>
        <p:spPr>
          <a:xfrm>
            <a:off x="5352533" y="5171961"/>
            <a:ext cx="4033912" cy="3257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eaLnBrk="0" fontAlgn="base" hangingPunct="0">
              <a:lnSpc>
                <a:spcPts val="18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1600" dirty="0">
                <a:solidFill>
                  <a:srgbClr val="000000"/>
                </a:solidFill>
                <a:latin typeface="Arial"/>
                <a:ea typeface="ＭＳ Ｐゴシック" charset="0"/>
                <a:cs typeface="Arial"/>
              </a:rPr>
              <a:t>Communication to/from controlled devices</a:t>
            </a:r>
          </a:p>
        </p:txBody>
      </p:sp>
      <p:grpSp>
        <p:nvGrpSpPr>
          <p:cNvPr id="292" name="Group 291">
            <a:extLst>
              <a:ext uri="{FF2B5EF4-FFF2-40B4-BE49-F238E27FC236}">
                <a16:creationId xmlns:a16="http://schemas.microsoft.com/office/drawing/2014/main" id="{A4106C39-6826-F649-8BAE-952782ACDF47}"/>
              </a:ext>
            </a:extLst>
          </p:cNvPr>
          <p:cNvGrpSpPr/>
          <p:nvPr/>
        </p:nvGrpSpPr>
        <p:grpSpPr>
          <a:xfrm>
            <a:off x="5266463" y="4140643"/>
            <a:ext cx="1244650" cy="459826"/>
            <a:chOff x="3128876" y="457817"/>
            <a:chExt cx="1432326" cy="459826"/>
          </a:xfrm>
        </p:grpSpPr>
        <p:sp>
          <p:nvSpPr>
            <p:cNvPr id="293" name="Rounded Rectangle 292">
              <a:extLst>
                <a:ext uri="{FF2B5EF4-FFF2-40B4-BE49-F238E27FC236}">
                  <a16:creationId xmlns:a16="http://schemas.microsoft.com/office/drawing/2014/main" id="{785F579F-89F0-D849-A148-DA31C29E0478}"/>
                </a:ext>
              </a:extLst>
            </p:cNvPr>
            <p:cNvSpPr/>
            <p:nvPr/>
          </p:nvSpPr>
          <p:spPr>
            <a:xfrm>
              <a:off x="3128876" y="457817"/>
              <a:ext cx="1432326" cy="459826"/>
            </a:xfrm>
            <a:prstGeom prst="roundRect">
              <a:avLst/>
            </a:prstGeom>
            <a:solidFill>
              <a:srgbClr val="00CC99">
                <a:lumMod val="60000"/>
                <a:lumOff val="40000"/>
              </a:srgbClr>
            </a:solidFill>
            <a:ln w="12700">
              <a:solidFill>
                <a:srgbClr val="00CC99">
                  <a:lumMod val="20000"/>
                  <a:lumOff val="80000"/>
                </a:srgbClr>
              </a:solidFill>
            </a:ln>
            <a:effectLst>
              <a:outerShdw blurRad="50800" dist="38100" dir="2700000" algn="tl" rotWithShape="0">
                <a:srgbClr val="00CC99">
                  <a:lumMod val="75000"/>
                  <a:alpha val="99000"/>
                </a:srgbClr>
              </a:outerShdw>
            </a:effectLst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94" name="TextBox 293">
              <a:extLst>
                <a:ext uri="{FF2B5EF4-FFF2-40B4-BE49-F238E27FC236}">
                  <a16:creationId xmlns:a16="http://schemas.microsoft.com/office/drawing/2014/main" id="{1B01F0F3-3B0B-D24E-8AFF-8E64FA3EA2AD}"/>
                </a:ext>
              </a:extLst>
            </p:cNvPr>
            <p:cNvSpPr txBox="1"/>
            <p:nvPr/>
          </p:nvSpPr>
          <p:spPr>
            <a:xfrm>
              <a:off x="3198388" y="541671"/>
              <a:ext cx="1302385" cy="29922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ts val="16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rPr>
                <a:t>Link-state info</a:t>
              </a:r>
            </a:p>
          </p:txBody>
        </p:sp>
      </p:grpSp>
      <p:grpSp>
        <p:nvGrpSpPr>
          <p:cNvPr id="295" name="Group 294">
            <a:extLst>
              <a:ext uri="{FF2B5EF4-FFF2-40B4-BE49-F238E27FC236}">
                <a16:creationId xmlns:a16="http://schemas.microsoft.com/office/drawing/2014/main" id="{B35AF95D-2A6B-4940-967F-D3EC1899BFE0}"/>
              </a:ext>
            </a:extLst>
          </p:cNvPr>
          <p:cNvGrpSpPr/>
          <p:nvPr/>
        </p:nvGrpSpPr>
        <p:grpSpPr>
          <a:xfrm>
            <a:off x="8350067" y="4140643"/>
            <a:ext cx="1022824" cy="459826"/>
            <a:chOff x="3086839" y="457817"/>
            <a:chExt cx="1525489" cy="459826"/>
          </a:xfrm>
        </p:grpSpPr>
        <p:sp>
          <p:nvSpPr>
            <p:cNvPr id="296" name="Rounded Rectangle 295">
              <a:extLst>
                <a:ext uri="{FF2B5EF4-FFF2-40B4-BE49-F238E27FC236}">
                  <a16:creationId xmlns:a16="http://schemas.microsoft.com/office/drawing/2014/main" id="{8817EFC4-E482-D24A-BC32-D4E6D7FB0BEB}"/>
                </a:ext>
              </a:extLst>
            </p:cNvPr>
            <p:cNvSpPr/>
            <p:nvPr/>
          </p:nvSpPr>
          <p:spPr>
            <a:xfrm>
              <a:off x="3128876" y="457817"/>
              <a:ext cx="1432326" cy="459826"/>
            </a:xfrm>
            <a:prstGeom prst="roundRect">
              <a:avLst/>
            </a:prstGeom>
            <a:solidFill>
              <a:srgbClr val="00CC99">
                <a:lumMod val="60000"/>
                <a:lumOff val="40000"/>
              </a:srgbClr>
            </a:solidFill>
            <a:ln w="12700">
              <a:solidFill>
                <a:srgbClr val="00CC99">
                  <a:lumMod val="20000"/>
                  <a:lumOff val="80000"/>
                </a:srgbClr>
              </a:solidFill>
            </a:ln>
            <a:effectLst>
              <a:outerShdw blurRad="50800" dist="38100" dir="2700000" algn="tl" rotWithShape="0">
                <a:srgbClr val="00CC99">
                  <a:lumMod val="75000"/>
                  <a:alpha val="99000"/>
                </a:srgbClr>
              </a:outerShdw>
            </a:effectLst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97" name="TextBox 296">
              <a:extLst>
                <a:ext uri="{FF2B5EF4-FFF2-40B4-BE49-F238E27FC236}">
                  <a16:creationId xmlns:a16="http://schemas.microsoft.com/office/drawing/2014/main" id="{D6EF1E4C-EDB2-F241-A1EC-CF4C0EFEB0B3}"/>
                </a:ext>
              </a:extLst>
            </p:cNvPr>
            <p:cNvSpPr txBox="1"/>
            <p:nvPr/>
          </p:nvSpPr>
          <p:spPr>
            <a:xfrm>
              <a:off x="3086839" y="541671"/>
              <a:ext cx="1525489" cy="29922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ts val="16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rPr>
                <a:t>switch info</a:t>
              </a:r>
            </a:p>
          </p:txBody>
        </p:sp>
      </p:grpSp>
      <p:grpSp>
        <p:nvGrpSpPr>
          <p:cNvPr id="298" name="Group 297">
            <a:extLst>
              <a:ext uri="{FF2B5EF4-FFF2-40B4-BE49-F238E27FC236}">
                <a16:creationId xmlns:a16="http://schemas.microsoft.com/office/drawing/2014/main" id="{B962C98D-D27D-1643-B4D4-A64979111543}"/>
              </a:ext>
            </a:extLst>
          </p:cNvPr>
          <p:cNvGrpSpPr/>
          <p:nvPr/>
        </p:nvGrpSpPr>
        <p:grpSpPr>
          <a:xfrm>
            <a:off x="6658595" y="4140643"/>
            <a:ext cx="960359" cy="459826"/>
            <a:chOff x="3128876" y="457817"/>
            <a:chExt cx="1432326" cy="459826"/>
          </a:xfrm>
        </p:grpSpPr>
        <p:sp>
          <p:nvSpPr>
            <p:cNvPr id="299" name="Rounded Rectangle 298">
              <a:extLst>
                <a:ext uri="{FF2B5EF4-FFF2-40B4-BE49-F238E27FC236}">
                  <a16:creationId xmlns:a16="http://schemas.microsoft.com/office/drawing/2014/main" id="{0C279289-40E0-5040-BA32-5B9616160FE8}"/>
                </a:ext>
              </a:extLst>
            </p:cNvPr>
            <p:cNvSpPr/>
            <p:nvPr/>
          </p:nvSpPr>
          <p:spPr>
            <a:xfrm>
              <a:off x="3128876" y="457817"/>
              <a:ext cx="1432326" cy="459826"/>
            </a:xfrm>
            <a:prstGeom prst="roundRect">
              <a:avLst/>
            </a:prstGeom>
            <a:solidFill>
              <a:srgbClr val="00CC99">
                <a:lumMod val="60000"/>
                <a:lumOff val="40000"/>
              </a:srgbClr>
            </a:solidFill>
            <a:ln w="12700">
              <a:solidFill>
                <a:srgbClr val="00CC99">
                  <a:lumMod val="20000"/>
                  <a:lumOff val="80000"/>
                </a:srgbClr>
              </a:solidFill>
            </a:ln>
            <a:effectLst>
              <a:outerShdw blurRad="50800" dist="38100" dir="2700000" algn="tl" rotWithShape="0">
                <a:srgbClr val="00CC99">
                  <a:lumMod val="75000"/>
                  <a:alpha val="99000"/>
                </a:srgbClr>
              </a:outerShdw>
            </a:effectLst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00" name="TextBox 299">
              <a:extLst>
                <a:ext uri="{FF2B5EF4-FFF2-40B4-BE49-F238E27FC236}">
                  <a16:creationId xmlns:a16="http://schemas.microsoft.com/office/drawing/2014/main" id="{A7C14CC9-7CB6-7649-8072-8CBF922116B8}"/>
                </a:ext>
              </a:extLst>
            </p:cNvPr>
            <p:cNvSpPr txBox="1"/>
            <p:nvPr/>
          </p:nvSpPr>
          <p:spPr>
            <a:xfrm>
              <a:off x="3205754" y="541671"/>
              <a:ext cx="1287660" cy="29922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ts val="16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rPr>
                <a:t>host info</a:t>
              </a:r>
            </a:p>
          </p:txBody>
        </p:sp>
      </p:grpSp>
      <p:grpSp>
        <p:nvGrpSpPr>
          <p:cNvPr id="301" name="Group 300">
            <a:extLst>
              <a:ext uri="{FF2B5EF4-FFF2-40B4-BE49-F238E27FC236}">
                <a16:creationId xmlns:a16="http://schemas.microsoft.com/office/drawing/2014/main" id="{6A5844DE-E6C0-BB4D-9B7E-4CF779271B24}"/>
              </a:ext>
            </a:extLst>
          </p:cNvPr>
          <p:cNvGrpSpPr/>
          <p:nvPr/>
        </p:nvGrpSpPr>
        <p:grpSpPr>
          <a:xfrm>
            <a:off x="6114701" y="3277496"/>
            <a:ext cx="889706" cy="459826"/>
            <a:chOff x="3128876" y="457817"/>
            <a:chExt cx="1432326" cy="459826"/>
          </a:xfrm>
        </p:grpSpPr>
        <p:sp>
          <p:nvSpPr>
            <p:cNvPr id="302" name="Rounded Rectangle 301">
              <a:extLst>
                <a:ext uri="{FF2B5EF4-FFF2-40B4-BE49-F238E27FC236}">
                  <a16:creationId xmlns:a16="http://schemas.microsoft.com/office/drawing/2014/main" id="{72A6745C-527A-3346-B849-6DEC25931482}"/>
                </a:ext>
              </a:extLst>
            </p:cNvPr>
            <p:cNvSpPr/>
            <p:nvPr/>
          </p:nvSpPr>
          <p:spPr>
            <a:xfrm>
              <a:off x="3128876" y="457817"/>
              <a:ext cx="1432326" cy="459826"/>
            </a:xfrm>
            <a:prstGeom prst="roundRect">
              <a:avLst/>
            </a:prstGeom>
            <a:solidFill>
              <a:srgbClr val="00CC99">
                <a:lumMod val="60000"/>
                <a:lumOff val="40000"/>
              </a:srgbClr>
            </a:solidFill>
            <a:ln w="12700">
              <a:solidFill>
                <a:srgbClr val="00CC99">
                  <a:lumMod val="20000"/>
                  <a:lumOff val="80000"/>
                </a:srgbClr>
              </a:solidFill>
            </a:ln>
            <a:effectLst>
              <a:outerShdw blurRad="50800" dist="38100" dir="2700000" algn="tl" rotWithShape="0">
                <a:srgbClr val="00CC99">
                  <a:lumMod val="75000"/>
                  <a:alpha val="99000"/>
                </a:srgbClr>
              </a:outerShdw>
            </a:effectLst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03" name="TextBox 302">
              <a:extLst>
                <a:ext uri="{FF2B5EF4-FFF2-40B4-BE49-F238E27FC236}">
                  <a16:creationId xmlns:a16="http://schemas.microsoft.com/office/drawing/2014/main" id="{2ECECAEC-466F-424C-8A9E-2E1366735B04}"/>
                </a:ext>
              </a:extLst>
            </p:cNvPr>
            <p:cNvSpPr txBox="1"/>
            <p:nvPr/>
          </p:nvSpPr>
          <p:spPr>
            <a:xfrm>
              <a:off x="3198565" y="541671"/>
              <a:ext cx="1302042" cy="29922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ts val="16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rPr>
                <a:t>statistics</a:t>
              </a:r>
            </a:p>
          </p:txBody>
        </p:sp>
      </p:grpSp>
      <p:grpSp>
        <p:nvGrpSpPr>
          <p:cNvPr id="304" name="Group 303">
            <a:extLst>
              <a:ext uri="{FF2B5EF4-FFF2-40B4-BE49-F238E27FC236}">
                <a16:creationId xmlns:a16="http://schemas.microsoft.com/office/drawing/2014/main" id="{B6AF6F6C-63E0-B641-814D-98A200A1FD88}"/>
              </a:ext>
            </a:extLst>
          </p:cNvPr>
          <p:cNvGrpSpPr/>
          <p:nvPr/>
        </p:nvGrpSpPr>
        <p:grpSpPr>
          <a:xfrm>
            <a:off x="7912675" y="3289355"/>
            <a:ext cx="1032905" cy="459826"/>
            <a:chOff x="3079326" y="457817"/>
            <a:chExt cx="1540525" cy="459826"/>
          </a:xfrm>
        </p:grpSpPr>
        <p:sp>
          <p:nvSpPr>
            <p:cNvPr id="305" name="Rounded Rectangle 304">
              <a:extLst>
                <a:ext uri="{FF2B5EF4-FFF2-40B4-BE49-F238E27FC236}">
                  <a16:creationId xmlns:a16="http://schemas.microsoft.com/office/drawing/2014/main" id="{E293BA32-8AD1-2E4F-BF8B-655127670D8C}"/>
                </a:ext>
              </a:extLst>
            </p:cNvPr>
            <p:cNvSpPr/>
            <p:nvPr/>
          </p:nvSpPr>
          <p:spPr>
            <a:xfrm>
              <a:off x="3128876" y="457817"/>
              <a:ext cx="1432326" cy="459826"/>
            </a:xfrm>
            <a:prstGeom prst="roundRect">
              <a:avLst/>
            </a:prstGeom>
            <a:solidFill>
              <a:srgbClr val="00CC99">
                <a:lumMod val="60000"/>
                <a:lumOff val="40000"/>
              </a:srgbClr>
            </a:solidFill>
            <a:ln w="12700">
              <a:solidFill>
                <a:srgbClr val="00CC99">
                  <a:lumMod val="20000"/>
                  <a:lumOff val="80000"/>
                </a:srgbClr>
              </a:solidFill>
            </a:ln>
            <a:effectLst>
              <a:outerShdw blurRad="50800" dist="38100" dir="2700000" algn="tl" rotWithShape="0">
                <a:srgbClr val="00CC99">
                  <a:lumMod val="75000"/>
                  <a:alpha val="99000"/>
                </a:srgbClr>
              </a:outerShdw>
            </a:effectLst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06" name="TextBox 305">
              <a:extLst>
                <a:ext uri="{FF2B5EF4-FFF2-40B4-BE49-F238E27FC236}">
                  <a16:creationId xmlns:a16="http://schemas.microsoft.com/office/drawing/2014/main" id="{6AB6CD59-D22E-8349-864F-6C31B0E9C461}"/>
                </a:ext>
              </a:extLst>
            </p:cNvPr>
            <p:cNvSpPr txBox="1"/>
            <p:nvPr/>
          </p:nvSpPr>
          <p:spPr>
            <a:xfrm>
              <a:off x="3079326" y="541671"/>
              <a:ext cx="1540525" cy="29922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ts val="16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rPr>
                <a:t>flow tables</a:t>
              </a:r>
            </a:p>
          </p:txBody>
        </p:sp>
      </p:grpSp>
      <p:sp>
        <p:nvSpPr>
          <p:cNvPr id="307" name="TextBox 306">
            <a:extLst>
              <a:ext uri="{FF2B5EF4-FFF2-40B4-BE49-F238E27FC236}">
                <a16:creationId xmlns:a16="http://schemas.microsoft.com/office/drawing/2014/main" id="{9CB3D047-79BA-D64C-96E0-34616543CDAB}"/>
              </a:ext>
            </a:extLst>
          </p:cNvPr>
          <p:cNvSpPr txBox="1"/>
          <p:nvPr/>
        </p:nvSpPr>
        <p:spPr>
          <a:xfrm>
            <a:off x="7135050" y="3073206"/>
            <a:ext cx="570238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sz="3200" dirty="0">
                <a:solidFill>
                  <a:srgbClr val="00CC99">
                    <a:lumMod val="60000"/>
                    <a:lumOff val="40000"/>
                  </a:srgbClr>
                </a:solidFill>
                <a:latin typeface="Arial" charset="0"/>
                <a:ea typeface="ＭＳ Ｐゴシック" charset="0"/>
              </a:rPr>
              <a:t>…  </a:t>
            </a:r>
          </a:p>
        </p:txBody>
      </p:sp>
      <p:sp>
        <p:nvSpPr>
          <p:cNvPr id="308" name="TextBox 307">
            <a:extLst>
              <a:ext uri="{FF2B5EF4-FFF2-40B4-BE49-F238E27FC236}">
                <a16:creationId xmlns:a16="http://schemas.microsoft.com/office/drawing/2014/main" id="{0FE2F351-A5BF-7E4A-BD31-F4DFA935F67B}"/>
              </a:ext>
            </a:extLst>
          </p:cNvPr>
          <p:cNvSpPr txBox="1"/>
          <p:nvPr/>
        </p:nvSpPr>
        <p:spPr>
          <a:xfrm>
            <a:off x="7681571" y="3979419"/>
            <a:ext cx="595035" cy="58477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sz="3200" dirty="0">
                <a:solidFill>
                  <a:srgbClr val="00CC99">
                    <a:lumMod val="60000"/>
                    <a:lumOff val="40000"/>
                  </a:srgbClr>
                </a:solidFill>
                <a:latin typeface="Arial" charset="0"/>
                <a:ea typeface="ＭＳ Ｐゴシック" charset="0"/>
              </a:rPr>
              <a:t>…  </a:t>
            </a:r>
          </a:p>
        </p:txBody>
      </p:sp>
      <p:grpSp>
        <p:nvGrpSpPr>
          <p:cNvPr id="309" name="Group 308">
            <a:extLst>
              <a:ext uri="{FF2B5EF4-FFF2-40B4-BE49-F238E27FC236}">
                <a16:creationId xmlns:a16="http://schemas.microsoft.com/office/drawing/2014/main" id="{C901DDE8-8F94-DF4E-AEA7-AB34CE631912}"/>
              </a:ext>
            </a:extLst>
          </p:cNvPr>
          <p:cNvGrpSpPr/>
          <p:nvPr/>
        </p:nvGrpSpPr>
        <p:grpSpPr>
          <a:xfrm>
            <a:off x="5868362" y="4871857"/>
            <a:ext cx="1257452" cy="286824"/>
            <a:chOff x="3128876" y="457775"/>
            <a:chExt cx="1432326" cy="459868"/>
          </a:xfrm>
        </p:grpSpPr>
        <p:sp>
          <p:nvSpPr>
            <p:cNvPr id="310" name="Rounded Rectangle 309">
              <a:extLst>
                <a:ext uri="{FF2B5EF4-FFF2-40B4-BE49-F238E27FC236}">
                  <a16:creationId xmlns:a16="http://schemas.microsoft.com/office/drawing/2014/main" id="{D70B5B43-83B8-D248-A4C5-56B1B99D7540}"/>
                </a:ext>
              </a:extLst>
            </p:cNvPr>
            <p:cNvSpPr/>
            <p:nvPr/>
          </p:nvSpPr>
          <p:spPr>
            <a:xfrm>
              <a:off x="3128876" y="457817"/>
              <a:ext cx="1432326" cy="459826"/>
            </a:xfrm>
            <a:prstGeom prst="roundRect">
              <a:avLst/>
            </a:prstGeom>
            <a:solidFill>
              <a:srgbClr val="00CC99">
                <a:lumMod val="60000"/>
                <a:lumOff val="40000"/>
              </a:srgbClr>
            </a:solidFill>
            <a:ln w="12700">
              <a:solidFill>
                <a:srgbClr val="00CC99">
                  <a:lumMod val="20000"/>
                  <a:lumOff val="80000"/>
                </a:srgbClr>
              </a:solidFill>
            </a:ln>
            <a:effectLst>
              <a:outerShdw blurRad="50800" dist="38100" dir="2700000" algn="tl" rotWithShape="0">
                <a:srgbClr val="00CC99">
                  <a:lumMod val="75000"/>
                  <a:alpha val="99000"/>
                </a:srgbClr>
              </a:outerShdw>
            </a:effectLst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11" name="TextBox 310">
              <a:extLst>
                <a:ext uri="{FF2B5EF4-FFF2-40B4-BE49-F238E27FC236}">
                  <a16:creationId xmlns:a16="http://schemas.microsoft.com/office/drawing/2014/main" id="{707CFE23-BA4A-304C-8158-B6005BD4628C}"/>
                </a:ext>
              </a:extLst>
            </p:cNvPr>
            <p:cNvSpPr txBox="1"/>
            <p:nvPr/>
          </p:nvSpPr>
          <p:spPr>
            <a:xfrm>
              <a:off x="3278378" y="457775"/>
              <a:ext cx="1142401" cy="29922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ts val="16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rPr>
                <a:t>OpenFlow</a:t>
              </a:r>
            </a:p>
          </p:txBody>
        </p:sp>
      </p:grpSp>
      <p:grpSp>
        <p:nvGrpSpPr>
          <p:cNvPr id="312" name="Group 311">
            <a:extLst>
              <a:ext uri="{FF2B5EF4-FFF2-40B4-BE49-F238E27FC236}">
                <a16:creationId xmlns:a16="http://schemas.microsoft.com/office/drawing/2014/main" id="{225246EF-DB30-AC4C-B08B-6E7F57977112}"/>
              </a:ext>
            </a:extLst>
          </p:cNvPr>
          <p:cNvGrpSpPr/>
          <p:nvPr/>
        </p:nvGrpSpPr>
        <p:grpSpPr>
          <a:xfrm>
            <a:off x="7737594" y="4876640"/>
            <a:ext cx="1244650" cy="307410"/>
            <a:chOff x="3128876" y="457817"/>
            <a:chExt cx="1432326" cy="459826"/>
          </a:xfrm>
        </p:grpSpPr>
        <p:sp>
          <p:nvSpPr>
            <p:cNvPr id="313" name="Rounded Rectangle 312">
              <a:extLst>
                <a:ext uri="{FF2B5EF4-FFF2-40B4-BE49-F238E27FC236}">
                  <a16:creationId xmlns:a16="http://schemas.microsoft.com/office/drawing/2014/main" id="{85D1F457-4FAB-1547-8FDB-F99750CAEB89}"/>
                </a:ext>
              </a:extLst>
            </p:cNvPr>
            <p:cNvSpPr/>
            <p:nvPr/>
          </p:nvSpPr>
          <p:spPr>
            <a:xfrm>
              <a:off x="3128876" y="457817"/>
              <a:ext cx="1432326" cy="459826"/>
            </a:xfrm>
            <a:prstGeom prst="roundRect">
              <a:avLst/>
            </a:prstGeom>
            <a:solidFill>
              <a:srgbClr val="00CC99">
                <a:lumMod val="60000"/>
                <a:lumOff val="40000"/>
              </a:srgbClr>
            </a:solidFill>
            <a:ln w="12700">
              <a:solidFill>
                <a:srgbClr val="00CC99">
                  <a:lumMod val="20000"/>
                  <a:lumOff val="80000"/>
                </a:srgbClr>
              </a:solidFill>
            </a:ln>
            <a:effectLst>
              <a:outerShdw blurRad="50800" dist="38100" dir="2700000" algn="tl" rotWithShape="0">
                <a:srgbClr val="00CC99">
                  <a:lumMod val="75000"/>
                  <a:alpha val="99000"/>
                </a:srgbClr>
              </a:outerShdw>
            </a:effectLst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14" name="TextBox 313">
              <a:extLst>
                <a:ext uri="{FF2B5EF4-FFF2-40B4-BE49-F238E27FC236}">
                  <a16:creationId xmlns:a16="http://schemas.microsoft.com/office/drawing/2014/main" id="{6EFCEB90-AD54-3A47-8F53-87BD63754EA5}"/>
                </a:ext>
              </a:extLst>
            </p:cNvPr>
            <p:cNvSpPr txBox="1"/>
            <p:nvPr/>
          </p:nvSpPr>
          <p:spPr>
            <a:xfrm>
              <a:off x="3446730" y="484746"/>
              <a:ext cx="805702" cy="29922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ts val="16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rPr>
                <a:t>SNMP</a:t>
              </a:r>
            </a:p>
          </p:txBody>
        </p:sp>
      </p:grpSp>
      <p:sp>
        <p:nvSpPr>
          <p:cNvPr id="315" name="TextBox 314">
            <a:extLst>
              <a:ext uri="{FF2B5EF4-FFF2-40B4-BE49-F238E27FC236}">
                <a16:creationId xmlns:a16="http://schemas.microsoft.com/office/drawing/2014/main" id="{B03FB035-AB1A-294C-B7DD-352BD9267278}"/>
              </a:ext>
            </a:extLst>
          </p:cNvPr>
          <p:cNvSpPr txBox="1"/>
          <p:nvPr/>
        </p:nvSpPr>
        <p:spPr>
          <a:xfrm>
            <a:off x="7120351" y="4585147"/>
            <a:ext cx="595035" cy="58477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sz="3200" dirty="0">
                <a:solidFill>
                  <a:srgbClr val="00CC99">
                    <a:lumMod val="60000"/>
                    <a:lumOff val="40000"/>
                  </a:srgbClr>
                </a:solidFill>
                <a:latin typeface="Arial" charset="0"/>
                <a:ea typeface="ＭＳ Ｐゴシック" charset="0"/>
              </a:rPr>
              <a:t>…  </a:t>
            </a:r>
          </a:p>
        </p:txBody>
      </p:sp>
      <p:cxnSp>
        <p:nvCxnSpPr>
          <p:cNvPr id="316" name="Straight Connector 315">
            <a:extLst>
              <a:ext uri="{FF2B5EF4-FFF2-40B4-BE49-F238E27FC236}">
                <a16:creationId xmlns:a16="http://schemas.microsoft.com/office/drawing/2014/main" id="{CD1F0B93-D931-0C4E-87E4-C4619ADB5AA2}"/>
              </a:ext>
            </a:extLst>
          </p:cNvPr>
          <p:cNvCxnSpPr>
            <a:endCxn id="395" idx="4"/>
          </p:cNvCxnSpPr>
          <p:nvPr/>
        </p:nvCxnSpPr>
        <p:spPr bwMode="auto">
          <a:xfrm flipV="1">
            <a:off x="5836375" y="1866354"/>
            <a:ext cx="4943" cy="388092"/>
          </a:xfrm>
          <a:prstGeom prst="line">
            <a:avLst/>
          </a:prstGeom>
          <a:solidFill>
            <a:srgbClr val="00CC99"/>
          </a:solidFill>
          <a:ln w="9525" cap="flat" cmpd="sng" algn="ctr">
            <a:solidFill>
              <a:srgbClr val="808080">
                <a:lumMod val="75000"/>
              </a:srgbClr>
            </a:solidFill>
            <a:prstDash val="sysDash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317" name="Straight Connector 316">
            <a:extLst>
              <a:ext uri="{FF2B5EF4-FFF2-40B4-BE49-F238E27FC236}">
                <a16:creationId xmlns:a16="http://schemas.microsoft.com/office/drawing/2014/main" id="{DBD16687-671D-8E4F-AC2B-6CA2B1C9791D}"/>
              </a:ext>
            </a:extLst>
          </p:cNvPr>
          <p:cNvCxnSpPr>
            <a:endCxn id="399" idx="2"/>
          </p:cNvCxnSpPr>
          <p:nvPr/>
        </p:nvCxnSpPr>
        <p:spPr bwMode="auto">
          <a:xfrm flipH="1" flipV="1">
            <a:off x="7065792" y="1876324"/>
            <a:ext cx="5609" cy="302391"/>
          </a:xfrm>
          <a:prstGeom prst="line">
            <a:avLst/>
          </a:prstGeom>
          <a:solidFill>
            <a:srgbClr val="00CC99"/>
          </a:solidFill>
          <a:ln w="9525" cap="flat" cmpd="sng" algn="ctr">
            <a:solidFill>
              <a:srgbClr val="808080">
                <a:lumMod val="75000"/>
              </a:srgbClr>
            </a:solidFill>
            <a:prstDash val="sysDash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318" name="Straight Connector 317">
            <a:extLst>
              <a:ext uri="{FF2B5EF4-FFF2-40B4-BE49-F238E27FC236}">
                <a16:creationId xmlns:a16="http://schemas.microsoft.com/office/drawing/2014/main" id="{AAC72143-3408-7D48-BDA7-B08476C2E2F1}"/>
              </a:ext>
            </a:extLst>
          </p:cNvPr>
          <p:cNvCxnSpPr/>
          <p:nvPr/>
        </p:nvCxnSpPr>
        <p:spPr bwMode="auto">
          <a:xfrm>
            <a:off x="5074063" y="2342893"/>
            <a:ext cx="4818331" cy="0"/>
          </a:xfrm>
          <a:prstGeom prst="line">
            <a:avLst/>
          </a:prstGeom>
          <a:solidFill>
            <a:srgbClr val="00CC99"/>
          </a:solidFill>
          <a:ln w="19050" cap="flat" cmpd="sng" algn="ctr">
            <a:solidFill>
              <a:srgbClr val="000000"/>
            </a:solidFill>
            <a:prstDash val="dash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sp>
        <p:nvSpPr>
          <p:cNvPr id="319" name="Rounded Rectangle 318">
            <a:extLst>
              <a:ext uri="{FF2B5EF4-FFF2-40B4-BE49-F238E27FC236}">
                <a16:creationId xmlns:a16="http://schemas.microsoft.com/office/drawing/2014/main" id="{9FC19565-BA27-CF4F-9461-F1C46FCA8EEF}"/>
              </a:ext>
            </a:extLst>
          </p:cNvPr>
          <p:cNvSpPr/>
          <p:nvPr/>
        </p:nvSpPr>
        <p:spPr>
          <a:xfrm>
            <a:off x="4947365" y="2182258"/>
            <a:ext cx="4951677" cy="932987"/>
          </a:xfrm>
          <a:prstGeom prst="roundRect">
            <a:avLst/>
          </a:prstGeom>
          <a:solidFill>
            <a:srgbClr val="AAE2CA">
              <a:lumMod val="75000"/>
            </a:srgbClr>
          </a:solidFill>
          <a:ln w="12700">
            <a:noFill/>
            <a:tailEnd type="arrow"/>
          </a:ln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320" name="Group 319">
            <a:extLst>
              <a:ext uri="{FF2B5EF4-FFF2-40B4-BE49-F238E27FC236}">
                <a16:creationId xmlns:a16="http://schemas.microsoft.com/office/drawing/2014/main" id="{5CF34090-DC88-0F4E-91D9-F0247D2A62D6}"/>
              </a:ext>
            </a:extLst>
          </p:cNvPr>
          <p:cNvGrpSpPr/>
          <p:nvPr/>
        </p:nvGrpSpPr>
        <p:grpSpPr>
          <a:xfrm>
            <a:off x="5436759" y="2550631"/>
            <a:ext cx="1033900" cy="504412"/>
            <a:chOff x="3103238" y="432317"/>
            <a:chExt cx="1461287" cy="504412"/>
          </a:xfrm>
        </p:grpSpPr>
        <p:sp>
          <p:nvSpPr>
            <p:cNvPr id="321" name="Rounded Rectangle 320">
              <a:extLst>
                <a:ext uri="{FF2B5EF4-FFF2-40B4-BE49-F238E27FC236}">
                  <a16:creationId xmlns:a16="http://schemas.microsoft.com/office/drawing/2014/main" id="{70508080-4FED-294C-9D0D-78B9AED5A157}"/>
                </a:ext>
              </a:extLst>
            </p:cNvPr>
            <p:cNvSpPr/>
            <p:nvPr/>
          </p:nvSpPr>
          <p:spPr>
            <a:xfrm>
              <a:off x="3128876" y="457817"/>
              <a:ext cx="1432326" cy="459826"/>
            </a:xfrm>
            <a:prstGeom prst="roundRect">
              <a:avLst/>
            </a:prstGeom>
            <a:solidFill>
              <a:srgbClr val="00CC99">
                <a:lumMod val="60000"/>
                <a:lumOff val="40000"/>
              </a:srgbClr>
            </a:solidFill>
            <a:ln w="12700">
              <a:solidFill>
                <a:srgbClr val="00CC99">
                  <a:lumMod val="20000"/>
                  <a:lumOff val="80000"/>
                </a:srgbClr>
              </a:solidFill>
            </a:ln>
            <a:effectLst>
              <a:outerShdw blurRad="50800" dist="38100" dir="2700000" algn="tl" rotWithShape="0">
                <a:srgbClr val="00CC99">
                  <a:lumMod val="75000"/>
                  <a:alpha val="99000"/>
                </a:srgbClr>
              </a:outerShdw>
            </a:effectLst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22" name="TextBox 321">
              <a:extLst>
                <a:ext uri="{FF2B5EF4-FFF2-40B4-BE49-F238E27FC236}">
                  <a16:creationId xmlns:a16="http://schemas.microsoft.com/office/drawing/2014/main" id="{279335A2-63A5-2348-BB92-942367EA7593}"/>
                </a:ext>
              </a:extLst>
            </p:cNvPr>
            <p:cNvSpPr txBox="1"/>
            <p:nvPr/>
          </p:nvSpPr>
          <p:spPr>
            <a:xfrm>
              <a:off x="3103238" y="432317"/>
              <a:ext cx="1461287" cy="50441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ts val="16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rPr>
                <a:t>network graph</a:t>
              </a:r>
            </a:p>
          </p:txBody>
        </p:sp>
      </p:grpSp>
      <p:grpSp>
        <p:nvGrpSpPr>
          <p:cNvPr id="323" name="Group 322">
            <a:extLst>
              <a:ext uri="{FF2B5EF4-FFF2-40B4-BE49-F238E27FC236}">
                <a16:creationId xmlns:a16="http://schemas.microsoft.com/office/drawing/2014/main" id="{18C6437C-95C3-4D46-A63F-C3C9819DF5E5}"/>
              </a:ext>
            </a:extLst>
          </p:cNvPr>
          <p:cNvGrpSpPr/>
          <p:nvPr/>
        </p:nvGrpSpPr>
        <p:grpSpPr>
          <a:xfrm>
            <a:off x="8404313" y="2596585"/>
            <a:ext cx="1033900" cy="459826"/>
            <a:chOff x="3103238" y="457817"/>
            <a:chExt cx="1461287" cy="459826"/>
          </a:xfrm>
        </p:grpSpPr>
        <p:sp>
          <p:nvSpPr>
            <p:cNvPr id="324" name="Rounded Rectangle 323">
              <a:extLst>
                <a:ext uri="{FF2B5EF4-FFF2-40B4-BE49-F238E27FC236}">
                  <a16:creationId xmlns:a16="http://schemas.microsoft.com/office/drawing/2014/main" id="{238BD2F6-10FC-6749-9824-BF523F2C8381}"/>
                </a:ext>
              </a:extLst>
            </p:cNvPr>
            <p:cNvSpPr/>
            <p:nvPr/>
          </p:nvSpPr>
          <p:spPr>
            <a:xfrm>
              <a:off x="3128876" y="457817"/>
              <a:ext cx="1432326" cy="459826"/>
            </a:xfrm>
            <a:prstGeom prst="roundRect">
              <a:avLst/>
            </a:prstGeom>
            <a:solidFill>
              <a:srgbClr val="00CC99">
                <a:lumMod val="60000"/>
                <a:lumOff val="40000"/>
              </a:srgbClr>
            </a:solidFill>
            <a:ln w="12700">
              <a:solidFill>
                <a:srgbClr val="00CC99">
                  <a:lumMod val="20000"/>
                  <a:lumOff val="80000"/>
                </a:srgbClr>
              </a:solidFill>
            </a:ln>
            <a:effectLst>
              <a:outerShdw blurRad="50800" dist="38100" dir="2700000" algn="tl" rotWithShape="0">
                <a:srgbClr val="00CC99">
                  <a:lumMod val="75000"/>
                  <a:alpha val="99000"/>
                </a:srgbClr>
              </a:outerShdw>
            </a:effectLst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25" name="TextBox 324">
              <a:extLst>
                <a:ext uri="{FF2B5EF4-FFF2-40B4-BE49-F238E27FC236}">
                  <a16:creationId xmlns:a16="http://schemas.microsoft.com/office/drawing/2014/main" id="{2DD75364-1DD6-0C40-8C94-2D6B3B0AE27B}"/>
                </a:ext>
              </a:extLst>
            </p:cNvPr>
            <p:cNvSpPr txBox="1"/>
            <p:nvPr/>
          </p:nvSpPr>
          <p:spPr>
            <a:xfrm>
              <a:off x="3103238" y="553253"/>
              <a:ext cx="1461287" cy="29922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ts val="16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rPr>
                <a:t>intent</a:t>
              </a:r>
            </a:p>
          </p:txBody>
        </p:sp>
      </p:grpSp>
      <p:grpSp>
        <p:nvGrpSpPr>
          <p:cNvPr id="326" name="Group 325">
            <a:extLst>
              <a:ext uri="{FF2B5EF4-FFF2-40B4-BE49-F238E27FC236}">
                <a16:creationId xmlns:a16="http://schemas.microsoft.com/office/drawing/2014/main" id="{B351C480-6414-DF4C-984A-5F6B5B95B110}"/>
              </a:ext>
            </a:extLst>
          </p:cNvPr>
          <p:cNvGrpSpPr/>
          <p:nvPr/>
        </p:nvGrpSpPr>
        <p:grpSpPr>
          <a:xfrm>
            <a:off x="6628386" y="2549087"/>
            <a:ext cx="1033900" cy="504412"/>
            <a:chOff x="3103238" y="432317"/>
            <a:chExt cx="1461287" cy="504412"/>
          </a:xfrm>
        </p:grpSpPr>
        <p:sp>
          <p:nvSpPr>
            <p:cNvPr id="327" name="Rounded Rectangle 326">
              <a:extLst>
                <a:ext uri="{FF2B5EF4-FFF2-40B4-BE49-F238E27FC236}">
                  <a16:creationId xmlns:a16="http://schemas.microsoft.com/office/drawing/2014/main" id="{F5B67F4E-4B50-0049-AB26-880C7EF3F117}"/>
                </a:ext>
              </a:extLst>
            </p:cNvPr>
            <p:cNvSpPr/>
            <p:nvPr/>
          </p:nvSpPr>
          <p:spPr>
            <a:xfrm>
              <a:off x="3128876" y="457817"/>
              <a:ext cx="1432326" cy="459826"/>
            </a:xfrm>
            <a:prstGeom prst="roundRect">
              <a:avLst/>
            </a:prstGeom>
            <a:solidFill>
              <a:srgbClr val="00CC99">
                <a:lumMod val="60000"/>
                <a:lumOff val="40000"/>
              </a:srgbClr>
            </a:solidFill>
            <a:ln w="12700">
              <a:solidFill>
                <a:srgbClr val="00CC99">
                  <a:lumMod val="20000"/>
                  <a:lumOff val="80000"/>
                </a:srgbClr>
              </a:solidFill>
            </a:ln>
            <a:effectLst>
              <a:outerShdw blurRad="50800" dist="38100" dir="2700000" algn="tl" rotWithShape="0">
                <a:srgbClr val="00CC99">
                  <a:lumMod val="75000"/>
                  <a:alpha val="99000"/>
                </a:srgbClr>
              </a:outerShdw>
            </a:effectLst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28" name="TextBox 327">
              <a:extLst>
                <a:ext uri="{FF2B5EF4-FFF2-40B4-BE49-F238E27FC236}">
                  <a16:creationId xmlns:a16="http://schemas.microsoft.com/office/drawing/2014/main" id="{61B5B352-7E46-F74D-8F6E-F72F87CAA4F9}"/>
                </a:ext>
              </a:extLst>
            </p:cNvPr>
            <p:cNvSpPr txBox="1"/>
            <p:nvPr/>
          </p:nvSpPr>
          <p:spPr>
            <a:xfrm>
              <a:off x="3103238" y="432317"/>
              <a:ext cx="1461287" cy="50441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ts val="16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rPr>
                <a:t>RESTful</a:t>
              </a:r>
            </a:p>
            <a:p>
              <a:pPr marL="0" marR="0" lvl="0" indent="0" algn="ctr" defTabSz="914400" eaLnBrk="0" fontAlgn="base" latinLnBrk="0" hangingPunct="0">
                <a:lnSpc>
                  <a:spcPts val="16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rPr>
                <a:t>API</a:t>
              </a:r>
            </a:p>
          </p:txBody>
        </p:sp>
      </p:grpSp>
      <p:sp>
        <p:nvSpPr>
          <p:cNvPr id="329" name="TextBox 328">
            <a:extLst>
              <a:ext uri="{FF2B5EF4-FFF2-40B4-BE49-F238E27FC236}">
                <a16:creationId xmlns:a16="http://schemas.microsoft.com/office/drawing/2014/main" id="{38B852BE-9C6C-474A-AD5F-393039D0D661}"/>
              </a:ext>
            </a:extLst>
          </p:cNvPr>
          <p:cNvSpPr txBox="1"/>
          <p:nvPr/>
        </p:nvSpPr>
        <p:spPr>
          <a:xfrm>
            <a:off x="7750348" y="2399633"/>
            <a:ext cx="627904" cy="58477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sz="3200" dirty="0">
                <a:solidFill>
                  <a:srgbClr val="00CC99">
                    <a:lumMod val="60000"/>
                    <a:lumOff val="40000"/>
                  </a:srgbClr>
                </a:solidFill>
                <a:latin typeface="Arial" charset="0"/>
                <a:ea typeface="ＭＳ Ｐゴシック" charset="0"/>
              </a:rPr>
              <a:t>…  </a:t>
            </a:r>
          </a:p>
        </p:txBody>
      </p:sp>
      <p:sp>
        <p:nvSpPr>
          <p:cNvPr id="330" name="TextBox 329">
            <a:extLst>
              <a:ext uri="{FF2B5EF4-FFF2-40B4-BE49-F238E27FC236}">
                <a16:creationId xmlns:a16="http://schemas.microsoft.com/office/drawing/2014/main" id="{CD58AB62-EE81-684F-AAAA-1262DCBC90EF}"/>
              </a:ext>
            </a:extLst>
          </p:cNvPr>
          <p:cNvSpPr txBox="1"/>
          <p:nvPr/>
        </p:nvSpPr>
        <p:spPr>
          <a:xfrm>
            <a:off x="5178244" y="2216488"/>
            <a:ext cx="4914815" cy="3257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eaLnBrk="0" fontAlgn="base" hangingPunct="0">
              <a:lnSpc>
                <a:spcPts val="18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1600" dirty="0">
                <a:solidFill>
                  <a:srgbClr val="000000"/>
                </a:solidFill>
                <a:latin typeface="Arial"/>
                <a:ea typeface="ＭＳ Ｐゴシック" charset="0"/>
                <a:cs typeface="Arial"/>
              </a:rPr>
              <a:t>Interface, abstractions for network control apps</a:t>
            </a:r>
          </a:p>
        </p:txBody>
      </p:sp>
      <p:cxnSp>
        <p:nvCxnSpPr>
          <p:cNvPr id="331" name="Straight Connector 330">
            <a:extLst>
              <a:ext uri="{FF2B5EF4-FFF2-40B4-BE49-F238E27FC236}">
                <a16:creationId xmlns:a16="http://schemas.microsoft.com/office/drawing/2014/main" id="{B8830464-03B5-0F4C-9648-5F38F26A43A3}"/>
              </a:ext>
            </a:extLst>
          </p:cNvPr>
          <p:cNvCxnSpPr/>
          <p:nvPr/>
        </p:nvCxnSpPr>
        <p:spPr bwMode="auto">
          <a:xfrm>
            <a:off x="5028809" y="2010842"/>
            <a:ext cx="4753400" cy="19546"/>
          </a:xfrm>
          <a:prstGeom prst="line">
            <a:avLst/>
          </a:prstGeom>
          <a:solidFill>
            <a:srgbClr val="00CC99"/>
          </a:solidFill>
          <a:ln w="19050" cap="flat" cmpd="sng" algn="ctr">
            <a:solidFill>
              <a:srgbClr val="000000"/>
            </a:solidFill>
            <a:prstDash val="dash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sp>
        <p:nvSpPr>
          <p:cNvPr id="332" name="TextBox 331">
            <a:extLst>
              <a:ext uri="{FF2B5EF4-FFF2-40B4-BE49-F238E27FC236}">
                <a16:creationId xmlns:a16="http://schemas.microsoft.com/office/drawing/2014/main" id="{F10FE23D-E107-B445-859B-E6027DF19076}"/>
              </a:ext>
            </a:extLst>
          </p:cNvPr>
          <p:cNvSpPr txBox="1"/>
          <p:nvPr/>
        </p:nvSpPr>
        <p:spPr>
          <a:xfrm>
            <a:off x="10299705" y="3308646"/>
            <a:ext cx="1787912" cy="95410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sz="2800" dirty="0">
                <a:solidFill>
                  <a:srgbClr val="000000"/>
                </a:solidFill>
                <a:ea typeface="ＭＳ Ｐゴシック" charset="0"/>
              </a:rPr>
              <a:t>SDN</a:t>
            </a:r>
          </a:p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sz="2800" dirty="0">
                <a:solidFill>
                  <a:srgbClr val="000000"/>
                </a:solidFill>
                <a:ea typeface="ＭＳ Ｐゴシック" charset="0"/>
              </a:rPr>
              <a:t>controller</a:t>
            </a:r>
          </a:p>
        </p:txBody>
      </p:sp>
      <p:grpSp>
        <p:nvGrpSpPr>
          <p:cNvPr id="333" name="Group 332">
            <a:extLst>
              <a:ext uri="{FF2B5EF4-FFF2-40B4-BE49-F238E27FC236}">
                <a16:creationId xmlns:a16="http://schemas.microsoft.com/office/drawing/2014/main" id="{6F122871-9C9E-8742-A165-2E8D5CBDC4DB}"/>
              </a:ext>
            </a:extLst>
          </p:cNvPr>
          <p:cNvGrpSpPr/>
          <p:nvPr/>
        </p:nvGrpSpPr>
        <p:grpSpPr>
          <a:xfrm>
            <a:off x="5939083" y="5780474"/>
            <a:ext cx="2979208" cy="973667"/>
            <a:chOff x="2592388" y="5601756"/>
            <a:chExt cx="4027487" cy="939800"/>
          </a:xfrm>
        </p:grpSpPr>
        <p:sp>
          <p:nvSpPr>
            <p:cNvPr id="334" name="Freeform 2">
              <a:extLst>
                <a:ext uri="{FF2B5EF4-FFF2-40B4-BE49-F238E27FC236}">
                  <a16:creationId xmlns:a16="http://schemas.microsoft.com/office/drawing/2014/main" id="{8F556373-6AC3-BC46-B91B-948F5051BD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2388" y="5601756"/>
              <a:ext cx="4027487" cy="939800"/>
            </a:xfrm>
            <a:custGeom>
              <a:avLst/>
              <a:gdLst>
                <a:gd name="T0" fmla="*/ 648763 w 10001"/>
                <a:gd name="T1" fmla="*/ 34777612 h 10125"/>
                <a:gd name="T2" fmla="*/ 115976403 w 10001"/>
                <a:gd name="T3" fmla="*/ 13733703 h 10125"/>
                <a:gd name="T4" fmla="*/ 507700960 w 10001"/>
                <a:gd name="T5" fmla="*/ 8662125 h 10125"/>
                <a:gd name="T6" fmla="*/ 810212713 w 10001"/>
                <a:gd name="T7" fmla="*/ 0 h 10125"/>
                <a:gd name="T8" fmla="*/ 1090015738 w 10001"/>
                <a:gd name="T9" fmla="*/ 8687929 h 10125"/>
                <a:gd name="T10" fmla="*/ 1310938763 w 10001"/>
                <a:gd name="T11" fmla="*/ 4279362 h 10125"/>
                <a:gd name="T12" fmla="*/ 1620263134 w 10001"/>
                <a:gd name="T13" fmla="*/ 25736690 h 10125"/>
                <a:gd name="T14" fmla="*/ 1394798364 w 10001"/>
                <a:gd name="T15" fmla="*/ 58525268 h 10125"/>
                <a:gd name="T16" fmla="*/ 1134622140 w 10001"/>
                <a:gd name="T17" fmla="*/ 80266624 h 10125"/>
                <a:gd name="T18" fmla="*/ 860820276 w 10001"/>
                <a:gd name="T19" fmla="*/ 76142271 h 10125"/>
                <a:gd name="T20" fmla="*/ 708996782 w 10001"/>
                <a:gd name="T21" fmla="*/ 85346835 h 10125"/>
                <a:gd name="T22" fmla="*/ 509322667 w 10001"/>
                <a:gd name="T23" fmla="*/ 86268164 h 10125"/>
                <a:gd name="T24" fmla="*/ 353443899 w 10001"/>
                <a:gd name="T25" fmla="*/ 67979516 h 10125"/>
                <a:gd name="T26" fmla="*/ 192536914 w 10001"/>
                <a:gd name="T27" fmla="*/ 64535347 h 10125"/>
                <a:gd name="T28" fmla="*/ 648763 w 10001"/>
                <a:gd name="T29" fmla="*/ 34777612 h 1012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0001" h="10125">
                  <a:moveTo>
                    <a:pt x="4" y="4039"/>
                  </a:moveTo>
                  <a:cubicBezTo>
                    <a:pt x="-29" y="2271"/>
                    <a:pt x="194" y="2100"/>
                    <a:pt x="715" y="1595"/>
                  </a:cubicBezTo>
                  <a:cubicBezTo>
                    <a:pt x="1236" y="1089"/>
                    <a:pt x="2417" y="1272"/>
                    <a:pt x="3130" y="1006"/>
                  </a:cubicBezTo>
                  <a:cubicBezTo>
                    <a:pt x="3843" y="740"/>
                    <a:pt x="4397" y="0"/>
                    <a:pt x="4995" y="0"/>
                  </a:cubicBezTo>
                  <a:cubicBezTo>
                    <a:pt x="5593" y="1"/>
                    <a:pt x="6206" y="926"/>
                    <a:pt x="6720" y="1009"/>
                  </a:cubicBezTo>
                  <a:cubicBezTo>
                    <a:pt x="7234" y="1092"/>
                    <a:pt x="7536" y="241"/>
                    <a:pt x="8082" y="497"/>
                  </a:cubicBezTo>
                  <a:cubicBezTo>
                    <a:pt x="8628" y="756"/>
                    <a:pt x="9854" y="442"/>
                    <a:pt x="9989" y="2989"/>
                  </a:cubicBezTo>
                  <a:cubicBezTo>
                    <a:pt x="10124" y="5536"/>
                    <a:pt x="9098" y="5742"/>
                    <a:pt x="8599" y="6797"/>
                  </a:cubicBezTo>
                  <a:cubicBezTo>
                    <a:pt x="8100" y="7852"/>
                    <a:pt x="7544" y="8981"/>
                    <a:pt x="6995" y="9322"/>
                  </a:cubicBezTo>
                  <a:cubicBezTo>
                    <a:pt x="6446" y="9663"/>
                    <a:pt x="5793" y="8957"/>
                    <a:pt x="5307" y="8843"/>
                  </a:cubicBezTo>
                  <a:cubicBezTo>
                    <a:pt x="4819" y="8726"/>
                    <a:pt x="4628" y="10048"/>
                    <a:pt x="4371" y="9912"/>
                  </a:cubicBezTo>
                  <a:cubicBezTo>
                    <a:pt x="4114" y="9775"/>
                    <a:pt x="3505" y="10355"/>
                    <a:pt x="3140" y="10019"/>
                  </a:cubicBezTo>
                  <a:cubicBezTo>
                    <a:pt x="2774" y="9683"/>
                    <a:pt x="2820" y="8138"/>
                    <a:pt x="2179" y="7895"/>
                  </a:cubicBezTo>
                  <a:cubicBezTo>
                    <a:pt x="1586" y="6800"/>
                    <a:pt x="1549" y="8137"/>
                    <a:pt x="1187" y="7495"/>
                  </a:cubicBezTo>
                  <a:cubicBezTo>
                    <a:pt x="825" y="6852"/>
                    <a:pt x="-7" y="6157"/>
                    <a:pt x="4" y="4039"/>
                  </a:cubicBezTo>
                  <a:close/>
                </a:path>
              </a:pathLst>
            </a:custGeom>
            <a:solidFill>
              <a:srgbClr val="66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cxnSp>
          <p:nvCxnSpPr>
            <p:cNvPr id="335" name="Straight Connector 334">
              <a:extLst>
                <a:ext uri="{FF2B5EF4-FFF2-40B4-BE49-F238E27FC236}">
                  <a16:creationId xmlns:a16="http://schemas.microsoft.com/office/drawing/2014/main" id="{0BB78303-17DC-B343-9F0D-F9A7ED581968}"/>
                </a:ext>
              </a:extLst>
            </p:cNvPr>
            <p:cNvCxnSpPr/>
            <p:nvPr/>
          </p:nvCxnSpPr>
          <p:spPr>
            <a:xfrm flipV="1">
              <a:off x="3262941" y="5752569"/>
              <a:ext cx="1316038" cy="131762"/>
            </a:xfrm>
            <a:prstGeom prst="line">
              <a:avLst/>
            </a:prstGeom>
            <a:noFill/>
            <a:ln w="127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336" name="Straight Connector 335">
              <a:extLst>
                <a:ext uri="{FF2B5EF4-FFF2-40B4-BE49-F238E27FC236}">
                  <a16:creationId xmlns:a16="http://schemas.microsoft.com/office/drawing/2014/main" id="{378BCE47-94A6-AD4D-9534-753D35D83682}"/>
                </a:ext>
              </a:extLst>
            </p:cNvPr>
            <p:cNvCxnSpPr/>
            <p:nvPr/>
          </p:nvCxnSpPr>
          <p:spPr>
            <a:xfrm>
              <a:off x="3151816" y="5939894"/>
              <a:ext cx="2259013" cy="298450"/>
            </a:xfrm>
            <a:prstGeom prst="line">
              <a:avLst/>
            </a:prstGeom>
            <a:noFill/>
            <a:ln w="127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337" name="Straight Connector 336">
              <a:extLst>
                <a:ext uri="{FF2B5EF4-FFF2-40B4-BE49-F238E27FC236}">
                  <a16:creationId xmlns:a16="http://schemas.microsoft.com/office/drawing/2014/main" id="{0966C145-EBBB-3E46-AE1C-E53119D51C33}"/>
                </a:ext>
              </a:extLst>
            </p:cNvPr>
            <p:cNvCxnSpPr/>
            <p:nvPr/>
          </p:nvCxnSpPr>
          <p:spPr>
            <a:xfrm>
              <a:off x="3164516" y="6044669"/>
              <a:ext cx="714375" cy="276225"/>
            </a:xfrm>
            <a:prstGeom prst="line">
              <a:avLst/>
            </a:prstGeom>
            <a:noFill/>
            <a:ln w="127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338" name="Straight Connector 337">
              <a:extLst>
                <a:ext uri="{FF2B5EF4-FFF2-40B4-BE49-F238E27FC236}">
                  <a16:creationId xmlns:a16="http://schemas.microsoft.com/office/drawing/2014/main" id="{FF1259B8-9E31-BF46-A4BD-B09A7F5E0970}"/>
                </a:ext>
              </a:extLst>
            </p:cNvPr>
            <p:cNvCxnSpPr/>
            <p:nvPr/>
          </p:nvCxnSpPr>
          <p:spPr>
            <a:xfrm flipV="1">
              <a:off x="4182104" y="6238344"/>
              <a:ext cx="1247775" cy="82550"/>
            </a:xfrm>
            <a:prstGeom prst="line">
              <a:avLst/>
            </a:prstGeom>
            <a:noFill/>
            <a:ln w="127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339" name="Straight Connector 338">
              <a:extLst>
                <a:ext uri="{FF2B5EF4-FFF2-40B4-BE49-F238E27FC236}">
                  <a16:creationId xmlns:a16="http://schemas.microsoft.com/office/drawing/2014/main" id="{4B27F46F-B544-0340-8CCB-C19A314BCE16}"/>
                </a:ext>
              </a:extLst>
            </p:cNvPr>
            <p:cNvCxnSpPr/>
            <p:nvPr/>
          </p:nvCxnSpPr>
          <p:spPr>
            <a:xfrm>
              <a:off x="4842504" y="5785906"/>
              <a:ext cx="1057275" cy="123825"/>
            </a:xfrm>
            <a:prstGeom prst="line">
              <a:avLst/>
            </a:prstGeom>
            <a:noFill/>
            <a:ln w="127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340" name="Straight Connector 339">
              <a:extLst>
                <a:ext uri="{FF2B5EF4-FFF2-40B4-BE49-F238E27FC236}">
                  <a16:creationId xmlns:a16="http://schemas.microsoft.com/office/drawing/2014/main" id="{EDF02737-E9AA-8145-A607-2A6B9F09249E}"/>
                </a:ext>
              </a:extLst>
            </p:cNvPr>
            <p:cNvCxnSpPr/>
            <p:nvPr/>
          </p:nvCxnSpPr>
          <p:spPr>
            <a:xfrm flipV="1">
              <a:off x="4126541" y="5939894"/>
              <a:ext cx="1790700" cy="298450"/>
            </a:xfrm>
            <a:prstGeom prst="line">
              <a:avLst/>
            </a:prstGeom>
            <a:noFill/>
            <a:ln w="127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341" name="Straight Connector 340">
              <a:extLst>
                <a:ext uri="{FF2B5EF4-FFF2-40B4-BE49-F238E27FC236}">
                  <a16:creationId xmlns:a16="http://schemas.microsoft.com/office/drawing/2014/main" id="{6360387A-0467-6343-B8B8-64CAC24C2FC9}"/>
                </a:ext>
              </a:extLst>
            </p:cNvPr>
            <p:cNvCxnSpPr/>
            <p:nvPr/>
          </p:nvCxnSpPr>
          <p:spPr>
            <a:xfrm flipV="1">
              <a:off x="5453691" y="5968469"/>
              <a:ext cx="588963" cy="269875"/>
            </a:xfrm>
            <a:prstGeom prst="line">
              <a:avLst/>
            </a:prstGeom>
            <a:noFill/>
            <a:ln w="127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342" name="Straight Connector 341">
              <a:extLst>
                <a:ext uri="{FF2B5EF4-FFF2-40B4-BE49-F238E27FC236}">
                  <a16:creationId xmlns:a16="http://schemas.microsoft.com/office/drawing/2014/main" id="{22A8E4F5-F729-F544-B0FB-47A8F9669D90}"/>
                </a:ext>
              </a:extLst>
            </p:cNvPr>
            <p:cNvCxnSpPr/>
            <p:nvPr/>
          </p:nvCxnSpPr>
          <p:spPr>
            <a:xfrm>
              <a:off x="4596441" y="5752569"/>
              <a:ext cx="814388" cy="401637"/>
            </a:xfrm>
            <a:prstGeom prst="line">
              <a:avLst/>
            </a:prstGeom>
            <a:noFill/>
            <a:ln w="12700" cap="flat" cmpd="sng" algn="ctr">
              <a:solidFill>
                <a:srgbClr val="000000"/>
              </a:solidFill>
              <a:prstDash val="solid"/>
            </a:ln>
            <a:effectLst/>
          </p:spPr>
        </p:cxnSp>
        <p:grpSp>
          <p:nvGrpSpPr>
            <p:cNvPr id="343" name="Group 347">
              <a:extLst>
                <a:ext uri="{FF2B5EF4-FFF2-40B4-BE49-F238E27FC236}">
                  <a16:creationId xmlns:a16="http://schemas.microsoft.com/office/drawing/2014/main" id="{CA6931F2-3933-7741-856F-589301B9861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856401" y="5796097"/>
              <a:ext cx="588970" cy="242608"/>
              <a:chOff x="1871277" y="1576300"/>
              <a:chExt cx="1128371" cy="437861"/>
            </a:xfrm>
          </p:grpSpPr>
          <p:sp>
            <p:nvSpPr>
              <p:cNvPr id="384" name="Oval 383">
                <a:extLst>
                  <a:ext uri="{FF2B5EF4-FFF2-40B4-BE49-F238E27FC236}">
                    <a16:creationId xmlns:a16="http://schemas.microsoft.com/office/drawing/2014/main" id="{48DB66FC-C226-214E-A3AD-816994155EA5}"/>
                  </a:ext>
                </a:extLst>
              </p:cNvPr>
              <p:cNvSpPr/>
              <p:nvPr/>
            </p:nvSpPr>
            <p:spPr bwMode="auto">
              <a:xfrm flipV="1">
                <a:off x="1874446" y="1694641"/>
                <a:ext cx="1125202" cy="319520"/>
              </a:xfrm>
              <a:prstGeom prst="ellipse">
                <a:avLst/>
              </a:prstGeom>
              <a:gradFill flip="none"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0" scaled="1"/>
                <a:tileRect/>
              </a:gra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385" name="Rectangle 384">
                <a:extLst>
                  <a:ext uri="{FF2B5EF4-FFF2-40B4-BE49-F238E27FC236}">
                    <a16:creationId xmlns:a16="http://schemas.microsoft.com/office/drawing/2014/main" id="{6F1FB35D-4E67-0241-9D81-538E169881C2}"/>
                  </a:ext>
                </a:extLst>
              </p:cNvPr>
              <p:cNvSpPr/>
              <p:nvPr/>
            </p:nvSpPr>
            <p:spPr bwMode="auto">
              <a:xfrm>
                <a:off x="1871277" y="1739611"/>
                <a:ext cx="1128371" cy="115973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10800000" scaled="0"/>
              </a:gra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386" name="Oval 385">
                <a:extLst>
                  <a:ext uri="{FF2B5EF4-FFF2-40B4-BE49-F238E27FC236}">
                    <a16:creationId xmlns:a16="http://schemas.microsoft.com/office/drawing/2014/main" id="{0B0777CF-F074-354A-B449-F61D52E9C711}"/>
                  </a:ext>
                </a:extLst>
              </p:cNvPr>
              <p:cNvSpPr/>
              <p:nvPr/>
            </p:nvSpPr>
            <p:spPr bwMode="auto">
              <a:xfrm flipV="1">
                <a:off x="1871277" y="1576300"/>
                <a:ext cx="1125200" cy="319520"/>
              </a:xfrm>
              <a:prstGeom prst="ellipse">
                <a:avLst/>
              </a:prstGeom>
              <a:solidFill>
                <a:srgbClr val="FFFFFF">
                  <a:lumMod val="75000"/>
                </a:srgbClr>
              </a:soli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387" name="Freeform 386">
                <a:extLst>
                  <a:ext uri="{FF2B5EF4-FFF2-40B4-BE49-F238E27FC236}">
                    <a16:creationId xmlns:a16="http://schemas.microsoft.com/office/drawing/2014/main" id="{40749788-4A07-1F45-921B-FB7E7B066A72}"/>
                  </a:ext>
                </a:extLst>
              </p:cNvPr>
              <p:cNvSpPr/>
              <p:nvPr/>
            </p:nvSpPr>
            <p:spPr bwMode="auto">
              <a:xfrm>
                <a:off x="2159708" y="1673340"/>
                <a:ext cx="548339" cy="160943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rgbClr val="3333CC">
                  <a:lumMod val="60000"/>
                  <a:lumOff val="4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388" name="Freeform 387">
                <a:extLst>
                  <a:ext uri="{FF2B5EF4-FFF2-40B4-BE49-F238E27FC236}">
                    <a16:creationId xmlns:a16="http://schemas.microsoft.com/office/drawing/2014/main" id="{4B69D8B0-A3DF-A64E-A30E-5C0D05CBABD5}"/>
                  </a:ext>
                </a:extLst>
              </p:cNvPr>
              <p:cNvSpPr/>
              <p:nvPr/>
            </p:nvSpPr>
            <p:spPr bwMode="auto">
              <a:xfrm>
                <a:off x="2102655" y="1633103"/>
                <a:ext cx="662444" cy="111241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389" name="Freeform 388">
                <a:extLst>
                  <a:ext uri="{FF2B5EF4-FFF2-40B4-BE49-F238E27FC236}">
                    <a16:creationId xmlns:a16="http://schemas.microsoft.com/office/drawing/2014/main" id="{37894BB3-6720-8B4C-8987-B8BD549D8243}"/>
                  </a:ext>
                </a:extLst>
              </p:cNvPr>
              <p:cNvSpPr/>
              <p:nvPr/>
            </p:nvSpPr>
            <p:spPr bwMode="auto">
              <a:xfrm>
                <a:off x="2536889" y="1727776"/>
                <a:ext cx="244057" cy="97040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390" name="Freeform 389">
                <a:extLst>
                  <a:ext uri="{FF2B5EF4-FFF2-40B4-BE49-F238E27FC236}">
                    <a16:creationId xmlns:a16="http://schemas.microsoft.com/office/drawing/2014/main" id="{088D6419-9EB3-664B-A8BD-39BF61462CFF}"/>
                  </a:ext>
                </a:extLst>
              </p:cNvPr>
              <p:cNvSpPr/>
              <p:nvPr/>
            </p:nvSpPr>
            <p:spPr bwMode="auto">
              <a:xfrm>
                <a:off x="2089977" y="1730144"/>
                <a:ext cx="240888" cy="97039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391" name="Straight Connector 390">
                <a:extLst>
                  <a:ext uri="{FF2B5EF4-FFF2-40B4-BE49-F238E27FC236}">
                    <a16:creationId xmlns:a16="http://schemas.microsoft.com/office/drawing/2014/main" id="{0093B11F-AF87-4346-9F4A-0300F556B11D}"/>
                  </a:ext>
                </a:extLst>
              </p:cNvPr>
              <p:cNvCxnSpPr>
                <a:endCxn id="386" idx="2"/>
              </p:cNvCxnSpPr>
              <p:nvPr/>
            </p:nvCxnSpPr>
            <p:spPr bwMode="auto">
              <a:xfrm flipH="1" flipV="1">
                <a:off x="1871277" y="1737243"/>
                <a:ext cx="3169" cy="123074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  <p:cxnSp>
            <p:nvCxnSpPr>
              <p:cNvPr id="392" name="Straight Connector 391">
                <a:extLst>
                  <a:ext uri="{FF2B5EF4-FFF2-40B4-BE49-F238E27FC236}">
                    <a16:creationId xmlns:a16="http://schemas.microsoft.com/office/drawing/2014/main" id="{80794115-B184-A04B-AD5C-ACFDEA80333C}"/>
                  </a:ext>
                </a:extLst>
              </p:cNvPr>
              <p:cNvCxnSpPr/>
              <p:nvPr/>
            </p:nvCxnSpPr>
            <p:spPr bwMode="auto">
              <a:xfrm flipH="1" flipV="1">
                <a:off x="2996477" y="1734877"/>
                <a:ext cx="3171" cy="123074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</p:grpSp>
        <p:grpSp>
          <p:nvGrpSpPr>
            <p:cNvPr id="344" name="Group 347">
              <a:extLst>
                <a:ext uri="{FF2B5EF4-FFF2-40B4-BE49-F238E27FC236}">
                  <a16:creationId xmlns:a16="http://schemas.microsoft.com/office/drawing/2014/main" id="{053AA106-8CA6-6647-A8AF-DC27A47964F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75328" y="5654000"/>
              <a:ext cx="588970" cy="242608"/>
              <a:chOff x="1871277" y="1576300"/>
              <a:chExt cx="1128371" cy="437861"/>
            </a:xfrm>
          </p:grpSpPr>
          <p:sp>
            <p:nvSpPr>
              <p:cNvPr id="375" name="Oval 374">
                <a:extLst>
                  <a:ext uri="{FF2B5EF4-FFF2-40B4-BE49-F238E27FC236}">
                    <a16:creationId xmlns:a16="http://schemas.microsoft.com/office/drawing/2014/main" id="{7653AF3D-D35F-FD4C-B735-F75B497459B7}"/>
                  </a:ext>
                </a:extLst>
              </p:cNvPr>
              <p:cNvSpPr/>
              <p:nvPr/>
            </p:nvSpPr>
            <p:spPr bwMode="auto">
              <a:xfrm flipV="1">
                <a:off x="1874446" y="1694641"/>
                <a:ext cx="1125202" cy="319520"/>
              </a:xfrm>
              <a:prstGeom prst="ellipse">
                <a:avLst/>
              </a:prstGeom>
              <a:gradFill flip="none"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0" scaled="1"/>
                <a:tileRect/>
              </a:gra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376" name="Rectangle 375">
                <a:extLst>
                  <a:ext uri="{FF2B5EF4-FFF2-40B4-BE49-F238E27FC236}">
                    <a16:creationId xmlns:a16="http://schemas.microsoft.com/office/drawing/2014/main" id="{A5FF5362-BFCE-014B-8FF8-38A939FB6131}"/>
                  </a:ext>
                </a:extLst>
              </p:cNvPr>
              <p:cNvSpPr/>
              <p:nvPr/>
            </p:nvSpPr>
            <p:spPr bwMode="auto">
              <a:xfrm>
                <a:off x="1871277" y="1739611"/>
                <a:ext cx="1128371" cy="115973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10800000" scaled="0"/>
              </a:gra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377" name="Oval 376">
                <a:extLst>
                  <a:ext uri="{FF2B5EF4-FFF2-40B4-BE49-F238E27FC236}">
                    <a16:creationId xmlns:a16="http://schemas.microsoft.com/office/drawing/2014/main" id="{AE891AB1-8072-4E4A-B919-4175A357BF24}"/>
                  </a:ext>
                </a:extLst>
              </p:cNvPr>
              <p:cNvSpPr/>
              <p:nvPr/>
            </p:nvSpPr>
            <p:spPr bwMode="auto">
              <a:xfrm flipV="1">
                <a:off x="1871277" y="1576300"/>
                <a:ext cx="1125200" cy="319520"/>
              </a:xfrm>
              <a:prstGeom prst="ellipse">
                <a:avLst/>
              </a:prstGeom>
              <a:solidFill>
                <a:srgbClr val="FFFFFF">
                  <a:lumMod val="75000"/>
                </a:srgbClr>
              </a:soli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378" name="Freeform 377">
                <a:extLst>
                  <a:ext uri="{FF2B5EF4-FFF2-40B4-BE49-F238E27FC236}">
                    <a16:creationId xmlns:a16="http://schemas.microsoft.com/office/drawing/2014/main" id="{8F02B480-0020-064C-9816-2B563E830AC3}"/>
                  </a:ext>
                </a:extLst>
              </p:cNvPr>
              <p:cNvSpPr/>
              <p:nvPr/>
            </p:nvSpPr>
            <p:spPr bwMode="auto">
              <a:xfrm>
                <a:off x="2159708" y="1673340"/>
                <a:ext cx="548339" cy="160943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rgbClr val="3333CC">
                  <a:lumMod val="60000"/>
                  <a:lumOff val="4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379" name="Freeform 378">
                <a:extLst>
                  <a:ext uri="{FF2B5EF4-FFF2-40B4-BE49-F238E27FC236}">
                    <a16:creationId xmlns:a16="http://schemas.microsoft.com/office/drawing/2014/main" id="{2009FB24-534D-EB44-8BB9-69D3DFCDAD41}"/>
                  </a:ext>
                </a:extLst>
              </p:cNvPr>
              <p:cNvSpPr/>
              <p:nvPr/>
            </p:nvSpPr>
            <p:spPr bwMode="auto">
              <a:xfrm>
                <a:off x="2102655" y="1633103"/>
                <a:ext cx="662444" cy="111241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380" name="Freeform 379">
                <a:extLst>
                  <a:ext uri="{FF2B5EF4-FFF2-40B4-BE49-F238E27FC236}">
                    <a16:creationId xmlns:a16="http://schemas.microsoft.com/office/drawing/2014/main" id="{9F418A13-C33D-1643-A7D9-7927114050A7}"/>
                  </a:ext>
                </a:extLst>
              </p:cNvPr>
              <p:cNvSpPr/>
              <p:nvPr/>
            </p:nvSpPr>
            <p:spPr bwMode="auto">
              <a:xfrm>
                <a:off x="2536889" y="1727776"/>
                <a:ext cx="244057" cy="97040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381" name="Freeform 380">
                <a:extLst>
                  <a:ext uri="{FF2B5EF4-FFF2-40B4-BE49-F238E27FC236}">
                    <a16:creationId xmlns:a16="http://schemas.microsoft.com/office/drawing/2014/main" id="{B3989D97-22F3-1542-8DA4-F63BD5051A18}"/>
                  </a:ext>
                </a:extLst>
              </p:cNvPr>
              <p:cNvSpPr/>
              <p:nvPr/>
            </p:nvSpPr>
            <p:spPr bwMode="auto">
              <a:xfrm>
                <a:off x="2089977" y="1730144"/>
                <a:ext cx="240888" cy="97039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382" name="Straight Connector 381">
                <a:extLst>
                  <a:ext uri="{FF2B5EF4-FFF2-40B4-BE49-F238E27FC236}">
                    <a16:creationId xmlns:a16="http://schemas.microsoft.com/office/drawing/2014/main" id="{3CA87B05-0DAB-F946-AAC8-B471385201F1}"/>
                  </a:ext>
                </a:extLst>
              </p:cNvPr>
              <p:cNvCxnSpPr>
                <a:endCxn id="377" idx="2"/>
              </p:cNvCxnSpPr>
              <p:nvPr/>
            </p:nvCxnSpPr>
            <p:spPr bwMode="auto">
              <a:xfrm flipH="1" flipV="1">
                <a:off x="1871277" y="1737243"/>
                <a:ext cx="3169" cy="123074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  <p:cxnSp>
            <p:nvCxnSpPr>
              <p:cNvPr id="383" name="Straight Connector 382">
                <a:extLst>
                  <a:ext uri="{FF2B5EF4-FFF2-40B4-BE49-F238E27FC236}">
                    <a16:creationId xmlns:a16="http://schemas.microsoft.com/office/drawing/2014/main" id="{A916D2A4-0DB9-D74D-8538-C35B39DCF98F}"/>
                  </a:ext>
                </a:extLst>
              </p:cNvPr>
              <p:cNvCxnSpPr/>
              <p:nvPr/>
            </p:nvCxnSpPr>
            <p:spPr bwMode="auto">
              <a:xfrm flipH="1" flipV="1">
                <a:off x="2996477" y="1734877"/>
                <a:ext cx="3171" cy="123074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</p:grpSp>
        <p:grpSp>
          <p:nvGrpSpPr>
            <p:cNvPr id="345" name="Group 347">
              <a:extLst>
                <a:ext uri="{FF2B5EF4-FFF2-40B4-BE49-F238E27FC236}">
                  <a16:creationId xmlns:a16="http://schemas.microsoft.com/office/drawing/2014/main" id="{8FB35C13-917B-4A4A-A204-F46152658E4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848241" y="5847813"/>
              <a:ext cx="588970" cy="242608"/>
              <a:chOff x="1871277" y="1576300"/>
              <a:chExt cx="1128371" cy="437861"/>
            </a:xfrm>
          </p:grpSpPr>
          <p:sp>
            <p:nvSpPr>
              <p:cNvPr id="366" name="Oval 365">
                <a:extLst>
                  <a:ext uri="{FF2B5EF4-FFF2-40B4-BE49-F238E27FC236}">
                    <a16:creationId xmlns:a16="http://schemas.microsoft.com/office/drawing/2014/main" id="{C4D3AE02-4ED8-F84D-84D8-6CC7BB3D5EA7}"/>
                  </a:ext>
                </a:extLst>
              </p:cNvPr>
              <p:cNvSpPr/>
              <p:nvPr/>
            </p:nvSpPr>
            <p:spPr bwMode="auto">
              <a:xfrm flipV="1">
                <a:off x="1874446" y="1694641"/>
                <a:ext cx="1125202" cy="319520"/>
              </a:xfrm>
              <a:prstGeom prst="ellipse">
                <a:avLst/>
              </a:prstGeom>
              <a:gradFill flip="none"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0" scaled="1"/>
                <a:tileRect/>
              </a:gra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367" name="Rectangle 366">
                <a:extLst>
                  <a:ext uri="{FF2B5EF4-FFF2-40B4-BE49-F238E27FC236}">
                    <a16:creationId xmlns:a16="http://schemas.microsoft.com/office/drawing/2014/main" id="{3D39641A-0CCF-0F4A-8403-25F548A37BB2}"/>
                  </a:ext>
                </a:extLst>
              </p:cNvPr>
              <p:cNvSpPr/>
              <p:nvPr/>
            </p:nvSpPr>
            <p:spPr bwMode="auto">
              <a:xfrm>
                <a:off x="1871277" y="1739611"/>
                <a:ext cx="1128371" cy="115973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10800000" scaled="0"/>
              </a:gra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368" name="Oval 367">
                <a:extLst>
                  <a:ext uri="{FF2B5EF4-FFF2-40B4-BE49-F238E27FC236}">
                    <a16:creationId xmlns:a16="http://schemas.microsoft.com/office/drawing/2014/main" id="{E0250449-6C02-FD4F-AB7A-5573C2BCFD2F}"/>
                  </a:ext>
                </a:extLst>
              </p:cNvPr>
              <p:cNvSpPr/>
              <p:nvPr/>
            </p:nvSpPr>
            <p:spPr bwMode="auto">
              <a:xfrm flipV="1">
                <a:off x="1871277" y="1576300"/>
                <a:ext cx="1125200" cy="319520"/>
              </a:xfrm>
              <a:prstGeom prst="ellipse">
                <a:avLst/>
              </a:prstGeom>
              <a:solidFill>
                <a:srgbClr val="FFFFFF">
                  <a:lumMod val="75000"/>
                </a:srgbClr>
              </a:soli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369" name="Freeform 368">
                <a:extLst>
                  <a:ext uri="{FF2B5EF4-FFF2-40B4-BE49-F238E27FC236}">
                    <a16:creationId xmlns:a16="http://schemas.microsoft.com/office/drawing/2014/main" id="{269FA8FF-6E3D-4344-B115-9D21E37CD2EE}"/>
                  </a:ext>
                </a:extLst>
              </p:cNvPr>
              <p:cNvSpPr/>
              <p:nvPr/>
            </p:nvSpPr>
            <p:spPr bwMode="auto">
              <a:xfrm>
                <a:off x="2159708" y="1673340"/>
                <a:ext cx="548339" cy="160943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rgbClr val="3333CC">
                  <a:lumMod val="60000"/>
                  <a:lumOff val="4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370" name="Freeform 369">
                <a:extLst>
                  <a:ext uri="{FF2B5EF4-FFF2-40B4-BE49-F238E27FC236}">
                    <a16:creationId xmlns:a16="http://schemas.microsoft.com/office/drawing/2014/main" id="{45EC1E83-559B-E64C-87B3-E40B9BE6ECCA}"/>
                  </a:ext>
                </a:extLst>
              </p:cNvPr>
              <p:cNvSpPr/>
              <p:nvPr/>
            </p:nvSpPr>
            <p:spPr bwMode="auto">
              <a:xfrm>
                <a:off x="2102655" y="1633103"/>
                <a:ext cx="662444" cy="111241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371" name="Freeform 370">
                <a:extLst>
                  <a:ext uri="{FF2B5EF4-FFF2-40B4-BE49-F238E27FC236}">
                    <a16:creationId xmlns:a16="http://schemas.microsoft.com/office/drawing/2014/main" id="{11688BC8-FCED-4845-9FAC-107EE9A389C8}"/>
                  </a:ext>
                </a:extLst>
              </p:cNvPr>
              <p:cNvSpPr/>
              <p:nvPr/>
            </p:nvSpPr>
            <p:spPr bwMode="auto">
              <a:xfrm>
                <a:off x="2536889" y="1727776"/>
                <a:ext cx="244057" cy="97040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372" name="Freeform 371">
                <a:extLst>
                  <a:ext uri="{FF2B5EF4-FFF2-40B4-BE49-F238E27FC236}">
                    <a16:creationId xmlns:a16="http://schemas.microsoft.com/office/drawing/2014/main" id="{3CBE5CCC-CB5E-FD4B-8983-D6A89E8CC059}"/>
                  </a:ext>
                </a:extLst>
              </p:cNvPr>
              <p:cNvSpPr/>
              <p:nvPr/>
            </p:nvSpPr>
            <p:spPr bwMode="auto">
              <a:xfrm>
                <a:off x="2089977" y="1730144"/>
                <a:ext cx="240888" cy="97039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373" name="Straight Connector 372">
                <a:extLst>
                  <a:ext uri="{FF2B5EF4-FFF2-40B4-BE49-F238E27FC236}">
                    <a16:creationId xmlns:a16="http://schemas.microsoft.com/office/drawing/2014/main" id="{70D3FB1B-60FC-EE42-BD50-0FC40F8CE64C}"/>
                  </a:ext>
                </a:extLst>
              </p:cNvPr>
              <p:cNvCxnSpPr>
                <a:endCxn id="368" idx="2"/>
              </p:cNvCxnSpPr>
              <p:nvPr/>
            </p:nvCxnSpPr>
            <p:spPr bwMode="auto">
              <a:xfrm flipH="1" flipV="1">
                <a:off x="1871277" y="1737243"/>
                <a:ext cx="3169" cy="123074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  <p:cxnSp>
            <p:nvCxnSpPr>
              <p:cNvPr id="374" name="Straight Connector 373">
                <a:extLst>
                  <a:ext uri="{FF2B5EF4-FFF2-40B4-BE49-F238E27FC236}">
                    <a16:creationId xmlns:a16="http://schemas.microsoft.com/office/drawing/2014/main" id="{44533DD3-DC46-F74A-9F05-7B7AF127E05B}"/>
                  </a:ext>
                </a:extLst>
              </p:cNvPr>
              <p:cNvCxnSpPr/>
              <p:nvPr/>
            </p:nvCxnSpPr>
            <p:spPr bwMode="auto">
              <a:xfrm flipH="1" flipV="1">
                <a:off x="2996477" y="1734877"/>
                <a:ext cx="3171" cy="123074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</p:grpSp>
        <p:grpSp>
          <p:nvGrpSpPr>
            <p:cNvPr id="346" name="Group 347">
              <a:extLst>
                <a:ext uri="{FF2B5EF4-FFF2-40B4-BE49-F238E27FC236}">
                  <a16:creationId xmlns:a16="http://schemas.microsoft.com/office/drawing/2014/main" id="{866BBC8A-DA7A-BF4D-ADA1-043BFD712A7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166757" y="6114152"/>
              <a:ext cx="588970" cy="242608"/>
              <a:chOff x="1871277" y="1576300"/>
              <a:chExt cx="1128371" cy="437861"/>
            </a:xfrm>
          </p:grpSpPr>
          <p:sp>
            <p:nvSpPr>
              <p:cNvPr id="357" name="Oval 356">
                <a:extLst>
                  <a:ext uri="{FF2B5EF4-FFF2-40B4-BE49-F238E27FC236}">
                    <a16:creationId xmlns:a16="http://schemas.microsoft.com/office/drawing/2014/main" id="{E560D67C-D07B-FB4B-AD14-57E0C043ABA3}"/>
                  </a:ext>
                </a:extLst>
              </p:cNvPr>
              <p:cNvSpPr/>
              <p:nvPr/>
            </p:nvSpPr>
            <p:spPr bwMode="auto">
              <a:xfrm flipV="1">
                <a:off x="1874446" y="1694641"/>
                <a:ext cx="1125202" cy="319520"/>
              </a:xfrm>
              <a:prstGeom prst="ellipse">
                <a:avLst/>
              </a:prstGeom>
              <a:gradFill flip="none"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0" scaled="1"/>
                <a:tileRect/>
              </a:gra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358" name="Rectangle 357">
                <a:extLst>
                  <a:ext uri="{FF2B5EF4-FFF2-40B4-BE49-F238E27FC236}">
                    <a16:creationId xmlns:a16="http://schemas.microsoft.com/office/drawing/2014/main" id="{83E3175C-0E27-0D46-9EBE-0BB7FC50E72D}"/>
                  </a:ext>
                </a:extLst>
              </p:cNvPr>
              <p:cNvSpPr/>
              <p:nvPr/>
            </p:nvSpPr>
            <p:spPr bwMode="auto">
              <a:xfrm>
                <a:off x="1871277" y="1739611"/>
                <a:ext cx="1128371" cy="115973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10800000" scaled="0"/>
              </a:gra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359" name="Oval 358">
                <a:extLst>
                  <a:ext uri="{FF2B5EF4-FFF2-40B4-BE49-F238E27FC236}">
                    <a16:creationId xmlns:a16="http://schemas.microsoft.com/office/drawing/2014/main" id="{7D63531B-B1B4-BD40-8A9B-CB60BE4CFFD5}"/>
                  </a:ext>
                </a:extLst>
              </p:cNvPr>
              <p:cNvSpPr/>
              <p:nvPr/>
            </p:nvSpPr>
            <p:spPr bwMode="auto">
              <a:xfrm flipV="1">
                <a:off x="1871277" y="1576300"/>
                <a:ext cx="1125200" cy="319520"/>
              </a:xfrm>
              <a:prstGeom prst="ellipse">
                <a:avLst/>
              </a:prstGeom>
              <a:solidFill>
                <a:srgbClr val="FFFFFF">
                  <a:lumMod val="75000"/>
                </a:srgbClr>
              </a:soli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360" name="Freeform 359">
                <a:extLst>
                  <a:ext uri="{FF2B5EF4-FFF2-40B4-BE49-F238E27FC236}">
                    <a16:creationId xmlns:a16="http://schemas.microsoft.com/office/drawing/2014/main" id="{BCF2A578-96C9-E24A-9FFD-9B4B6CBEBAC6}"/>
                  </a:ext>
                </a:extLst>
              </p:cNvPr>
              <p:cNvSpPr/>
              <p:nvPr/>
            </p:nvSpPr>
            <p:spPr bwMode="auto">
              <a:xfrm>
                <a:off x="2159708" y="1673340"/>
                <a:ext cx="548339" cy="160943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rgbClr val="3333CC">
                  <a:lumMod val="60000"/>
                  <a:lumOff val="4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361" name="Freeform 360">
                <a:extLst>
                  <a:ext uri="{FF2B5EF4-FFF2-40B4-BE49-F238E27FC236}">
                    <a16:creationId xmlns:a16="http://schemas.microsoft.com/office/drawing/2014/main" id="{A3198C2C-5107-694D-BA7D-15A1D5D9F806}"/>
                  </a:ext>
                </a:extLst>
              </p:cNvPr>
              <p:cNvSpPr/>
              <p:nvPr/>
            </p:nvSpPr>
            <p:spPr bwMode="auto">
              <a:xfrm>
                <a:off x="2102655" y="1633103"/>
                <a:ext cx="662444" cy="111241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362" name="Freeform 361">
                <a:extLst>
                  <a:ext uri="{FF2B5EF4-FFF2-40B4-BE49-F238E27FC236}">
                    <a16:creationId xmlns:a16="http://schemas.microsoft.com/office/drawing/2014/main" id="{10E1F221-C7E5-4B4B-A17A-BB3D255FA2E9}"/>
                  </a:ext>
                </a:extLst>
              </p:cNvPr>
              <p:cNvSpPr/>
              <p:nvPr/>
            </p:nvSpPr>
            <p:spPr bwMode="auto">
              <a:xfrm>
                <a:off x="2536889" y="1727776"/>
                <a:ext cx="244057" cy="97040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363" name="Freeform 362">
                <a:extLst>
                  <a:ext uri="{FF2B5EF4-FFF2-40B4-BE49-F238E27FC236}">
                    <a16:creationId xmlns:a16="http://schemas.microsoft.com/office/drawing/2014/main" id="{7AE6CC35-5E36-4F4A-ADBA-8FAD8BB3BAC6}"/>
                  </a:ext>
                </a:extLst>
              </p:cNvPr>
              <p:cNvSpPr/>
              <p:nvPr/>
            </p:nvSpPr>
            <p:spPr bwMode="auto">
              <a:xfrm>
                <a:off x="2089977" y="1730144"/>
                <a:ext cx="240888" cy="97039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364" name="Straight Connector 363">
                <a:extLst>
                  <a:ext uri="{FF2B5EF4-FFF2-40B4-BE49-F238E27FC236}">
                    <a16:creationId xmlns:a16="http://schemas.microsoft.com/office/drawing/2014/main" id="{0A44EE1A-BA03-AD4A-94FE-845895881C99}"/>
                  </a:ext>
                </a:extLst>
              </p:cNvPr>
              <p:cNvCxnSpPr>
                <a:endCxn id="359" idx="2"/>
              </p:cNvCxnSpPr>
              <p:nvPr/>
            </p:nvCxnSpPr>
            <p:spPr bwMode="auto">
              <a:xfrm flipH="1" flipV="1">
                <a:off x="1871277" y="1737243"/>
                <a:ext cx="3169" cy="123074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  <p:cxnSp>
            <p:nvCxnSpPr>
              <p:cNvPr id="365" name="Straight Connector 364">
                <a:extLst>
                  <a:ext uri="{FF2B5EF4-FFF2-40B4-BE49-F238E27FC236}">
                    <a16:creationId xmlns:a16="http://schemas.microsoft.com/office/drawing/2014/main" id="{82195786-42DD-904D-A897-7E003292A476}"/>
                  </a:ext>
                </a:extLst>
              </p:cNvPr>
              <p:cNvCxnSpPr/>
              <p:nvPr/>
            </p:nvCxnSpPr>
            <p:spPr bwMode="auto">
              <a:xfrm flipH="1" flipV="1">
                <a:off x="2996477" y="1734877"/>
                <a:ext cx="3171" cy="123074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</p:grpSp>
        <p:grpSp>
          <p:nvGrpSpPr>
            <p:cNvPr id="347" name="Group 347">
              <a:extLst>
                <a:ext uri="{FF2B5EF4-FFF2-40B4-BE49-F238E27FC236}">
                  <a16:creationId xmlns:a16="http://schemas.microsoft.com/office/drawing/2014/main" id="{FF036DA1-84A3-F442-B64F-08E07A13D80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04088" y="6206732"/>
              <a:ext cx="588970" cy="242608"/>
              <a:chOff x="1871277" y="1576300"/>
              <a:chExt cx="1128371" cy="437861"/>
            </a:xfrm>
          </p:grpSpPr>
          <p:sp>
            <p:nvSpPr>
              <p:cNvPr id="348" name="Oval 347">
                <a:extLst>
                  <a:ext uri="{FF2B5EF4-FFF2-40B4-BE49-F238E27FC236}">
                    <a16:creationId xmlns:a16="http://schemas.microsoft.com/office/drawing/2014/main" id="{F1068B44-FB9D-CD44-AA1B-DDD653525B39}"/>
                  </a:ext>
                </a:extLst>
              </p:cNvPr>
              <p:cNvSpPr/>
              <p:nvPr/>
            </p:nvSpPr>
            <p:spPr bwMode="auto">
              <a:xfrm flipV="1">
                <a:off x="1874446" y="1694641"/>
                <a:ext cx="1125202" cy="319520"/>
              </a:xfrm>
              <a:prstGeom prst="ellipse">
                <a:avLst/>
              </a:prstGeom>
              <a:gradFill flip="none"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0" scaled="1"/>
                <a:tileRect/>
              </a:gra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349" name="Rectangle 348">
                <a:extLst>
                  <a:ext uri="{FF2B5EF4-FFF2-40B4-BE49-F238E27FC236}">
                    <a16:creationId xmlns:a16="http://schemas.microsoft.com/office/drawing/2014/main" id="{94C8193D-0579-714E-A8A8-46350B76C947}"/>
                  </a:ext>
                </a:extLst>
              </p:cNvPr>
              <p:cNvSpPr/>
              <p:nvPr/>
            </p:nvSpPr>
            <p:spPr bwMode="auto">
              <a:xfrm>
                <a:off x="1871277" y="1739611"/>
                <a:ext cx="1128371" cy="115973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10800000" scaled="0"/>
              </a:gra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350" name="Oval 349">
                <a:extLst>
                  <a:ext uri="{FF2B5EF4-FFF2-40B4-BE49-F238E27FC236}">
                    <a16:creationId xmlns:a16="http://schemas.microsoft.com/office/drawing/2014/main" id="{D811CDBE-BBD6-654D-978B-33DCF1AD67DC}"/>
                  </a:ext>
                </a:extLst>
              </p:cNvPr>
              <p:cNvSpPr/>
              <p:nvPr/>
            </p:nvSpPr>
            <p:spPr bwMode="auto">
              <a:xfrm flipV="1">
                <a:off x="1871277" y="1576300"/>
                <a:ext cx="1125200" cy="319520"/>
              </a:xfrm>
              <a:prstGeom prst="ellipse">
                <a:avLst/>
              </a:prstGeom>
              <a:solidFill>
                <a:srgbClr val="FFFFFF">
                  <a:lumMod val="75000"/>
                </a:srgbClr>
              </a:soli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351" name="Freeform 350">
                <a:extLst>
                  <a:ext uri="{FF2B5EF4-FFF2-40B4-BE49-F238E27FC236}">
                    <a16:creationId xmlns:a16="http://schemas.microsoft.com/office/drawing/2014/main" id="{26CEB383-ECE8-9144-8160-823E88728B7F}"/>
                  </a:ext>
                </a:extLst>
              </p:cNvPr>
              <p:cNvSpPr/>
              <p:nvPr/>
            </p:nvSpPr>
            <p:spPr bwMode="auto">
              <a:xfrm>
                <a:off x="2159708" y="1673340"/>
                <a:ext cx="548339" cy="160943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rgbClr val="3333CC">
                  <a:lumMod val="60000"/>
                  <a:lumOff val="4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352" name="Freeform 351">
                <a:extLst>
                  <a:ext uri="{FF2B5EF4-FFF2-40B4-BE49-F238E27FC236}">
                    <a16:creationId xmlns:a16="http://schemas.microsoft.com/office/drawing/2014/main" id="{53A4B417-9A2E-904E-A597-2EA9919C9F8D}"/>
                  </a:ext>
                </a:extLst>
              </p:cNvPr>
              <p:cNvSpPr/>
              <p:nvPr/>
            </p:nvSpPr>
            <p:spPr bwMode="auto">
              <a:xfrm>
                <a:off x="2102655" y="1633103"/>
                <a:ext cx="662444" cy="111241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353" name="Freeform 352">
                <a:extLst>
                  <a:ext uri="{FF2B5EF4-FFF2-40B4-BE49-F238E27FC236}">
                    <a16:creationId xmlns:a16="http://schemas.microsoft.com/office/drawing/2014/main" id="{DD57B720-5F7D-504F-8573-3A28FCC16067}"/>
                  </a:ext>
                </a:extLst>
              </p:cNvPr>
              <p:cNvSpPr/>
              <p:nvPr/>
            </p:nvSpPr>
            <p:spPr bwMode="auto">
              <a:xfrm>
                <a:off x="2536889" y="1727776"/>
                <a:ext cx="244057" cy="97040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354" name="Freeform 353">
                <a:extLst>
                  <a:ext uri="{FF2B5EF4-FFF2-40B4-BE49-F238E27FC236}">
                    <a16:creationId xmlns:a16="http://schemas.microsoft.com/office/drawing/2014/main" id="{AA6C51CF-2638-7845-9E9C-2485530B8934}"/>
                  </a:ext>
                </a:extLst>
              </p:cNvPr>
              <p:cNvSpPr/>
              <p:nvPr/>
            </p:nvSpPr>
            <p:spPr bwMode="auto">
              <a:xfrm>
                <a:off x="2089977" y="1730144"/>
                <a:ext cx="240888" cy="97039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355" name="Straight Connector 354">
                <a:extLst>
                  <a:ext uri="{FF2B5EF4-FFF2-40B4-BE49-F238E27FC236}">
                    <a16:creationId xmlns:a16="http://schemas.microsoft.com/office/drawing/2014/main" id="{D39CE6BF-A688-D547-B314-CB4669EEEF09}"/>
                  </a:ext>
                </a:extLst>
              </p:cNvPr>
              <p:cNvCxnSpPr>
                <a:endCxn id="350" idx="2"/>
              </p:cNvCxnSpPr>
              <p:nvPr/>
            </p:nvCxnSpPr>
            <p:spPr bwMode="auto">
              <a:xfrm flipH="1" flipV="1">
                <a:off x="1871277" y="1737243"/>
                <a:ext cx="3169" cy="123074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  <p:cxnSp>
            <p:nvCxnSpPr>
              <p:cNvPr id="356" name="Straight Connector 355">
                <a:extLst>
                  <a:ext uri="{FF2B5EF4-FFF2-40B4-BE49-F238E27FC236}">
                    <a16:creationId xmlns:a16="http://schemas.microsoft.com/office/drawing/2014/main" id="{0C46B6DE-6006-AD4F-838A-60B5C8E9300E}"/>
                  </a:ext>
                </a:extLst>
              </p:cNvPr>
              <p:cNvCxnSpPr/>
              <p:nvPr/>
            </p:nvCxnSpPr>
            <p:spPr bwMode="auto">
              <a:xfrm flipH="1" flipV="1">
                <a:off x="2996477" y="1734877"/>
                <a:ext cx="3171" cy="123074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</p:grpSp>
      </p:grpSp>
      <p:sp>
        <p:nvSpPr>
          <p:cNvPr id="393" name="Rectangle 392">
            <a:extLst>
              <a:ext uri="{FF2B5EF4-FFF2-40B4-BE49-F238E27FC236}">
                <a16:creationId xmlns:a16="http://schemas.microsoft.com/office/drawing/2014/main" id="{55267C50-DB8C-4F4C-AB99-A2AA1F869909}"/>
              </a:ext>
            </a:extLst>
          </p:cNvPr>
          <p:cNvSpPr/>
          <p:nvPr/>
        </p:nvSpPr>
        <p:spPr>
          <a:xfrm>
            <a:off x="5074486" y="5724971"/>
            <a:ext cx="5334198" cy="1133029"/>
          </a:xfrm>
          <a:prstGeom prst="rect">
            <a:avLst/>
          </a:prstGeom>
          <a:solidFill>
            <a:srgbClr val="FFFFFF">
              <a:alpha val="80000"/>
            </a:srgbClr>
          </a:solidFill>
          <a:ln w="12700">
            <a:noFill/>
            <a:tailEnd type="arrow"/>
          </a:ln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394" name="Group 393">
            <a:extLst>
              <a:ext uri="{FF2B5EF4-FFF2-40B4-BE49-F238E27FC236}">
                <a16:creationId xmlns:a16="http://schemas.microsoft.com/office/drawing/2014/main" id="{6F7A3894-18C1-8A4D-8806-6A0BF48BF4AD}"/>
              </a:ext>
            </a:extLst>
          </p:cNvPr>
          <p:cNvGrpSpPr/>
          <p:nvPr/>
        </p:nvGrpSpPr>
        <p:grpSpPr>
          <a:xfrm>
            <a:off x="5329582" y="1276178"/>
            <a:ext cx="1023471" cy="590176"/>
            <a:chOff x="4721412" y="1277470"/>
            <a:chExt cx="1023471" cy="590176"/>
          </a:xfrm>
        </p:grpSpPr>
        <p:sp>
          <p:nvSpPr>
            <p:cNvPr id="395" name="Oval 394">
              <a:extLst>
                <a:ext uri="{FF2B5EF4-FFF2-40B4-BE49-F238E27FC236}">
                  <a16:creationId xmlns:a16="http://schemas.microsoft.com/office/drawing/2014/main" id="{D21295F4-CBC3-D74D-91E9-84EB0A8312B3}"/>
                </a:ext>
              </a:extLst>
            </p:cNvPr>
            <p:cNvSpPr/>
            <p:nvPr/>
          </p:nvSpPr>
          <p:spPr bwMode="auto">
            <a:xfrm>
              <a:off x="4721412" y="1277470"/>
              <a:ext cx="1023471" cy="590176"/>
            </a:xfrm>
            <a:prstGeom prst="ellipse">
              <a:avLst/>
            </a:prstGeom>
            <a:solidFill>
              <a:srgbClr val="008000">
                <a:alpha val="70000"/>
              </a:srgbClr>
            </a:solidFill>
            <a:ln w="9525" cap="flat" cmpd="sng" algn="ctr">
              <a:solidFill>
                <a:srgbClr val="008000"/>
              </a:solidFill>
              <a:prstDash val="solid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396" name="TextBox 395">
              <a:extLst>
                <a:ext uri="{FF2B5EF4-FFF2-40B4-BE49-F238E27FC236}">
                  <a16:creationId xmlns:a16="http://schemas.microsoft.com/office/drawing/2014/main" id="{9709A8B2-452F-074F-9A07-F4CEB75B0EC1}"/>
                </a:ext>
              </a:extLst>
            </p:cNvPr>
            <p:cNvSpPr txBox="1"/>
            <p:nvPr/>
          </p:nvSpPr>
          <p:spPr>
            <a:xfrm>
              <a:off x="4792385" y="1374585"/>
              <a:ext cx="890463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routing</a:t>
              </a:r>
            </a:p>
          </p:txBody>
        </p:sp>
      </p:grpSp>
      <p:grpSp>
        <p:nvGrpSpPr>
          <p:cNvPr id="397" name="Group 396">
            <a:extLst>
              <a:ext uri="{FF2B5EF4-FFF2-40B4-BE49-F238E27FC236}">
                <a16:creationId xmlns:a16="http://schemas.microsoft.com/office/drawing/2014/main" id="{832BB644-26F9-EB49-B2B9-F35C18A9794E}"/>
              </a:ext>
            </a:extLst>
          </p:cNvPr>
          <p:cNvGrpSpPr/>
          <p:nvPr/>
        </p:nvGrpSpPr>
        <p:grpSpPr>
          <a:xfrm>
            <a:off x="6543278" y="1301675"/>
            <a:ext cx="1023471" cy="590176"/>
            <a:chOff x="6106459" y="1967753"/>
            <a:chExt cx="1023471" cy="590176"/>
          </a:xfrm>
        </p:grpSpPr>
        <p:sp>
          <p:nvSpPr>
            <p:cNvPr id="398" name="Oval 397">
              <a:extLst>
                <a:ext uri="{FF2B5EF4-FFF2-40B4-BE49-F238E27FC236}">
                  <a16:creationId xmlns:a16="http://schemas.microsoft.com/office/drawing/2014/main" id="{0FD850DE-43F1-404C-8812-C9CBCEABB43C}"/>
                </a:ext>
              </a:extLst>
            </p:cNvPr>
            <p:cNvSpPr/>
            <p:nvPr/>
          </p:nvSpPr>
          <p:spPr bwMode="auto">
            <a:xfrm>
              <a:off x="6106459" y="1967753"/>
              <a:ext cx="1023471" cy="590176"/>
            </a:xfrm>
            <a:prstGeom prst="ellipse">
              <a:avLst/>
            </a:prstGeom>
            <a:solidFill>
              <a:srgbClr val="008000">
                <a:alpha val="70000"/>
              </a:srgbClr>
            </a:solidFill>
            <a:ln w="9525" cap="flat" cmpd="sng" algn="ctr">
              <a:solidFill>
                <a:srgbClr val="008000"/>
              </a:solidFill>
              <a:prstDash val="solid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399" name="TextBox 398">
              <a:extLst>
                <a:ext uri="{FF2B5EF4-FFF2-40B4-BE49-F238E27FC236}">
                  <a16:creationId xmlns:a16="http://schemas.microsoft.com/office/drawing/2014/main" id="{F822B2FB-C8DC-DC4C-9085-9658B29E1669}"/>
                </a:ext>
              </a:extLst>
            </p:cNvPr>
            <p:cNvSpPr txBox="1"/>
            <p:nvPr/>
          </p:nvSpPr>
          <p:spPr>
            <a:xfrm>
              <a:off x="6177429" y="1997637"/>
              <a:ext cx="903087" cy="5447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ct val="8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access </a:t>
              </a:r>
            </a:p>
            <a:p>
              <a:pPr marL="0" marR="0" lvl="0" indent="0" algn="ctr" defTabSz="914400" eaLnBrk="0" fontAlgn="base" latinLnBrk="0" hangingPunct="0">
                <a:lnSpc>
                  <a:spcPct val="8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control</a:t>
              </a:r>
            </a:p>
          </p:txBody>
        </p:sp>
      </p:grpSp>
      <p:grpSp>
        <p:nvGrpSpPr>
          <p:cNvPr id="400" name="Group 399">
            <a:extLst>
              <a:ext uri="{FF2B5EF4-FFF2-40B4-BE49-F238E27FC236}">
                <a16:creationId xmlns:a16="http://schemas.microsoft.com/office/drawing/2014/main" id="{DA2CF06A-DF85-0143-ACE7-1A34A68C8B3F}"/>
              </a:ext>
            </a:extLst>
          </p:cNvPr>
          <p:cNvGrpSpPr/>
          <p:nvPr/>
        </p:nvGrpSpPr>
        <p:grpSpPr>
          <a:xfrm>
            <a:off x="7733171" y="1320598"/>
            <a:ext cx="1023471" cy="590176"/>
            <a:chOff x="6938682" y="977153"/>
            <a:chExt cx="1023471" cy="590176"/>
          </a:xfrm>
        </p:grpSpPr>
        <p:sp>
          <p:nvSpPr>
            <p:cNvPr id="401" name="Oval 400">
              <a:extLst>
                <a:ext uri="{FF2B5EF4-FFF2-40B4-BE49-F238E27FC236}">
                  <a16:creationId xmlns:a16="http://schemas.microsoft.com/office/drawing/2014/main" id="{4D110F55-2027-6B4C-BB63-6FA816C4CABE}"/>
                </a:ext>
              </a:extLst>
            </p:cNvPr>
            <p:cNvSpPr/>
            <p:nvPr/>
          </p:nvSpPr>
          <p:spPr bwMode="auto">
            <a:xfrm>
              <a:off x="6938682" y="977153"/>
              <a:ext cx="1023471" cy="590176"/>
            </a:xfrm>
            <a:prstGeom prst="ellipse">
              <a:avLst/>
            </a:prstGeom>
            <a:solidFill>
              <a:srgbClr val="008000">
                <a:alpha val="70000"/>
              </a:srgbClr>
            </a:solidFill>
            <a:ln w="9525" cap="flat" cmpd="sng" algn="ctr">
              <a:solidFill>
                <a:srgbClr val="008000"/>
              </a:solidFill>
              <a:prstDash val="solid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402" name="TextBox 401">
              <a:extLst>
                <a:ext uri="{FF2B5EF4-FFF2-40B4-BE49-F238E27FC236}">
                  <a16:creationId xmlns:a16="http://schemas.microsoft.com/office/drawing/2014/main" id="{FD86D31D-1B63-D042-8A15-34502F51C96A}"/>
                </a:ext>
              </a:extLst>
            </p:cNvPr>
            <p:cNvSpPr txBox="1"/>
            <p:nvPr/>
          </p:nvSpPr>
          <p:spPr>
            <a:xfrm>
              <a:off x="6964568" y="1007037"/>
              <a:ext cx="993256" cy="5447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ct val="8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load</a:t>
              </a:r>
            </a:p>
            <a:p>
              <a:pPr marL="0" marR="0" lvl="0" indent="0" algn="ctr" defTabSz="914400" eaLnBrk="0" fontAlgn="base" latinLnBrk="0" hangingPunct="0">
                <a:lnSpc>
                  <a:spcPct val="8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balance</a:t>
              </a:r>
            </a:p>
          </p:txBody>
        </p:sp>
      </p:grpSp>
      <p:sp>
        <p:nvSpPr>
          <p:cNvPr id="403" name="Rectangle 402">
            <a:extLst>
              <a:ext uri="{FF2B5EF4-FFF2-40B4-BE49-F238E27FC236}">
                <a16:creationId xmlns:a16="http://schemas.microsoft.com/office/drawing/2014/main" id="{A5E34BB8-C23B-0F4C-98F2-59913F2820C7}"/>
              </a:ext>
            </a:extLst>
          </p:cNvPr>
          <p:cNvSpPr/>
          <p:nvPr/>
        </p:nvSpPr>
        <p:spPr>
          <a:xfrm>
            <a:off x="4711309" y="1143000"/>
            <a:ext cx="4965002" cy="783590"/>
          </a:xfrm>
          <a:prstGeom prst="rect">
            <a:avLst/>
          </a:prstGeom>
          <a:solidFill>
            <a:srgbClr val="FFFFFF">
              <a:alpha val="80000"/>
            </a:srgbClr>
          </a:solidFill>
          <a:ln w="12700">
            <a:noFill/>
            <a:tailEnd type="arrow"/>
          </a:ln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04" name="Freeform 403">
            <a:extLst>
              <a:ext uri="{FF2B5EF4-FFF2-40B4-BE49-F238E27FC236}">
                <a16:creationId xmlns:a16="http://schemas.microsoft.com/office/drawing/2014/main" id="{44A4BE97-C4AC-5C44-9AA1-75DF573B3767}"/>
              </a:ext>
            </a:extLst>
          </p:cNvPr>
          <p:cNvSpPr/>
          <p:nvPr/>
        </p:nvSpPr>
        <p:spPr bwMode="auto">
          <a:xfrm rot="10800000">
            <a:off x="10030194" y="4626242"/>
            <a:ext cx="222179" cy="1166655"/>
          </a:xfrm>
          <a:custGeom>
            <a:avLst/>
            <a:gdLst>
              <a:gd name="connsiteX0" fmla="*/ 0 w 312616"/>
              <a:gd name="connsiteY0" fmla="*/ 644770 h 1367693"/>
              <a:gd name="connsiteX1" fmla="*/ 312616 w 312616"/>
              <a:gd name="connsiteY1" fmla="*/ 0 h 1367693"/>
              <a:gd name="connsiteX2" fmla="*/ 312616 w 312616"/>
              <a:gd name="connsiteY2" fmla="*/ 1016000 h 1367693"/>
              <a:gd name="connsiteX3" fmla="*/ 117231 w 312616"/>
              <a:gd name="connsiteY3" fmla="*/ 1367693 h 1367693"/>
              <a:gd name="connsiteX4" fmla="*/ 0 w 312616"/>
              <a:gd name="connsiteY4" fmla="*/ 644770 h 1367693"/>
              <a:gd name="connsiteX0" fmla="*/ 0 w 199855"/>
              <a:gd name="connsiteY0" fmla="*/ 733787 h 1367693"/>
              <a:gd name="connsiteX1" fmla="*/ 199855 w 199855"/>
              <a:gd name="connsiteY1" fmla="*/ 0 h 1367693"/>
              <a:gd name="connsiteX2" fmla="*/ 199855 w 199855"/>
              <a:gd name="connsiteY2" fmla="*/ 1016000 h 1367693"/>
              <a:gd name="connsiteX3" fmla="*/ 4470 w 199855"/>
              <a:gd name="connsiteY3" fmla="*/ 1367693 h 1367693"/>
              <a:gd name="connsiteX4" fmla="*/ 0 w 199855"/>
              <a:gd name="connsiteY4" fmla="*/ 733787 h 1367693"/>
              <a:gd name="connsiteX0" fmla="*/ 25203 w 225058"/>
              <a:gd name="connsiteY0" fmla="*/ 733787 h 1361758"/>
              <a:gd name="connsiteX1" fmla="*/ 225058 w 225058"/>
              <a:gd name="connsiteY1" fmla="*/ 0 h 1361758"/>
              <a:gd name="connsiteX2" fmla="*/ 225058 w 225058"/>
              <a:gd name="connsiteY2" fmla="*/ 1016000 h 1361758"/>
              <a:gd name="connsiteX3" fmla="*/ 0 w 225058"/>
              <a:gd name="connsiteY3" fmla="*/ 1361758 h 1361758"/>
              <a:gd name="connsiteX4" fmla="*/ 25203 w 225058"/>
              <a:gd name="connsiteY4" fmla="*/ 733787 h 1361758"/>
              <a:gd name="connsiteX0" fmla="*/ 25203 w 230992"/>
              <a:gd name="connsiteY0" fmla="*/ 787197 h 1415168"/>
              <a:gd name="connsiteX1" fmla="*/ 230992 w 230992"/>
              <a:gd name="connsiteY1" fmla="*/ 0 h 1415168"/>
              <a:gd name="connsiteX2" fmla="*/ 225058 w 230992"/>
              <a:gd name="connsiteY2" fmla="*/ 1069410 h 1415168"/>
              <a:gd name="connsiteX3" fmla="*/ 0 w 230992"/>
              <a:gd name="connsiteY3" fmla="*/ 1415168 h 1415168"/>
              <a:gd name="connsiteX4" fmla="*/ 25203 w 230992"/>
              <a:gd name="connsiteY4" fmla="*/ 787197 h 1415168"/>
              <a:gd name="connsiteX0" fmla="*/ 0 w 205789"/>
              <a:gd name="connsiteY0" fmla="*/ 787197 h 1427037"/>
              <a:gd name="connsiteX1" fmla="*/ 205789 w 205789"/>
              <a:gd name="connsiteY1" fmla="*/ 0 h 1427037"/>
              <a:gd name="connsiteX2" fmla="*/ 199855 w 205789"/>
              <a:gd name="connsiteY2" fmla="*/ 1069410 h 1427037"/>
              <a:gd name="connsiteX3" fmla="*/ 4471 w 205789"/>
              <a:gd name="connsiteY3" fmla="*/ 1427037 h 1427037"/>
              <a:gd name="connsiteX4" fmla="*/ 0 w 205789"/>
              <a:gd name="connsiteY4" fmla="*/ 787197 h 1427037"/>
              <a:gd name="connsiteX0" fmla="*/ 0 w 199855"/>
              <a:gd name="connsiteY0" fmla="*/ 745656 h 1385496"/>
              <a:gd name="connsiteX1" fmla="*/ 193920 w 199855"/>
              <a:gd name="connsiteY1" fmla="*/ 0 h 1385496"/>
              <a:gd name="connsiteX2" fmla="*/ 199855 w 199855"/>
              <a:gd name="connsiteY2" fmla="*/ 1027869 h 1385496"/>
              <a:gd name="connsiteX3" fmla="*/ 4471 w 199855"/>
              <a:gd name="connsiteY3" fmla="*/ 1385496 h 1385496"/>
              <a:gd name="connsiteX4" fmla="*/ 0 w 199855"/>
              <a:gd name="connsiteY4" fmla="*/ 745656 h 1385496"/>
              <a:gd name="connsiteX0" fmla="*/ 20385 w 220240"/>
              <a:gd name="connsiteY0" fmla="*/ 745656 h 1058154"/>
              <a:gd name="connsiteX1" fmla="*/ 214305 w 220240"/>
              <a:gd name="connsiteY1" fmla="*/ 0 h 1058154"/>
              <a:gd name="connsiteX2" fmla="*/ 220240 w 220240"/>
              <a:gd name="connsiteY2" fmla="*/ 1027869 h 1058154"/>
              <a:gd name="connsiteX3" fmla="*/ 68 w 220240"/>
              <a:gd name="connsiteY3" fmla="*/ 986902 h 1058154"/>
              <a:gd name="connsiteX4" fmla="*/ 20385 w 220240"/>
              <a:gd name="connsiteY4" fmla="*/ 745656 h 1058154"/>
              <a:gd name="connsiteX0" fmla="*/ 20385 w 220240"/>
              <a:gd name="connsiteY0" fmla="*/ 745656 h 1068836"/>
              <a:gd name="connsiteX1" fmla="*/ 214305 w 220240"/>
              <a:gd name="connsiteY1" fmla="*/ 0 h 1068836"/>
              <a:gd name="connsiteX2" fmla="*/ 220240 w 220240"/>
              <a:gd name="connsiteY2" fmla="*/ 1027869 h 1068836"/>
              <a:gd name="connsiteX3" fmla="*/ 68 w 220240"/>
              <a:gd name="connsiteY3" fmla="*/ 986902 h 1068836"/>
              <a:gd name="connsiteX4" fmla="*/ 20385 w 220240"/>
              <a:gd name="connsiteY4" fmla="*/ 745656 h 1068836"/>
              <a:gd name="connsiteX0" fmla="*/ 15446 w 215301"/>
              <a:gd name="connsiteY0" fmla="*/ 745656 h 1057581"/>
              <a:gd name="connsiteX1" fmla="*/ 209366 w 215301"/>
              <a:gd name="connsiteY1" fmla="*/ 0 h 1057581"/>
              <a:gd name="connsiteX2" fmla="*/ 215301 w 215301"/>
              <a:gd name="connsiteY2" fmla="*/ 1027869 h 1057581"/>
              <a:gd name="connsiteX3" fmla="*/ 87 w 215301"/>
              <a:gd name="connsiteY3" fmla="*/ 888484 h 1057581"/>
              <a:gd name="connsiteX4" fmla="*/ 15446 w 215301"/>
              <a:gd name="connsiteY4" fmla="*/ 745656 h 1057581"/>
              <a:gd name="connsiteX0" fmla="*/ 15446 w 215301"/>
              <a:gd name="connsiteY0" fmla="*/ 745656 h 1063397"/>
              <a:gd name="connsiteX1" fmla="*/ 209366 w 215301"/>
              <a:gd name="connsiteY1" fmla="*/ 0 h 1063397"/>
              <a:gd name="connsiteX2" fmla="*/ 215301 w 215301"/>
              <a:gd name="connsiteY2" fmla="*/ 1027869 h 1063397"/>
              <a:gd name="connsiteX3" fmla="*/ 87 w 215301"/>
              <a:gd name="connsiteY3" fmla="*/ 888484 h 1063397"/>
              <a:gd name="connsiteX4" fmla="*/ 15446 w 215301"/>
              <a:gd name="connsiteY4" fmla="*/ 745656 h 1063397"/>
              <a:gd name="connsiteX0" fmla="*/ 15446 w 215301"/>
              <a:gd name="connsiteY0" fmla="*/ 745656 h 1027869"/>
              <a:gd name="connsiteX1" fmla="*/ 209366 w 215301"/>
              <a:gd name="connsiteY1" fmla="*/ 0 h 1027869"/>
              <a:gd name="connsiteX2" fmla="*/ 215301 w 215301"/>
              <a:gd name="connsiteY2" fmla="*/ 1027869 h 1027869"/>
              <a:gd name="connsiteX3" fmla="*/ 87 w 215301"/>
              <a:gd name="connsiteY3" fmla="*/ 888484 h 1027869"/>
              <a:gd name="connsiteX4" fmla="*/ 15446 w 215301"/>
              <a:gd name="connsiteY4" fmla="*/ 745656 h 1027869"/>
              <a:gd name="connsiteX0" fmla="*/ 2945 w 215465"/>
              <a:gd name="connsiteY0" fmla="*/ 0 h 1166325"/>
              <a:gd name="connsiteX1" fmla="*/ 209530 w 215465"/>
              <a:gd name="connsiteY1" fmla="*/ 138456 h 1166325"/>
              <a:gd name="connsiteX2" fmla="*/ 215465 w 215465"/>
              <a:gd name="connsiteY2" fmla="*/ 1166325 h 1166325"/>
              <a:gd name="connsiteX3" fmla="*/ 251 w 215465"/>
              <a:gd name="connsiteY3" fmla="*/ 1026940 h 1166325"/>
              <a:gd name="connsiteX4" fmla="*/ 2945 w 215465"/>
              <a:gd name="connsiteY4" fmla="*/ 0 h 1166325"/>
              <a:gd name="connsiteX0" fmla="*/ 11247 w 223767"/>
              <a:gd name="connsiteY0" fmla="*/ 0 h 1166325"/>
              <a:gd name="connsiteX1" fmla="*/ 217832 w 223767"/>
              <a:gd name="connsiteY1" fmla="*/ 138456 h 1166325"/>
              <a:gd name="connsiteX2" fmla="*/ 223767 w 223767"/>
              <a:gd name="connsiteY2" fmla="*/ 1166325 h 1166325"/>
              <a:gd name="connsiteX3" fmla="*/ 110 w 223767"/>
              <a:gd name="connsiteY3" fmla="*/ 226631 h 1166325"/>
              <a:gd name="connsiteX4" fmla="*/ 11247 w 223767"/>
              <a:gd name="connsiteY4" fmla="*/ 0 h 1166325"/>
              <a:gd name="connsiteX0" fmla="*/ 11247 w 223767"/>
              <a:gd name="connsiteY0" fmla="*/ 0 h 1166325"/>
              <a:gd name="connsiteX1" fmla="*/ 217832 w 223767"/>
              <a:gd name="connsiteY1" fmla="*/ 138456 h 1166325"/>
              <a:gd name="connsiteX2" fmla="*/ 223767 w 223767"/>
              <a:gd name="connsiteY2" fmla="*/ 1166325 h 1166325"/>
              <a:gd name="connsiteX3" fmla="*/ 110 w 223767"/>
              <a:gd name="connsiteY3" fmla="*/ 226631 h 1166325"/>
              <a:gd name="connsiteX4" fmla="*/ 11247 w 223767"/>
              <a:gd name="connsiteY4" fmla="*/ 0 h 1166325"/>
              <a:gd name="connsiteX0" fmla="*/ 11247 w 223767"/>
              <a:gd name="connsiteY0" fmla="*/ 0 h 1166325"/>
              <a:gd name="connsiteX1" fmla="*/ 217832 w 223767"/>
              <a:gd name="connsiteY1" fmla="*/ 138456 h 1166325"/>
              <a:gd name="connsiteX2" fmla="*/ 223767 w 223767"/>
              <a:gd name="connsiteY2" fmla="*/ 1166325 h 1166325"/>
              <a:gd name="connsiteX3" fmla="*/ 110 w 223767"/>
              <a:gd name="connsiteY3" fmla="*/ 226631 h 1166325"/>
              <a:gd name="connsiteX4" fmla="*/ 11247 w 223767"/>
              <a:gd name="connsiteY4" fmla="*/ 0 h 11663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23767" h="1166325">
                <a:moveTo>
                  <a:pt x="11247" y="0"/>
                </a:moveTo>
                <a:lnTo>
                  <a:pt x="217832" y="138456"/>
                </a:lnTo>
                <a:cubicBezTo>
                  <a:pt x="219810" y="481079"/>
                  <a:pt x="221789" y="823702"/>
                  <a:pt x="223767" y="1166325"/>
                </a:cubicBezTo>
                <a:cubicBezTo>
                  <a:pt x="98607" y="641817"/>
                  <a:pt x="99941" y="672062"/>
                  <a:pt x="110" y="226631"/>
                </a:cubicBezTo>
                <a:cubicBezTo>
                  <a:pt x="-1380" y="13351"/>
                  <a:pt x="12737" y="213280"/>
                  <a:pt x="11247" y="0"/>
                </a:cubicBezTo>
                <a:close/>
              </a:path>
            </a:pathLst>
          </a:custGeom>
          <a:gradFill rotWithShape="1">
            <a:gsLst>
              <a:gs pos="0">
                <a:srgbClr val="FFFFFF">
                  <a:lumMod val="95000"/>
                </a:srgbClr>
              </a:gs>
              <a:gs pos="100000">
                <a:srgbClr val="2D2DB9">
                  <a:lumMod val="20000"/>
                  <a:lumOff val="80000"/>
                </a:srgbClr>
              </a:gs>
            </a:gsLst>
            <a:lin ang="0" scaled="0"/>
          </a:gradFill>
          <a:ln w="9525" cap="flat" cmpd="sng" algn="ctr">
            <a:noFill/>
            <a:prstDash val="solid"/>
          </a:ln>
          <a:effectLst/>
        </p:spPr>
        <p:txBody>
          <a:bodyPr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Gill Sans MT"/>
              <a:ea typeface="+mn-ea"/>
              <a:cs typeface="+mn-cs"/>
            </a:endParaRPr>
          </a:p>
        </p:txBody>
      </p:sp>
      <p:grpSp>
        <p:nvGrpSpPr>
          <p:cNvPr id="405" name="Group 950">
            <a:extLst>
              <a:ext uri="{FF2B5EF4-FFF2-40B4-BE49-F238E27FC236}">
                <a16:creationId xmlns:a16="http://schemas.microsoft.com/office/drawing/2014/main" id="{52617F47-C1D0-4D49-AE97-8CA391BBFFB0}"/>
              </a:ext>
            </a:extLst>
          </p:cNvPr>
          <p:cNvGrpSpPr>
            <a:grpSpLocks/>
          </p:cNvGrpSpPr>
          <p:nvPr/>
        </p:nvGrpSpPr>
        <p:grpSpPr bwMode="auto">
          <a:xfrm>
            <a:off x="10230703" y="5170004"/>
            <a:ext cx="251561" cy="564103"/>
            <a:chOff x="4140" y="429"/>
            <a:chExt cx="1425" cy="2396"/>
          </a:xfrm>
        </p:grpSpPr>
        <p:sp>
          <p:nvSpPr>
            <p:cNvPr id="406" name="Freeform 951">
              <a:extLst>
                <a:ext uri="{FF2B5EF4-FFF2-40B4-BE49-F238E27FC236}">
                  <a16:creationId xmlns:a16="http://schemas.microsoft.com/office/drawing/2014/main" id="{1877567D-590F-FF4B-A303-3A0911BFE1F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07" name="Rectangle 952">
              <a:extLst>
                <a:ext uri="{FF2B5EF4-FFF2-40B4-BE49-F238E27FC236}">
                  <a16:creationId xmlns:a16="http://schemas.microsoft.com/office/drawing/2014/main" id="{C193F19E-C53C-CB4D-8337-28B24D6789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08" name="Freeform 953">
              <a:extLst>
                <a:ext uri="{FF2B5EF4-FFF2-40B4-BE49-F238E27FC236}">
                  <a16:creationId xmlns:a16="http://schemas.microsoft.com/office/drawing/2014/main" id="{A98C8085-6A07-3747-8DF9-BB2C3858E17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09" name="Freeform 954">
              <a:extLst>
                <a:ext uri="{FF2B5EF4-FFF2-40B4-BE49-F238E27FC236}">
                  <a16:creationId xmlns:a16="http://schemas.microsoft.com/office/drawing/2014/main" id="{584A0456-C36C-224D-95CF-99F1C2856D7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10" name="Rectangle 955">
              <a:extLst>
                <a:ext uri="{FF2B5EF4-FFF2-40B4-BE49-F238E27FC236}">
                  <a16:creationId xmlns:a16="http://schemas.microsoft.com/office/drawing/2014/main" id="{34E86CA5-847C-E04D-A41A-6CBD1EDC52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411" name="Group 956">
              <a:extLst>
                <a:ext uri="{FF2B5EF4-FFF2-40B4-BE49-F238E27FC236}">
                  <a16:creationId xmlns:a16="http://schemas.microsoft.com/office/drawing/2014/main" id="{DBDC7094-4338-604D-B4E5-9801E831DF7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436" name="AutoShape 957">
                <a:extLst>
                  <a:ext uri="{FF2B5EF4-FFF2-40B4-BE49-F238E27FC236}">
                    <a16:creationId xmlns:a16="http://schemas.microsoft.com/office/drawing/2014/main" id="{7D10BCA5-BA18-1F4A-A591-F166F9AF3C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37" name="AutoShape 958">
                <a:extLst>
                  <a:ext uri="{FF2B5EF4-FFF2-40B4-BE49-F238E27FC236}">
                    <a16:creationId xmlns:a16="http://schemas.microsoft.com/office/drawing/2014/main" id="{45689A41-20A9-1C4F-93E8-542BB62FA2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412" name="Rectangle 959">
              <a:extLst>
                <a:ext uri="{FF2B5EF4-FFF2-40B4-BE49-F238E27FC236}">
                  <a16:creationId xmlns:a16="http://schemas.microsoft.com/office/drawing/2014/main" id="{853349CC-5FA4-6D44-8143-775B178D40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413" name="Group 960">
              <a:extLst>
                <a:ext uri="{FF2B5EF4-FFF2-40B4-BE49-F238E27FC236}">
                  <a16:creationId xmlns:a16="http://schemas.microsoft.com/office/drawing/2014/main" id="{56377391-0F55-D14D-948C-BC7E08C40F2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434" name="AutoShape 961">
                <a:extLst>
                  <a:ext uri="{FF2B5EF4-FFF2-40B4-BE49-F238E27FC236}">
                    <a16:creationId xmlns:a16="http://schemas.microsoft.com/office/drawing/2014/main" id="{4C4AFD26-70F6-A941-A9F0-04DD1A2268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35" name="AutoShape 962">
                <a:extLst>
                  <a:ext uri="{FF2B5EF4-FFF2-40B4-BE49-F238E27FC236}">
                    <a16:creationId xmlns:a16="http://schemas.microsoft.com/office/drawing/2014/main" id="{3C65D175-CAC7-8B43-988F-73D814A354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414" name="Rectangle 963">
              <a:extLst>
                <a:ext uri="{FF2B5EF4-FFF2-40B4-BE49-F238E27FC236}">
                  <a16:creationId xmlns:a16="http://schemas.microsoft.com/office/drawing/2014/main" id="{9A1F0DC2-3DCE-4649-A0D2-A22A6E9BAF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15" name="Rectangle 964">
              <a:extLst>
                <a:ext uri="{FF2B5EF4-FFF2-40B4-BE49-F238E27FC236}">
                  <a16:creationId xmlns:a16="http://schemas.microsoft.com/office/drawing/2014/main" id="{FA6D6911-9874-F549-9C02-3608B7D22A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416" name="Group 965">
              <a:extLst>
                <a:ext uri="{FF2B5EF4-FFF2-40B4-BE49-F238E27FC236}">
                  <a16:creationId xmlns:a16="http://schemas.microsoft.com/office/drawing/2014/main" id="{24CF5AC7-BF55-1348-ADA8-EB7A9C16E3A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432" name="AutoShape 966">
                <a:extLst>
                  <a:ext uri="{FF2B5EF4-FFF2-40B4-BE49-F238E27FC236}">
                    <a16:creationId xmlns:a16="http://schemas.microsoft.com/office/drawing/2014/main" id="{58A87E0F-D5D2-3C41-BA13-970F26F914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33" name="AutoShape 967">
                <a:extLst>
                  <a:ext uri="{FF2B5EF4-FFF2-40B4-BE49-F238E27FC236}">
                    <a16:creationId xmlns:a16="http://schemas.microsoft.com/office/drawing/2014/main" id="{787FF90A-D408-FE40-86E8-18D1D250E2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417" name="Freeform 968">
              <a:extLst>
                <a:ext uri="{FF2B5EF4-FFF2-40B4-BE49-F238E27FC236}">
                  <a16:creationId xmlns:a16="http://schemas.microsoft.com/office/drawing/2014/main" id="{BED5794D-41F5-5A45-9EAD-C96FE37F827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418" name="Group 969">
              <a:extLst>
                <a:ext uri="{FF2B5EF4-FFF2-40B4-BE49-F238E27FC236}">
                  <a16:creationId xmlns:a16="http://schemas.microsoft.com/office/drawing/2014/main" id="{CDA75218-F78E-6247-A5D9-2F05D0CCEAD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430" name="AutoShape 970">
                <a:extLst>
                  <a:ext uri="{FF2B5EF4-FFF2-40B4-BE49-F238E27FC236}">
                    <a16:creationId xmlns:a16="http://schemas.microsoft.com/office/drawing/2014/main" id="{CE06864D-BF8C-3F46-BEBA-C9D3E7C2DA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31" name="AutoShape 971">
                <a:extLst>
                  <a:ext uri="{FF2B5EF4-FFF2-40B4-BE49-F238E27FC236}">
                    <a16:creationId xmlns:a16="http://schemas.microsoft.com/office/drawing/2014/main" id="{F71E2E3D-084A-6E41-BFE8-203830EBC8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419" name="Rectangle 972">
              <a:extLst>
                <a:ext uri="{FF2B5EF4-FFF2-40B4-BE49-F238E27FC236}">
                  <a16:creationId xmlns:a16="http://schemas.microsoft.com/office/drawing/2014/main" id="{3C21695C-3CBC-214E-B575-3A414E77F7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20" name="Freeform 973">
              <a:extLst>
                <a:ext uri="{FF2B5EF4-FFF2-40B4-BE49-F238E27FC236}">
                  <a16:creationId xmlns:a16="http://schemas.microsoft.com/office/drawing/2014/main" id="{3DF132D8-92AF-704D-ADED-E54AD352C9F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21" name="Freeform 974">
              <a:extLst>
                <a:ext uri="{FF2B5EF4-FFF2-40B4-BE49-F238E27FC236}">
                  <a16:creationId xmlns:a16="http://schemas.microsoft.com/office/drawing/2014/main" id="{285BE7D0-0CB2-594F-9222-784EA37CC2A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22" name="Oval 975">
              <a:extLst>
                <a:ext uri="{FF2B5EF4-FFF2-40B4-BE49-F238E27FC236}">
                  <a16:creationId xmlns:a16="http://schemas.microsoft.com/office/drawing/2014/main" id="{376BBC3E-D29B-9A4F-A519-2571921C81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23" name="Freeform 976">
              <a:extLst>
                <a:ext uri="{FF2B5EF4-FFF2-40B4-BE49-F238E27FC236}">
                  <a16:creationId xmlns:a16="http://schemas.microsoft.com/office/drawing/2014/main" id="{8B3C1CC2-B0C4-E84C-BB19-E6C62641D3A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24" name="AutoShape 977">
              <a:extLst>
                <a:ext uri="{FF2B5EF4-FFF2-40B4-BE49-F238E27FC236}">
                  <a16:creationId xmlns:a16="http://schemas.microsoft.com/office/drawing/2014/main" id="{2941789A-2ED5-AF49-91BD-F70F5B12ED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25" name="AutoShape 978">
              <a:extLst>
                <a:ext uri="{FF2B5EF4-FFF2-40B4-BE49-F238E27FC236}">
                  <a16:creationId xmlns:a16="http://schemas.microsoft.com/office/drawing/2014/main" id="{B1327524-6037-444C-B79A-1892DCAAD0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26" name="Oval 979">
              <a:extLst>
                <a:ext uri="{FF2B5EF4-FFF2-40B4-BE49-F238E27FC236}">
                  <a16:creationId xmlns:a16="http://schemas.microsoft.com/office/drawing/2014/main" id="{95FF13D4-DE0B-9945-BC13-4A84638A9B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27" name="Oval 980">
              <a:extLst>
                <a:ext uri="{FF2B5EF4-FFF2-40B4-BE49-F238E27FC236}">
                  <a16:creationId xmlns:a16="http://schemas.microsoft.com/office/drawing/2014/main" id="{54E49FD3-0578-3040-8398-37DFF03FFB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28" name="Oval 981">
              <a:extLst>
                <a:ext uri="{FF2B5EF4-FFF2-40B4-BE49-F238E27FC236}">
                  <a16:creationId xmlns:a16="http://schemas.microsoft.com/office/drawing/2014/main" id="{0A8BB100-B111-0847-A2AA-E6107BA58A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29" name="Rectangle 982">
              <a:extLst>
                <a:ext uri="{FF2B5EF4-FFF2-40B4-BE49-F238E27FC236}">
                  <a16:creationId xmlns:a16="http://schemas.microsoft.com/office/drawing/2014/main" id="{D514F7EC-0F45-4744-BA7B-7CC3DE0E7D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438" name="TextBox 437">
            <a:extLst>
              <a:ext uri="{FF2B5EF4-FFF2-40B4-BE49-F238E27FC236}">
                <a16:creationId xmlns:a16="http://schemas.microsoft.com/office/drawing/2014/main" id="{680C9B80-3207-1745-AC49-44A2EC7C04CE}"/>
              </a:ext>
            </a:extLst>
          </p:cNvPr>
          <p:cNvSpPr txBox="1"/>
          <p:nvPr/>
        </p:nvSpPr>
        <p:spPr>
          <a:xfrm>
            <a:off x="776613" y="4804221"/>
            <a:ext cx="4033380" cy="10895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2400" i="1" dirty="0">
                <a:solidFill>
                  <a:srgbClr val="CC0000"/>
                </a:solidFill>
                <a:ea typeface="ＭＳ Ｐゴシック" charset="0"/>
              </a:rPr>
              <a:t>communication</a:t>
            </a:r>
            <a:r>
              <a:rPr lang="en-US" sz="2400" dirty="0">
                <a:solidFill>
                  <a:srgbClr val="000000"/>
                </a:solidFill>
                <a:ea typeface="ＭＳ Ｐゴシック" charset="0"/>
              </a:rPr>
              <a:t>: communicate between SDN controller and controlled switches</a:t>
            </a:r>
          </a:p>
        </p:txBody>
      </p:sp>
      <p:sp>
        <p:nvSpPr>
          <p:cNvPr id="439" name="TextBox 438">
            <a:extLst>
              <a:ext uri="{FF2B5EF4-FFF2-40B4-BE49-F238E27FC236}">
                <a16:creationId xmlns:a16="http://schemas.microsoft.com/office/drawing/2014/main" id="{F5135EA7-4D97-574F-9DD5-FBB4B7FF77AA}"/>
              </a:ext>
            </a:extLst>
          </p:cNvPr>
          <p:cNvSpPr txBox="1"/>
          <p:nvPr/>
        </p:nvSpPr>
        <p:spPr>
          <a:xfrm>
            <a:off x="764087" y="3239842"/>
            <a:ext cx="4158641" cy="14219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2400" dirty="0">
                <a:solidFill>
                  <a:srgbClr val="CC0000"/>
                </a:solidFill>
                <a:ea typeface="ＭＳ Ｐゴシック" charset="0"/>
              </a:rPr>
              <a:t>network-wide state management </a:t>
            </a:r>
            <a:r>
              <a:rPr lang="en-US" sz="2400" dirty="0">
                <a:solidFill>
                  <a:srgbClr val="000000"/>
                </a:solidFill>
                <a:ea typeface="ＭＳ Ｐゴシック" charset="0"/>
              </a:rPr>
              <a:t>: state of networks links, switches, services: a </a:t>
            </a:r>
            <a:r>
              <a:rPr lang="en-US" sz="2400" i="1" dirty="0">
                <a:solidFill>
                  <a:srgbClr val="000099"/>
                </a:solidFill>
                <a:ea typeface="ＭＳ Ｐゴシック" charset="0"/>
              </a:rPr>
              <a:t>distributed database</a:t>
            </a:r>
          </a:p>
        </p:txBody>
      </p:sp>
      <p:sp>
        <p:nvSpPr>
          <p:cNvPr id="440" name="TextBox 439">
            <a:extLst>
              <a:ext uri="{FF2B5EF4-FFF2-40B4-BE49-F238E27FC236}">
                <a16:creationId xmlns:a16="http://schemas.microsoft.com/office/drawing/2014/main" id="{DBC448FE-87C5-8449-B9FC-78D9333E9024}"/>
              </a:ext>
            </a:extLst>
          </p:cNvPr>
          <p:cNvSpPr txBox="1"/>
          <p:nvPr/>
        </p:nvSpPr>
        <p:spPr>
          <a:xfrm>
            <a:off x="764087" y="2232898"/>
            <a:ext cx="4073330" cy="7571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2400" dirty="0">
                <a:solidFill>
                  <a:srgbClr val="CC0000"/>
                </a:solidFill>
                <a:ea typeface="ＭＳ Ｐゴシック" charset="0"/>
              </a:rPr>
              <a:t>interface layer to network control apps: </a:t>
            </a:r>
            <a:r>
              <a:rPr lang="en-US" sz="2400" dirty="0">
                <a:solidFill>
                  <a:srgbClr val="000000"/>
                </a:solidFill>
                <a:ea typeface="ＭＳ Ｐゴシック" charset="0"/>
              </a:rPr>
              <a:t>abstractions API</a:t>
            </a:r>
            <a:endParaRPr lang="en-US" sz="2400" i="1" dirty="0">
              <a:solidFill>
                <a:srgbClr val="000000"/>
              </a:solidFill>
              <a:ea typeface="ＭＳ Ｐゴシック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789536105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med" p14:dur="700">
        <p:fade/>
      </p:transition>
    </mc:Choice>
    <mc:Fallback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4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4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4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38" grpId="0"/>
      <p:bldP spid="439" grpId="0"/>
      <p:bldP spid="440" grpId="0"/>
    </p:bldLst>
  </p:timing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FECD85E7-B9DB-9043-B7EC-8C0919E801A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4139"/>
            <a:ext cx="10515600" cy="894622"/>
          </a:xfrm>
        </p:spPr>
        <p:txBody>
          <a:bodyPr>
            <a:normAutofit/>
          </a:bodyPr>
          <a:lstStyle/>
          <a:p>
            <a:r>
              <a:rPr lang="en-US" dirty="0"/>
              <a:t>OpenFlow protocol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8F71119-17C6-6045-B8FE-FECA68C801C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80</a:t>
            </a:fld>
            <a:endParaRPr lang="en-US" dirty="0"/>
          </a:p>
        </p:txBody>
      </p:sp>
      <p:sp>
        <p:nvSpPr>
          <p:cNvPr id="247" name="Content Placeholder 3">
            <a:extLst>
              <a:ext uri="{FF2B5EF4-FFF2-40B4-BE49-F238E27FC236}">
                <a16:creationId xmlns:a16="http://schemas.microsoft.com/office/drawing/2014/main" id="{A2095929-467E-784A-A05A-6CE113CF3D5B}"/>
              </a:ext>
            </a:extLst>
          </p:cNvPr>
          <p:cNvSpPr txBox="1">
            <a:spLocks/>
          </p:cNvSpPr>
          <p:nvPr/>
        </p:nvSpPr>
        <p:spPr bwMode="auto">
          <a:xfrm>
            <a:off x="863251" y="1363220"/>
            <a:ext cx="6088694" cy="4648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18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R="0" lvl="0" indent="-280988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rPr>
              <a:t>operates between controller, switch</a:t>
            </a:r>
          </a:p>
          <a:p>
            <a:pPr marR="0" lvl="0" indent="-280988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rPr>
              <a:t>TCP used to exchange messages</a:t>
            </a:r>
          </a:p>
          <a:p>
            <a:pPr marL="742950" marR="0" lvl="1" indent="-28575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Tx/>
              <a:buFont typeface="Arial"/>
              <a:buChar char="•"/>
              <a:tabLst/>
              <a:defRPr/>
            </a:pP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rPr>
              <a:t>optional encryption</a:t>
            </a:r>
          </a:p>
          <a:p>
            <a:pPr marR="0" lvl="0" indent="-280988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rPr>
              <a:t>three classes of  OpenFlow messages:</a:t>
            </a:r>
          </a:p>
          <a:p>
            <a:pPr marL="742950" marR="0" lvl="1" indent="-28575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Tx/>
              <a:buFont typeface="Arial"/>
              <a:buChar char="•"/>
              <a:tabLst/>
              <a:defRPr/>
            </a:pP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rPr>
              <a:t>controller-to-switch</a:t>
            </a:r>
          </a:p>
          <a:p>
            <a:pPr marL="742950" marR="0" lvl="1" indent="-28575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Tx/>
              <a:buFont typeface="Arial"/>
              <a:buChar char="•"/>
              <a:tabLst/>
              <a:defRPr/>
            </a:pP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rPr>
              <a:t>asynchronous (switch to controller)</a:t>
            </a:r>
          </a:p>
          <a:p>
            <a:pPr marL="742950" marR="0" lvl="1" indent="-28575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Tx/>
              <a:buFont typeface="Arial"/>
              <a:buChar char="•"/>
              <a:tabLst/>
              <a:defRPr/>
            </a:pP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rPr>
              <a:t>symmetric (misc.)</a:t>
            </a:r>
          </a:p>
          <a:p>
            <a:pPr marL="347663" indent="-285750">
              <a:lnSpc>
                <a:spcPct val="100000"/>
              </a:lnSpc>
              <a:buSzTx/>
              <a:buFont typeface="Wingdings" pitchFamily="2" charset="2"/>
              <a:buChar char="§"/>
            </a:pPr>
            <a:r>
              <a:rPr lang="en-US" kern="0" dirty="0">
                <a:solidFill>
                  <a:srgbClr val="000000"/>
                </a:solidFill>
              </a:rPr>
              <a:t>distinct from OpenFlow API</a:t>
            </a:r>
          </a:p>
          <a:p>
            <a:pPr marL="744538" lvl="1" indent="-282575">
              <a:lnSpc>
                <a:spcPct val="100000"/>
              </a:lnSpc>
              <a:buFont typeface="Arial" panose="020B0604020202020204" pitchFamily="34" charset="0"/>
              <a:buChar char="•"/>
            </a:pPr>
            <a:r>
              <a:rPr lang="en-US" kern="0" dirty="0">
                <a:solidFill>
                  <a:srgbClr val="000000"/>
                </a:solidFill>
              </a:rPr>
              <a:t>API used to specify  generalized forwarding actions</a:t>
            </a:r>
            <a:endParaRPr kumimoji="0" lang="en-US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</a:endParaRPr>
          </a:p>
        </p:txBody>
      </p:sp>
      <p:grpSp>
        <p:nvGrpSpPr>
          <p:cNvPr id="128" name="Group 127">
            <a:extLst>
              <a:ext uri="{FF2B5EF4-FFF2-40B4-BE49-F238E27FC236}">
                <a16:creationId xmlns:a16="http://schemas.microsoft.com/office/drawing/2014/main" id="{BF49B015-168B-FE46-A826-60399DD149DA}"/>
              </a:ext>
            </a:extLst>
          </p:cNvPr>
          <p:cNvGrpSpPr/>
          <p:nvPr/>
        </p:nvGrpSpPr>
        <p:grpSpPr>
          <a:xfrm>
            <a:off x="7839227" y="1446146"/>
            <a:ext cx="3616623" cy="3732173"/>
            <a:chOff x="7686822" y="1446146"/>
            <a:chExt cx="3616623" cy="3732173"/>
          </a:xfrm>
        </p:grpSpPr>
        <p:grpSp>
          <p:nvGrpSpPr>
            <p:cNvPr id="129" name="Group 950">
              <a:extLst>
                <a:ext uri="{FF2B5EF4-FFF2-40B4-BE49-F238E27FC236}">
                  <a16:creationId xmlns:a16="http://schemas.microsoft.com/office/drawing/2014/main" id="{4EAEDFFF-3D36-3C46-916B-C2D3D9CB055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811490" y="2119745"/>
              <a:ext cx="440889" cy="845230"/>
              <a:chOff x="4140" y="429"/>
              <a:chExt cx="1425" cy="2396"/>
            </a:xfrm>
          </p:grpSpPr>
          <p:sp>
            <p:nvSpPr>
              <p:cNvPr id="174" name="Freeform 951">
                <a:extLst>
                  <a:ext uri="{FF2B5EF4-FFF2-40B4-BE49-F238E27FC236}">
                    <a16:creationId xmlns:a16="http://schemas.microsoft.com/office/drawing/2014/main" id="{E50181C5-B5C7-D144-8F88-D9495C0276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6 w 354"/>
                  <a:gd name="T1" fmla="*/ 0 h 2742"/>
                  <a:gd name="T2" fmla="*/ 30 w 354"/>
                  <a:gd name="T3" fmla="*/ 46 h 2742"/>
                  <a:gd name="T4" fmla="*/ 30 w 354"/>
                  <a:gd name="T5" fmla="*/ 354 h 2742"/>
                  <a:gd name="T6" fmla="*/ 0 w 354"/>
                  <a:gd name="T7" fmla="*/ 371 h 2742"/>
                  <a:gd name="T8" fmla="*/ 6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5" name="Rectangle 952">
                <a:extLst>
                  <a:ext uri="{FF2B5EF4-FFF2-40B4-BE49-F238E27FC236}">
                    <a16:creationId xmlns:a16="http://schemas.microsoft.com/office/drawing/2014/main" id="{6D544F60-D94E-BF42-A834-2624BAF7E2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429"/>
                <a:ext cx="1046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6" name="Freeform 953">
                <a:extLst>
                  <a:ext uri="{FF2B5EF4-FFF2-40B4-BE49-F238E27FC236}">
                    <a16:creationId xmlns:a16="http://schemas.microsoft.com/office/drawing/2014/main" id="{6365F75B-01F3-BC49-8C0D-968B42419A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18 w 211"/>
                  <a:gd name="T3" fmla="*/ 30 h 2537"/>
                  <a:gd name="T4" fmla="*/ 2 w 211"/>
                  <a:gd name="T5" fmla="*/ 338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7" name="Freeform 954">
                <a:extLst>
                  <a:ext uri="{FF2B5EF4-FFF2-40B4-BE49-F238E27FC236}">
                    <a16:creationId xmlns:a16="http://schemas.microsoft.com/office/drawing/2014/main" id="{AD10B147-8033-E449-A9CC-C6DA33E279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29 w 328"/>
                  <a:gd name="T3" fmla="*/ 18 h 226"/>
                  <a:gd name="T4" fmla="*/ 29 w 328"/>
                  <a:gd name="T5" fmla="*/ 32 h 226"/>
                  <a:gd name="T6" fmla="*/ 0 w 328"/>
                  <a:gd name="T7" fmla="*/ 13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8" name="Rectangle 955">
                <a:extLst>
                  <a:ext uri="{FF2B5EF4-FFF2-40B4-BE49-F238E27FC236}">
                    <a16:creationId xmlns:a16="http://schemas.microsoft.com/office/drawing/2014/main" id="{CC48B4AE-5026-594F-8FAE-41F6043B76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179" name="Group 956">
                <a:extLst>
                  <a:ext uri="{FF2B5EF4-FFF2-40B4-BE49-F238E27FC236}">
                    <a16:creationId xmlns:a16="http://schemas.microsoft.com/office/drawing/2014/main" id="{D2E1673F-B93C-1148-8E72-90A5B780068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204" name="AutoShape 957">
                  <a:extLst>
                    <a:ext uri="{FF2B5EF4-FFF2-40B4-BE49-F238E27FC236}">
                      <a16:creationId xmlns:a16="http://schemas.microsoft.com/office/drawing/2014/main" id="{D8FC1F4B-C0C9-784D-A739-318F038F099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1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5" name="AutoShape 958">
                  <a:extLst>
                    <a:ext uri="{FF2B5EF4-FFF2-40B4-BE49-F238E27FC236}">
                      <a16:creationId xmlns:a16="http://schemas.microsoft.com/office/drawing/2014/main" id="{65BAD390-C86E-AA4A-983B-F2D1ADC47CF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1"/>
                  <a:ext cx="696" cy="11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180" name="Rectangle 959">
                <a:extLst>
                  <a:ext uri="{FF2B5EF4-FFF2-40B4-BE49-F238E27FC236}">
                    <a16:creationId xmlns:a16="http://schemas.microsoft.com/office/drawing/2014/main" id="{8B5742DE-8AB6-FF46-B2CB-15394CEA95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022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181" name="Group 960">
                <a:extLst>
                  <a:ext uri="{FF2B5EF4-FFF2-40B4-BE49-F238E27FC236}">
                    <a16:creationId xmlns:a16="http://schemas.microsoft.com/office/drawing/2014/main" id="{CB198750-F812-314C-B037-7CB761A825C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202" name="AutoShape 961">
                  <a:extLst>
                    <a:ext uri="{FF2B5EF4-FFF2-40B4-BE49-F238E27FC236}">
                      <a16:creationId xmlns:a16="http://schemas.microsoft.com/office/drawing/2014/main" id="{9A3CDB15-9708-D54E-AE51-5DCBE214327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4"/>
                  <a:ext cx="721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3" name="AutoShape 962">
                  <a:extLst>
                    <a:ext uri="{FF2B5EF4-FFF2-40B4-BE49-F238E27FC236}">
                      <a16:creationId xmlns:a16="http://schemas.microsoft.com/office/drawing/2014/main" id="{1B614F73-328E-9B46-8372-C05FD228D8E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8" y="2581"/>
                  <a:ext cx="696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182" name="Rectangle 963">
                <a:extLst>
                  <a:ext uri="{FF2B5EF4-FFF2-40B4-BE49-F238E27FC236}">
                    <a16:creationId xmlns:a16="http://schemas.microsoft.com/office/drawing/2014/main" id="{C7864970-6BAA-E749-8CC8-880FD65284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354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83" name="Rectangle 964">
                <a:extLst>
                  <a:ext uri="{FF2B5EF4-FFF2-40B4-BE49-F238E27FC236}">
                    <a16:creationId xmlns:a16="http://schemas.microsoft.com/office/drawing/2014/main" id="{C314F0FD-DD34-D049-9E08-214DAC6B2B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5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184" name="Group 965">
                <a:extLst>
                  <a:ext uri="{FF2B5EF4-FFF2-40B4-BE49-F238E27FC236}">
                    <a16:creationId xmlns:a16="http://schemas.microsoft.com/office/drawing/2014/main" id="{57C2B453-F0FA-3047-A392-73DDDAC4279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200" name="AutoShape 966">
                  <a:extLst>
                    <a:ext uri="{FF2B5EF4-FFF2-40B4-BE49-F238E27FC236}">
                      <a16:creationId xmlns:a16="http://schemas.microsoft.com/office/drawing/2014/main" id="{C3F05126-FC6A-734C-AD6D-6E1253A924A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8" y="2586"/>
                  <a:ext cx="720" cy="124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1" name="AutoShape 967">
                  <a:extLst>
                    <a:ext uri="{FF2B5EF4-FFF2-40B4-BE49-F238E27FC236}">
                      <a16:creationId xmlns:a16="http://schemas.microsoft.com/office/drawing/2014/main" id="{B3C3A5F4-977D-F84A-80F3-B37CF27DE52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6"/>
                  <a:ext cx="695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185" name="Freeform 968">
                <a:extLst>
                  <a:ext uri="{FF2B5EF4-FFF2-40B4-BE49-F238E27FC236}">
                    <a16:creationId xmlns:a16="http://schemas.microsoft.com/office/drawing/2014/main" id="{43A2C07E-B17C-F445-8DBC-DDABEBD29F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29 w 328"/>
                  <a:gd name="T3" fmla="*/ 17 h 226"/>
                  <a:gd name="T4" fmla="*/ 29 w 328"/>
                  <a:gd name="T5" fmla="*/ 30 h 226"/>
                  <a:gd name="T6" fmla="*/ 0 w 328"/>
                  <a:gd name="T7" fmla="*/ 12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186" name="Group 969">
                <a:extLst>
                  <a:ext uri="{FF2B5EF4-FFF2-40B4-BE49-F238E27FC236}">
                    <a16:creationId xmlns:a16="http://schemas.microsoft.com/office/drawing/2014/main" id="{25DE9E61-3604-6F41-9F89-0E868DFA907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198" name="AutoShape 970">
                  <a:extLst>
                    <a:ext uri="{FF2B5EF4-FFF2-40B4-BE49-F238E27FC236}">
                      <a16:creationId xmlns:a16="http://schemas.microsoft.com/office/drawing/2014/main" id="{A3413F55-A30D-AC41-9350-CF1AD0C40A2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71"/>
                  <a:ext cx="732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9" name="AutoShape 971">
                  <a:extLst>
                    <a:ext uri="{FF2B5EF4-FFF2-40B4-BE49-F238E27FC236}">
                      <a16:creationId xmlns:a16="http://schemas.microsoft.com/office/drawing/2014/main" id="{B28D2635-07A0-7D49-B7EE-CBF050FB62A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7"/>
                  <a:ext cx="720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187" name="Rectangle 972">
                <a:extLst>
                  <a:ext uri="{FF2B5EF4-FFF2-40B4-BE49-F238E27FC236}">
                    <a16:creationId xmlns:a16="http://schemas.microsoft.com/office/drawing/2014/main" id="{10DF400F-0ACE-DB49-842A-73AB186E86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6" y="429"/>
                <a:ext cx="70" cy="228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88" name="Freeform 973">
                <a:extLst>
                  <a:ext uri="{FF2B5EF4-FFF2-40B4-BE49-F238E27FC236}">
                    <a16:creationId xmlns:a16="http://schemas.microsoft.com/office/drawing/2014/main" id="{5EC94EAA-0027-F54D-9ED6-6198AA076A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26 w 296"/>
                  <a:gd name="T3" fmla="*/ 18 h 256"/>
                  <a:gd name="T4" fmla="*/ 26 w 296"/>
                  <a:gd name="T5" fmla="*/ 34 h 256"/>
                  <a:gd name="T6" fmla="*/ 0 w 296"/>
                  <a:gd name="T7" fmla="*/ 12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89" name="Freeform 974">
                <a:extLst>
                  <a:ext uri="{FF2B5EF4-FFF2-40B4-BE49-F238E27FC236}">
                    <a16:creationId xmlns:a16="http://schemas.microsoft.com/office/drawing/2014/main" id="{003F7FD5-07C0-FB4E-8CB0-734592819F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27 w 304"/>
                  <a:gd name="T3" fmla="*/ 23 h 288"/>
                  <a:gd name="T4" fmla="*/ 25 w 304"/>
                  <a:gd name="T5" fmla="*/ 39 h 288"/>
                  <a:gd name="T6" fmla="*/ 2 w 304"/>
                  <a:gd name="T7" fmla="*/ 17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90" name="Oval 975">
                <a:extLst>
                  <a:ext uri="{FF2B5EF4-FFF2-40B4-BE49-F238E27FC236}">
                    <a16:creationId xmlns:a16="http://schemas.microsoft.com/office/drawing/2014/main" id="{1B9B91C9-7D7A-D340-B15B-E033A6AFE9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5" y="2611"/>
                <a:ext cx="50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91" name="Freeform 976">
                <a:extLst>
                  <a:ext uri="{FF2B5EF4-FFF2-40B4-BE49-F238E27FC236}">
                    <a16:creationId xmlns:a16="http://schemas.microsoft.com/office/drawing/2014/main" id="{987C363B-CD17-8347-A056-CAD2A8B0CF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15 h 240"/>
                  <a:gd name="T2" fmla="*/ 2 w 306"/>
                  <a:gd name="T3" fmla="*/ 33 h 240"/>
                  <a:gd name="T4" fmla="*/ 27 w 306"/>
                  <a:gd name="T5" fmla="*/ 15 h 240"/>
                  <a:gd name="T6" fmla="*/ 26 w 306"/>
                  <a:gd name="T7" fmla="*/ 0 h 240"/>
                  <a:gd name="T8" fmla="*/ 0 w 306"/>
                  <a:gd name="T9" fmla="*/ 15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92" name="AutoShape 977">
                <a:extLst>
                  <a:ext uri="{FF2B5EF4-FFF2-40B4-BE49-F238E27FC236}">
                    <a16:creationId xmlns:a16="http://schemas.microsoft.com/office/drawing/2014/main" id="{28BE7A7C-DB8F-3241-9B21-709E16D767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196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93" name="AutoShape 978">
                <a:extLst>
                  <a:ext uri="{FF2B5EF4-FFF2-40B4-BE49-F238E27FC236}">
                    <a16:creationId xmlns:a16="http://schemas.microsoft.com/office/drawing/2014/main" id="{D496DCB1-EFB0-FD44-9DBE-23B1B1A1D4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2714"/>
                <a:ext cx="1066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00"/>
                  </a:gs>
                  <a:gs pos="100000">
                    <a:srgbClr val="808080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94" name="Oval 979">
                <a:extLst>
                  <a:ext uri="{FF2B5EF4-FFF2-40B4-BE49-F238E27FC236}">
                    <a16:creationId xmlns:a16="http://schemas.microsoft.com/office/drawing/2014/main" id="{0F4C12C7-2098-0740-868B-6A9FC2AD88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9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95" name="Oval 980">
                <a:extLst>
                  <a:ext uri="{FF2B5EF4-FFF2-40B4-BE49-F238E27FC236}">
                    <a16:creationId xmlns:a16="http://schemas.microsoft.com/office/drawing/2014/main" id="{80492F51-F7D5-D743-A620-557FFF4FFA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9" y="2382"/>
                <a:ext cx="159" cy="142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96" name="Oval 981">
                <a:extLst>
                  <a:ext uri="{FF2B5EF4-FFF2-40B4-BE49-F238E27FC236}">
                    <a16:creationId xmlns:a16="http://schemas.microsoft.com/office/drawing/2014/main" id="{6979A032-F4F5-384B-8E44-130565B7CA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8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97" name="Rectangle 982">
                <a:extLst>
                  <a:ext uri="{FF2B5EF4-FFF2-40B4-BE49-F238E27FC236}">
                    <a16:creationId xmlns:a16="http://schemas.microsoft.com/office/drawing/2014/main" id="{46FB30CB-D1BF-2C4E-B9AE-7B4A293A09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7" y="1837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pic>
          <p:nvPicPr>
            <p:cNvPr id="130" name="Picture 4">
              <a:extLst>
                <a:ext uri="{FF2B5EF4-FFF2-40B4-BE49-F238E27FC236}">
                  <a16:creationId xmlns:a16="http://schemas.microsoft.com/office/drawing/2014/main" id="{1881A099-3B50-ED48-93A5-C6CAB9F18122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291361" y="2246085"/>
              <a:ext cx="1629624" cy="43137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31" name="TextBox 130">
              <a:extLst>
                <a:ext uri="{FF2B5EF4-FFF2-40B4-BE49-F238E27FC236}">
                  <a16:creationId xmlns:a16="http://schemas.microsoft.com/office/drawing/2014/main" id="{D1F5F539-0080-624A-B682-A35FA596187E}"/>
                </a:ext>
              </a:extLst>
            </p:cNvPr>
            <p:cNvSpPr txBox="1"/>
            <p:nvPr/>
          </p:nvSpPr>
          <p:spPr>
            <a:xfrm>
              <a:off x="7757772" y="1446146"/>
              <a:ext cx="3222357" cy="52322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A8"/>
                  </a:solidFill>
                  <a:effectLst/>
                  <a:uLnTx/>
                  <a:uFillTx/>
                  <a:ea typeface="ＭＳ Ｐゴシック" charset="0"/>
                </a:rPr>
                <a:t>OpenFlow Controller</a:t>
              </a:r>
            </a:p>
          </p:txBody>
        </p:sp>
        <p:sp>
          <p:nvSpPr>
            <p:cNvPr id="132" name="Freeform 3">
              <a:extLst>
                <a:ext uri="{FF2B5EF4-FFF2-40B4-BE49-F238E27FC236}">
                  <a16:creationId xmlns:a16="http://schemas.microsoft.com/office/drawing/2014/main" id="{B6C19C6C-8BE5-EF4F-B46F-A4BCBA072715}"/>
                </a:ext>
              </a:extLst>
            </p:cNvPr>
            <p:cNvSpPr>
              <a:spLocks/>
            </p:cNvSpPr>
            <p:nvPr/>
          </p:nvSpPr>
          <p:spPr bwMode="auto">
            <a:xfrm>
              <a:off x="7686822" y="3573747"/>
              <a:ext cx="3616623" cy="1604572"/>
            </a:xfrm>
            <a:custGeom>
              <a:avLst/>
              <a:gdLst>
                <a:gd name="T0" fmla="*/ 0 w 2250"/>
                <a:gd name="T1" fmla="*/ 624 h 1409"/>
                <a:gd name="T2" fmla="*/ 219 w 2250"/>
                <a:gd name="T3" fmla="*/ 321 h 1409"/>
                <a:gd name="T4" fmla="*/ 529 w 2250"/>
                <a:gd name="T5" fmla="*/ 35 h 1409"/>
                <a:gd name="T6" fmla="*/ 1551 w 2250"/>
                <a:gd name="T7" fmla="*/ 111 h 1409"/>
                <a:gd name="T8" fmla="*/ 1968 w 2250"/>
                <a:gd name="T9" fmla="*/ 483 h 1409"/>
                <a:gd name="T10" fmla="*/ 2199 w 2250"/>
                <a:gd name="T11" fmla="*/ 906 h 1409"/>
                <a:gd name="T12" fmla="*/ 1659 w 2250"/>
                <a:gd name="T13" fmla="*/ 1314 h 1409"/>
                <a:gd name="T14" fmla="*/ 993 w 2250"/>
                <a:gd name="T15" fmla="*/ 1386 h 1409"/>
                <a:gd name="T16" fmla="*/ 465 w 2250"/>
                <a:gd name="T17" fmla="*/ 1356 h 1409"/>
                <a:gd name="T18" fmla="*/ 102 w 2250"/>
                <a:gd name="T19" fmla="*/ 1068 h 1409"/>
                <a:gd name="T20" fmla="*/ 0 w 2250"/>
                <a:gd name="T21" fmla="*/ 624 h 140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2250"/>
                <a:gd name="T34" fmla="*/ 0 h 1409"/>
                <a:gd name="T35" fmla="*/ 2250 w 2250"/>
                <a:gd name="T36" fmla="*/ 1409 h 1409"/>
                <a:gd name="connsiteX0" fmla="*/ 0 w 9831"/>
                <a:gd name="connsiteY0" fmla="*/ 4265 h 9728"/>
                <a:gd name="connsiteX1" fmla="*/ 973 w 9831"/>
                <a:gd name="connsiteY1" fmla="*/ 2114 h 9728"/>
                <a:gd name="connsiteX2" fmla="*/ 2351 w 9831"/>
                <a:gd name="connsiteY2" fmla="*/ 84 h 9728"/>
                <a:gd name="connsiteX3" fmla="*/ 6893 w 9831"/>
                <a:gd name="connsiteY3" fmla="*/ 624 h 9728"/>
                <a:gd name="connsiteX4" fmla="*/ 8909 w 9831"/>
                <a:gd name="connsiteY4" fmla="*/ 2780 h 9728"/>
                <a:gd name="connsiteX5" fmla="*/ 9773 w 9831"/>
                <a:gd name="connsiteY5" fmla="*/ 6266 h 9728"/>
                <a:gd name="connsiteX6" fmla="*/ 7373 w 9831"/>
                <a:gd name="connsiteY6" fmla="*/ 9162 h 9728"/>
                <a:gd name="connsiteX7" fmla="*/ 4413 w 9831"/>
                <a:gd name="connsiteY7" fmla="*/ 9673 h 9728"/>
                <a:gd name="connsiteX8" fmla="*/ 2067 w 9831"/>
                <a:gd name="connsiteY8" fmla="*/ 9460 h 9728"/>
                <a:gd name="connsiteX9" fmla="*/ 453 w 9831"/>
                <a:gd name="connsiteY9" fmla="*/ 7416 h 9728"/>
                <a:gd name="connsiteX10" fmla="*/ 0 w 9831"/>
                <a:gd name="connsiteY10" fmla="*/ 4265 h 9728"/>
                <a:gd name="connsiteX0" fmla="*/ 0 w 10003"/>
                <a:gd name="connsiteY0" fmla="*/ 4299 h 9915"/>
                <a:gd name="connsiteX1" fmla="*/ 990 w 10003"/>
                <a:gd name="connsiteY1" fmla="*/ 2088 h 9915"/>
                <a:gd name="connsiteX2" fmla="*/ 2391 w 10003"/>
                <a:gd name="connsiteY2" fmla="*/ 1 h 9915"/>
                <a:gd name="connsiteX3" fmla="*/ 6715 w 10003"/>
                <a:gd name="connsiteY3" fmla="*/ 1965 h 9915"/>
                <a:gd name="connsiteX4" fmla="*/ 9062 w 10003"/>
                <a:gd name="connsiteY4" fmla="*/ 2773 h 9915"/>
                <a:gd name="connsiteX5" fmla="*/ 9941 w 10003"/>
                <a:gd name="connsiteY5" fmla="*/ 6356 h 9915"/>
                <a:gd name="connsiteX6" fmla="*/ 7500 w 10003"/>
                <a:gd name="connsiteY6" fmla="*/ 9333 h 9915"/>
                <a:gd name="connsiteX7" fmla="*/ 4489 w 10003"/>
                <a:gd name="connsiteY7" fmla="*/ 9858 h 9915"/>
                <a:gd name="connsiteX8" fmla="*/ 2103 w 10003"/>
                <a:gd name="connsiteY8" fmla="*/ 9640 h 9915"/>
                <a:gd name="connsiteX9" fmla="*/ 461 w 10003"/>
                <a:gd name="connsiteY9" fmla="*/ 7538 h 9915"/>
                <a:gd name="connsiteX10" fmla="*/ 0 w 10003"/>
                <a:gd name="connsiteY10" fmla="*/ 4299 h 9915"/>
                <a:gd name="connsiteX0" fmla="*/ 0 w 10000"/>
                <a:gd name="connsiteY0" fmla="*/ 4336 h 10000"/>
                <a:gd name="connsiteX1" fmla="*/ 990 w 10000"/>
                <a:gd name="connsiteY1" fmla="*/ 2106 h 10000"/>
                <a:gd name="connsiteX2" fmla="*/ 2390 w 10000"/>
                <a:gd name="connsiteY2" fmla="*/ 1 h 10000"/>
                <a:gd name="connsiteX3" fmla="*/ 6713 w 10000"/>
                <a:gd name="connsiteY3" fmla="*/ 1982 h 10000"/>
                <a:gd name="connsiteX4" fmla="*/ 9059 w 10000"/>
                <a:gd name="connsiteY4" fmla="*/ 2797 h 10000"/>
                <a:gd name="connsiteX5" fmla="*/ 9938 w 10000"/>
                <a:gd name="connsiteY5" fmla="*/ 6410 h 10000"/>
                <a:gd name="connsiteX6" fmla="*/ 7498 w 10000"/>
                <a:gd name="connsiteY6" fmla="*/ 9413 h 10000"/>
                <a:gd name="connsiteX7" fmla="*/ 4488 w 10000"/>
                <a:gd name="connsiteY7" fmla="*/ 9943 h 10000"/>
                <a:gd name="connsiteX8" fmla="*/ 2102 w 10000"/>
                <a:gd name="connsiteY8" fmla="*/ 9723 h 10000"/>
                <a:gd name="connsiteX9" fmla="*/ 461 w 10000"/>
                <a:gd name="connsiteY9" fmla="*/ 7603 h 10000"/>
                <a:gd name="connsiteX10" fmla="*/ 0 w 10000"/>
                <a:gd name="connsiteY10" fmla="*/ 4336 h 10000"/>
                <a:gd name="connsiteX0" fmla="*/ 0 w 10000"/>
                <a:gd name="connsiteY0" fmla="*/ 4336 h 10000"/>
                <a:gd name="connsiteX1" fmla="*/ 990 w 10000"/>
                <a:gd name="connsiteY1" fmla="*/ 2106 h 10000"/>
                <a:gd name="connsiteX2" fmla="*/ 2390 w 10000"/>
                <a:gd name="connsiteY2" fmla="*/ 1 h 10000"/>
                <a:gd name="connsiteX3" fmla="*/ 6713 w 10000"/>
                <a:gd name="connsiteY3" fmla="*/ 1982 h 10000"/>
                <a:gd name="connsiteX4" fmla="*/ 9059 w 10000"/>
                <a:gd name="connsiteY4" fmla="*/ 2797 h 10000"/>
                <a:gd name="connsiteX5" fmla="*/ 9938 w 10000"/>
                <a:gd name="connsiteY5" fmla="*/ 6410 h 10000"/>
                <a:gd name="connsiteX6" fmla="*/ 7498 w 10000"/>
                <a:gd name="connsiteY6" fmla="*/ 9413 h 10000"/>
                <a:gd name="connsiteX7" fmla="*/ 4488 w 10000"/>
                <a:gd name="connsiteY7" fmla="*/ 9943 h 10000"/>
                <a:gd name="connsiteX8" fmla="*/ 2102 w 10000"/>
                <a:gd name="connsiteY8" fmla="*/ 9723 h 10000"/>
                <a:gd name="connsiteX9" fmla="*/ 461 w 10000"/>
                <a:gd name="connsiteY9" fmla="*/ 7603 h 10000"/>
                <a:gd name="connsiteX10" fmla="*/ 0 w 10000"/>
                <a:gd name="connsiteY10" fmla="*/ 4336 h 10000"/>
                <a:gd name="connsiteX0" fmla="*/ 0 w 10000"/>
                <a:gd name="connsiteY0" fmla="*/ 4002 h 9666"/>
                <a:gd name="connsiteX1" fmla="*/ 990 w 10000"/>
                <a:gd name="connsiteY1" fmla="*/ 1772 h 9666"/>
                <a:gd name="connsiteX2" fmla="*/ 3804 w 10000"/>
                <a:gd name="connsiteY2" fmla="*/ 1 h 9666"/>
                <a:gd name="connsiteX3" fmla="*/ 6713 w 10000"/>
                <a:gd name="connsiteY3" fmla="*/ 1648 h 9666"/>
                <a:gd name="connsiteX4" fmla="*/ 9059 w 10000"/>
                <a:gd name="connsiteY4" fmla="*/ 2463 h 9666"/>
                <a:gd name="connsiteX5" fmla="*/ 9938 w 10000"/>
                <a:gd name="connsiteY5" fmla="*/ 6076 h 9666"/>
                <a:gd name="connsiteX6" fmla="*/ 7498 w 10000"/>
                <a:gd name="connsiteY6" fmla="*/ 9079 h 9666"/>
                <a:gd name="connsiteX7" fmla="*/ 4488 w 10000"/>
                <a:gd name="connsiteY7" fmla="*/ 9609 h 9666"/>
                <a:gd name="connsiteX8" fmla="*/ 2102 w 10000"/>
                <a:gd name="connsiteY8" fmla="*/ 9389 h 9666"/>
                <a:gd name="connsiteX9" fmla="*/ 461 w 10000"/>
                <a:gd name="connsiteY9" fmla="*/ 7269 h 9666"/>
                <a:gd name="connsiteX10" fmla="*/ 0 w 10000"/>
                <a:gd name="connsiteY10" fmla="*/ 4002 h 9666"/>
                <a:gd name="connsiteX0" fmla="*/ 103 w 9643"/>
                <a:gd name="connsiteY0" fmla="*/ 4486 h 10000"/>
                <a:gd name="connsiteX1" fmla="*/ 633 w 9643"/>
                <a:gd name="connsiteY1" fmla="*/ 1833 h 10000"/>
                <a:gd name="connsiteX2" fmla="*/ 3447 w 9643"/>
                <a:gd name="connsiteY2" fmla="*/ 1 h 10000"/>
                <a:gd name="connsiteX3" fmla="*/ 6356 w 9643"/>
                <a:gd name="connsiteY3" fmla="*/ 1705 h 10000"/>
                <a:gd name="connsiteX4" fmla="*/ 8702 w 9643"/>
                <a:gd name="connsiteY4" fmla="*/ 2548 h 10000"/>
                <a:gd name="connsiteX5" fmla="*/ 9581 w 9643"/>
                <a:gd name="connsiteY5" fmla="*/ 6286 h 10000"/>
                <a:gd name="connsiteX6" fmla="*/ 7141 w 9643"/>
                <a:gd name="connsiteY6" fmla="*/ 9393 h 10000"/>
                <a:gd name="connsiteX7" fmla="*/ 4131 w 9643"/>
                <a:gd name="connsiteY7" fmla="*/ 9941 h 10000"/>
                <a:gd name="connsiteX8" fmla="*/ 1745 w 9643"/>
                <a:gd name="connsiteY8" fmla="*/ 9713 h 10000"/>
                <a:gd name="connsiteX9" fmla="*/ 104 w 9643"/>
                <a:gd name="connsiteY9" fmla="*/ 7520 h 10000"/>
                <a:gd name="connsiteX10" fmla="*/ 103 w 9643"/>
                <a:gd name="connsiteY10" fmla="*/ 4486 h 10000"/>
                <a:gd name="connsiteX0" fmla="*/ 107 w 10000"/>
                <a:gd name="connsiteY0" fmla="*/ 4486 h 10000"/>
                <a:gd name="connsiteX1" fmla="*/ 1304 w 10000"/>
                <a:gd name="connsiteY1" fmla="*/ 2006 h 10000"/>
                <a:gd name="connsiteX2" fmla="*/ 3575 w 10000"/>
                <a:gd name="connsiteY2" fmla="*/ 1 h 10000"/>
                <a:gd name="connsiteX3" fmla="*/ 6591 w 10000"/>
                <a:gd name="connsiteY3" fmla="*/ 1705 h 10000"/>
                <a:gd name="connsiteX4" fmla="*/ 9024 w 10000"/>
                <a:gd name="connsiteY4" fmla="*/ 2548 h 10000"/>
                <a:gd name="connsiteX5" fmla="*/ 9936 w 10000"/>
                <a:gd name="connsiteY5" fmla="*/ 6286 h 10000"/>
                <a:gd name="connsiteX6" fmla="*/ 7405 w 10000"/>
                <a:gd name="connsiteY6" fmla="*/ 9393 h 10000"/>
                <a:gd name="connsiteX7" fmla="*/ 4284 w 10000"/>
                <a:gd name="connsiteY7" fmla="*/ 9941 h 10000"/>
                <a:gd name="connsiteX8" fmla="*/ 1810 w 10000"/>
                <a:gd name="connsiteY8" fmla="*/ 9713 h 10000"/>
                <a:gd name="connsiteX9" fmla="*/ 108 w 10000"/>
                <a:gd name="connsiteY9" fmla="*/ 7520 h 10000"/>
                <a:gd name="connsiteX10" fmla="*/ 107 w 10000"/>
                <a:gd name="connsiteY10" fmla="*/ 4486 h 10000"/>
                <a:gd name="connsiteX0" fmla="*/ 0 w 9893"/>
                <a:gd name="connsiteY0" fmla="*/ 4486 h 10000"/>
                <a:gd name="connsiteX1" fmla="*/ 1197 w 9893"/>
                <a:gd name="connsiteY1" fmla="*/ 2006 h 10000"/>
                <a:gd name="connsiteX2" fmla="*/ 3468 w 9893"/>
                <a:gd name="connsiteY2" fmla="*/ 1 h 10000"/>
                <a:gd name="connsiteX3" fmla="*/ 6484 w 9893"/>
                <a:gd name="connsiteY3" fmla="*/ 1705 h 10000"/>
                <a:gd name="connsiteX4" fmla="*/ 8917 w 9893"/>
                <a:gd name="connsiteY4" fmla="*/ 2548 h 10000"/>
                <a:gd name="connsiteX5" fmla="*/ 9829 w 9893"/>
                <a:gd name="connsiteY5" fmla="*/ 6286 h 10000"/>
                <a:gd name="connsiteX6" fmla="*/ 7298 w 9893"/>
                <a:gd name="connsiteY6" fmla="*/ 9393 h 10000"/>
                <a:gd name="connsiteX7" fmla="*/ 4177 w 9893"/>
                <a:gd name="connsiteY7" fmla="*/ 9941 h 10000"/>
                <a:gd name="connsiteX8" fmla="*/ 1703 w 9893"/>
                <a:gd name="connsiteY8" fmla="*/ 9713 h 10000"/>
                <a:gd name="connsiteX9" fmla="*/ 645 w 9893"/>
                <a:gd name="connsiteY9" fmla="*/ 7520 h 10000"/>
                <a:gd name="connsiteX10" fmla="*/ 0 w 9893"/>
                <a:gd name="connsiteY10" fmla="*/ 4486 h 10000"/>
                <a:gd name="connsiteX0" fmla="*/ 0 w 10000"/>
                <a:gd name="connsiteY0" fmla="*/ 4486 h 10041"/>
                <a:gd name="connsiteX1" fmla="*/ 1210 w 10000"/>
                <a:gd name="connsiteY1" fmla="*/ 2006 h 10041"/>
                <a:gd name="connsiteX2" fmla="*/ 3506 w 10000"/>
                <a:gd name="connsiteY2" fmla="*/ 1 h 10041"/>
                <a:gd name="connsiteX3" fmla="*/ 6554 w 10000"/>
                <a:gd name="connsiteY3" fmla="*/ 1705 h 10041"/>
                <a:gd name="connsiteX4" fmla="*/ 9013 w 10000"/>
                <a:gd name="connsiteY4" fmla="*/ 2548 h 10041"/>
                <a:gd name="connsiteX5" fmla="*/ 9935 w 10000"/>
                <a:gd name="connsiteY5" fmla="*/ 6286 h 10041"/>
                <a:gd name="connsiteX6" fmla="*/ 7377 w 10000"/>
                <a:gd name="connsiteY6" fmla="*/ 9393 h 10041"/>
                <a:gd name="connsiteX7" fmla="*/ 4222 w 10000"/>
                <a:gd name="connsiteY7" fmla="*/ 9941 h 10041"/>
                <a:gd name="connsiteX8" fmla="*/ 1951 w 10000"/>
                <a:gd name="connsiteY8" fmla="*/ 7983 h 10041"/>
                <a:gd name="connsiteX9" fmla="*/ 652 w 10000"/>
                <a:gd name="connsiteY9" fmla="*/ 7520 h 10041"/>
                <a:gd name="connsiteX10" fmla="*/ 0 w 10000"/>
                <a:gd name="connsiteY10" fmla="*/ 4486 h 10041"/>
                <a:gd name="connsiteX0" fmla="*/ 0 w 10000"/>
                <a:gd name="connsiteY0" fmla="*/ 4486 h 10041"/>
                <a:gd name="connsiteX1" fmla="*/ 1210 w 10000"/>
                <a:gd name="connsiteY1" fmla="*/ 2006 h 10041"/>
                <a:gd name="connsiteX2" fmla="*/ 3506 w 10000"/>
                <a:gd name="connsiteY2" fmla="*/ 1 h 10041"/>
                <a:gd name="connsiteX3" fmla="*/ 6554 w 10000"/>
                <a:gd name="connsiteY3" fmla="*/ 1705 h 10041"/>
                <a:gd name="connsiteX4" fmla="*/ 9013 w 10000"/>
                <a:gd name="connsiteY4" fmla="*/ 2548 h 10041"/>
                <a:gd name="connsiteX5" fmla="*/ 9935 w 10000"/>
                <a:gd name="connsiteY5" fmla="*/ 6286 h 10041"/>
                <a:gd name="connsiteX6" fmla="*/ 7377 w 10000"/>
                <a:gd name="connsiteY6" fmla="*/ 9393 h 10041"/>
                <a:gd name="connsiteX7" fmla="*/ 4222 w 10000"/>
                <a:gd name="connsiteY7" fmla="*/ 9941 h 10041"/>
                <a:gd name="connsiteX8" fmla="*/ 1951 w 10000"/>
                <a:gd name="connsiteY8" fmla="*/ 7983 h 10041"/>
                <a:gd name="connsiteX9" fmla="*/ 652 w 10000"/>
                <a:gd name="connsiteY9" fmla="*/ 7520 h 10041"/>
                <a:gd name="connsiteX10" fmla="*/ 0 w 10000"/>
                <a:gd name="connsiteY10" fmla="*/ 4486 h 10041"/>
                <a:gd name="connsiteX0" fmla="*/ 0 w 10000"/>
                <a:gd name="connsiteY0" fmla="*/ 4486 h 10041"/>
                <a:gd name="connsiteX1" fmla="*/ 1210 w 10000"/>
                <a:gd name="connsiteY1" fmla="*/ 2006 h 10041"/>
                <a:gd name="connsiteX2" fmla="*/ 3506 w 10000"/>
                <a:gd name="connsiteY2" fmla="*/ 1 h 10041"/>
                <a:gd name="connsiteX3" fmla="*/ 6554 w 10000"/>
                <a:gd name="connsiteY3" fmla="*/ 1705 h 10041"/>
                <a:gd name="connsiteX4" fmla="*/ 9013 w 10000"/>
                <a:gd name="connsiteY4" fmla="*/ 2548 h 10041"/>
                <a:gd name="connsiteX5" fmla="*/ 9935 w 10000"/>
                <a:gd name="connsiteY5" fmla="*/ 6286 h 10041"/>
                <a:gd name="connsiteX6" fmla="*/ 7377 w 10000"/>
                <a:gd name="connsiteY6" fmla="*/ 9393 h 10041"/>
                <a:gd name="connsiteX7" fmla="*/ 4222 w 10000"/>
                <a:gd name="connsiteY7" fmla="*/ 9941 h 10041"/>
                <a:gd name="connsiteX8" fmla="*/ 1951 w 10000"/>
                <a:gd name="connsiteY8" fmla="*/ 7983 h 10041"/>
                <a:gd name="connsiteX9" fmla="*/ 652 w 10000"/>
                <a:gd name="connsiteY9" fmla="*/ 7520 h 10041"/>
                <a:gd name="connsiteX10" fmla="*/ 0 w 10000"/>
                <a:gd name="connsiteY10" fmla="*/ 4486 h 10041"/>
                <a:gd name="connsiteX0" fmla="*/ 0 w 10000"/>
                <a:gd name="connsiteY0" fmla="*/ 4486 h 10041"/>
                <a:gd name="connsiteX1" fmla="*/ 1210 w 10000"/>
                <a:gd name="connsiteY1" fmla="*/ 2006 h 10041"/>
                <a:gd name="connsiteX2" fmla="*/ 3506 w 10000"/>
                <a:gd name="connsiteY2" fmla="*/ 1 h 10041"/>
                <a:gd name="connsiteX3" fmla="*/ 6554 w 10000"/>
                <a:gd name="connsiteY3" fmla="*/ 1705 h 10041"/>
                <a:gd name="connsiteX4" fmla="*/ 9013 w 10000"/>
                <a:gd name="connsiteY4" fmla="*/ 2548 h 10041"/>
                <a:gd name="connsiteX5" fmla="*/ 9935 w 10000"/>
                <a:gd name="connsiteY5" fmla="*/ 6286 h 10041"/>
                <a:gd name="connsiteX6" fmla="*/ 7377 w 10000"/>
                <a:gd name="connsiteY6" fmla="*/ 9393 h 10041"/>
                <a:gd name="connsiteX7" fmla="*/ 4222 w 10000"/>
                <a:gd name="connsiteY7" fmla="*/ 9941 h 10041"/>
                <a:gd name="connsiteX8" fmla="*/ 1951 w 10000"/>
                <a:gd name="connsiteY8" fmla="*/ 7983 h 10041"/>
                <a:gd name="connsiteX9" fmla="*/ 652 w 10000"/>
                <a:gd name="connsiteY9" fmla="*/ 7520 h 10041"/>
                <a:gd name="connsiteX10" fmla="*/ 0 w 10000"/>
                <a:gd name="connsiteY10" fmla="*/ 4486 h 10041"/>
                <a:gd name="connsiteX0" fmla="*/ 0 w 10000"/>
                <a:gd name="connsiteY0" fmla="*/ 4486 h 10016"/>
                <a:gd name="connsiteX1" fmla="*/ 1210 w 10000"/>
                <a:gd name="connsiteY1" fmla="*/ 2006 h 10016"/>
                <a:gd name="connsiteX2" fmla="*/ 3506 w 10000"/>
                <a:gd name="connsiteY2" fmla="*/ 1 h 10016"/>
                <a:gd name="connsiteX3" fmla="*/ 6554 w 10000"/>
                <a:gd name="connsiteY3" fmla="*/ 1705 h 10016"/>
                <a:gd name="connsiteX4" fmla="*/ 9013 w 10000"/>
                <a:gd name="connsiteY4" fmla="*/ 2548 h 10016"/>
                <a:gd name="connsiteX5" fmla="*/ 9935 w 10000"/>
                <a:gd name="connsiteY5" fmla="*/ 6286 h 10016"/>
                <a:gd name="connsiteX6" fmla="*/ 7377 w 10000"/>
                <a:gd name="connsiteY6" fmla="*/ 9393 h 10016"/>
                <a:gd name="connsiteX7" fmla="*/ 4222 w 10000"/>
                <a:gd name="connsiteY7" fmla="*/ 9941 h 10016"/>
                <a:gd name="connsiteX8" fmla="*/ 2296 w 10000"/>
                <a:gd name="connsiteY8" fmla="*/ 8329 h 10016"/>
                <a:gd name="connsiteX9" fmla="*/ 652 w 10000"/>
                <a:gd name="connsiteY9" fmla="*/ 7520 h 10016"/>
                <a:gd name="connsiteX10" fmla="*/ 0 w 10000"/>
                <a:gd name="connsiteY10" fmla="*/ 4486 h 10016"/>
                <a:gd name="connsiteX0" fmla="*/ 0 w 10000"/>
                <a:gd name="connsiteY0" fmla="*/ 4486 h 10016"/>
                <a:gd name="connsiteX1" fmla="*/ 1210 w 10000"/>
                <a:gd name="connsiteY1" fmla="*/ 2006 h 10016"/>
                <a:gd name="connsiteX2" fmla="*/ 3506 w 10000"/>
                <a:gd name="connsiteY2" fmla="*/ 1 h 10016"/>
                <a:gd name="connsiteX3" fmla="*/ 6554 w 10000"/>
                <a:gd name="connsiteY3" fmla="*/ 1705 h 10016"/>
                <a:gd name="connsiteX4" fmla="*/ 9013 w 10000"/>
                <a:gd name="connsiteY4" fmla="*/ 2548 h 10016"/>
                <a:gd name="connsiteX5" fmla="*/ 9935 w 10000"/>
                <a:gd name="connsiteY5" fmla="*/ 6286 h 10016"/>
                <a:gd name="connsiteX6" fmla="*/ 7377 w 10000"/>
                <a:gd name="connsiteY6" fmla="*/ 9393 h 10016"/>
                <a:gd name="connsiteX7" fmla="*/ 4222 w 10000"/>
                <a:gd name="connsiteY7" fmla="*/ 9941 h 10016"/>
                <a:gd name="connsiteX8" fmla="*/ 2296 w 10000"/>
                <a:gd name="connsiteY8" fmla="*/ 8329 h 10016"/>
                <a:gd name="connsiteX9" fmla="*/ 652 w 10000"/>
                <a:gd name="connsiteY9" fmla="*/ 7520 h 10016"/>
                <a:gd name="connsiteX10" fmla="*/ 0 w 10000"/>
                <a:gd name="connsiteY10" fmla="*/ 4486 h 100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000" h="10016">
                  <a:moveTo>
                    <a:pt x="0" y="4486"/>
                  </a:moveTo>
                  <a:cubicBezTo>
                    <a:pt x="23" y="3587"/>
                    <a:pt x="627" y="2754"/>
                    <a:pt x="1210" y="2006"/>
                  </a:cubicBezTo>
                  <a:cubicBezTo>
                    <a:pt x="1794" y="1258"/>
                    <a:pt x="2615" y="51"/>
                    <a:pt x="3506" y="1"/>
                  </a:cubicBezTo>
                  <a:cubicBezTo>
                    <a:pt x="4396" y="-49"/>
                    <a:pt x="5636" y="1281"/>
                    <a:pt x="6554" y="1705"/>
                  </a:cubicBezTo>
                  <a:cubicBezTo>
                    <a:pt x="7473" y="2129"/>
                    <a:pt x="8449" y="1784"/>
                    <a:pt x="9013" y="2548"/>
                  </a:cubicBezTo>
                  <a:cubicBezTo>
                    <a:pt x="9577" y="3312"/>
                    <a:pt x="10207" y="5145"/>
                    <a:pt x="9935" y="6286"/>
                  </a:cubicBezTo>
                  <a:cubicBezTo>
                    <a:pt x="9662" y="7428"/>
                    <a:pt x="8329" y="8783"/>
                    <a:pt x="7377" y="9393"/>
                  </a:cubicBezTo>
                  <a:cubicBezTo>
                    <a:pt x="6425" y="10002"/>
                    <a:pt x="5069" y="10118"/>
                    <a:pt x="4222" y="9941"/>
                  </a:cubicBezTo>
                  <a:cubicBezTo>
                    <a:pt x="3375" y="9764"/>
                    <a:pt x="2767" y="8820"/>
                    <a:pt x="2296" y="8329"/>
                  </a:cubicBezTo>
                  <a:cubicBezTo>
                    <a:pt x="1825" y="7838"/>
                    <a:pt x="1035" y="8161"/>
                    <a:pt x="652" y="7520"/>
                  </a:cubicBezTo>
                  <a:cubicBezTo>
                    <a:pt x="269" y="6879"/>
                    <a:pt x="99" y="5188"/>
                    <a:pt x="0" y="4486"/>
                  </a:cubicBezTo>
                  <a:close/>
                </a:path>
              </a:pathLst>
            </a:custGeom>
            <a:solidFill>
              <a:srgbClr val="9CE0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cxnSp>
          <p:nvCxnSpPr>
            <p:cNvPr id="133" name="Straight Connector 132">
              <a:extLst>
                <a:ext uri="{FF2B5EF4-FFF2-40B4-BE49-F238E27FC236}">
                  <a16:creationId xmlns:a16="http://schemas.microsoft.com/office/drawing/2014/main" id="{1631D570-361B-0A4F-97D0-9A6BC12FB245}"/>
                </a:ext>
              </a:extLst>
            </p:cNvPr>
            <p:cNvCxnSpPr/>
            <p:nvPr/>
          </p:nvCxnSpPr>
          <p:spPr>
            <a:xfrm flipV="1">
              <a:off x="7988607" y="3775213"/>
              <a:ext cx="1203228" cy="660205"/>
            </a:xfrm>
            <a:prstGeom prst="line">
              <a:avLst/>
            </a:prstGeom>
            <a:noFill/>
            <a:ln w="254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134" name="Straight Connector 133">
              <a:extLst>
                <a:ext uri="{FF2B5EF4-FFF2-40B4-BE49-F238E27FC236}">
                  <a16:creationId xmlns:a16="http://schemas.microsoft.com/office/drawing/2014/main" id="{3CFA908F-632E-CA4F-8984-0B2DE97C4A0F}"/>
                </a:ext>
              </a:extLst>
            </p:cNvPr>
            <p:cNvCxnSpPr/>
            <p:nvPr/>
          </p:nvCxnSpPr>
          <p:spPr>
            <a:xfrm>
              <a:off x="7988607" y="4435418"/>
              <a:ext cx="1203228" cy="517808"/>
            </a:xfrm>
            <a:prstGeom prst="line">
              <a:avLst/>
            </a:prstGeom>
            <a:noFill/>
            <a:ln w="254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135" name="Straight Connector 134">
              <a:extLst>
                <a:ext uri="{FF2B5EF4-FFF2-40B4-BE49-F238E27FC236}">
                  <a16:creationId xmlns:a16="http://schemas.microsoft.com/office/drawing/2014/main" id="{32FBFAA0-0EE3-BB43-9152-4969B38C1A49}"/>
                </a:ext>
              </a:extLst>
            </p:cNvPr>
            <p:cNvCxnSpPr/>
            <p:nvPr/>
          </p:nvCxnSpPr>
          <p:spPr>
            <a:xfrm>
              <a:off x="8998012" y="3982336"/>
              <a:ext cx="319671" cy="828494"/>
            </a:xfrm>
            <a:prstGeom prst="line">
              <a:avLst/>
            </a:prstGeom>
            <a:noFill/>
            <a:ln w="254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136" name="Straight Connector 135">
              <a:extLst>
                <a:ext uri="{FF2B5EF4-FFF2-40B4-BE49-F238E27FC236}">
                  <a16:creationId xmlns:a16="http://schemas.microsoft.com/office/drawing/2014/main" id="{94E0B832-3FC5-574B-9F1E-BD22C743D1D6}"/>
                </a:ext>
              </a:extLst>
            </p:cNvPr>
            <p:cNvCxnSpPr/>
            <p:nvPr/>
          </p:nvCxnSpPr>
          <p:spPr>
            <a:xfrm>
              <a:off x="9268742" y="3917611"/>
              <a:ext cx="1307416" cy="271850"/>
            </a:xfrm>
            <a:prstGeom prst="line">
              <a:avLst/>
            </a:prstGeom>
            <a:noFill/>
            <a:ln w="254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137" name="Straight Connector 136">
              <a:extLst>
                <a:ext uri="{FF2B5EF4-FFF2-40B4-BE49-F238E27FC236}">
                  <a16:creationId xmlns:a16="http://schemas.microsoft.com/office/drawing/2014/main" id="{7861FF87-C6D9-EB4C-B9B8-43772439ACFF}"/>
                </a:ext>
              </a:extLst>
            </p:cNvPr>
            <p:cNvCxnSpPr/>
            <p:nvPr/>
          </p:nvCxnSpPr>
          <p:spPr>
            <a:xfrm flipV="1">
              <a:off x="9461009" y="4344802"/>
              <a:ext cx="1115149" cy="608426"/>
            </a:xfrm>
            <a:prstGeom prst="line">
              <a:avLst/>
            </a:prstGeom>
            <a:noFill/>
            <a:ln w="25400" cap="flat" cmpd="sng" algn="ctr">
              <a:solidFill>
                <a:srgbClr val="000000"/>
              </a:solidFill>
              <a:prstDash val="solid"/>
            </a:ln>
            <a:effectLst/>
          </p:spPr>
        </p:cxnSp>
        <p:grpSp>
          <p:nvGrpSpPr>
            <p:cNvPr id="138" name="Group 137">
              <a:extLst>
                <a:ext uri="{FF2B5EF4-FFF2-40B4-BE49-F238E27FC236}">
                  <a16:creationId xmlns:a16="http://schemas.microsoft.com/office/drawing/2014/main" id="{A353D82E-8FA0-F74A-85EB-A42A69F92293}"/>
                </a:ext>
              </a:extLst>
            </p:cNvPr>
            <p:cNvGrpSpPr/>
            <p:nvPr/>
          </p:nvGrpSpPr>
          <p:grpSpPr>
            <a:xfrm>
              <a:off x="10288073" y="4115087"/>
              <a:ext cx="753999" cy="373786"/>
              <a:chOff x="7493876" y="2774731"/>
              <a:chExt cx="1481958" cy="894622"/>
            </a:xfrm>
          </p:grpSpPr>
          <p:sp>
            <p:nvSpPr>
              <p:cNvPr id="167" name="Freeform 166">
                <a:extLst>
                  <a:ext uri="{FF2B5EF4-FFF2-40B4-BE49-F238E27FC236}">
                    <a16:creationId xmlns:a16="http://schemas.microsoft.com/office/drawing/2014/main" id="{295CCF8A-262B-154E-ACD3-3D59F4E8955D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68" name="Oval 167">
                <a:extLst>
                  <a:ext uri="{FF2B5EF4-FFF2-40B4-BE49-F238E27FC236}">
                    <a16:creationId xmlns:a16="http://schemas.microsoft.com/office/drawing/2014/main" id="{8A4983CB-966A-E34A-9835-7569FFD43B72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169" name="Group 168">
                <a:extLst>
                  <a:ext uri="{FF2B5EF4-FFF2-40B4-BE49-F238E27FC236}">
                    <a16:creationId xmlns:a16="http://schemas.microsoft.com/office/drawing/2014/main" id="{F3D8239B-E01B-8D4C-8B1A-79D3EE3F0132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70" name="Freeform 169">
                  <a:extLst>
                    <a:ext uri="{FF2B5EF4-FFF2-40B4-BE49-F238E27FC236}">
                      <a16:creationId xmlns:a16="http://schemas.microsoft.com/office/drawing/2014/main" id="{FF83420E-44BC-194B-9ED3-FE9DB736B0ED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71" name="Freeform 170">
                  <a:extLst>
                    <a:ext uri="{FF2B5EF4-FFF2-40B4-BE49-F238E27FC236}">
                      <a16:creationId xmlns:a16="http://schemas.microsoft.com/office/drawing/2014/main" id="{0039DC68-C120-8442-8133-04DCB0276763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72" name="Freeform 171">
                  <a:extLst>
                    <a:ext uri="{FF2B5EF4-FFF2-40B4-BE49-F238E27FC236}">
                      <a16:creationId xmlns:a16="http://schemas.microsoft.com/office/drawing/2014/main" id="{86B0594D-D566-464E-84AD-60F69E34FE15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73" name="Freeform 172">
                  <a:extLst>
                    <a:ext uri="{FF2B5EF4-FFF2-40B4-BE49-F238E27FC236}">
                      <a16:creationId xmlns:a16="http://schemas.microsoft.com/office/drawing/2014/main" id="{96535EE5-5F15-9B47-9FA3-5462D1D6FF4A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139" name="Group 138">
              <a:extLst>
                <a:ext uri="{FF2B5EF4-FFF2-40B4-BE49-F238E27FC236}">
                  <a16:creationId xmlns:a16="http://schemas.microsoft.com/office/drawing/2014/main" id="{D1794D50-2655-4143-ACDC-7B9CFFD28EFB}"/>
                </a:ext>
              </a:extLst>
            </p:cNvPr>
            <p:cNvGrpSpPr/>
            <p:nvPr/>
          </p:nvGrpSpPr>
          <p:grpSpPr>
            <a:xfrm>
              <a:off x="7988218" y="4212069"/>
              <a:ext cx="753999" cy="373786"/>
              <a:chOff x="7493876" y="2774731"/>
              <a:chExt cx="1481958" cy="894622"/>
            </a:xfrm>
          </p:grpSpPr>
          <p:sp>
            <p:nvSpPr>
              <p:cNvPr id="160" name="Freeform 159">
                <a:extLst>
                  <a:ext uri="{FF2B5EF4-FFF2-40B4-BE49-F238E27FC236}">
                    <a16:creationId xmlns:a16="http://schemas.microsoft.com/office/drawing/2014/main" id="{58FB7B2A-678F-9040-8CE2-202A5D74D9F1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61" name="Oval 160">
                <a:extLst>
                  <a:ext uri="{FF2B5EF4-FFF2-40B4-BE49-F238E27FC236}">
                    <a16:creationId xmlns:a16="http://schemas.microsoft.com/office/drawing/2014/main" id="{50925578-96EF-A045-933D-24AC50637F65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162" name="Group 161">
                <a:extLst>
                  <a:ext uri="{FF2B5EF4-FFF2-40B4-BE49-F238E27FC236}">
                    <a16:creationId xmlns:a16="http://schemas.microsoft.com/office/drawing/2014/main" id="{5ACC5AD1-9C97-D644-ACEC-58FCE6231EF7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63" name="Freeform 162">
                  <a:extLst>
                    <a:ext uri="{FF2B5EF4-FFF2-40B4-BE49-F238E27FC236}">
                      <a16:creationId xmlns:a16="http://schemas.microsoft.com/office/drawing/2014/main" id="{06F669DD-6374-054C-96DB-43D4F0CF15B5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64" name="Freeform 163">
                  <a:extLst>
                    <a:ext uri="{FF2B5EF4-FFF2-40B4-BE49-F238E27FC236}">
                      <a16:creationId xmlns:a16="http://schemas.microsoft.com/office/drawing/2014/main" id="{5D9C6DF2-C338-9544-B84B-DB02CBE1E8B1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65" name="Freeform 164">
                  <a:extLst>
                    <a:ext uri="{FF2B5EF4-FFF2-40B4-BE49-F238E27FC236}">
                      <a16:creationId xmlns:a16="http://schemas.microsoft.com/office/drawing/2014/main" id="{FCCD833C-4225-454C-A629-302312E6CED8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66" name="Freeform 165">
                  <a:extLst>
                    <a:ext uri="{FF2B5EF4-FFF2-40B4-BE49-F238E27FC236}">
                      <a16:creationId xmlns:a16="http://schemas.microsoft.com/office/drawing/2014/main" id="{2DE50C89-24A0-8B4D-92C5-C55DFA736F10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140" name="Group 139">
              <a:extLst>
                <a:ext uri="{FF2B5EF4-FFF2-40B4-BE49-F238E27FC236}">
                  <a16:creationId xmlns:a16="http://schemas.microsoft.com/office/drawing/2014/main" id="{3B48D140-AAB4-3A4F-B8B8-518AF7CF2C69}"/>
                </a:ext>
              </a:extLst>
            </p:cNvPr>
            <p:cNvGrpSpPr/>
            <p:nvPr/>
          </p:nvGrpSpPr>
          <p:grpSpPr>
            <a:xfrm>
              <a:off x="8971890" y="4738542"/>
              <a:ext cx="753999" cy="373786"/>
              <a:chOff x="7493876" y="2774731"/>
              <a:chExt cx="1481958" cy="894622"/>
            </a:xfrm>
          </p:grpSpPr>
          <p:sp>
            <p:nvSpPr>
              <p:cNvPr id="153" name="Freeform 152">
                <a:extLst>
                  <a:ext uri="{FF2B5EF4-FFF2-40B4-BE49-F238E27FC236}">
                    <a16:creationId xmlns:a16="http://schemas.microsoft.com/office/drawing/2014/main" id="{FE57807F-1447-D44F-B404-966015075C73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54" name="Oval 153">
                <a:extLst>
                  <a:ext uri="{FF2B5EF4-FFF2-40B4-BE49-F238E27FC236}">
                    <a16:creationId xmlns:a16="http://schemas.microsoft.com/office/drawing/2014/main" id="{43982EE3-3449-C044-BD0D-7EC81F99F665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155" name="Group 154">
                <a:extLst>
                  <a:ext uri="{FF2B5EF4-FFF2-40B4-BE49-F238E27FC236}">
                    <a16:creationId xmlns:a16="http://schemas.microsoft.com/office/drawing/2014/main" id="{F97DEDA5-BA9C-A943-A3C1-4F4B817EB4F4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56" name="Freeform 155">
                  <a:extLst>
                    <a:ext uri="{FF2B5EF4-FFF2-40B4-BE49-F238E27FC236}">
                      <a16:creationId xmlns:a16="http://schemas.microsoft.com/office/drawing/2014/main" id="{61EADF13-F44B-2B43-AE78-D55E11142727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57" name="Freeform 156">
                  <a:extLst>
                    <a:ext uri="{FF2B5EF4-FFF2-40B4-BE49-F238E27FC236}">
                      <a16:creationId xmlns:a16="http://schemas.microsoft.com/office/drawing/2014/main" id="{2E5C14A0-91A6-AA42-839B-AD29DA604A21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58" name="Freeform 157">
                  <a:extLst>
                    <a:ext uri="{FF2B5EF4-FFF2-40B4-BE49-F238E27FC236}">
                      <a16:creationId xmlns:a16="http://schemas.microsoft.com/office/drawing/2014/main" id="{F1AF5CF0-5119-584D-81B5-A48CA73C5E14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59" name="Freeform 158">
                  <a:extLst>
                    <a:ext uri="{FF2B5EF4-FFF2-40B4-BE49-F238E27FC236}">
                      <a16:creationId xmlns:a16="http://schemas.microsoft.com/office/drawing/2014/main" id="{D38DA429-3201-3D46-B754-F37B6FE97457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141" name="Group 140">
              <a:extLst>
                <a:ext uri="{FF2B5EF4-FFF2-40B4-BE49-F238E27FC236}">
                  <a16:creationId xmlns:a16="http://schemas.microsoft.com/office/drawing/2014/main" id="{5021D291-26C6-AF49-86BA-158481992C2F}"/>
                </a:ext>
              </a:extLst>
            </p:cNvPr>
            <p:cNvGrpSpPr/>
            <p:nvPr/>
          </p:nvGrpSpPr>
          <p:grpSpPr>
            <a:xfrm>
              <a:off x="8736362" y="3768724"/>
              <a:ext cx="753999" cy="373786"/>
              <a:chOff x="7493876" y="2774731"/>
              <a:chExt cx="1481958" cy="894622"/>
            </a:xfrm>
          </p:grpSpPr>
          <p:sp>
            <p:nvSpPr>
              <p:cNvPr id="146" name="Freeform 145">
                <a:extLst>
                  <a:ext uri="{FF2B5EF4-FFF2-40B4-BE49-F238E27FC236}">
                    <a16:creationId xmlns:a16="http://schemas.microsoft.com/office/drawing/2014/main" id="{E5938199-49B6-0D4A-B490-7D3711D704B0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47" name="Oval 146">
                <a:extLst>
                  <a:ext uri="{FF2B5EF4-FFF2-40B4-BE49-F238E27FC236}">
                    <a16:creationId xmlns:a16="http://schemas.microsoft.com/office/drawing/2014/main" id="{21D43069-C751-2543-86B4-57B2E71B3BF3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148" name="Group 147">
                <a:extLst>
                  <a:ext uri="{FF2B5EF4-FFF2-40B4-BE49-F238E27FC236}">
                    <a16:creationId xmlns:a16="http://schemas.microsoft.com/office/drawing/2014/main" id="{89012458-7BC8-5F41-B066-C6EEBE266705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49" name="Freeform 148">
                  <a:extLst>
                    <a:ext uri="{FF2B5EF4-FFF2-40B4-BE49-F238E27FC236}">
                      <a16:creationId xmlns:a16="http://schemas.microsoft.com/office/drawing/2014/main" id="{C8E0D58E-F804-C844-8DA3-3B4F45236E2C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50" name="Freeform 149">
                  <a:extLst>
                    <a:ext uri="{FF2B5EF4-FFF2-40B4-BE49-F238E27FC236}">
                      <a16:creationId xmlns:a16="http://schemas.microsoft.com/office/drawing/2014/main" id="{B4B68733-8B68-FC45-B05B-1D541028D8FF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51" name="Freeform 150">
                  <a:extLst>
                    <a:ext uri="{FF2B5EF4-FFF2-40B4-BE49-F238E27FC236}">
                      <a16:creationId xmlns:a16="http://schemas.microsoft.com/office/drawing/2014/main" id="{8592BC0A-4A10-094F-A09B-B3161A165614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52" name="Freeform 151">
                  <a:extLst>
                    <a:ext uri="{FF2B5EF4-FFF2-40B4-BE49-F238E27FC236}">
                      <a16:creationId xmlns:a16="http://schemas.microsoft.com/office/drawing/2014/main" id="{91BE8D3E-3653-6444-98C3-CB3C3D3F6ABA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sp>
          <p:nvSpPr>
            <p:cNvPr id="142" name="Up-Down Arrow 141">
              <a:extLst>
                <a:ext uri="{FF2B5EF4-FFF2-40B4-BE49-F238E27FC236}">
                  <a16:creationId xmlns:a16="http://schemas.microsoft.com/office/drawing/2014/main" id="{7FF81446-291C-C947-8585-019F3F6E8813}"/>
                </a:ext>
              </a:extLst>
            </p:cNvPr>
            <p:cNvSpPr/>
            <p:nvPr/>
          </p:nvSpPr>
          <p:spPr>
            <a:xfrm rot="18842452">
              <a:off x="9773071" y="2749725"/>
              <a:ext cx="110632" cy="1621438"/>
            </a:xfrm>
            <a:prstGeom prst="upDownArrow">
              <a:avLst/>
            </a:prstGeom>
            <a:solidFill>
              <a:srgbClr val="CC0000">
                <a:alpha val="78000"/>
              </a:srgbClr>
            </a:solidFill>
            <a:ln>
              <a:noFill/>
            </a:ln>
          </p:spPr>
          <p:txBody>
            <a:bodyPr rtlCol="0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43" name="Up-Down Arrow 142">
              <a:extLst>
                <a:ext uri="{FF2B5EF4-FFF2-40B4-BE49-F238E27FC236}">
                  <a16:creationId xmlns:a16="http://schemas.microsoft.com/office/drawing/2014/main" id="{B95589CC-8F98-4C4F-8BA3-9B58BDC84044}"/>
                </a:ext>
              </a:extLst>
            </p:cNvPr>
            <p:cNvSpPr/>
            <p:nvPr/>
          </p:nvSpPr>
          <p:spPr>
            <a:xfrm rot="1544330">
              <a:off x="8498334" y="2913840"/>
              <a:ext cx="132567" cy="1340938"/>
            </a:xfrm>
            <a:prstGeom prst="upDownArrow">
              <a:avLst/>
            </a:prstGeom>
            <a:solidFill>
              <a:srgbClr val="CC0000">
                <a:alpha val="78000"/>
              </a:srgbClr>
            </a:solidFill>
            <a:ln>
              <a:noFill/>
            </a:ln>
          </p:spPr>
          <p:txBody>
            <a:bodyPr rtlCol="0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44" name="Up-Down Arrow 143">
              <a:extLst>
                <a:ext uri="{FF2B5EF4-FFF2-40B4-BE49-F238E27FC236}">
                  <a16:creationId xmlns:a16="http://schemas.microsoft.com/office/drawing/2014/main" id="{BE98B4E9-6553-B246-8910-F619C6ED59AE}"/>
                </a:ext>
              </a:extLst>
            </p:cNvPr>
            <p:cNvSpPr/>
            <p:nvPr/>
          </p:nvSpPr>
          <p:spPr>
            <a:xfrm>
              <a:off x="8891032" y="2979040"/>
              <a:ext cx="132567" cy="794393"/>
            </a:xfrm>
            <a:prstGeom prst="upDownArrow">
              <a:avLst/>
            </a:prstGeom>
            <a:solidFill>
              <a:srgbClr val="CC0000">
                <a:alpha val="78000"/>
              </a:srgbClr>
            </a:solidFill>
            <a:ln>
              <a:noFill/>
            </a:ln>
          </p:spPr>
          <p:txBody>
            <a:bodyPr rtlCol="0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45" name="Up-Down Arrow 144">
              <a:extLst>
                <a:ext uri="{FF2B5EF4-FFF2-40B4-BE49-F238E27FC236}">
                  <a16:creationId xmlns:a16="http://schemas.microsoft.com/office/drawing/2014/main" id="{A1AEE8AC-6840-3746-9F54-9B18D3E5C055}"/>
                </a:ext>
              </a:extLst>
            </p:cNvPr>
            <p:cNvSpPr/>
            <p:nvPr/>
          </p:nvSpPr>
          <p:spPr>
            <a:xfrm rot="21168731">
              <a:off x="9181573" y="2978458"/>
              <a:ext cx="132567" cy="1740801"/>
            </a:xfrm>
            <a:prstGeom prst="upDownArrow">
              <a:avLst/>
            </a:prstGeom>
            <a:solidFill>
              <a:srgbClr val="CC0000">
                <a:alpha val="78000"/>
              </a:srgbClr>
            </a:solidFill>
            <a:ln>
              <a:noFill/>
            </a:ln>
          </p:spPr>
          <p:txBody>
            <a:bodyPr rtlCol="0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412261595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med" p14:dur="700">
        <p:fade/>
      </p:transition>
    </mc:Choice>
    <mc:Fallback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4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24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24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24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7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247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7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4" dur="500"/>
                                        <p:tgtEl>
                                          <p:spTgt spid="247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7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9" dur="500"/>
                                        <p:tgtEl>
                                          <p:spTgt spid="247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7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500"/>
                                        <p:tgtEl>
                                          <p:spTgt spid="247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47" grpId="0" uiExpand="1" build="p"/>
    </p:bldLst>
  </p:timing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FECD85E7-B9DB-9043-B7EC-8C0919E801A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276457"/>
            <a:ext cx="10515600" cy="894622"/>
          </a:xfrm>
        </p:spPr>
        <p:txBody>
          <a:bodyPr>
            <a:normAutofit/>
          </a:bodyPr>
          <a:lstStyle/>
          <a:p>
            <a:r>
              <a:rPr lang="en-US" sz="4800" dirty="0"/>
              <a:t>OpenFlow: </a:t>
            </a:r>
            <a:r>
              <a:rPr lang="en-US" dirty="0"/>
              <a:t>controller-to-switch messages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8F71119-17C6-6045-B8FE-FECA68C801C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81</a:t>
            </a:fld>
            <a:endParaRPr lang="en-US" dirty="0"/>
          </a:p>
        </p:txBody>
      </p:sp>
      <p:sp>
        <p:nvSpPr>
          <p:cNvPr id="2" name="Rectangle 1">
            <a:extLst>
              <a:ext uri="{FF2B5EF4-FFF2-40B4-BE49-F238E27FC236}">
                <a16:creationId xmlns:a16="http://schemas.microsoft.com/office/drawing/2014/main" id="{CD610955-4D70-5844-AF3C-17FCA079A4DB}"/>
              </a:ext>
            </a:extLst>
          </p:cNvPr>
          <p:cNvSpPr/>
          <p:nvPr/>
        </p:nvSpPr>
        <p:spPr>
          <a:xfrm>
            <a:off x="918575" y="1523276"/>
            <a:ext cx="6058423" cy="4031873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sz="3200" dirty="0">
                <a:solidFill>
                  <a:srgbClr val="000090"/>
                </a:solidFill>
              </a:rPr>
              <a:t>Key controller-to-switch messages</a:t>
            </a:r>
          </a:p>
          <a:p>
            <a:pPr marL="342900" indent="-280988">
              <a:buClr>
                <a:srgbClr val="0000A8"/>
              </a:buClr>
              <a:buFont typeface="Wingdings" pitchFamily="2" charset="2"/>
              <a:buChar char="§"/>
            </a:pPr>
            <a:r>
              <a:rPr lang="en-US" sz="2800" i="1" dirty="0">
                <a:solidFill>
                  <a:srgbClr val="CC0000"/>
                </a:solidFill>
              </a:rPr>
              <a:t>features: </a:t>
            </a:r>
            <a:r>
              <a:rPr lang="en-US" sz="2800" dirty="0"/>
              <a:t>controller queries switch features, switch replies</a:t>
            </a:r>
          </a:p>
          <a:p>
            <a:pPr marL="342900" indent="-280988">
              <a:buClr>
                <a:srgbClr val="0000A8"/>
              </a:buClr>
              <a:buFont typeface="Wingdings" pitchFamily="2" charset="2"/>
              <a:buChar char="§"/>
            </a:pPr>
            <a:r>
              <a:rPr lang="en-US" sz="2800" i="1" dirty="0">
                <a:solidFill>
                  <a:srgbClr val="CC0000"/>
                </a:solidFill>
              </a:rPr>
              <a:t>configure: </a:t>
            </a:r>
            <a:r>
              <a:rPr lang="en-US" sz="2800" dirty="0"/>
              <a:t>controller queries/sets switch configuration parameters</a:t>
            </a:r>
          </a:p>
          <a:p>
            <a:pPr marL="342900" indent="-280988">
              <a:buClr>
                <a:srgbClr val="0000A8"/>
              </a:buClr>
              <a:buFont typeface="Wingdings" pitchFamily="2" charset="2"/>
              <a:buChar char="§"/>
            </a:pPr>
            <a:r>
              <a:rPr lang="en-US" sz="2800" i="1" dirty="0">
                <a:solidFill>
                  <a:srgbClr val="CC0000"/>
                </a:solidFill>
              </a:rPr>
              <a:t>modify-state: </a:t>
            </a:r>
            <a:r>
              <a:rPr lang="en-US" sz="2800" dirty="0"/>
              <a:t>add, delete, modify flow entries in the OpenFlow tables</a:t>
            </a:r>
          </a:p>
          <a:p>
            <a:pPr marL="342900" indent="-280988">
              <a:buClr>
                <a:srgbClr val="0000A8"/>
              </a:buClr>
              <a:buFont typeface="Wingdings" pitchFamily="2" charset="2"/>
              <a:buChar char="§"/>
            </a:pPr>
            <a:r>
              <a:rPr lang="en-US" sz="2800" i="1" dirty="0">
                <a:solidFill>
                  <a:srgbClr val="CC0000"/>
                </a:solidFill>
              </a:rPr>
              <a:t>packet-out: </a:t>
            </a:r>
            <a:r>
              <a:rPr lang="en-US" sz="2800" dirty="0"/>
              <a:t>controller can send this packet out of specific switch port</a:t>
            </a:r>
          </a:p>
        </p:txBody>
      </p:sp>
      <p:grpSp>
        <p:nvGrpSpPr>
          <p:cNvPr id="178" name="Group 177">
            <a:extLst>
              <a:ext uri="{FF2B5EF4-FFF2-40B4-BE49-F238E27FC236}">
                <a16:creationId xmlns:a16="http://schemas.microsoft.com/office/drawing/2014/main" id="{0113BED9-58BA-0E4C-982E-AE0EDD7B0E96}"/>
              </a:ext>
            </a:extLst>
          </p:cNvPr>
          <p:cNvGrpSpPr/>
          <p:nvPr/>
        </p:nvGrpSpPr>
        <p:grpSpPr>
          <a:xfrm>
            <a:off x="7839227" y="1446146"/>
            <a:ext cx="3616623" cy="3732173"/>
            <a:chOff x="7686822" y="1446146"/>
            <a:chExt cx="3616623" cy="3732173"/>
          </a:xfrm>
        </p:grpSpPr>
        <p:grpSp>
          <p:nvGrpSpPr>
            <p:cNvPr id="179" name="Group 950">
              <a:extLst>
                <a:ext uri="{FF2B5EF4-FFF2-40B4-BE49-F238E27FC236}">
                  <a16:creationId xmlns:a16="http://schemas.microsoft.com/office/drawing/2014/main" id="{C87BE356-E809-EF48-A80D-4A417DAFE45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811490" y="2119745"/>
              <a:ext cx="440889" cy="845230"/>
              <a:chOff x="4140" y="429"/>
              <a:chExt cx="1425" cy="2396"/>
            </a:xfrm>
          </p:grpSpPr>
          <p:sp>
            <p:nvSpPr>
              <p:cNvPr id="224" name="Freeform 951">
                <a:extLst>
                  <a:ext uri="{FF2B5EF4-FFF2-40B4-BE49-F238E27FC236}">
                    <a16:creationId xmlns:a16="http://schemas.microsoft.com/office/drawing/2014/main" id="{8B755082-0279-7A40-9C72-674AB2F7D5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6 w 354"/>
                  <a:gd name="T1" fmla="*/ 0 h 2742"/>
                  <a:gd name="T2" fmla="*/ 30 w 354"/>
                  <a:gd name="T3" fmla="*/ 46 h 2742"/>
                  <a:gd name="T4" fmla="*/ 30 w 354"/>
                  <a:gd name="T5" fmla="*/ 354 h 2742"/>
                  <a:gd name="T6" fmla="*/ 0 w 354"/>
                  <a:gd name="T7" fmla="*/ 371 h 2742"/>
                  <a:gd name="T8" fmla="*/ 6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25" name="Rectangle 952">
                <a:extLst>
                  <a:ext uri="{FF2B5EF4-FFF2-40B4-BE49-F238E27FC236}">
                    <a16:creationId xmlns:a16="http://schemas.microsoft.com/office/drawing/2014/main" id="{06E02BA7-5429-0541-8F8D-A4483DC7BE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429"/>
                <a:ext cx="1046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26" name="Freeform 953">
                <a:extLst>
                  <a:ext uri="{FF2B5EF4-FFF2-40B4-BE49-F238E27FC236}">
                    <a16:creationId xmlns:a16="http://schemas.microsoft.com/office/drawing/2014/main" id="{B5F45512-74FD-D844-85E9-BD3B03BACE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18 w 211"/>
                  <a:gd name="T3" fmla="*/ 30 h 2537"/>
                  <a:gd name="T4" fmla="*/ 2 w 211"/>
                  <a:gd name="T5" fmla="*/ 338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27" name="Freeform 954">
                <a:extLst>
                  <a:ext uri="{FF2B5EF4-FFF2-40B4-BE49-F238E27FC236}">
                    <a16:creationId xmlns:a16="http://schemas.microsoft.com/office/drawing/2014/main" id="{D8C02203-D9C6-F34B-AC03-3C858C0800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29 w 328"/>
                  <a:gd name="T3" fmla="*/ 18 h 226"/>
                  <a:gd name="T4" fmla="*/ 29 w 328"/>
                  <a:gd name="T5" fmla="*/ 32 h 226"/>
                  <a:gd name="T6" fmla="*/ 0 w 328"/>
                  <a:gd name="T7" fmla="*/ 13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28" name="Rectangle 955">
                <a:extLst>
                  <a:ext uri="{FF2B5EF4-FFF2-40B4-BE49-F238E27FC236}">
                    <a16:creationId xmlns:a16="http://schemas.microsoft.com/office/drawing/2014/main" id="{6F5DF8ED-356A-1F48-89F6-988C453DD7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229" name="Group 956">
                <a:extLst>
                  <a:ext uri="{FF2B5EF4-FFF2-40B4-BE49-F238E27FC236}">
                    <a16:creationId xmlns:a16="http://schemas.microsoft.com/office/drawing/2014/main" id="{5692F48A-AD68-9C40-A365-9BA8519139D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254" name="AutoShape 957">
                  <a:extLst>
                    <a:ext uri="{FF2B5EF4-FFF2-40B4-BE49-F238E27FC236}">
                      <a16:creationId xmlns:a16="http://schemas.microsoft.com/office/drawing/2014/main" id="{02BFDCD0-FDDC-2947-BDE5-8CD4058533F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1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55" name="AutoShape 958">
                  <a:extLst>
                    <a:ext uri="{FF2B5EF4-FFF2-40B4-BE49-F238E27FC236}">
                      <a16:creationId xmlns:a16="http://schemas.microsoft.com/office/drawing/2014/main" id="{5B2B27AD-5761-7540-842C-82291E43BE1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1"/>
                  <a:ext cx="696" cy="11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230" name="Rectangle 959">
                <a:extLst>
                  <a:ext uri="{FF2B5EF4-FFF2-40B4-BE49-F238E27FC236}">
                    <a16:creationId xmlns:a16="http://schemas.microsoft.com/office/drawing/2014/main" id="{76391211-601A-8C4A-A897-DFF32EBDF6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022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231" name="Group 960">
                <a:extLst>
                  <a:ext uri="{FF2B5EF4-FFF2-40B4-BE49-F238E27FC236}">
                    <a16:creationId xmlns:a16="http://schemas.microsoft.com/office/drawing/2014/main" id="{4A898D0A-BA19-C241-A002-318AA4A734B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252" name="AutoShape 961">
                  <a:extLst>
                    <a:ext uri="{FF2B5EF4-FFF2-40B4-BE49-F238E27FC236}">
                      <a16:creationId xmlns:a16="http://schemas.microsoft.com/office/drawing/2014/main" id="{DEC50F88-815B-C24E-A746-BF72E29A4B4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4"/>
                  <a:ext cx="721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53" name="AutoShape 962">
                  <a:extLst>
                    <a:ext uri="{FF2B5EF4-FFF2-40B4-BE49-F238E27FC236}">
                      <a16:creationId xmlns:a16="http://schemas.microsoft.com/office/drawing/2014/main" id="{5671BDCF-839B-8F47-8971-DA91198ACE8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8" y="2581"/>
                  <a:ext cx="696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232" name="Rectangle 963">
                <a:extLst>
                  <a:ext uri="{FF2B5EF4-FFF2-40B4-BE49-F238E27FC236}">
                    <a16:creationId xmlns:a16="http://schemas.microsoft.com/office/drawing/2014/main" id="{B5952670-8B35-7A47-8424-CACDB8CA43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354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33" name="Rectangle 964">
                <a:extLst>
                  <a:ext uri="{FF2B5EF4-FFF2-40B4-BE49-F238E27FC236}">
                    <a16:creationId xmlns:a16="http://schemas.microsoft.com/office/drawing/2014/main" id="{4422A870-3BD1-D34E-8CDA-00C00B708A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5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234" name="Group 965">
                <a:extLst>
                  <a:ext uri="{FF2B5EF4-FFF2-40B4-BE49-F238E27FC236}">
                    <a16:creationId xmlns:a16="http://schemas.microsoft.com/office/drawing/2014/main" id="{7BD4432F-75CD-5A4E-8DAB-BC0C4367758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250" name="AutoShape 966">
                  <a:extLst>
                    <a:ext uri="{FF2B5EF4-FFF2-40B4-BE49-F238E27FC236}">
                      <a16:creationId xmlns:a16="http://schemas.microsoft.com/office/drawing/2014/main" id="{C4C30E79-C938-2042-9CE7-B4778F899E3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8" y="2586"/>
                  <a:ext cx="720" cy="124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51" name="AutoShape 967">
                  <a:extLst>
                    <a:ext uri="{FF2B5EF4-FFF2-40B4-BE49-F238E27FC236}">
                      <a16:creationId xmlns:a16="http://schemas.microsoft.com/office/drawing/2014/main" id="{DC3F7F0B-6562-E448-8B3E-D4FEFDCED37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6"/>
                  <a:ext cx="695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235" name="Freeform 968">
                <a:extLst>
                  <a:ext uri="{FF2B5EF4-FFF2-40B4-BE49-F238E27FC236}">
                    <a16:creationId xmlns:a16="http://schemas.microsoft.com/office/drawing/2014/main" id="{E28409B3-F332-2440-A29A-38392FADE5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29 w 328"/>
                  <a:gd name="T3" fmla="*/ 17 h 226"/>
                  <a:gd name="T4" fmla="*/ 29 w 328"/>
                  <a:gd name="T5" fmla="*/ 30 h 226"/>
                  <a:gd name="T6" fmla="*/ 0 w 328"/>
                  <a:gd name="T7" fmla="*/ 12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236" name="Group 969">
                <a:extLst>
                  <a:ext uri="{FF2B5EF4-FFF2-40B4-BE49-F238E27FC236}">
                    <a16:creationId xmlns:a16="http://schemas.microsoft.com/office/drawing/2014/main" id="{1FF28CE3-79C0-BE4F-853E-9C567B0F5A7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248" name="AutoShape 970">
                  <a:extLst>
                    <a:ext uri="{FF2B5EF4-FFF2-40B4-BE49-F238E27FC236}">
                      <a16:creationId xmlns:a16="http://schemas.microsoft.com/office/drawing/2014/main" id="{3AAB8674-EC1E-BE4D-8DB2-C08A9FA50AD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71"/>
                  <a:ext cx="732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49" name="AutoShape 971">
                  <a:extLst>
                    <a:ext uri="{FF2B5EF4-FFF2-40B4-BE49-F238E27FC236}">
                      <a16:creationId xmlns:a16="http://schemas.microsoft.com/office/drawing/2014/main" id="{A28B1EC1-8CC0-1744-813E-EA7223658EF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7"/>
                  <a:ext cx="720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237" name="Rectangle 972">
                <a:extLst>
                  <a:ext uri="{FF2B5EF4-FFF2-40B4-BE49-F238E27FC236}">
                    <a16:creationId xmlns:a16="http://schemas.microsoft.com/office/drawing/2014/main" id="{08FF9A56-98A2-4547-99BE-094F811ABF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6" y="429"/>
                <a:ext cx="70" cy="228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38" name="Freeform 973">
                <a:extLst>
                  <a:ext uri="{FF2B5EF4-FFF2-40B4-BE49-F238E27FC236}">
                    <a16:creationId xmlns:a16="http://schemas.microsoft.com/office/drawing/2014/main" id="{7E8CEB32-B8AA-CB4E-85C5-D96A7437C0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26 w 296"/>
                  <a:gd name="T3" fmla="*/ 18 h 256"/>
                  <a:gd name="T4" fmla="*/ 26 w 296"/>
                  <a:gd name="T5" fmla="*/ 34 h 256"/>
                  <a:gd name="T6" fmla="*/ 0 w 296"/>
                  <a:gd name="T7" fmla="*/ 12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39" name="Freeform 974">
                <a:extLst>
                  <a:ext uri="{FF2B5EF4-FFF2-40B4-BE49-F238E27FC236}">
                    <a16:creationId xmlns:a16="http://schemas.microsoft.com/office/drawing/2014/main" id="{63DD5A39-8435-7A4D-BE8A-4626DB36CA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27 w 304"/>
                  <a:gd name="T3" fmla="*/ 23 h 288"/>
                  <a:gd name="T4" fmla="*/ 25 w 304"/>
                  <a:gd name="T5" fmla="*/ 39 h 288"/>
                  <a:gd name="T6" fmla="*/ 2 w 304"/>
                  <a:gd name="T7" fmla="*/ 17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40" name="Oval 975">
                <a:extLst>
                  <a:ext uri="{FF2B5EF4-FFF2-40B4-BE49-F238E27FC236}">
                    <a16:creationId xmlns:a16="http://schemas.microsoft.com/office/drawing/2014/main" id="{2F96D7D3-E797-7D4A-930E-A888E52C67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5" y="2611"/>
                <a:ext cx="50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41" name="Freeform 976">
                <a:extLst>
                  <a:ext uri="{FF2B5EF4-FFF2-40B4-BE49-F238E27FC236}">
                    <a16:creationId xmlns:a16="http://schemas.microsoft.com/office/drawing/2014/main" id="{0AC0D9D6-FAB0-2149-AB34-1A7502AFDA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15 h 240"/>
                  <a:gd name="T2" fmla="*/ 2 w 306"/>
                  <a:gd name="T3" fmla="*/ 33 h 240"/>
                  <a:gd name="T4" fmla="*/ 27 w 306"/>
                  <a:gd name="T5" fmla="*/ 15 h 240"/>
                  <a:gd name="T6" fmla="*/ 26 w 306"/>
                  <a:gd name="T7" fmla="*/ 0 h 240"/>
                  <a:gd name="T8" fmla="*/ 0 w 306"/>
                  <a:gd name="T9" fmla="*/ 15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42" name="AutoShape 977">
                <a:extLst>
                  <a:ext uri="{FF2B5EF4-FFF2-40B4-BE49-F238E27FC236}">
                    <a16:creationId xmlns:a16="http://schemas.microsoft.com/office/drawing/2014/main" id="{2BB3F677-6C0A-9244-B2D3-C6578659C6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196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43" name="AutoShape 978">
                <a:extLst>
                  <a:ext uri="{FF2B5EF4-FFF2-40B4-BE49-F238E27FC236}">
                    <a16:creationId xmlns:a16="http://schemas.microsoft.com/office/drawing/2014/main" id="{9B575564-0643-C840-BEC1-EA0A874905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2714"/>
                <a:ext cx="1066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00"/>
                  </a:gs>
                  <a:gs pos="100000">
                    <a:srgbClr val="808080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44" name="Oval 979">
                <a:extLst>
                  <a:ext uri="{FF2B5EF4-FFF2-40B4-BE49-F238E27FC236}">
                    <a16:creationId xmlns:a16="http://schemas.microsoft.com/office/drawing/2014/main" id="{42DAB0D6-0E47-E246-A457-039BA6634E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9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45" name="Oval 980">
                <a:extLst>
                  <a:ext uri="{FF2B5EF4-FFF2-40B4-BE49-F238E27FC236}">
                    <a16:creationId xmlns:a16="http://schemas.microsoft.com/office/drawing/2014/main" id="{26D69774-403D-214E-BF62-A85CBE6513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9" y="2382"/>
                <a:ext cx="159" cy="142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46" name="Oval 981">
                <a:extLst>
                  <a:ext uri="{FF2B5EF4-FFF2-40B4-BE49-F238E27FC236}">
                    <a16:creationId xmlns:a16="http://schemas.microsoft.com/office/drawing/2014/main" id="{26DC7522-3EF5-7241-AF1E-E415C56DDD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8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47" name="Rectangle 982">
                <a:extLst>
                  <a:ext uri="{FF2B5EF4-FFF2-40B4-BE49-F238E27FC236}">
                    <a16:creationId xmlns:a16="http://schemas.microsoft.com/office/drawing/2014/main" id="{8DEF73AD-782C-4544-88F5-4A758E6606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7" y="1837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pic>
          <p:nvPicPr>
            <p:cNvPr id="180" name="Picture 4">
              <a:extLst>
                <a:ext uri="{FF2B5EF4-FFF2-40B4-BE49-F238E27FC236}">
                  <a16:creationId xmlns:a16="http://schemas.microsoft.com/office/drawing/2014/main" id="{C1C7DF53-B6EC-4E47-9C75-9D5334D96A5F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291361" y="2246085"/>
              <a:ext cx="1629624" cy="43137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81" name="TextBox 180">
              <a:extLst>
                <a:ext uri="{FF2B5EF4-FFF2-40B4-BE49-F238E27FC236}">
                  <a16:creationId xmlns:a16="http://schemas.microsoft.com/office/drawing/2014/main" id="{9B6AB8F7-2F1B-B247-9F4F-49854BA9BB07}"/>
                </a:ext>
              </a:extLst>
            </p:cNvPr>
            <p:cNvSpPr txBox="1"/>
            <p:nvPr/>
          </p:nvSpPr>
          <p:spPr>
            <a:xfrm>
              <a:off x="7757772" y="1446146"/>
              <a:ext cx="3222357" cy="52322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A8"/>
                  </a:solidFill>
                  <a:effectLst/>
                  <a:uLnTx/>
                  <a:uFillTx/>
                  <a:ea typeface="ＭＳ Ｐゴシック" charset="0"/>
                </a:rPr>
                <a:t>OpenFlow Controller</a:t>
              </a:r>
            </a:p>
          </p:txBody>
        </p:sp>
        <p:sp>
          <p:nvSpPr>
            <p:cNvPr id="182" name="Freeform 3">
              <a:extLst>
                <a:ext uri="{FF2B5EF4-FFF2-40B4-BE49-F238E27FC236}">
                  <a16:creationId xmlns:a16="http://schemas.microsoft.com/office/drawing/2014/main" id="{C2351F8B-C157-A844-9FBF-33F526E5C07B}"/>
                </a:ext>
              </a:extLst>
            </p:cNvPr>
            <p:cNvSpPr>
              <a:spLocks/>
            </p:cNvSpPr>
            <p:nvPr/>
          </p:nvSpPr>
          <p:spPr bwMode="auto">
            <a:xfrm>
              <a:off x="7686822" y="3573747"/>
              <a:ext cx="3616623" cy="1604572"/>
            </a:xfrm>
            <a:custGeom>
              <a:avLst/>
              <a:gdLst>
                <a:gd name="T0" fmla="*/ 0 w 2250"/>
                <a:gd name="T1" fmla="*/ 624 h 1409"/>
                <a:gd name="T2" fmla="*/ 219 w 2250"/>
                <a:gd name="T3" fmla="*/ 321 h 1409"/>
                <a:gd name="T4" fmla="*/ 529 w 2250"/>
                <a:gd name="T5" fmla="*/ 35 h 1409"/>
                <a:gd name="T6" fmla="*/ 1551 w 2250"/>
                <a:gd name="T7" fmla="*/ 111 h 1409"/>
                <a:gd name="T8" fmla="*/ 1968 w 2250"/>
                <a:gd name="T9" fmla="*/ 483 h 1409"/>
                <a:gd name="T10" fmla="*/ 2199 w 2250"/>
                <a:gd name="T11" fmla="*/ 906 h 1409"/>
                <a:gd name="T12" fmla="*/ 1659 w 2250"/>
                <a:gd name="T13" fmla="*/ 1314 h 1409"/>
                <a:gd name="T14" fmla="*/ 993 w 2250"/>
                <a:gd name="T15" fmla="*/ 1386 h 1409"/>
                <a:gd name="T16" fmla="*/ 465 w 2250"/>
                <a:gd name="T17" fmla="*/ 1356 h 1409"/>
                <a:gd name="T18" fmla="*/ 102 w 2250"/>
                <a:gd name="T19" fmla="*/ 1068 h 1409"/>
                <a:gd name="T20" fmla="*/ 0 w 2250"/>
                <a:gd name="T21" fmla="*/ 624 h 140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2250"/>
                <a:gd name="T34" fmla="*/ 0 h 1409"/>
                <a:gd name="T35" fmla="*/ 2250 w 2250"/>
                <a:gd name="T36" fmla="*/ 1409 h 1409"/>
                <a:gd name="connsiteX0" fmla="*/ 0 w 9831"/>
                <a:gd name="connsiteY0" fmla="*/ 4265 h 9728"/>
                <a:gd name="connsiteX1" fmla="*/ 973 w 9831"/>
                <a:gd name="connsiteY1" fmla="*/ 2114 h 9728"/>
                <a:gd name="connsiteX2" fmla="*/ 2351 w 9831"/>
                <a:gd name="connsiteY2" fmla="*/ 84 h 9728"/>
                <a:gd name="connsiteX3" fmla="*/ 6893 w 9831"/>
                <a:gd name="connsiteY3" fmla="*/ 624 h 9728"/>
                <a:gd name="connsiteX4" fmla="*/ 8909 w 9831"/>
                <a:gd name="connsiteY4" fmla="*/ 2780 h 9728"/>
                <a:gd name="connsiteX5" fmla="*/ 9773 w 9831"/>
                <a:gd name="connsiteY5" fmla="*/ 6266 h 9728"/>
                <a:gd name="connsiteX6" fmla="*/ 7373 w 9831"/>
                <a:gd name="connsiteY6" fmla="*/ 9162 h 9728"/>
                <a:gd name="connsiteX7" fmla="*/ 4413 w 9831"/>
                <a:gd name="connsiteY7" fmla="*/ 9673 h 9728"/>
                <a:gd name="connsiteX8" fmla="*/ 2067 w 9831"/>
                <a:gd name="connsiteY8" fmla="*/ 9460 h 9728"/>
                <a:gd name="connsiteX9" fmla="*/ 453 w 9831"/>
                <a:gd name="connsiteY9" fmla="*/ 7416 h 9728"/>
                <a:gd name="connsiteX10" fmla="*/ 0 w 9831"/>
                <a:gd name="connsiteY10" fmla="*/ 4265 h 9728"/>
                <a:gd name="connsiteX0" fmla="*/ 0 w 10003"/>
                <a:gd name="connsiteY0" fmla="*/ 4299 h 9915"/>
                <a:gd name="connsiteX1" fmla="*/ 990 w 10003"/>
                <a:gd name="connsiteY1" fmla="*/ 2088 h 9915"/>
                <a:gd name="connsiteX2" fmla="*/ 2391 w 10003"/>
                <a:gd name="connsiteY2" fmla="*/ 1 h 9915"/>
                <a:gd name="connsiteX3" fmla="*/ 6715 w 10003"/>
                <a:gd name="connsiteY3" fmla="*/ 1965 h 9915"/>
                <a:gd name="connsiteX4" fmla="*/ 9062 w 10003"/>
                <a:gd name="connsiteY4" fmla="*/ 2773 h 9915"/>
                <a:gd name="connsiteX5" fmla="*/ 9941 w 10003"/>
                <a:gd name="connsiteY5" fmla="*/ 6356 h 9915"/>
                <a:gd name="connsiteX6" fmla="*/ 7500 w 10003"/>
                <a:gd name="connsiteY6" fmla="*/ 9333 h 9915"/>
                <a:gd name="connsiteX7" fmla="*/ 4489 w 10003"/>
                <a:gd name="connsiteY7" fmla="*/ 9858 h 9915"/>
                <a:gd name="connsiteX8" fmla="*/ 2103 w 10003"/>
                <a:gd name="connsiteY8" fmla="*/ 9640 h 9915"/>
                <a:gd name="connsiteX9" fmla="*/ 461 w 10003"/>
                <a:gd name="connsiteY9" fmla="*/ 7538 h 9915"/>
                <a:gd name="connsiteX10" fmla="*/ 0 w 10003"/>
                <a:gd name="connsiteY10" fmla="*/ 4299 h 9915"/>
                <a:gd name="connsiteX0" fmla="*/ 0 w 10000"/>
                <a:gd name="connsiteY0" fmla="*/ 4336 h 10000"/>
                <a:gd name="connsiteX1" fmla="*/ 990 w 10000"/>
                <a:gd name="connsiteY1" fmla="*/ 2106 h 10000"/>
                <a:gd name="connsiteX2" fmla="*/ 2390 w 10000"/>
                <a:gd name="connsiteY2" fmla="*/ 1 h 10000"/>
                <a:gd name="connsiteX3" fmla="*/ 6713 w 10000"/>
                <a:gd name="connsiteY3" fmla="*/ 1982 h 10000"/>
                <a:gd name="connsiteX4" fmla="*/ 9059 w 10000"/>
                <a:gd name="connsiteY4" fmla="*/ 2797 h 10000"/>
                <a:gd name="connsiteX5" fmla="*/ 9938 w 10000"/>
                <a:gd name="connsiteY5" fmla="*/ 6410 h 10000"/>
                <a:gd name="connsiteX6" fmla="*/ 7498 w 10000"/>
                <a:gd name="connsiteY6" fmla="*/ 9413 h 10000"/>
                <a:gd name="connsiteX7" fmla="*/ 4488 w 10000"/>
                <a:gd name="connsiteY7" fmla="*/ 9943 h 10000"/>
                <a:gd name="connsiteX8" fmla="*/ 2102 w 10000"/>
                <a:gd name="connsiteY8" fmla="*/ 9723 h 10000"/>
                <a:gd name="connsiteX9" fmla="*/ 461 w 10000"/>
                <a:gd name="connsiteY9" fmla="*/ 7603 h 10000"/>
                <a:gd name="connsiteX10" fmla="*/ 0 w 10000"/>
                <a:gd name="connsiteY10" fmla="*/ 4336 h 10000"/>
                <a:gd name="connsiteX0" fmla="*/ 0 w 10000"/>
                <a:gd name="connsiteY0" fmla="*/ 4336 h 10000"/>
                <a:gd name="connsiteX1" fmla="*/ 990 w 10000"/>
                <a:gd name="connsiteY1" fmla="*/ 2106 h 10000"/>
                <a:gd name="connsiteX2" fmla="*/ 2390 w 10000"/>
                <a:gd name="connsiteY2" fmla="*/ 1 h 10000"/>
                <a:gd name="connsiteX3" fmla="*/ 6713 w 10000"/>
                <a:gd name="connsiteY3" fmla="*/ 1982 h 10000"/>
                <a:gd name="connsiteX4" fmla="*/ 9059 w 10000"/>
                <a:gd name="connsiteY4" fmla="*/ 2797 h 10000"/>
                <a:gd name="connsiteX5" fmla="*/ 9938 w 10000"/>
                <a:gd name="connsiteY5" fmla="*/ 6410 h 10000"/>
                <a:gd name="connsiteX6" fmla="*/ 7498 w 10000"/>
                <a:gd name="connsiteY6" fmla="*/ 9413 h 10000"/>
                <a:gd name="connsiteX7" fmla="*/ 4488 w 10000"/>
                <a:gd name="connsiteY7" fmla="*/ 9943 h 10000"/>
                <a:gd name="connsiteX8" fmla="*/ 2102 w 10000"/>
                <a:gd name="connsiteY8" fmla="*/ 9723 h 10000"/>
                <a:gd name="connsiteX9" fmla="*/ 461 w 10000"/>
                <a:gd name="connsiteY9" fmla="*/ 7603 h 10000"/>
                <a:gd name="connsiteX10" fmla="*/ 0 w 10000"/>
                <a:gd name="connsiteY10" fmla="*/ 4336 h 10000"/>
                <a:gd name="connsiteX0" fmla="*/ 0 w 10000"/>
                <a:gd name="connsiteY0" fmla="*/ 4002 h 9666"/>
                <a:gd name="connsiteX1" fmla="*/ 990 w 10000"/>
                <a:gd name="connsiteY1" fmla="*/ 1772 h 9666"/>
                <a:gd name="connsiteX2" fmla="*/ 3804 w 10000"/>
                <a:gd name="connsiteY2" fmla="*/ 1 h 9666"/>
                <a:gd name="connsiteX3" fmla="*/ 6713 w 10000"/>
                <a:gd name="connsiteY3" fmla="*/ 1648 h 9666"/>
                <a:gd name="connsiteX4" fmla="*/ 9059 w 10000"/>
                <a:gd name="connsiteY4" fmla="*/ 2463 h 9666"/>
                <a:gd name="connsiteX5" fmla="*/ 9938 w 10000"/>
                <a:gd name="connsiteY5" fmla="*/ 6076 h 9666"/>
                <a:gd name="connsiteX6" fmla="*/ 7498 w 10000"/>
                <a:gd name="connsiteY6" fmla="*/ 9079 h 9666"/>
                <a:gd name="connsiteX7" fmla="*/ 4488 w 10000"/>
                <a:gd name="connsiteY7" fmla="*/ 9609 h 9666"/>
                <a:gd name="connsiteX8" fmla="*/ 2102 w 10000"/>
                <a:gd name="connsiteY8" fmla="*/ 9389 h 9666"/>
                <a:gd name="connsiteX9" fmla="*/ 461 w 10000"/>
                <a:gd name="connsiteY9" fmla="*/ 7269 h 9666"/>
                <a:gd name="connsiteX10" fmla="*/ 0 w 10000"/>
                <a:gd name="connsiteY10" fmla="*/ 4002 h 9666"/>
                <a:gd name="connsiteX0" fmla="*/ 103 w 9643"/>
                <a:gd name="connsiteY0" fmla="*/ 4486 h 10000"/>
                <a:gd name="connsiteX1" fmla="*/ 633 w 9643"/>
                <a:gd name="connsiteY1" fmla="*/ 1833 h 10000"/>
                <a:gd name="connsiteX2" fmla="*/ 3447 w 9643"/>
                <a:gd name="connsiteY2" fmla="*/ 1 h 10000"/>
                <a:gd name="connsiteX3" fmla="*/ 6356 w 9643"/>
                <a:gd name="connsiteY3" fmla="*/ 1705 h 10000"/>
                <a:gd name="connsiteX4" fmla="*/ 8702 w 9643"/>
                <a:gd name="connsiteY4" fmla="*/ 2548 h 10000"/>
                <a:gd name="connsiteX5" fmla="*/ 9581 w 9643"/>
                <a:gd name="connsiteY5" fmla="*/ 6286 h 10000"/>
                <a:gd name="connsiteX6" fmla="*/ 7141 w 9643"/>
                <a:gd name="connsiteY6" fmla="*/ 9393 h 10000"/>
                <a:gd name="connsiteX7" fmla="*/ 4131 w 9643"/>
                <a:gd name="connsiteY7" fmla="*/ 9941 h 10000"/>
                <a:gd name="connsiteX8" fmla="*/ 1745 w 9643"/>
                <a:gd name="connsiteY8" fmla="*/ 9713 h 10000"/>
                <a:gd name="connsiteX9" fmla="*/ 104 w 9643"/>
                <a:gd name="connsiteY9" fmla="*/ 7520 h 10000"/>
                <a:gd name="connsiteX10" fmla="*/ 103 w 9643"/>
                <a:gd name="connsiteY10" fmla="*/ 4486 h 10000"/>
                <a:gd name="connsiteX0" fmla="*/ 107 w 10000"/>
                <a:gd name="connsiteY0" fmla="*/ 4486 h 10000"/>
                <a:gd name="connsiteX1" fmla="*/ 1304 w 10000"/>
                <a:gd name="connsiteY1" fmla="*/ 2006 h 10000"/>
                <a:gd name="connsiteX2" fmla="*/ 3575 w 10000"/>
                <a:gd name="connsiteY2" fmla="*/ 1 h 10000"/>
                <a:gd name="connsiteX3" fmla="*/ 6591 w 10000"/>
                <a:gd name="connsiteY3" fmla="*/ 1705 h 10000"/>
                <a:gd name="connsiteX4" fmla="*/ 9024 w 10000"/>
                <a:gd name="connsiteY4" fmla="*/ 2548 h 10000"/>
                <a:gd name="connsiteX5" fmla="*/ 9936 w 10000"/>
                <a:gd name="connsiteY5" fmla="*/ 6286 h 10000"/>
                <a:gd name="connsiteX6" fmla="*/ 7405 w 10000"/>
                <a:gd name="connsiteY6" fmla="*/ 9393 h 10000"/>
                <a:gd name="connsiteX7" fmla="*/ 4284 w 10000"/>
                <a:gd name="connsiteY7" fmla="*/ 9941 h 10000"/>
                <a:gd name="connsiteX8" fmla="*/ 1810 w 10000"/>
                <a:gd name="connsiteY8" fmla="*/ 9713 h 10000"/>
                <a:gd name="connsiteX9" fmla="*/ 108 w 10000"/>
                <a:gd name="connsiteY9" fmla="*/ 7520 h 10000"/>
                <a:gd name="connsiteX10" fmla="*/ 107 w 10000"/>
                <a:gd name="connsiteY10" fmla="*/ 4486 h 10000"/>
                <a:gd name="connsiteX0" fmla="*/ 0 w 9893"/>
                <a:gd name="connsiteY0" fmla="*/ 4486 h 10000"/>
                <a:gd name="connsiteX1" fmla="*/ 1197 w 9893"/>
                <a:gd name="connsiteY1" fmla="*/ 2006 h 10000"/>
                <a:gd name="connsiteX2" fmla="*/ 3468 w 9893"/>
                <a:gd name="connsiteY2" fmla="*/ 1 h 10000"/>
                <a:gd name="connsiteX3" fmla="*/ 6484 w 9893"/>
                <a:gd name="connsiteY3" fmla="*/ 1705 h 10000"/>
                <a:gd name="connsiteX4" fmla="*/ 8917 w 9893"/>
                <a:gd name="connsiteY4" fmla="*/ 2548 h 10000"/>
                <a:gd name="connsiteX5" fmla="*/ 9829 w 9893"/>
                <a:gd name="connsiteY5" fmla="*/ 6286 h 10000"/>
                <a:gd name="connsiteX6" fmla="*/ 7298 w 9893"/>
                <a:gd name="connsiteY6" fmla="*/ 9393 h 10000"/>
                <a:gd name="connsiteX7" fmla="*/ 4177 w 9893"/>
                <a:gd name="connsiteY7" fmla="*/ 9941 h 10000"/>
                <a:gd name="connsiteX8" fmla="*/ 1703 w 9893"/>
                <a:gd name="connsiteY8" fmla="*/ 9713 h 10000"/>
                <a:gd name="connsiteX9" fmla="*/ 645 w 9893"/>
                <a:gd name="connsiteY9" fmla="*/ 7520 h 10000"/>
                <a:gd name="connsiteX10" fmla="*/ 0 w 9893"/>
                <a:gd name="connsiteY10" fmla="*/ 4486 h 10000"/>
                <a:gd name="connsiteX0" fmla="*/ 0 w 10000"/>
                <a:gd name="connsiteY0" fmla="*/ 4486 h 10041"/>
                <a:gd name="connsiteX1" fmla="*/ 1210 w 10000"/>
                <a:gd name="connsiteY1" fmla="*/ 2006 h 10041"/>
                <a:gd name="connsiteX2" fmla="*/ 3506 w 10000"/>
                <a:gd name="connsiteY2" fmla="*/ 1 h 10041"/>
                <a:gd name="connsiteX3" fmla="*/ 6554 w 10000"/>
                <a:gd name="connsiteY3" fmla="*/ 1705 h 10041"/>
                <a:gd name="connsiteX4" fmla="*/ 9013 w 10000"/>
                <a:gd name="connsiteY4" fmla="*/ 2548 h 10041"/>
                <a:gd name="connsiteX5" fmla="*/ 9935 w 10000"/>
                <a:gd name="connsiteY5" fmla="*/ 6286 h 10041"/>
                <a:gd name="connsiteX6" fmla="*/ 7377 w 10000"/>
                <a:gd name="connsiteY6" fmla="*/ 9393 h 10041"/>
                <a:gd name="connsiteX7" fmla="*/ 4222 w 10000"/>
                <a:gd name="connsiteY7" fmla="*/ 9941 h 10041"/>
                <a:gd name="connsiteX8" fmla="*/ 1951 w 10000"/>
                <a:gd name="connsiteY8" fmla="*/ 7983 h 10041"/>
                <a:gd name="connsiteX9" fmla="*/ 652 w 10000"/>
                <a:gd name="connsiteY9" fmla="*/ 7520 h 10041"/>
                <a:gd name="connsiteX10" fmla="*/ 0 w 10000"/>
                <a:gd name="connsiteY10" fmla="*/ 4486 h 10041"/>
                <a:gd name="connsiteX0" fmla="*/ 0 w 10000"/>
                <a:gd name="connsiteY0" fmla="*/ 4486 h 10041"/>
                <a:gd name="connsiteX1" fmla="*/ 1210 w 10000"/>
                <a:gd name="connsiteY1" fmla="*/ 2006 h 10041"/>
                <a:gd name="connsiteX2" fmla="*/ 3506 w 10000"/>
                <a:gd name="connsiteY2" fmla="*/ 1 h 10041"/>
                <a:gd name="connsiteX3" fmla="*/ 6554 w 10000"/>
                <a:gd name="connsiteY3" fmla="*/ 1705 h 10041"/>
                <a:gd name="connsiteX4" fmla="*/ 9013 w 10000"/>
                <a:gd name="connsiteY4" fmla="*/ 2548 h 10041"/>
                <a:gd name="connsiteX5" fmla="*/ 9935 w 10000"/>
                <a:gd name="connsiteY5" fmla="*/ 6286 h 10041"/>
                <a:gd name="connsiteX6" fmla="*/ 7377 w 10000"/>
                <a:gd name="connsiteY6" fmla="*/ 9393 h 10041"/>
                <a:gd name="connsiteX7" fmla="*/ 4222 w 10000"/>
                <a:gd name="connsiteY7" fmla="*/ 9941 h 10041"/>
                <a:gd name="connsiteX8" fmla="*/ 1951 w 10000"/>
                <a:gd name="connsiteY8" fmla="*/ 7983 h 10041"/>
                <a:gd name="connsiteX9" fmla="*/ 652 w 10000"/>
                <a:gd name="connsiteY9" fmla="*/ 7520 h 10041"/>
                <a:gd name="connsiteX10" fmla="*/ 0 w 10000"/>
                <a:gd name="connsiteY10" fmla="*/ 4486 h 10041"/>
                <a:gd name="connsiteX0" fmla="*/ 0 w 10000"/>
                <a:gd name="connsiteY0" fmla="*/ 4486 h 10041"/>
                <a:gd name="connsiteX1" fmla="*/ 1210 w 10000"/>
                <a:gd name="connsiteY1" fmla="*/ 2006 h 10041"/>
                <a:gd name="connsiteX2" fmla="*/ 3506 w 10000"/>
                <a:gd name="connsiteY2" fmla="*/ 1 h 10041"/>
                <a:gd name="connsiteX3" fmla="*/ 6554 w 10000"/>
                <a:gd name="connsiteY3" fmla="*/ 1705 h 10041"/>
                <a:gd name="connsiteX4" fmla="*/ 9013 w 10000"/>
                <a:gd name="connsiteY4" fmla="*/ 2548 h 10041"/>
                <a:gd name="connsiteX5" fmla="*/ 9935 w 10000"/>
                <a:gd name="connsiteY5" fmla="*/ 6286 h 10041"/>
                <a:gd name="connsiteX6" fmla="*/ 7377 w 10000"/>
                <a:gd name="connsiteY6" fmla="*/ 9393 h 10041"/>
                <a:gd name="connsiteX7" fmla="*/ 4222 w 10000"/>
                <a:gd name="connsiteY7" fmla="*/ 9941 h 10041"/>
                <a:gd name="connsiteX8" fmla="*/ 1951 w 10000"/>
                <a:gd name="connsiteY8" fmla="*/ 7983 h 10041"/>
                <a:gd name="connsiteX9" fmla="*/ 652 w 10000"/>
                <a:gd name="connsiteY9" fmla="*/ 7520 h 10041"/>
                <a:gd name="connsiteX10" fmla="*/ 0 w 10000"/>
                <a:gd name="connsiteY10" fmla="*/ 4486 h 10041"/>
                <a:gd name="connsiteX0" fmla="*/ 0 w 10000"/>
                <a:gd name="connsiteY0" fmla="*/ 4486 h 10041"/>
                <a:gd name="connsiteX1" fmla="*/ 1210 w 10000"/>
                <a:gd name="connsiteY1" fmla="*/ 2006 h 10041"/>
                <a:gd name="connsiteX2" fmla="*/ 3506 w 10000"/>
                <a:gd name="connsiteY2" fmla="*/ 1 h 10041"/>
                <a:gd name="connsiteX3" fmla="*/ 6554 w 10000"/>
                <a:gd name="connsiteY3" fmla="*/ 1705 h 10041"/>
                <a:gd name="connsiteX4" fmla="*/ 9013 w 10000"/>
                <a:gd name="connsiteY4" fmla="*/ 2548 h 10041"/>
                <a:gd name="connsiteX5" fmla="*/ 9935 w 10000"/>
                <a:gd name="connsiteY5" fmla="*/ 6286 h 10041"/>
                <a:gd name="connsiteX6" fmla="*/ 7377 w 10000"/>
                <a:gd name="connsiteY6" fmla="*/ 9393 h 10041"/>
                <a:gd name="connsiteX7" fmla="*/ 4222 w 10000"/>
                <a:gd name="connsiteY7" fmla="*/ 9941 h 10041"/>
                <a:gd name="connsiteX8" fmla="*/ 1951 w 10000"/>
                <a:gd name="connsiteY8" fmla="*/ 7983 h 10041"/>
                <a:gd name="connsiteX9" fmla="*/ 652 w 10000"/>
                <a:gd name="connsiteY9" fmla="*/ 7520 h 10041"/>
                <a:gd name="connsiteX10" fmla="*/ 0 w 10000"/>
                <a:gd name="connsiteY10" fmla="*/ 4486 h 10041"/>
                <a:gd name="connsiteX0" fmla="*/ 0 w 10000"/>
                <a:gd name="connsiteY0" fmla="*/ 4486 h 10016"/>
                <a:gd name="connsiteX1" fmla="*/ 1210 w 10000"/>
                <a:gd name="connsiteY1" fmla="*/ 2006 h 10016"/>
                <a:gd name="connsiteX2" fmla="*/ 3506 w 10000"/>
                <a:gd name="connsiteY2" fmla="*/ 1 h 10016"/>
                <a:gd name="connsiteX3" fmla="*/ 6554 w 10000"/>
                <a:gd name="connsiteY3" fmla="*/ 1705 h 10016"/>
                <a:gd name="connsiteX4" fmla="*/ 9013 w 10000"/>
                <a:gd name="connsiteY4" fmla="*/ 2548 h 10016"/>
                <a:gd name="connsiteX5" fmla="*/ 9935 w 10000"/>
                <a:gd name="connsiteY5" fmla="*/ 6286 h 10016"/>
                <a:gd name="connsiteX6" fmla="*/ 7377 w 10000"/>
                <a:gd name="connsiteY6" fmla="*/ 9393 h 10016"/>
                <a:gd name="connsiteX7" fmla="*/ 4222 w 10000"/>
                <a:gd name="connsiteY7" fmla="*/ 9941 h 10016"/>
                <a:gd name="connsiteX8" fmla="*/ 2296 w 10000"/>
                <a:gd name="connsiteY8" fmla="*/ 8329 h 10016"/>
                <a:gd name="connsiteX9" fmla="*/ 652 w 10000"/>
                <a:gd name="connsiteY9" fmla="*/ 7520 h 10016"/>
                <a:gd name="connsiteX10" fmla="*/ 0 w 10000"/>
                <a:gd name="connsiteY10" fmla="*/ 4486 h 10016"/>
                <a:gd name="connsiteX0" fmla="*/ 0 w 10000"/>
                <a:gd name="connsiteY0" fmla="*/ 4486 h 10016"/>
                <a:gd name="connsiteX1" fmla="*/ 1210 w 10000"/>
                <a:gd name="connsiteY1" fmla="*/ 2006 h 10016"/>
                <a:gd name="connsiteX2" fmla="*/ 3506 w 10000"/>
                <a:gd name="connsiteY2" fmla="*/ 1 h 10016"/>
                <a:gd name="connsiteX3" fmla="*/ 6554 w 10000"/>
                <a:gd name="connsiteY3" fmla="*/ 1705 h 10016"/>
                <a:gd name="connsiteX4" fmla="*/ 9013 w 10000"/>
                <a:gd name="connsiteY4" fmla="*/ 2548 h 10016"/>
                <a:gd name="connsiteX5" fmla="*/ 9935 w 10000"/>
                <a:gd name="connsiteY5" fmla="*/ 6286 h 10016"/>
                <a:gd name="connsiteX6" fmla="*/ 7377 w 10000"/>
                <a:gd name="connsiteY6" fmla="*/ 9393 h 10016"/>
                <a:gd name="connsiteX7" fmla="*/ 4222 w 10000"/>
                <a:gd name="connsiteY7" fmla="*/ 9941 h 10016"/>
                <a:gd name="connsiteX8" fmla="*/ 2296 w 10000"/>
                <a:gd name="connsiteY8" fmla="*/ 8329 h 10016"/>
                <a:gd name="connsiteX9" fmla="*/ 652 w 10000"/>
                <a:gd name="connsiteY9" fmla="*/ 7520 h 10016"/>
                <a:gd name="connsiteX10" fmla="*/ 0 w 10000"/>
                <a:gd name="connsiteY10" fmla="*/ 4486 h 100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000" h="10016">
                  <a:moveTo>
                    <a:pt x="0" y="4486"/>
                  </a:moveTo>
                  <a:cubicBezTo>
                    <a:pt x="23" y="3587"/>
                    <a:pt x="627" y="2754"/>
                    <a:pt x="1210" y="2006"/>
                  </a:cubicBezTo>
                  <a:cubicBezTo>
                    <a:pt x="1794" y="1258"/>
                    <a:pt x="2615" y="51"/>
                    <a:pt x="3506" y="1"/>
                  </a:cubicBezTo>
                  <a:cubicBezTo>
                    <a:pt x="4396" y="-49"/>
                    <a:pt x="5636" y="1281"/>
                    <a:pt x="6554" y="1705"/>
                  </a:cubicBezTo>
                  <a:cubicBezTo>
                    <a:pt x="7473" y="2129"/>
                    <a:pt x="8449" y="1784"/>
                    <a:pt x="9013" y="2548"/>
                  </a:cubicBezTo>
                  <a:cubicBezTo>
                    <a:pt x="9577" y="3312"/>
                    <a:pt x="10207" y="5145"/>
                    <a:pt x="9935" y="6286"/>
                  </a:cubicBezTo>
                  <a:cubicBezTo>
                    <a:pt x="9662" y="7428"/>
                    <a:pt x="8329" y="8783"/>
                    <a:pt x="7377" y="9393"/>
                  </a:cubicBezTo>
                  <a:cubicBezTo>
                    <a:pt x="6425" y="10002"/>
                    <a:pt x="5069" y="10118"/>
                    <a:pt x="4222" y="9941"/>
                  </a:cubicBezTo>
                  <a:cubicBezTo>
                    <a:pt x="3375" y="9764"/>
                    <a:pt x="2767" y="8820"/>
                    <a:pt x="2296" y="8329"/>
                  </a:cubicBezTo>
                  <a:cubicBezTo>
                    <a:pt x="1825" y="7838"/>
                    <a:pt x="1035" y="8161"/>
                    <a:pt x="652" y="7520"/>
                  </a:cubicBezTo>
                  <a:cubicBezTo>
                    <a:pt x="269" y="6879"/>
                    <a:pt x="99" y="5188"/>
                    <a:pt x="0" y="4486"/>
                  </a:cubicBezTo>
                  <a:close/>
                </a:path>
              </a:pathLst>
            </a:custGeom>
            <a:solidFill>
              <a:srgbClr val="9CE0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cxnSp>
          <p:nvCxnSpPr>
            <p:cNvPr id="183" name="Straight Connector 182">
              <a:extLst>
                <a:ext uri="{FF2B5EF4-FFF2-40B4-BE49-F238E27FC236}">
                  <a16:creationId xmlns:a16="http://schemas.microsoft.com/office/drawing/2014/main" id="{4F9DD47E-E6C7-254B-9D7A-8386B96CFBA3}"/>
                </a:ext>
              </a:extLst>
            </p:cNvPr>
            <p:cNvCxnSpPr/>
            <p:nvPr/>
          </p:nvCxnSpPr>
          <p:spPr>
            <a:xfrm flipV="1">
              <a:off x="7988607" y="3775213"/>
              <a:ext cx="1203228" cy="660205"/>
            </a:xfrm>
            <a:prstGeom prst="line">
              <a:avLst/>
            </a:prstGeom>
            <a:noFill/>
            <a:ln w="254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184" name="Straight Connector 183">
              <a:extLst>
                <a:ext uri="{FF2B5EF4-FFF2-40B4-BE49-F238E27FC236}">
                  <a16:creationId xmlns:a16="http://schemas.microsoft.com/office/drawing/2014/main" id="{63CDEDC8-E645-5647-87E8-71F346110444}"/>
                </a:ext>
              </a:extLst>
            </p:cNvPr>
            <p:cNvCxnSpPr/>
            <p:nvPr/>
          </p:nvCxnSpPr>
          <p:spPr>
            <a:xfrm>
              <a:off x="7988607" y="4435418"/>
              <a:ext cx="1203228" cy="517808"/>
            </a:xfrm>
            <a:prstGeom prst="line">
              <a:avLst/>
            </a:prstGeom>
            <a:noFill/>
            <a:ln w="254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185" name="Straight Connector 184">
              <a:extLst>
                <a:ext uri="{FF2B5EF4-FFF2-40B4-BE49-F238E27FC236}">
                  <a16:creationId xmlns:a16="http://schemas.microsoft.com/office/drawing/2014/main" id="{3C4CA3CC-7C14-9C43-9C88-18B3AC78DF59}"/>
                </a:ext>
              </a:extLst>
            </p:cNvPr>
            <p:cNvCxnSpPr/>
            <p:nvPr/>
          </p:nvCxnSpPr>
          <p:spPr>
            <a:xfrm>
              <a:off x="8998012" y="3982336"/>
              <a:ext cx="319671" cy="828494"/>
            </a:xfrm>
            <a:prstGeom prst="line">
              <a:avLst/>
            </a:prstGeom>
            <a:noFill/>
            <a:ln w="254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186" name="Straight Connector 185">
              <a:extLst>
                <a:ext uri="{FF2B5EF4-FFF2-40B4-BE49-F238E27FC236}">
                  <a16:creationId xmlns:a16="http://schemas.microsoft.com/office/drawing/2014/main" id="{88CC3EBD-E425-184C-894C-EAB5273767D9}"/>
                </a:ext>
              </a:extLst>
            </p:cNvPr>
            <p:cNvCxnSpPr/>
            <p:nvPr/>
          </p:nvCxnSpPr>
          <p:spPr>
            <a:xfrm>
              <a:off x="9268742" y="3917611"/>
              <a:ext cx="1307416" cy="271850"/>
            </a:xfrm>
            <a:prstGeom prst="line">
              <a:avLst/>
            </a:prstGeom>
            <a:noFill/>
            <a:ln w="254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187" name="Straight Connector 186">
              <a:extLst>
                <a:ext uri="{FF2B5EF4-FFF2-40B4-BE49-F238E27FC236}">
                  <a16:creationId xmlns:a16="http://schemas.microsoft.com/office/drawing/2014/main" id="{FEF48E80-646F-7F47-A7F6-ED0682948DB1}"/>
                </a:ext>
              </a:extLst>
            </p:cNvPr>
            <p:cNvCxnSpPr/>
            <p:nvPr/>
          </p:nvCxnSpPr>
          <p:spPr>
            <a:xfrm flipV="1">
              <a:off x="9461009" y="4344802"/>
              <a:ext cx="1115149" cy="608426"/>
            </a:xfrm>
            <a:prstGeom prst="line">
              <a:avLst/>
            </a:prstGeom>
            <a:noFill/>
            <a:ln w="25400" cap="flat" cmpd="sng" algn="ctr">
              <a:solidFill>
                <a:srgbClr val="000000"/>
              </a:solidFill>
              <a:prstDash val="solid"/>
            </a:ln>
            <a:effectLst/>
          </p:spPr>
        </p:cxnSp>
        <p:grpSp>
          <p:nvGrpSpPr>
            <p:cNvPr id="188" name="Group 187">
              <a:extLst>
                <a:ext uri="{FF2B5EF4-FFF2-40B4-BE49-F238E27FC236}">
                  <a16:creationId xmlns:a16="http://schemas.microsoft.com/office/drawing/2014/main" id="{0C804D6D-5E6C-524E-BD9D-63A040FEC0E8}"/>
                </a:ext>
              </a:extLst>
            </p:cNvPr>
            <p:cNvGrpSpPr/>
            <p:nvPr/>
          </p:nvGrpSpPr>
          <p:grpSpPr>
            <a:xfrm>
              <a:off x="10288073" y="4115087"/>
              <a:ext cx="753999" cy="373786"/>
              <a:chOff x="7493876" y="2774731"/>
              <a:chExt cx="1481958" cy="894622"/>
            </a:xfrm>
          </p:grpSpPr>
          <p:sp>
            <p:nvSpPr>
              <p:cNvPr id="217" name="Freeform 216">
                <a:extLst>
                  <a:ext uri="{FF2B5EF4-FFF2-40B4-BE49-F238E27FC236}">
                    <a16:creationId xmlns:a16="http://schemas.microsoft.com/office/drawing/2014/main" id="{1AEAF277-EC15-C74A-A897-429ECC402C31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218" name="Oval 217">
                <a:extLst>
                  <a:ext uri="{FF2B5EF4-FFF2-40B4-BE49-F238E27FC236}">
                    <a16:creationId xmlns:a16="http://schemas.microsoft.com/office/drawing/2014/main" id="{2A985C30-AA68-A449-AE2D-96537804B421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219" name="Group 218">
                <a:extLst>
                  <a:ext uri="{FF2B5EF4-FFF2-40B4-BE49-F238E27FC236}">
                    <a16:creationId xmlns:a16="http://schemas.microsoft.com/office/drawing/2014/main" id="{24F1D6E1-F974-6F44-8BEC-75356C5B094E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220" name="Freeform 219">
                  <a:extLst>
                    <a:ext uri="{FF2B5EF4-FFF2-40B4-BE49-F238E27FC236}">
                      <a16:creationId xmlns:a16="http://schemas.microsoft.com/office/drawing/2014/main" id="{D2D2DF33-027B-624E-9924-24F57D135603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21" name="Freeform 220">
                  <a:extLst>
                    <a:ext uri="{FF2B5EF4-FFF2-40B4-BE49-F238E27FC236}">
                      <a16:creationId xmlns:a16="http://schemas.microsoft.com/office/drawing/2014/main" id="{FD076409-B5DE-A74C-BF70-A33601526BBF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22" name="Freeform 221">
                  <a:extLst>
                    <a:ext uri="{FF2B5EF4-FFF2-40B4-BE49-F238E27FC236}">
                      <a16:creationId xmlns:a16="http://schemas.microsoft.com/office/drawing/2014/main" id="{E72E3A76-24C6-EC4C-8E11-1C51A1530277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23" name="Freeform 222">
                  <a:extLst>
                    <a:ext uri="{FF2B5EF4-FFF2-40B4-BE49-F238E27FC236}">
                      <a16:creationId xmlns:a16="http://schemas.microsoft.com/office/drawing/2014/main" id="{49634892-5A40-3442-A58E-C4B4759475C4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189" name="Group 188">
              <a:extLst>
                <a:ext uri="{FF2B5EF4-FFF2-40B4-BE49-F238E27FC236}">
                  <a16:creationId xmlns:a16="http://schemas.microsoft.com/office/drawing/2014/main" id="{B6461273-4C3C-0849-8B76-2FDBB4CC2A8B}"/>
                </a:ext>
              </a:extLst>
            </p:cNvPr>
            <p:cNvGrpSpPr/>
            <p:nvPr/>
          </p:nvGrpSpPr>
          <p:grpSpPr>
            <a:xfrm>
              <a:off x="7988218" y="4212069"/>
              <a:ext cx="753999" cy="373786"/>
              <a:chOff x="7493876" y="2774731"/>
              <a:chExt cx="1481958" cy="894622"/>
            </a:xfrm>
          </p:grpSpPr>
          <p:sp>
            <p:nvSpPr>
              <p:cNvPr id="210" name="Freeform 209">
                <a:extLst>
                  <a:ext uri="{FF2B5EF4-FFF2-40B4-BE49-F238E27FC236}">
                    <a16:creationId xmlns:a16="http://schemas.microsoft.com/office/drawing/2014/main" id="{0B58449A-7556-5A49-A023-3F0D33B630A8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211" name="Oval 210">
                <a:extLst>
                  <a:ext uri="{FF2B5EF4-FFF2-40B4-BE49-F238E27FC236}">
                    <a16:creationId xmlns:a16="http://schemas.microsoft.com/office/drawing/2014/main" id="{8186502C-C7FD-5E47-ACE6-24FC52D26CAD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212" name="Group 211">
                <a:extLst>
                  <a:ext uri="{FF2B5EF4-FFF2-40B4-BE49-F238E27FC236}">
                    <a16:creationId xmlns:a16="http://schemas.microsoft.com/office/drawing/2014/main" id="{826D19B7-26A5-6F41-8DE5-1C7D29CC3B5D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213" name="Freeform 212">
                  <a:extLst>
                    <a:ext uri="{FF2B5EF4-FFF2-40B4-BE49-F238E27FC236}">
                      <a16:creationId xmlns:a16="http://schemas.microsoft.com/office/drawing/2014/main" id="{8AFF7ABF-7E52-BA4F-B603-86430FC57D6F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4" name="Freeform 213">
                  <a:extLst>
                    <a:ext uri="{FF2B5EF4-FFF2-40B4-BE49-F238E27FC236}">
                      <a16:creationId xmlns:a16="http://schemas.microsoft.com/office/drawing/2014/main" id="{990D02A4-17F1-4148-A484-7A3E4098F2B8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5" name="Freeform 214">
                  <a:extLst>
                    <a:ext uri="{FF2B5EF4-FFF2-40B4-BE49-F238E27FC236}">
                      <a16:creationId xmlns:a16="http://schemas.microsoft.com/office/drawing/2014/main" id="{C9431E55-EC7D-724C-BFA7-F051A9194A8C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6" name="Freeform 215">
                  <a:extLst>
                    <a:ext uri="{FF2B5EF4-FFF2-40B4-BE49-F238E27FC236}">
                      <a16:creationId xmlns:a16="http://schemas.microsoft.com/office/drawing/2014/main" id="{AE2A32CC-B405-C94F-84DA-694071AE6CFB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190" name="Group 189">
              <a:extLst>
                <a:ext uri="{FF2B5EF4-FFF2-40B4-BE49-F238E27FC236}">
                  <a16:creationId xmlns:a16="http://schemas.microsoft.com/office/drawing/2014/main" id="{A76B67DA-7126-4047-8481-D05777A4AF59}"/>
                </a:ext>
              </a:extLst>
            </p:cNvPr>
            <p:cNvGrpSpPr/>
            <p:nvPr/>
          </p:nvGrpSpPr>
          <p:grpSpPr>
            <a:xfrm>
              <a:off x="8971890" y="4738542"/>
              <a:ext cx="753999" cy="373786"/>
              <a:chOff x="7493876" y="2774731"/>
              <a:chExt cx="1481958" cy="894622"/>
            </a:xfrm>
          </p:grpSpPr>
          <p:sp>
            <p:nvSpPr>
              <p:cNvPr id="203" name="Freeform 202">
                <a:extLst>
                  <a:ext uri="{FF2B5EF4-FFF2-40B4-BE49-F238E27FC236}">
                    <a16:creationId xmlns:a16="http://schemas.microsoft.com/office/drawing/2014/main" id="{0E61F05A-5C6C-BA45-A2A0-3E2645B8EE69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204" name="Oval 203">
                <a:extLst>
                  <a:ext uri="{FF2B5EF4-FFF2-40B4-BE49-F238E27FC236}">
                    <a16:creationId xmlns:a16="http://schemas.microsoft.com/office/drawing/2014/main" id="{0FA1DFC2-AB5D-C54C-9442-B2A75748131F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205" name="Group 204">
                <a:extLst>
                  <a:ext uri="{FF2B5EF4-FFF2-40B4-BE49-F238E27FC236}">
                    <a16:creationId xmlns:a16="http://schemas.microsoft.com/office/drawing/2014/main" id="{90A54D4C-3F79-C743-9C80-084991D41200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206" name="Freeform 205">
                  <a:extLst>
                    <a:ext uri="{FF2B5EF4-FFF2-40B4-BE49-F238E27FC236}">
                      <a16:creationId xmlns:a16="http://schemas.microsoft.com/office/drawing/2014/main" id="{1E26A4E5-AF3D-4947-B66A-F398E4D69CB9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07" name="Freeform 206">
                  <a:extLst>
                    <a:ext uri="{FF2B5EF4-FFF2-40B4-BE49-F238E27FC236}">
                      <a16:creationId xmlns:a16="http://schemas.microsoft.com/office/drawing/2014/main" id="{108468E8-5985-1D44-89B2-DDB119754CD6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08" name="Freeform 207">
                  <a:extLst>
                    <a:ext uri="{FF2B5EF4-FFF2-40B4-BE49-F238E27FC236}">
                      <a16:creationId xmlns:a16="http://schemas.microsoft.com/office/drawing/2014/main" id="{6EE1E107-11AB-F041-8F7D-A8495BAABDD8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09" name="Freeform 208">
                  <a:extLst>
                    <a:ext uri="{FF2B5EF4-FFF2-40B4-BE49-F238E27FC236}">
                      <a16:creationId xmlns:a16="http://schemas.microsoft.com/office/drawing/2014/main" id="{78CC0B5F-254D-0F46-A315-DC344F1CAB1B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191" name="Group 190">
              <a:extLst>
                <a:ext uri="{FF2B5EF4-FFF2-40B4-BE49-F238E27FC236}">
                  <a16:creationId xmlns:a16="http://schemas.microsoft.com/office/drawing/2014/main" id="{1B1C1707-4E61-344B-83ED-C9AB38B851B6}"/>
                </a:ext>
              </a:extLst>
            </p:cNvPr>
            <p:cNvGrpSpPr/>
            <p:nvPr/>
          </p:nvGrpSpPr>
          <p:grpSpPr>
            <a:xfrm>
              <a:off x="8736362" y="3768724"/>
              <a:ext cx="753999" cy="373786"/>
              <a:chOff x="7493876" y="2774731"/>
              <a:chExt cx="1481958" cy="894622"/>
            </a:xfrm>
          </p:grpSpPr>
          <p:sp>
            <p:nvSpPr>
              <p:cNvPr id="196" name="Freeform 195">
                <a:extLst>
                  <a:ext uri="{FF2B5EF4-FFF2-40B4-BE49-F238E27FC236}">
                    <a16:creationId xmlns:a16="http://schemas.microsoft.com/office/drawing/2014/main" id="{8FE70426-9A03-474A-BFF9-2E4D882C6CBF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97" name="Oval 196">
                <a:extLst>
                  <a:ext uri="{FF2B5EF4-FFF2-40B4-BE49-F238E27FC236}">
                    <a16:creationId xmlns:a16="http://schemas.microsoft.com/office/drawing/2014/main" id="{8BF428C1-730C-E94C-B289-CC31047CC392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198" name="Group 197">
                <a:extLst>
                  <a:ext uri="{FF2B5EF4-FFF2-40B4-BE49-F238E27FC236}">
                    <a16:creationId xmlns:a16="http://schemas.microsoft.com/office/drawing/2014/main" id="{138A4A7A-09DC-8A49-8467-DF8F2FD046F4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99" name="Freeform 198">
                  <a:extLst>
                    <a:ext uri="{FF2B5EF4-FFF2-40B4-BE49-F238E27FC236}">
                      <a16:creationId xmlns:a16="http://schemas.microsoft.com/office/drawing/2014/main" id="{7EBACC77-0606-D34F-BFE6-DF15F0FDF539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00" name="Freeform 199">
                  <a:extLst>
                    <a:ext uri="{FF2B5EF4-FFF2-40B4-BE49-F238E27FC236}">
                      <a16:creationId xmlns:a16="http://schemas.microsoft.com/office/drawing/2014/main" id="{1DEC1B92-3C4E-444D-8F87-8E4953BA090E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01" name="Freeform 200">
                  <a:extLst>
                    <a:ext uri="{FF2B5EF4-FFF2-40B4-BE49-F238E27FC236}">
                      <a16:creationId xmlns:a16="http://schemas.microsoft.com/office/drawing/2014/main" id="{C2399E85-9E76-C24E-AAB4-E6CD2D0D44E0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02" name="Freeform 201">
                  <a:extLst>
                    <a:ext uri="{FF2B5EF4-FFF2-40B4-BE49-F238E27FC236}">
                      <a16:creationId xmlns:a16="http://schemas.microsoft.com/office/drawing/2014/main" id="{0E184E1F-EE40-B843-B55F-8DB9C1387453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sp>
          <p:nvSpPr>
            <p:cNvPr id="192" name="Up-Down Arrow 191">
              <a:extLst>
                <a:ext uri="{FF2B5EF4-FFF2-40B4-BE49-F238E27FC236}">
                  <a16:creationId xmlns:a16="http://schemas.microsoft.com/office/drawing/2014/main" id="{9CE87CD0-C188-3E4C-B71D-8AE494AD257B}"/>
                </a:ext>
              </a:extLst>
            </p:cNvPr>
            <p:cNvSpPr/>
            <p:nvPr/>
          </p:nvSpPr>
          <p:spPr>
            <a:xfrm rot="18842452">
              <a:off x="9773071" y="2749725"/>
              <a:ext cx="110632" cy="1621438"/>
            </a:xfrm>
            <a:prstGeom prst="upDownArrow">
              <a:avLst/>
            </a:prstGeom>
            <a:solidFill>
              <a:srgbClr val="CC0000">
                <a:alpha val="78000"/>
              </a:srgbClr>
            </a:solidFill>
            <a:ln>
              <a:noFill/>
            </a:ln>
          </p:spPr>
          <p:txBody>
            <a:bodyPr rtlCol="0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93" name="Up-Down Arrow 192">
              <a:extLst>
                <a:ext uri="{FF2B5EF4-FFF2-40B4-BE49-F238E27FC236}">
                  <a16:creationId xmlns:a16="http://schemas.microsoft.com/office/drawing/2014/main" id="{F49C411D-1F42-6D46-925C-79C8590CCA79}"/>
                </a:ext>
              </a:extLst>
            </p:cNvPr>
            <p:cNvSpPr/>
            <p:nvPr/>
          </p:nvSpPr>
          <p:spPr>
            <a:xfrm rot="1544330">
              <a:off x="8498334" y="2913840"/>
              <a:ext cx="132567" cy="1340938"/>
            </a:xfrm>
            <a:prstGeom prst="upDownArrow">
              <a:avLst/>
            </a:prstGeom>
            <a:solidFill>
              <a:srgbClr val="CC0000">
                <a:alpha val="78000"/>
              </a:srgbClr>
            </a:solidFill>
            <a:ln>
              <a:noFill/>
            </a:ln>
          </p:spPr>
          <p:txBody>
            <a:bodyPr rtlCol="0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94" name="Up-Down Arrow 193">
              <a:extLst>
                <a:ext uri="{FF2B5EF4-FFF2-40B4-BE49-F238E27FC236}">
                  <a16:creationId xmlns:a16="http://schemas.microsoft.com/office/drawing/2014/main" id="{7B4919E6-79AD-8A4F-B81F-ABA9415D1A52}"/>
                </a:ext>
              </a:extLst>
            </p:cNvPr>
            <p:cNvSpPr/>
            <p:nvPr/>
          </p:nvSpPr>
          <p:spPr>
            <a:xfrm>
              <a:off x="8891032" y="2979040"/>
              <a:ext cx="132567" cy="794393"/>
            </a:xfrm>
            <a:prstGeom prst="upDownArrow">
              <a:avLst/>
            </a:prstGeom>
            <a:solidFill>
              <a:srgbClr val="CC0000">
                <a:alpha val="78000"/>
              </a:srgbClr>
            </a:solidFill>
            <a:ln>
              <a:noFill/>
            </a:ln>
          </p:spPr>
          <p:txBody>
            <a:bodyPr rtlCol="0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95" name="Up-Down Arrow 194">
              <a:extLst>
                <a:ext uri="{FF2B5EF4-FFF2-40B4-BE49-F238E27FC236}">
                  <a16:creationId xmlns:a16="http://schemas.microsoft.com/office/drawing/2014/main" id="{7FC3545F-3992-AC46-9AF7-CA1EA8A14152}"/>
                </a:ext>
              </a:extLst>
            </p:cNvPr>
            <p:cNvSpPr/>
            <p:nvPr/>
          </p:nvSpPr>
          <p:spPr>
            <a:xfrm rot="21168731">
              <a:off x="9181573" y="2978458"/>
              <a:ext cx="132567" cy="1740801"/>
            </a:xfrm>
            <a:prstGeom prst="upDownArrow">
              <a:avLst/>
            </a:prstGeom>
            <a:solidFill>
              <a:srgbClr val="CC0000">
                <a:alpha val="78000"/>
              </a:srgbClr>
            </a:solidFill>
            <a:ln>
              <a:noFill/>
            </a:ln>
          </p:spPr>
          <p:txBody>
            <a:bodyPr rtlCol="0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84149838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med" p14:dur="700">
        <p:fade/>
      </p:transition>
    </mc:Choice>
    <mc:Fallback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FECD85E7-B9DB-9043-B7EC-8C0919E801A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276457"/>
            <a:ext cx="10515600" cy="894622"/>
          </a:xfrm>
        </p:spPr>
        <p:txBody>
          <a:bodyPr>
            <a:normAutofit/>
          </a:bodyPr>
          <a:lstStyle/>
          <a:p>
            <a:r>
              <a:rPr lang="en-US" sz="5400" dirty="0"/>
              <a:t>OpenFlow: </a:t>
            </a:r>
            <a:r>
              <a:rPr lang="en-US" sz="4800" dirty="0"/>
              <a:t>switch-to-controller messages</a:t>
            </a:r>
            <a:endParaRPr lang="en-US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8F71119-17C6-6045-B8FE-FECA68C801C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82</a:t>
            </a:fld>
            <a:endParaRPr lang="en-US" dirty="0"/>
          </a:p>
        </p:txBody>
      </p:sp>
      <p:sp>
        <p:nvSpPr>
          <p:cNvPr id="2" name="Rectangle 1">
            <a:extLst>
              <a:ext uri="{FF2B5EF4-FFF2-40B4-BE49-F238E27FC236}">
                <a16:creationId xmlns:a16="http://schemas.microsoft.com/office/drawing/2014/main" id="{CD610955-4D70-5844-AF3C-17FCA079A4DB}"/>
              </a:ext>
            </a:extLst>
          </p:cNvPr>
          <p:cNvSpPr/>
          <p:nvPr/>
        </p:nvSpPr>
        <p:spPr>
          <a:xfrm>
            <a:off x="805841" y="1385490"/>
            <a:ext cx="6446729" cy="36625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sz="3200" dirty="0">
                <a:solidFill>
                  <a:srgbClr val="000090"/>
                </a:solidFill>
              </a:rPr>
              <a:t>Key switch-to-controller messages</a:t>
            </a:r>
          </a:p>
          <a:p>
            <a:pPr marL="347663" indent="-285750">
              <a:buClr>
                <a:srgbClr val="0000A8"/>
              </a:buClr>
              <a:buFont typeface="Wingdings" pitchFamily="2" charset="2"/>
              <a:buChar char="§"/>
            </a:pPr>
            <a:r>
              <a:rPr lang="en-US" sz="2800" i="1" dirty="0">
                <a:solidFill>
                  <a:srgbClr val="CC0000"/>
                </a:solidFill>
              </a:rPr>
              <a:t>packet-in: </a:t>
            </a:r>
            <a:r>
              <a:rPr lang="en-US" sz="2800" dirty="0"/>
              <a:t>transfer packet (and its control) to controller.  See packet-out message from controller</a:t>
            </a:r>
          </a:p>
          <a:p>
            <a:pPr marL="347663" indent="-285750">
              <a:buClr>
                <a:srgbClr val="0000A8"/>
              </a:buClr>
              <a:buFont typeface="Wingdings" pitchFamily="2" charset="2"/>
              <a:buChar char="§"/>
            </a:pPr>
            <a:r>
              <a:rPr lang="en-US" sz="2800" i="1" dirty="0">
                <a:solidFill>
                  <a:srgbClr val="CC0000"/>
                </a:solidFill>
              </a:rPr>
              <a:t>flow-removed: </a:t>
            </a:r>
            <a:r>
              <a:rPr lang="en-US" sz="2800" dirty="0"/>
              <a:t>flow table entry deleted at switch</a:t>
            </a:r>
          </a:p>
          <a:p>
            <a:pPr marL="347663" indent="-285750">
              <a:buClr>
                <a:srgbClr val="0000A8"/>
              </a:buClr>
              <a:buFont typeface="Wingdings" pitchFamily="2" charset="2"/>
              <a:buChar char="§"/>
            </a:pPr>
            <a:r>
              <a:rPr lang="en-US" sz="2800" i="1" dirty="0">
                <a:solidFill>
                  <a:srgbClr val="CC0000"/>
                </a:solidFill>
              </a:rPr>
              <a:t>port status: </a:t>
            </a:r>
            <a:r>
              <a:rPr lang="en-US" sz="2800" dirty="0"/>
              <a:t>inform controller of a change on a port</a:t>
            </a:r>
            <a:r>
              <a:rPr lang="en-US" sz="3200" dirty="0"/>
              <a:t>.</a:t>
            </a: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CA8E958E-D892-2844-99B6-42522891E40E}"/>
              </a:ext>
            </a:extLst>
          </p:cNvPr>
          <p:cNvSpPr txBox="1"/>
          <p:nvPr/>
        </p:nvSpPr>
        <p:spPr>
          <a:xfrm>
            <a:off x="977029" y="5497334"/>
            <a:ext cx="10421656" cy="110799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400" dirty="0"/>
              <a:t>Fortunately, network operators don’t “program” switches by creating/sending OpenFlow messages directly.  Instead use higher-level abstraction at controller</a:t>
            </a:r>
          </a:p>
          <a:p>
            <a:endParaRPr lang="en-US" dirty="0"/>
          </a:p>
        </p:txBody>
      </p:sp>
      <p:grpSp>
        <p:nvGrpSpPr>
          <p:cNvPr id="178" name="Group 177">
            <a:extLst>
              <a:ext uri="{FF2B5EF4-FFF2-40B4-BE49-F238E27FC236}">
                <a16:creationId xmlns:a16="http://schemas.microsoft.com/office/drawing/2014/main" id="{05C1E192-3943-264E-808F-6249874B1A90}"/>
              </a:ext>
            </a:extLst>
          </p:cNvPr>
          <p:cNvGrpSpPr/>
          <p:nvPr/>
        </p:nvGrpSpPr>
        <p:grpSpPr>
          <a:xfrm>
            <a:off x="7839227" y="1446146"/>
            <a:ext cx="3616623" cy="3732173"/>
            <a:chOff x="7686822" y="1446146"/>
            <a:chExt cx="3616623" cy="3732173"/>
          </a:xfrm>
        </p:grpSpPr>
        <p:grpSp>
          <p:nvGrpSpPr>
            <p:cNvPr id="179" name="Group 950">
              <a:extLst>
                <a:ext uri="{FF2B5EF4-FFF2-40B4-BE49-F238E27FC236}">
                  <a16:creationId xmlns:a16="http://schemas.microsoft.com/office/drawing/2014/main" id="{ED88F4A4-5370-FC45-B097-B21D7F69D8A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811490" y="2119745"/>
              <a:ext cx="440889" cy="845230"/>
              <a:chOff x="4140" y="429"/>
              <a:chExt cx="1425" cy="2396"/>
            </a:xfrm>
          </p:grpSpPr>
          <p:sp>
            <p:nvSpPr>
              <p:cNvPr id="224" name="Freeform 951">
                <a:extLst>
                  <a:ext uri="{FF2B5EF4-FFF2-40B4-BE49-F238E27FC236}">
                    <a16:creationId xmlns:a16="http://schemas.microsoft.com/office/drawing/2014/main" id="{8D022F74-05A3-F946-90D6-8934EA188F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6 w 354"/>
                  <a:gd name="T1" fmla="*/ 0 h 2742"/>
                  <a:gd name="T2" fmla="*/ 30 w 354"/>
                  <a:gd name="T3" fmla="*/ 46 h 2742"/>
                  <a:gd name="T4" fmla="*/ 30 w 354"/>
                  <a:gd name="T5" fmla="*/ 354 h 2742"/>
                  <a:gd name="T6" fmla="*/ 0 w 354"/>
                  <a:gd name="T7" fmla="*/ 371 h 2742"/>
                  <a:gd name="T8" fmla="*/ 6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25" name="Rectangle 952">
                <a:extLst>
                  <a:ext uri="{FF2B5EF4-FFF2-40B4-BE49-F238E27FC236}">
                    <a16:creationId xmlns:a16="http://schemas.microsoft.com/office/drawing/2014/main" id="{6494FE2D-440B-9E49-AA10-826B0BF674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429"/>
                <a:ext cx="1046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26" name="Freeform 953">
                <a:extLst>
                  <a:ext uri="{FF2B5EF4-FFF2-40B4-BE49-F238E27FC236}">
                    <a16:creationId xmlns:a16="http://schemas.microsoft.com/office/drawing/2014/main" id="{84F74045-C7A2-DC4D-9204-B67518C2E6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18 w 211"/>
                  <a:gd name="T3" fmla="*/ 30 h 2537"/>
                  <a:gd name="T4" fmla="*/ 2 w 211"/>
                  <a:gd name="T5" fmla="*/ 338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27" name="Freeform 954">
                <a:extLst>
                  <a:ext uri="{FF2B5EF4-FFF2-40B4-BE49-F238E27FC236}">
                    <a16:creationId xmlns:a16="http://schemas.microsoft.com/office/drawing/2014/main" id="{CDADCCE7-7390-5449-B3A0-3CB4987A2A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29 w 328"/>
                  <a:gd name="T3" fmla="*/ 18 h 226"/>
                  <a:gd name="T4" fmla="*/ 29 w 328"/>
                  <a:gd name="T5" fmla="*/ 32 h 226"/>
                  <a:gd name="T6" fmla="*/ 0 w 328"/>
                  <a:gd name="T7" fmla="*/ 13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28" name="Rectangle 955">
                <a:extLst>
                  <a:ext uri="{FF2B5EF4-FFF2-40B4-BE49-F238E27FC236}">
                    <a16:creationId xmlns:a16="http://schemas.microsoft.com/office/drawing/2014/main" id="{03799953-C230-BF4C-B1AF-FCDEDB55B2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229" name="Group 956">
                <a:extLst>
                  <a:ext uri="{FF2B5EF4-FFF2-40B4-BE49-F238E27FC236}">
                    <a16:creationId xmlns:a16="http://schemas.microsoft.com/office/drawing/2014/main" id="{BF026E67-31D1-1044-9990-DBE10FF35EA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254" name="AutoShape 957">
                  <a:extLst>
                    <a:ext uri="{FF2B5EF4-FFF2-40B4-BE49-F238E27FC236}">
                      <a16:creationId xmlns:a16="http://schemas.microsoft.com/office/drawing/2014/main" id="{D10904F7-5809-B44A-AA68-E56B9AF410C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1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55" name="AutoShape 958">
                  <a:extLst>
                    <a:ext uri="{FF2B5EF4-FFF2-40B4-BE49-F238E27FC236}">
                      <a16:creationId xmlns:a16="http://schemas.microsoft.com/office/drawing/2014/main" id="{478D1C0E-669A-8A4C-9FD6-DF7DE2B5510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1"/>
                  <a:ext cx="696" cy="11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230" name="Rectangle 959">
                <a:extLst>
                  <a:ext uri="{FF2B5EF4-FFF2-40B4-BE49-F238E27FC236}">
                    <a16:creationId xmlns:a16="http://schemas.microsoft.com/office/drawing/2014/main" id="{ECCCA03F-6C83-4847-8B32-FD635E3CBD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022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231" name="Group 960">
                <a:extLst>
                  <a:ext uri="{FF2B5EF4-FFF2-40B4-BE49-F238E27FC236}">
                    <a16:creationId xmlns:a16="http://schemas.microsoft.com/office/drawing/2014/main" id="{0804097F-BA94-F74B-A0B7-2F9289D7577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252" name="AutoShape 961">
                  <a:extLst>
                    <a:ext uri="{FF2B5EF4-FFF2-40B4-BE49-F238E27FC236}">
                      <a16:creationId xmlns:a16="http://schemas.microsoft.com/office/drawing/2014/main" id="{D0EAF987-F31A-CD44-9881-D6586961931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4"/>
                  <a:ext cx="721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53" name="AutoShape 962">
                  <a:extLst>
                    <a:ext uri="{FF2B5EF4-FFF2-40B4-BE49-F238E27FC236}">
                      <a16:creationId xmlns:a16="http://schemas.microsoft.com/office/drawing/2014/main" id="{60EC5489-D035-9B4B-A4F5-96DDBFD05E9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8" y="2581"/>
                  <a:ext cx="696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232" name="Rectangle 963">
                <a:extLst>
                  <a:ext uri="{FF2B5EF4-FFF2-40B4-BE49-F238E27FC236}">
                    <a16:creationId xmlns:a16="http://schemas.microsoft.com/office/drawing/2014/main" id="{916372AD-6FE4-0C47-88A5-A7F42E6F33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354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33" name="Rectangle 964">
                <a:extLst>
                  <a:ext uri="{FF2B5EF4-FFF2-40B4-BE49-F238E27FC236}">
                    <a16:creationId xmlns:a16="http://schemas.microsoft.com/office/drawing/2014/main" id="{C683EB98-4D0D-9C46-9199-45671D6234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5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234" name="Group 965">
                <a:extLst>
                  <a:ext uri="{FF2B5EF4-FFF2-40B4-BE49-F238E27FC236}">
                    <a16:creationId xmlns:a16="http://schemas.microsoft.com/office/drawing/2014/main" id="{CF0C4A90-DBEC-954E-8086-480578A797B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250" name="AutoShape 966">
                  <a:extLst>
                    <a:ext uri="{FF2B5EF4-FFF2-40B4-BE49-F238E27FC236}">
                      <a16:creationId xmlns:a16="http://schemas.microsoft.com/office/drawing/2014/main" id="{0F93C577-0D34-C543-977D-0F60E9400A2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8" y="2586"/>
                  <a:ext cx="720" cy="124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51" name="AutoShape 967">
                  <a:extLst>
                    <a:ext uri="{FF2B5EF4-FFF2-40B4-BE49-F238E27FC236}">
                      <a16:creationId xmlns:a16="http://schemas.microsoft.com/office/drawing/2014/main" id="{F6998813-5124-CA4D-A29E-CED92C67869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6"/>
                  <a:ext cx="695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235" name="Freeform 968">
                <a:extLst>
                  <a:ext uri="{FF2B5EF4-FFF2-40B4-BE49-F238E27FC236}">
                    <a16:creationId xmlns:a16="http://schemas.microsoft.com/office/drawing/2014/main" id="{3340235E-8B73-BB4A-9B6A-15B1053864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29 w 328"/>
                  <a:gd name="T3" fmla="*/ 17 h 226"/>
                  <a:gd name="T4" fmla="*/ 29 w 328"/>
                  <a:gd name="T5" fmla="*/ 30 h 226"/>
                  <a:gd name="T6" fmla="*/ 0 w 328"/>
                  <a:gd name="T7" fmla="*/ 12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236" name="Group 969">
                <a:extLst>
                  <a:ext uri="{FF2B5EF4-FFF2-40B4-BE49-F238E27FC236}">
                    <a16:creationId xmlns:a16="http://schemas.microsoft.com/office/drawing/2014/main" id="{0E42419B-D2AA-0846-8F75-77A9FA9EB5A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248" name="AutoShape 970">
                  <a:extLst>
                    <a:ext uri="{FF2B5EF4-FFF2-40B4-BE49-F238E27FC236}">
                      <a16:creationId xmlns:a16="http://schemas.microsoft.com/office/drawing/2014/main" id="{DB7D3A5D-962D-CB4C-B5A6-5E12BB47FD1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71"/>
                  <a:ext cx="732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49" name="AutoShape 971">
                  <a:extLst>
                    <a:ext uri="{FF2B5EF4-FFF2-40B4-BE49-F238E27FC236}">
                      <a16:creationId xmlns:a16="http://schemas.microsoft.com/office/drawing/2014/main" id="{FCCD4FE2-901D-8A49-91C6-E78A3407801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7"/>
                  <a:ext cx="720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237" name="Rectangle 972">
                <a:extLst>
                  <a:ext uri="{FF2B5EF4-FFF2-40B4-BE49-F238E27FC236}">
                    <a16:creationId xmlns:a16="http://schemas.microsoft.com/office/drawing/2014/main" id="{4BF8D1A2-C396-EF44-9A08-CC78595907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6" y="429"/>
                <a:ext cx="70" cy="228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38" name="Freeform 973">
                <a:extLst>
                  <a:ext uri="{FF2B5EF4-FFF2-40B4-BE49-F238E27FC236}">
                    <a16:creationId xmlns:a16="http://schemas.microsoft.com/office/drawing/2014/main" id="{65A953F5-2FD0-5248-A466-4C952B2397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26 w 296"/>
                  <a:gd name="T3" fmla="*/ 18 h 256"/>
                  <a:gd name="T4" fmla="*/ 26 w 296"/>
                  <a:gd name="T5" fmla="*/ 34 h 256"/>
                  <a:gd name="T6" fmla="*/ 0 w 296"/>
                  <a:gd name="T7" fmla="*/ 12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39" name="Freeform 974">
                <a:extLst>
                  <a:ext uri="{FF2B5EF4-FFF2-40B4-BE49-F238E27FC236}">
                    <a16:creationId xmlns:a16="http://schemas.microsoft.com/office/drawing/2014/main" id="{5B291DF5-93D6-2D4F-B5FE-FF4C935D03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27 w 304"/>
                  <a:gd name="T3" fmla="*/ 23 h 288"/>
                  <a:gd name="T4" fmla="*/ 25 w 304"/>
                  <a:gd name="T5" fmla="*/ 39 h 288"/>
                  <a:gd name="T6" fmla="*/ 2 w 304"/>
                  <a:gd name="T7" fmla="*/ 17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40" name="Oval 975">
                <a:extLst>
                  <a:ext uri="{FF2B5EF4-FFF2-40B4-BE49-F238E27FC236}">
                    <a16:creationId xmlns:a16="http://schemas.microsoft.com/office/drawing/2014/main" id="{F97A395F-5F78-0544-9F2A-B54ED781EB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5" y="2611"/>
                <a:ext cx="50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41" name="Freeform 976">
                <a:extLst>
                  <a:ext uri="{FF2B5EF4-FFF2-40B4-BE49-F238E27FC236}">
                    <a16:creationId xmlns:a16="http://schemas.microsoft.com/office/drawing/2014/main" id="{31A267CC-4663-FA49-AE86-BC76EBFDF3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15 h 240"/>
                  <a:gd name="T2" fmla="*/ 2 w 306"/>
                  <a:gd name="T3" fmla="*/ 33 h 240"/>
                  <a:gd name="T4" fmla="*/ 27 w 306"/>
                  <a:gd name="T5" fmla="*/ 15 h 240"/>
                  <a:gd name="T6" fmla="*/ 26 w 306"/>
                  <a:gd name="T7" fmla="*/ 0 h 240"/>
                  <a:gd name="T8" fmla="*/ 0 w 306"/>
                  <a:gd name="T9" fmla="*/ 15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42" name="AutoShape 977">
                <a:extLst>
                  <a:ext uri="{FF2B5EF4-FFF2-40B4-BE49-F238E27FC236}">
                    <a16:creationId xmlns:a16="http://schemas.microsoft.com/office/drawing/2014/main" id="{35462EBA-8A38-2B46-9524-E22DB06B15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196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43" name="AutoShape 978">
                <a:extLst>
                  <a:ext uri="{FF2B5EF4-FFF2-40B4-BE49-F238E27FC236}">
                    <a16:creationId xmlns:a16="http://schemas.microsoft.com/office/drawing/2014/main" id="{AE34B956-F883-AF4E-B0B2-D6B6F7FB79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2714"/>
                <a:ext cx="1066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00"/>
                  </a:gs>
                  <a:gs pos="100000">
                    <a:srgbClr val="808080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44" name="Oval 979">
                <a:extLst>
                  <a:ext uri="{FF2B5EF4-FFF2-40B4-BE49-F238E27FC236}">
                    <a16:creationId xmlns:a16="http://schemas.microsoft.com/office/drawing/2014/main" id="{9961BA94-561E-1E45-A972-55B4657D78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9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45" name="Oval 980">
                <a:extLst>
                  <a:ext uri="{FF2B5EF4-FFF2-40B4-BE49-F238E27FC236}">
                    <a16:creationId xmlns:a16="http://schemas.microsoft.com/office/drawing/2014/main" id="{211B158E-F0A5-DC41-A61F-CF9975C6C3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9" y="2382"/>
                <a:ext cx="159" cy="142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46" name="Oval 981">
                <a:extLst>
                  <a:ext uri="{FF2B5EF4-FFF2-40B4-BE49-F238E27FC236}">
                    <a16:creationId xmlns:a16="http://schemas.microsoft.com/office/drawing/2014/main" id="{1FA20AE6-7C51-CE49-AFEA-25559B77B3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8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47" name="Rectangle 982">
                <a:extLst>
                  <a:ext uri="{FF2B5EF4-FFF2-40B4-BE49-F238E27FC236}">
                    <a16:creationId xmlns:a16="http://schemas.microsoft.com/office/drawing/2014/main" id="{F3093C32-3005-3F4D-8D5F-537AD20A0C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7" y="1837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pic>
          <p:nvPicPr>
            <p:cNvPr id="180" name="Picture 4">
              <a:extLst>
                <a:ext uri="{FF2B5EF4-FFF2-40B4-BE49-F238E27FC236}">
                  <a16:creationId xmlns:a16="http://schemas.microsoft.com/office/drawing/2014/main" id="{64F6B4D6-D900-BA4F-A6AC-21C186EF14C4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291361" y="2246085"/>
              <a:ext cx="1629624" cy="43137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81" name="TextBox 180">
              <a:extLst>
                <a:ext uri="{FF2B5EF4-FFF2-40B4-BE49-F238E27FC236}">
                  <a16:creationId xmlns:a16="http://schemas.microsoft.com/office/drawing/2014/main" id="{97A37A37-AE4E-3340-AC58-0D411013A587}"/>
                </a:ext>
              </a:extLst>
            </p:cNvPr>
            <p:cNvSpPr txBox="1"/>
            <p:nvPr/>
          </p:nvSpPr>
          <p:spPr>
            <a:xfrm>
              <a:off x="7757772" y="1446146"/>
              <a:ext cx="3222357" cy="52322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A8"/>
                  </a:solidFill>
                  <a:effectLst/>
                  <a:uLnTx/>
                  <a:uFillTx/>
                  <a:ea typeface="ＭＳ Ｐゴシック" charset="0"/>
                </a:rPr>
                <a:t>OpenFlow Controller</a:t>
              </a:r>
            </a:p>
          </p:txBody>
        </p:sp>
        <p:sp>
          <p:nvSpPr>
            <p:cNvPr id="182" name="Freeform 3">
              <a:extLst>
                <a:ext uri="{FF2B5EF4-FFF2-40B4-BE49-F238E27FC236}">
                  <a16:creationId xmlns:a16="http://schemas.microsoft.com/office/drawing/2014/main" id="{54FD3CCF-B127-EE47-AD35-99BFCEDA53BA}"/>
                </a:ext>
              </a:extLst>
            </p:cNvPr>
            <p:cNvSpPr>
              <a:spLocks/>
            </p:cNvSpPr>
            <p:nvPr/>
          </p:nvSpPr>
          <p:spPr bwMode="auto">
            <a:xfrm>
              <a:off x="7686822" y="3573747"/>
              <a:ext cx="3616623" cy="1604572"/>
            </a:xfrm>
            <a:custGeom>
              <a:avLst/>
              <a:gdLst>
                <a:gd name="T0" fmla="*/ 0 w 2250"/>
                <a:gd name="T1" fmla="*/ 624 h 1409"/>
                <a:gd name="T2" fmla="*/ 219 w 2250"/>
                <a:gd name="T3" fmla="*/ 321 h 1409"/>
                <a:gd name="T4" fmla="*/ 529 w 2250"/>
                <a:gd name="T5" fmla="*/ 35 h 1409"/>
                <a:gd name="T6" fmla="*/ 1551 w 2250"/>
                <a:gd name="T7" fmla="*/ 111 h 1409"/>
                <a:gd name="T8" fmla="*/ 1968 w 2250"/>
                <a:gd name="T9" fmla="*/ 483 h 1409"/>
                <a:gd name="T10" fmla="*/ 2199 w 2250"/>
                <a:gd name="T11" fmla="*/ 906 h 1409"/>
                <a:gd name="T12" fmla="*/ 1659 w 2250"/>
                <a:gd name="T13" fmla="*/ 1314 h 1409"/>
                <a:gd name="T14" fmla="*/ 993 w 2250"/>
                <a:gd name="T15" fmla="*/ 1386 h 1409"/>
                <a:gd name="T16" fmla="*/ 465 w 2250"/>
                <a:gd name="T17" fmla="*/ 1356 h 1409"/>
                <a:gd name="T18" fmla="*/ 102 w 2250"/>
                <a:gd name="T19" fmla="*/ 1068 h 1409"/>
                <a:gd name="T20" fmla="*/ 0 w 2250"/>
                <a:gd name="T21" fmla="*/ 624 h 140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2250"/>
                <a:gd name="T34" fmla="*/ 0 h 1409"/>
                <a:gd name="T35" fmla="*/ 2250 w 2250"/>
                <a:gd name="T36" fmla="*/ 1409 h 1409"/>
                <a:gd name="connsiteX0" fmla="*/ 0 w 9831"/>
                <a:gd name="connsiteY0" fmla="*/ 4265 h 9728"/>
                <a:gd name="connsiteX1" fmla="*/ 973 w 9831"/>
                <a:gd name="connsiteY1" fmla="*/ 2114 h 9728"/>
                <a:gd name="connsiteX2" fmla="*/ 2351 w 9831"/>
                <a:gd name="connsiteY2" fmla="*/ 84 h 9728"/>
                <a:gd name="connsiteX3" fmla="*/ 6893 w 9831"/>
                <a:gd name="connsiteY3" fmla="*/ 624 h 9728"/>
                <a:gd name="connsiteX4" fmla="*/ 8909 w 9831"/>
                <a:gd name="connsiteY4" fmla="*/ 2780 h 9728"/>
                <a:gd name="connsiteX5" fmla="*/ 9773 w 9831"/>
                <a:gd name="connsiteY5" fmla="*/ 6266 h 9728"/>
                <a:gd name="connsiteX6" fmla="*/ 7373 w 9831"/>
                <a:gd name="connsiteY6" fmla="*/ 9162 h 9728"/>
                <a:gd name="connsiteX7" fmla="*/ 4413 w 9831"/>
                <a:gd name="connsiteY7" fmla="*/ 9673 h 9728"/>
                <a:gd name="connsiteX8" fmla="*/ 2067 w 9831"/>
                <a:gd name="connsiteY8" fmla="*/ 9460 h 9728"/>
                <a:gd name="connsiteX9" fmla="*/ 453 w 9831"/>
                <a:gd name="connsiteY9" fmla="*/ 7416 h 9728"/>
                <a:gd name="connsiteX10" fmla="*/ 0 w 9831"/>
                <a:gd name="connsiteY10" fmla="*/ 4265 h 9728"/>
                <a:gd name="connsiteX0" fmla="*/ 0 w 10003"/>
                <a:gd name="connsiteY0" fmla="*/ 4299 h 9915"/>
                <a:gd name="connsiteX1" fmla="*/ 990 w 10003"/>
                <a:gd name="connsiteY1" fmla="*/ 2088 h 9915"/>
                <a:gd name="connsiteX2" fmla="*/ 2391 w 10003"/>
                <a:gd name="connsiteY2" fmla="*/ 1 h 9915"/>
                <a:gd name="connsiteX3" fmla="*/ 6715 w 10003"/>
                <a:gd name="connsiteY3" fmla="*/ 1965 h 9915"/>
                <a:gd name="connsiteX4" fmla="*/ 9062 w 10003"/>
                <a:gd name="connsiteY4" fmla="*/ 2773 h 9915"/>
                <a:gd name="connsiteX5" fmla="*/ 9941 w 10003"/>
                <a:gd name="connsiteY5" fmla="*/ 6356 h 9915"/>
                <a:gd name="connsiteX6" fmla="*/ 7500 w 10003"/>
                <a:gd name="connsiteY6" fmla="*/ 9333 h 9915"/>
                <a:gd name="connsiteX7" fmla="*/ 4489 w 10003"/>
                <a:gd name="connsiteY7" fmla="*/ 9858 h 9915"/>
                <a:gd name="connsiteX8" fmla="*/ 2103 w 10003"/>
                <a:gd name="connsiteY8" fmla="*/ 9640 h 9915"/>
                <a:gd name="connsiteX9" fmla="*/ 461 w 10003"/>
                <a:gd name="connsiteY9" fmla="*/ 7538 h 9915"/>
                <a:gd name="connsiteX10" fmla="*/ 0 w 10003"/>
                <a:gd name="connsiteY10" fmla="*/ 4299 h 9915"/>
                <a:gd name="connsiteX0" fmla="*/ 0 w 10000"/>
                <a:gd name="connsiteY0" fmla="*/ 4336 h 10000"/>
                <a:gd name="connsiteX1" fmla="*/ 990 w 10000"/>
                <a:gd name="connsiteY1" fmla="*/ 2106 h 10000"/>
                <a:gd name="connsiteX2" fmla="*/ 2390 w 10000"/>
                <a:gd name="connsiteY2" fmla="*/ 1 h 10000"/>
                <a:gd name="connsiteX3" fmla="*/ 6713 w 10000"/>
                <a:gd name="connsiteY3" fmla="*/ 1982 h 10000"/>
                <a:gd name="connsiteX4" fmla="*/ 9059 w 10000"/>
                <a:gd name="connsiteY4" fmla="*/ 2797 h 10000"/>
                <a:gd name="connsiteX5" fmla="*/ 9938 w 10000"/>
                <a:gd name="connsiteY5" fmla="*/ 6410 h 10000"/>
                <a:gd name="connsiteX6" fmla="*/ 7498 w 10000"/>
                <a:gd name="connsiteY6" fmla="*/ 9413 h 10000"/>
                <a:gd name="connsiteX7" fmla="*/ 4488 w 10000"/>
                <a:gd name="connsiteY7" fmla="*/ 9943 h 10000"/>
                <a:gd name="connsiteX8" fmla="*/ 2102 w 10000"/>
                <a:gd name="connsiteY8" fmla="*/ 9723 h 10000"/>
                <a:gd name="connsiteX9" fmla="*/ 461 w 10000"/>
                <a:gd name="connsiteY9" fmla="*/ 7603 h 10000"/>
                <a:gd name="connsiteX10" fmla="*/ 0 w 10000"/>
                <a:gd name="connsiteY10" fmla="*/ 4336 h 10000"/>
                <a:gd name="connsiteX0" fmla="*/ 0 w 10000"/>
                <a:gd name="connsiteY0" fmla="*/ 4336 h 10000"/>
                <a:gd name="connsiteX1" fmla="*/ 990 w 10000"/>
                <a:gd name="connsiteY1" fmla="*/ 2106 h 10000"/>
                <a:gd name="connsiteX2" fmla="*/ 2390 w 10000"/>
                <a:gd name="connsiteY2" fmla="*/ 1 h 10000"/>
                <a:gd name="connsiteX3" fmla="*/ 6713 w 10000"/>
                <a:gd name="connsiteY3" fmla="*/ 1982 h 10000"/>
                <a:gd name="connsiteX4" fmla="*/ 9059 w 10000"/>
                <a:gd name="connsiteY4" fmla="*/ 2797 h 10000"/>
                <a:gd name="connsiteX5" fmla="*/ 9938 w 10000"/>
                <a:gd name="connsiteY5" fmla="*/ 6410 h 10000"/>
                <a:gd name="connsiteX6" fmla="*/ 7498 w 10000"/>
                <a:gd name="connsiteY6" fmla="*/ 9413 h 10000"/>
                <a:gd name="connsiteX7" fmla="*/ 4488 w 10000"/>
                <a:gd name="connsiteY7" fmla="*/ 9943 h 10000"/>
                <a:gd name="connsiteX8" fmla="*/ 2102 w 10000"/>
                <a:gd name="connsiteY8" fmla="*/ 9723 h 10000"/>
                <a:gd name="connsiteX9" fmla="*/ 461 w 10000"/>
                <a:gd name="connsiteY9" fmla="*/ 7603 h 10000"/>
                <a:gd name="connsiteX10" fmla="*/ 0 w 10000"/>
                <a:gd name="connsiteY10" fmla="*/ 4336 h 10000"/>
                <a:gd name="connsiteX0" fmla="*/ 0 w 10000"/>
                <a:gd name="connsiteY0" fmla="*/ 4002 h 9666"/>
                <a:gd name="connsiteX1" fmla="*/ 990 w 10000"/>
                <a:gd name="connsiteY1" fmla="*/ 1772 h 9666"/>
                <a:gd name="connsiteX2" fmla="*/ 3804 w 10000"/>
                <a:gd name="connsiteY2" fmla="*/ 1 h 9666"/>
                <a:gd name="connsiteX3" fmla="*/ 6713 w 10000"/>
                <a:gd name="connsiteY3" fmla="*/ 1648 h 9666"/>
                <a:gd name="connsiteX4" fmla="*/ 9059 w 10000"/>
                <a:gd name="connsiteY4" fmla="*/ 2463 h 9666"/>
                <a:gd name="connsiteX5" fmla="*/ 9938 w 10000"/>
                <a:gd name="connsiteY5" fmla="*/ 6076 h 9666"/>
                <a:gd name="connsiteX6" fmla="*/ 7498 w 10000"/>
                <a:gd name="connsiteY6" fmla="*/ 9079 h 9666"/>
                <a:gd name="connsiteX7" fmla="*/ 4488 w 10000"/>
                <a:gd name="connsiteY7" fmla="*/ 9609 h 9666"/>
                <a:gd name="connsiteX8" fmla="*/ 2102 w 10000"/>
                <a:gd name="connsiteY8" fmla="*/ 9389 h 9666"/>
                <a:gd name="connsiteX9" fmla="*/ 461 w 10000"/>
                <a:gd name="connsiteY9" fmla="*/ 7269 h 9666"/>
                <a:gd name="connsiteX10" fmla="*/ 0 w 10000"/>
                <a:gd name="connsiteY10" fmla="*/ 4002 h 9666"/>
                <a:gd name="connsiteX0" fmla="*/ 103 w 9643"/>
                <a:gd name="connsiteY0" fmla="*/ 4486 h 10000"/>
                <a:gd name="connsiteX1" fmla="*/ 633 w 9643"/>
                <a:gd name="connsiteY1" fmla="*/ 1833 h 10000"/>
                <a:gd name="connsiteX2" fmla="*/ 3447 w 9643"/>
                <a:gd name="connsiteY2" fmla="*/ 1 h 10000"/>
                <a:gd name="connsiteX3" fmla="*/ 6356 w 9643"/>
                <a:gd name="connsiteY3" fmla="*/ 1705 h 10000"/>
                <a:gd name="connsiteX4" fmla="*/ 8702 w 9643"/>
                <a:gd name="connsiteY4" fmla="*/ 2548 h 10000"/>
                <a:gd name="connsiteX5" fmla="*/ 9581 w 9643"/>
                <a:gd name="connsiteY5" fmla="*/ 6286 h 10000"/>
                <a:gd name="connsiteX6" fmla="*/ 7141 w 9643"/>
                <a:gd name="connsiteY6" fmla="*/ 9393 h 10000"/>
                <a:gd name="connsiteX7" fmla="*/ 4131 w 9643"/>
                <a:gd name="connsiteY7" fmla="*/ 9941 h 10000"/>
                <a:gd name="connsiteX8" fmla="*/ 1745 w 9643"/>
                <a:gd name="connsiteY8" fmla="*/ 9713 h 10000"/>
                <a:gd name="connsiteX9" fmla="*/ 104 w 9643"/>
                <a:gd name="connsiteY9" fmla="*/ 7520 h 10000"/>
                <a:gd name="connsiteX10" fmla="*/ 103 w 9643"/>
                <a:gd name="connsiteY10" fmla="*/ 4486 h 10000"/>
                <a:gd name="connsiteX0" fmla="*/ 107 w 10000"/>
                <a:gd name="connsiteY0" fmla="*/ 4486 h 10000"/>
                <a:gd name="connsiteX1" fmla="*/ 1304 w 10000"/>
                <a:gd name="connsiteY1" fmla="*/ 2006 h 10000"/>
                <a:gd name="connsiteX2" fmla="*/ 3575 w 10000"/>
                <a:gd name="connsiteY2" fmla="*/ 1 h 10000"/>
                <a:gd name="connsiteX3" fmla="*/ 6591 w 10000"/>
                <a:gd name="connsiteY3" fmla="*/ 1705 h 10000"/>
                <a:gd name="connsiteX4" fmla="*/ 9024 w 10000"/>
                <a:gd name="connsiteY4" fmla="*/ 2548 h 10000"/>
                <a:gd name="connsiteX5" fmla="*/ 9936 w 10000"/>
                <a:gd name="connsiteY5" fmla="*/ 6286 h 10000"/>
                <a:gd name="connsiteX6" fmla="*/ 7405 w 10000"/>
                <a:gd name="connsiteY6" fmla="*/ 9393 h 10000"/>
                <a:gd name="connsiteX7" fmla="*/ 4284 w 10000"/>
                <a:gd name="connsiteY7" fmla="*/ 9941 h 10000"/>
                <a:gd name="connsiteX8" fmla="*/ 1810 w 10000"/>
                <a:gd name="connsiteY8" fmla="*/ 9713 h 10000"/>
                <a:gd name="connsiteX9" fmla="*/ 108 w 10000"/>
                <a:gd name="connsiteY9" fmla="*/ 7520 h 10000"/>
                <a:gd name="connsiteX10" fmla="*/ 107 w 10000"/>
                <a:gd name="connsiteY10" fmla="*/ 4486 h 10000"/>
                <a:gd name="connsiteX0" fmla="*/ 0 w 9893"/>
                <a:gd name="connsiteY0" fmla="*/ 4486 h 10000"/>
                <a:gd name="connsiteX1" fmla="*/ 1197 w 9893"/>
                <a:gd name="connsiteY1" fmla="*/ 2006 h 10000"/>
                <a:gd name="connsiteX2" fmla="*/ 3468 w 9893"/>
                <a:gd name="connsiteY2" fmla="*/ 1 h 10000"/>
                <a:gd name="connsiteX3" fmla="*/ 6484 w 9893"/>
                <a:gd name="connsiteY3" fmla="*/ 1705 h 10000"/>
                <a:gd name="connsiteX4" fmla="*/ 8917 w 9893"/>
                <a:gd name="connsiteY4" fmla="*/ 2548 h 10000"/>
                <a:gd name="connsiteX5" fmla="*/ 9829 w 9893"/>
                <a:gd name="connsiteY5" fmla="*/ 6286 h 10000"/>
                <a:gd name="connsiteX6" fmla="*/ 7298 w 9893"/>
                <a:gd name="connsiteY6" fmla="*/ 9393 h 10000"/>
                <a:gd name="connsiteX7" fmla="*/ 4177 w 9893"/>
                <a:gd name="connsiteY7" fmla="*/ 9941 h 10000"/>
                <a:gd name="connsiteX8" fmla="*/ 1703 w 9893"/>
                <a:gd name="connsiteY8" fmla="*/ 9713 h 10000"/>
                <a:gd name="connsiteX9" fmla="*/ 645 w 9893"/>
                <a:gd name="connsiteY9" fmla="*/ 7520 h 10000"/>
                <a:gd name="connsiteX10" fmla="*/ 0 w 9893"/>
                <a:gd name="connsiteY10" fmla="*/ 4486 h 10000"/>
                <a:gd name="connsiteX0" fmla="*/ 0 w 10000"/>
                <a:gd name="connsiteY0" fmla="*/ 4486 h 10041"/>
                <a:gd name="connsiteX1" fmla="*/ 1210 w 10000"/>
                <a:gd name="connsiteY1" fmla="*/ 2006 h 10041"/>
                <a:gd name="connsiteX2" fmla="*/ 3506 w 10000"/>
                <a:gd name="connsiteY2" fmla="*/ 1 h 10041"/>
                <a:gd name="connsiteX3" fmla="*/ 6554 w 10000"/>
                <a:gd name="connsiteY3" fmla="*/ 1705 h 10041"/>
                <a:gd name="connsiteX4" fmla="*/ 9013 w 10000"/>
                <a:gd name="connsiteY4" fmla="*/ 2548 h 10041"/>
                <a:gd name="connsiteX5" fmla="*/ 9935 w 10000"/>
                <a:gd name="connsiteY5" fmla="*/ 6286 h 10041"/>
                <a:gd name="connsiteX6" fmla="*/ 7377 w 10000"/>
                <a:gd name="connsiteY6" fmla="*/ 9393 h 10041"/>
                <a:gd name="connsiteX7" fmla="*/ 4222 w 10000"/>
                <a:gd name="connsiteY7" fmla="*/ 9941 h 10041"/>
                <a:gd name="connsiteX8" fmla="*/ 1951 w 10000"/>
                <a:gd name="connsiteY8" fmla="*/ 7983 h 10041"/>
                <a:gd name="connsiteX9" fmla="*/ 652 w 10000"/>
                <a:gd name="connsiteY9" fmla="*/ 7520 h 10041"/>
                <a:gd name="connsiteX10" fmla="*/ 0 w 10000"/>
                <a:gd name="connsiteY10" fmla="*/ 4486 h 10041"/>
                <a:gd name="connsiteX0" fmla="*/ 0 w 10000"/>
                <a:gd name="connsiteY0" fmla="*/ 4486 h 10041"/>
                <a:gd name="connsiteX1" fmla="*/ 1210 w 10000"/>
                <a:gd name="connsiteY1" fmla="*/ 2006 h 10041"/>
                <a:gd name="connsiteX2" fmla="*/ 3506 w 10000"/>
                <a:gd name="connsiteY2" fmla="*/ 1 h 10041"/>
                <a:gd name="connsiteX3" fmla="*/ 6554 w 10000"/>
                <a:gd name="connsiteY3" fmla="*/ 1705 h 10041"/>
                <a:gd name="connsiteX4" fmla="*/ 9013 w 10000"/>
                <a:gd name="connsiteY4" fmla="*/ 2548 h 10041"/>
                <a:gd name="connsiteX5" fmla="*/ 9935 w 10000"/>
                <a:gd name="connsiteY5" fmla="*/ 6286 h 10041"/>
                <a:gd name="connsiteX6" fmla="*/ 7377 w 10000"/>
                <a:gd name="connsiteY6" fmla="*/ 9393 h 10041"/>
                <a:gd name="connsiteX7" fmla="*/ 4222 w 10000"/>
                <a:gd name="connsiteY7" fmla="*/ 9941 h 10041"/>
                <a:gd name="connsiteX8" fmla="*/ 1951 w 10000"/>
                <a:gd name="connsiteY8" fmla="*/ 7983 h 10041"/>
                <a:gd name="connsiteX9" fmla="*/ 652 w 10000"/>
                <a:gd name="connsiteY9" fmla="*/ 7520 h 10041"/>
                <a:gd name="connsiteX10" fmla="*/ 0 w 10000"/>
                <a:gd name="connsiteY10" fmla="*/ 4486 h 10041"/>
                <a:gd name="connsiteX0" fmla="*/ 0 w 10000"/>
                <a:gd name="connsiteY0" fmla="*/ 4486 h 10041"/>
                <a:gd name="connsiteX1" fmla="*/ 1210 w 10000"/>
                <a:gd name="connsiteY1" fmla="*/ 2006 h 10041"/>
                <a:gd name="connsiteX2" fmla="*/ 3506 w 10000"/>
                <a:gd name="connsiteY2" fmla="*/ 1 h 10041"/>
                <a:gd name="connsiteX3" fmla="*/ 6554 w 10000"/>
                <a:gd name="connsiteY3" fmla="*/ 1705 h 10041"/>
                <a:gd name="connsiteX4" fmla="*/ 9013 w 10000"/>
                <a:gd name="connsiteY4" fmla="*/ 2548 h 10041"/>
                <a:gd name="connsiteX5" fmla="*/ 9935 w 10000"/>
                <a:gd name="connsiteY5" fmla="*/ 6286 h 10041"/>
                <a:gd name="connsiteX6" fmla="*/ 7377 w 10000"/>
                <a:gd name="connsiteY6" fmla="*/ 9393 h 10041"/>
                <a:gd name="connsiteX7" fmla="*/ 4222 w 10000"/>
                <a:gd name="connsiteY7" fmla="*/ 9941 h 10041"/>
                <a:gd name="connsiteX8" fmla="*/ 1951 w 10000"/>
                <a:gd name="connsiteY8" fmla="*/ 7983 h 10041"/>
                <a:gd name="connsiteX9" fmla="*/ 652 w 10000"/>
                <a:gd name="connsiteY9" fmla="*/ 7520 h 10041"/>
                <a:gd name="connsiteX10" fmla="*/ 0 w 10000"/>
                <a:gd name="connsiteY10" fmla="*/ 4486 h 10041"/>
                <a:gd name="connsiteX0" fmla="*/ 0 w 10000"/>
                <a:gd name="connsiteY0" fmla="*/ 4486 h 10041"/>
                <a:gd name="connsiteX1" fmla="*/ 1210 w 10000"/>
                <a:gd name="connsiteY1" fmla="*/ 2006 h 10041"/>
                <a:gd name="connsiteX2" fmla="*/ 3506 w 10000"/>
                <a:gd name="connsiteY2" fmla="*/ 1 h 10041"/>
                <a:gd name="connsiteX3" fmla="*/ 6554 w 10000"/>
                <a:gd name="connsiteY3" fmla="*/ 1705 h 10041"/>
                <a:gd name="connsiteX4" fmla="*/ 9013 w 10000"/>
                <a:gd name="connsiteY4" fmla="*/ 2548 h 10041"/>
                <a:gd name="connsiteX5" fmla="*/ 9935 w 10000"/>
                <a:gd name="connsiteY5" fmla="*/ 6286 h 10041"/>
                <a:gd name="connsiteX6" fmla="*/ 7377 w 10000"/>
                <a:gd name="connsiteY6" fmla="*/ 9393 h 10041"/>
                <a:gd name="connsiteX7" fmla="*/ 4222 w 10000"/>
                <a:gd name="connsiteY7" fmla="*/ 9941 h 10041"/>
                <a:gd name="connsiteX8" fmla="*/ 1951 w 10000"/>
                <a:gd name="connsiteY8" fmla="*/ 7983 h 10041"/>
                <a:gd name="connsiteX9" fmla="*/ 652 w 10000"/>
                <a:gd name="connsiteY9" fmla="*/ 7520 h 10041"/>
                <a:gd name="connsiteX10" fmla="*/ 0 w 10000"/>
                <a:gd name="connsiteY10" fmla="*/ 4486 h 10041"/>
                <a:gd name="connsiteX0" fmla="*/ 0 w 10000"/>
                <a:gd name="connsiteY0" fmla="*/ 4486 h 10016"/>
                <a:gd name="connsiteX1" fmla="*/ 1210 w 10000"/>
                <a:gd name="connsiteY1" fmla="*/ 2006 h 10016"/>
                <a:gd name="connsiteX2" fmla="*/ 3506 w 10000"/>
                <a:gd name="connsiteY2" fmla="*/ 1 h 10016"/>
                <a:gd name="connsiteX3" fmla="*/ 6554 w 10000"/>
                <a:gd name="connsiteY3" fmla="*/ 1705 h 10016"/>
                <a:gd name="connsiteX4" fmla="*/ 9013 w 10000"/>
                <a:gd name="connsiteY4" fmla="*/ 2548 h 10016"/>
                <a:gd name="connsiteX5" fmla="*/ 9935 w 10000"/>
                <a:gd name="connsiteY5" fmla="*/ 6286 h 10016"/>
                <a:gd name="connsiteX6" fmla="*/ 7377 w 10000"/>
                <a:gd name="connsiteY6" fmla="*/ 9393 h 10016"/>
                <a:gd name="connsiteX7" fmla="*/ 4222 w 10000"/>
                <a:gd name="connsiteY7" fmla="*/ 9941 h 10016"/>
                <a:gd name="connsiteX8" fmla="*/ 2296 w 10000"/>
                <a:gd name="connsiteY8" fmla="*/ 8329 h 10016"/>
                <a:gd name="connsiteX9" fmla="*/ 652 w 10000"/>
                <a:gd name="connsiteY9" fmla="*/ 7520 h 10016"/>
                <a:gd name="connsiteX10" fmla="*/ 0 w 10000"/>
                <a:gd name="connsiteY10" fmla="*/ 4486 h 10016"/>
                <a:gd name="connsiteX0" fmla="*/ 0 w 10000"/>
                <a:gd name="connsiteY0" fmla="*/ 4486 h 10016"/>
                <a:gd name="connsiteX1" fmla="*/ 1210 w 10000"/>
                <a:gd name="connsiteY1" fmla="*/ 2006 h 10016"/>
                <a:gd name="connsiteX2" fmla="*/ 3506 w 10000"/>
                <a:gd name="connsiteY2" fmla="*/ 1 h 10016"/>
                <a:gd name="connsiteX3" fmla="*/ 6554 w 10000"/>
                <a:gd name="connsiteY3" fmla="*/ 1705 h 10016"/>
                <a:gd name="connsiteX4" fmla="*/ 9013 w 10000"/>
                <a:gd name="connsiteY4" fmla="*/ 2548 h 10016"/>
                <a:gd name="connsiteX5" fmla="*/ 9935 w 10000"/>
                <a:gd name="connsiteY5" fmla="*/ 6286 h 10016"/>
                <a:gd name="connsiteX6" fmla="*/ 7377 w 10000"/>
                <a:gd name="connsiteY6" fmla="*/ 9393 h 10016"/>
                <a:gd name="connsiteX7" fmla="*/ 4222 w 10000"/>
                <a:gd name="connsiteY7" fmla="*/ 9941 h 10016"/>
                <a:gd name="connsiteX8" fmla="*/ 2296 w 10000"/>
                <a:gd name="connsiteY8" fmla="*/ 8329 h 10016"/>
                <a:gd name="connsiteX9" fmla="*/ 652 w 10000"/>
                <a:gd name="connsiteY9" fmla="*/ 7520 h 10016"/>
                <a:gd name="connsiteX10" fmla="*/ 0 w 10000"/>
                <a:gd name="connsiteY10" fmla="*/ 4486 h 100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000" h="10016">
                  <a:moveTo>
                    <a:pt x="0" y="4486"/>
                  </a:moveTo>
                  <a:cubicBezTo>
                    <a:pt x="23" y="3587"/>
                    <a:pt x="627" y="2754"/>
                    <a:pt x="1210" y="2006"/>
                  </a:cubicBezTo>
                  <a:cubicBezTo>
                    <a:pt x="1794" y="1258"/>
                    <a:pt x="2615" y="51"/>
                    <a:pt x="3506" y="1"/>
                  </a:cubicBezTo>
                  <a:cubicBezTo>
                    <a:pt x="4396" y="-49"/>
                    <a:pt x="5636" y="1281"/>
                    <a:pt x="6554" y="1705"/>
                  </a:cubicBezTo>
                  <a:cubicBezTo>
                    <a:pt x="7473" y="2129"/>
                    <a:pt x="8449" y="1784"/>
                    <a:pt x="9013" y="2548"/>
                  </a:cubicBezTo>
                  <a:cubicBezTo>
                    <a:pt x="9577" y="3312"/>
                    <a:pt x="10207" y="5145"/>
                    <a:pt x="9935" y="6286"/>
                  </a:cubicBezTo>
                  <a:cubicBezTo>
                    <a:pt x="9662" y="7428"/>
                    <a:pt x="8329" y="8783"/>
                    <a:pt x="7377" y="9393"/>
                  </a:cubicBezTo>
                  <a:cubicBezTo>
                    <a:pt x="6425" y="10002"/>
                    <a:pt x="5069" y="10118"/>
                    <a:pt x="4222" y="9941"/>
                  </a:cubicBezTo>
                  <a:cubicBezTo>
                    <a:pt x="3375" y="9764"/>
                    <a:pt x="2767" y="8820"/>
                    <a:pt x="2296" y="8329"/>
                  </a:cubicBezTo>
                  <a:cubicBezTo>
                    <a:pt x="1825" y="7838"/>
                    <a:pt x="1035" y="8161"/>
                    <a:pt x="652" y="7520"/>
                  </a:cubicBezTo>
                  <a:cubicBezTo>
                    <a:pt x="269" y="6879"/>
                    <a:pt x="99" y="5188"/>
                    <a:pt x="0" y="4486"/>
                  </a:cubicBezTo>
                  <a:close/>
                </a:path>
              </a:pathLst>
            </a:custGeom>
            <a:solidFill>
              <a:srgbClr val="9CE0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cxnSp>
          <p:nvCxnSpPr>
            <p:cNvPr id="183" name="Straight Connector 182">
              <a:extLst>
                <a:ext uri="{FF2B5EF4-FFF2-40B4-BE49-F238E27FC236}">
                  <a16:creationId xmlns:a16="http://schemas.microsoft.com/office/drawing/2014/main" id="{1D84AED9-6BA5-604F-8E6C-11A72E61C06B}"/>
                </a:ext>
              </a:extLst>
            </p:cNvPr>
            <p:cNvCxnSpPr/>
            <p:nvPr/>
          </p:nvCxnSpPr>
          <p:spPr>
            <a:xfrm flipV="1">
              <a:off x="7988607" y="3775213"/>
              <a:ext cx="1203228" cy="660205"/>
            </a:xfrm>
            <a:prstGeom prst="line">
              <a:avLst/>
            </a:prstGeom>
            <a:noFill/>
            <a:ln w="254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184" name="Straight Connector 183">
              <a:extLst>
                <a:ext uri="{FF2B5EF4-FFF2-40B4-BE49-F238E27FC236}">
                  <a16:creationId xmlns:a16="http://schemas.microsoft.com/office/drawing/2014/main" id="{B4390229-331E-5444-AF63-6E5782A98B94}"/>
                </a:ext>
              </a:extLst>
            </p:cNvPr>
            <p:cNvCxnSpPr/>
            <p:nvPr/>
          </p:nvCxnSpPr>
          <p:spPr>
            <a:xfrm>
              <a:off x="7988607" y="4435418"/>
              <a:ext cx="1203228" cy="517808"/>
            </a:xfrm>
            <a:prstGeom prst="line">
              <a:avLst/>
            </a:prstGeom>
            <a:noFill/>
            <a:ln w="254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185" name="Straight Connector 184">
              <a:extLst>
                <a:ext uri="{FF2B5EF4-FFF2-40B4-BE49-F238E27FC236}">
                  <a16:creationId xmlns:a16="http://schemas.microsoft.com/office/drawing/2014/main" id="{DFB9B0AD-2ACD-A843-97CA-75D5471523AA}"/>
                </a:ext>
              </a:extLst>
            </p:cNvPr>
            <p:cNvCxnSpPr/>
            <p:nvPr/>
          </p:nvCxnSpPr>
          <p:spPr>
            <a:xfrm>
              <a:off x="8998012" y="3982336"/>
              <a:ext cx="319671" cy="828494"/>
            </a:xfrm>
            <a:prstGeom prst="line">
              <a:avLst/>
            </a:prstGeom>
            <a:noFill/>
            <a:ln w="254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186" name="Straight Connector 185">
              <a:extLst>
                <a:ext uri="{FF2B5EF4-FFF2-40B4-BE49-F238E27FC236}">
                  <a16:creationId xmlns:a16="http://schemas.microsoft.com/office/drawing/2014/main" id="{AF6DD7B2-65F3-A348-8F7B-042958844DF4}"/>
                </a:ext>
              </a:extLst>
            </p:cNvPr>
            <p:cNvCxnSpPr/>
            <p:nvPr/>
          </p:nvCxnSpPr>
          <p:spPr>
            <a:xfrm>
              <a:off x="9268742" y="3917611"/>
              <a:ext cx="1307416" cy="271850"/>
            </a:xfrm>
            <a:prstGeom prst="line">
              <a:avLst/>
            </a:prstGeom>
            <a:noFill/>
            <a:ln w="254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187" name="Straight Connector 186">
              <a:extLst>
                <a:ext uri="{FF2B5EF4-FFF2-40B4-BE49-F238E27FC236}">
                  <a16:creationId xmlns:a16="http://schemas.microsoft.com/office/drawing/2014/main" id="{F3F9C352-8615-9E48-86B7-1581130D71A9}"/>
                </a:ext>
              </a:extLst>
            </p:cNvPr>
            <p:cNvCxnSpPr/>
            <p:nvPr/>
          </p:nvCxnSpPr>
          <p:spPr>
            <a:xfrm flipV="1">
              <a:off x="9461009" y="4344802"/>
              <a:ext cx="1115149" cy="608426"/>
            </a:xfrm>
            <a:prstGeom prst="line">
              <a:avLst/>
            </a:prstGeom>
            <a:noFill/>
            <a:ln w="25400" cap="flat" cmpd="sng" algn="ctr">
              <a:solidFill>
                <a:srgbClr val="000000"/>
              </a:solidFill>
              <a:prstDash val="solid"/>
            </a:ln>
            <a:effectLst/>
          </p:spPr>
        </p:cxnSp>
        <p:grpSp>
          <p:nvGrpSpPr>
            <p:cNvPr id="188" name="Group 187">
              <a:extLst>
                <a:ext uri="{FF2B5EF4-FFF2-40B4-BE49-F238E27FC236}">
                  <a16:creationId xmlns:a16="http://schemas.microsoft.com/office/drawing/2014/main" id="{C522FD38-55CF-7A4B-9A35-5C821D9004B4}"/>
                </a:ext>
              </a:extLst>
            </p:cNvPr>
            <p:cNvGrpSpPr/>
            <p:nvPr/>
          </p:nvGrpSpPr>
          <p:grpSpPr>
            <a:xfrm>
              <a:off x="10288073" y="4115087"/>
              <a:ext cx="753999" cy="373786"/>
              <a:chOff x="7493876" y="2774731"/>
              <a:chExt cx="1481958" cy="894622"/>
            </a:xfrm>
          </p:grpSpPr>
          <p:sp>
            <p:nvSpPr>
              <p:cNvPr id="217" name="Freeform 216">
                <a:extLst>
                  <a:ext uri="{FF2B5EF4-FFF2-40B4-BE49-F238E27FC236}">
                    <a16:creationId xmlns:a16="http://schemas.microsoft.com/office/drawing/2014/main" id="{869C965F-3B45-6641-93EC-B4195C569FA4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218" name="Oval 217">
                <a:extLst>
                  <a:ext uri="{FF2B5EF4-FFF2-40B4-BE49-F238E27FC236}">
                    <a16:creationId xmlns:a16="http://schemas.microsoft.com/office/drawing/2014/main" id="{DB26611F-8306-3648-A55C-D397BA18B4E8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219" name="Group 218">
                <a:extLst>
                  <a:ext uri="{FF2B5EF4-FFF2-40B4-BE49-F238E27FC236}">
                    <a16:creationId xmlns:a16="http://schemas.microsoft.com/office/drawing/2014/main" id="{752E43F4-F228-BA4D-BC39-B4CB01149E4C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220" name="Freeform 219">
                  <a:extLst>
                    <a:ext uri="{FF2B5EF4-FFF2-40B4-BE49-F238E27FC236}">
                      <a16:creationId xmlns:a16="http://schemas.microsoft.com/office/drawing/2014/main" id="{59B1C7B3-31CE-B24A-AE5F-B2F7A74D33A1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21" name="Freeform 220">
                  <a:extLst>
                    <a:ext uri="{FF2B5EF4-FFF2-40B4-BE49-F238E27FC236}">
                      <a16:creationId xmlns:a16="http://schemas.microsoft.com/office/drawing/2014/main" id="{C08841AA-A94F-F94F-873B-6D3084A49448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22" name="Freeform 221">
                  <a:extLst>
                    <a:ext uri="{FF2B5EF4-FFF2-40B4-BE49-F238E27FC236}">
                      <a16:creationId xmlns:a16="http://schemas.microsoft.com/office/drawing/2014/main" id="{9B6B1DED-0785-124F-9887-8A1FC7DFDB2F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23" name="Freeform 222">
                  <a:extLst>
                    <a:ext uri="{FF2B5EF4-FFF2-40B4-BE49-F238E27FC236}">
                      <a16:creationId xmlns:a16="http://schemas.microsoft.com/office/drawing/2014/main" id="{11EC627D-1981-B849-B140-30CB8661FF8E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189" name="Group 188">
              <a:extLst>
                <a:ext uri="{FF2B5EF4-FFF2-40B4-BE49-F238E27FC236}">
                  <a16:creationId xmlns:a16="http://schemas.microsoft.com/office/drawing/2014/main" id="{B40CECD0-49AE-FB41-9F96-68CCF72316C9}"/>
                </a:ext>
              </a:extLst>
            </p:cNvPr>
            <p:cNvGrpSpPr/>
            <p:nvPr/>
          </p:nvGrpSpPr>
          <p:grpSpPr>
            <a:xfrm>
              <a:off x="7988218" y="4212069"/>
              <a:ext cx="753999" cy="373786"/>
              <a:chOff x="7493876" y="2774731"/>
              <a:chExt cx="1481958" cy="894622"/>
            </a:xfrm>
          </p:grpSpPr>
          <p:sp>
            <p:nvSpPr>
              <p:cNvPr id="210" name="Freeform 209">
                <a:extLst>
                  <a:ext uri="{FF2B5EF4-FFF2-40B4-BE49-F238E27FC236}">
                    <a16:creationId xmlns:a16="http://schemas.microsoft.com/office/drawing/2014/main" id="{A7C4764E-24DB-A047-99F6-3DBE6983B612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211" name="Oval 210">
                <a:extLst>
                  <a:ext uri="{FF2B5EF4-FFF2-40B4-BE49-F238E27FC236}">
                    <a16:creationId xmlns:a16="http://schemas.microsoft.com/office/drawing/2014/main" id="{F741EDFB-6243-E24D-B5BF-A9D294BAEED5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212" name="Group 211">
                <a:extLst>
                  <a:ext uri="{FF2B5EF4-FFF2-40B4-BE49-F238E27FC236}">
                    <a16:creationId xmlns:a16="http://schemas.microsoft.com/office/drawing/2014/main" id="{7CE34015-4D02-4946-9B76-2DF282A68899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213" name="Freeform 212">
                  <a:extLst>
                    <a:ext uri="{FF2B5EF4-FFF2-40B4-BE49-F238E27FC236}">
                      <a16:creationId xmlns:a16="http://schemas.microsoft.com/office/drawing/2014/main" id="{17F8A9CB-A73C-7546-8BDB-A37A94696A6C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4" name="Freeform 213">
                  <a:extLst>
                    <a:ext uri="{FF2B5EF4-FFF2-40B4-BE49-F238E27FC236}">
                      <a16:creationId xmlns:a16="http://schemas.microsoft.com/office/drawing/2014/main" id="{C1CBDBCE-EA5B-D345-8591-E5BF7383258C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5" name="Freeform 214">
                  <a:extLst>
                    <a:ext uri="{FF2B5EF4-FFF2-40B4-BE49-F238E27FC236}">
                      <a16:creationId xmlns:a16="http://schemas.microsoft.com/office/drawing/2014/main" id="{3D28C298-F0C7-8241-B8A9-A923470630E9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6" name="Freeform 215">
                  <a:extLst>
                    <a:ext uri="{FF2B5EF4-FFF2-40B4-BE49-F238E27FC236}">
                      <a16:creationId xmlns:a16="http://schemas.microsoft.com/office/drawing/2014/main" id="{AFBA7058-1BB8-E143-A99E-2D88BA178338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190" name="Group 189">
              <a:extLst>
                <a:ext uri="{FF2B5EF4-FFF2-40B4-BE49-F238E27FC236}">
                  <a16:creationId xmlns:a16="http://schemas.microsoft.com/office/drawing/2014/main" id="{27B28F7C-56F1-BE43-AA43-32D01C7C54FE}"/>
                </a:ext>
              </a:extLst>
            </p:cNvPr>
            <p:cNvGrpSpPr/>
            <p:nvPr/>
          </p:nvGrpSpPr>
          <p:grpSpPr>
            <a:xfrm>
              <a:off x="8971890" y="4738542"/>
              <a:ext cx="753999" cy="373786"/>
              <a:chOff x="7493876" y="2774731"/>
              <a:chExt cx="1481958" cy="894622"/>
            </a:xfrm>
          </p:grpSpPr>
          <p:sp>
            <p:nvSpPr>
              <p:cNvPr id="203" name="Freeform 202">
                <a:extLst>
                  <a:ext uri="{FF2B5EF4-FFF2-40B4-BE49-F238E27FC236}">
                    <a16:creationId xmlns:a16="http://schemas.microsoft.com/office/drawing/2014/main" id="{1C4A2479-EF6B-5B4C-A959-B30CE906CD9E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204" name="Oval 203">
                <a:extLst>
                  <a:ext uri="{FF2B5EF4-FFF2-40B4-BE49-F238E27FC236}">
                    <a16:creationId xmlns:a16="http://schemas.microsoft.com/office/drawing/2014/main" id="{D44C0515-019A-CC4C-97DA-1120D58576AA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205" name="Group 204">
                <a:extLst>
                  <a:ext uri="{FF2B5EF4-FFF2-40B4-BE49-F238E27FC236}">
                    <a16:creationId xmlns:a16="http://schemas.microsoft.com/office/drawing/2014/main" id="{8BDFEB46-6F5A-A24E-A578-5E94DC623A9F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206" name="Freeform 205">
                  <a:extLst>
                    <a:ext uri="{FF2B5EF4-FFF2-40B4-BE49-F238E27FC236}">
                      <a16:creationId xmlns:a16="http://schemas.microsoft.com/office/drawing/2014/main" id="{144E3D98-45D5-5D45-B85D-9EF0A8C6E201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07" name="Freeform 206">
                  <a:extLst>
                    <a:ext uri="{FF2B5EF4-FFF2-40B4-BE49-F238E27FC236}">
                      <a16:creationId xmlns:a16="http://schemas.microsoft.com/office/drawing/2014/main" id="{D631B7E2-2EAB-E44C-8FBF-9713FEA10E35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08" name="Freeform 207">
                  <a:extLst>
                    <a:ext uri="{FF2B5EF4-FFF2-40B4-BE49-F238E27FC236}">
                      <a16:creationId xmlns:a16="http://schemas.microsoft.com/office/drawing/2014/main" id="{433AA9E5-7018-7A4E-BA11-815432A8EA52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09" name="Freeform 208">
                  <a:extLst>
                    <a:ext uri="{FF2B5EF4-FFF2-40B4-BE49-F238E27FC236}">
                      <a16:creationId xmlns:a16="http://schemas.microsoft.com/office/drawing/2014/main" id="{6212BFF3-E70B-6843-BA1F-02E366A59766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191" name="Group 190">
              <a:extLst>
                <a:ext uri="{FF2B5EF4-FFF2-40B4-BE49-F238E27FC236}">
                  <a16:creationId xmlns:a16="http://schemas.microsoft.com/office/drawing/2014/main" id="{B42AD403-50EF-3E4B-9989-B68D82E414CB}"/>
                </a:ext>
              </a:extLst>
            </p:cNvPr>
            <p:cNvGrpSpPr/>
            <p:nvPr/>
          </p:nvGrpSpPr>
          <p:grpSpPr>
            <a:xfrm>
              <a:off x="8736362" y="3768724"/>
              <a:ext cx="753999" cy="373786"/>
              <a:chOff x="7493876" y="2774731"/>
              <a:chExt cx="1481958" cy="894622"/>
            </a:xfrm>
          </p:grpSpPr>
          <p:sp>
            <p:nvSpPr>
              <p:cNvPr id="196" name="Freeform 195">
                <a:extLst>
                  <a:ext uri="{FF2B5EF4-FFF2-40B4-BE49-F238E27FC236}">
                    <a16:creationId xmlns:a16="http://schemas.microsoft.com/office/drawing/2014/main" id="{B052A106-FBCD-1D49-AF8F-257B4D8BF094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97" name="Oval 196">
                <a:extLst>
                  <a:ext uri="{FF2B5EF4-FFF2-40B4-BE49-F238E27FC236}">
                    <a16:creationId xmlns:a16="http://schemas.microsoft.com/office/drawing/2014/main" id="{1573664B-E1B9-5F43-A5FD-918D0B3DD933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198" name="Group 197">
                <a:extLst>
                  <a:ext uri="{FF2B5EF4-FFF2-40B4-BE49-F238E27FC236}">
                    <a16:creationId xmlns:a16="http://schemas.microsoft.com/office/drawing/2014/main" id="{EFE998AB-5E6A-E44D-B228-2F1E2AD25009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99" name="Freeform 198">
                  <a:extLst>
                    <a:ext uri="{FF2B5EF4-FFF2-40B4-BE49-F238E27FC236}">
                      <a16:creationId xmlns:a16="http://schemas.microsoft.com/office/drawing/2014/main" id="{EFE2C3E2-8D68-6044-8D28-EB7E1EDF79C1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00" name="Freeform 199">
                  <a:extLst>
                    <a:ext uri="{FF2B5EF4-FFF2-40B4-BE49-F238E27FC236}">
                      <a16:creationId xmlns:a16="http://schemas.microsoft.com/office/drawing/2014/main" id="{638CAAB7-888B-7549-BE62-EE803BA82DF5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01" name="Freeform 200">
                  <a:extLst>
                    <a:ext uri="{FF2B5EF4-FFF2-40B4-BE49-F238E27FC236}">
                      <a16:creationId xmlns:a16="http://schemas.microsoft.com/office/drawing/2014/main" id="{946C451F-A552-EE4D-BD40-16A17FD4A00D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02" name="Freeform 201">
                  <a:extLst>
                    <a:ext uri="{FF2B5EF4-FFF2-40B4-BE49-F238E27FC236}">
                      <a16:creationId xmlns:a16="http://schemas.microsoft.com/office/drawing/2014/main" id="{3A3E8969-C83C-164C-8601-C0AB3B9843CF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sp>
          <p:nvSpPr>
            <p:cNvPr id="192" name="Up-Down Arrow 191">
              <a:extLst>
                <a:ext uri="{FF2B5EF4-FFF2-40B4-BE49-F238E27FC236}">
                  <a16:creationId xmlns:a16="http://schemas.microsoft.com/office/drawing/2014/main" id="{B01770F3-ACAF-5048-A1B2-5D7A6DF4C093}"/>
                </a:ext>
              </a:extLst>
            </p:cNvPr>
            <p:cNvSpPr/>
            <p:nvPr/>
          </p:nvSpPr>
          <p:spPr>
            <a:xfrm rot="18842452">
              <a:off x="9773071" y="2749725"/>
              <a:ext cx="110632" cy="1621438"/>
            </a:xfrm>
            <a:prstGeom prst="upDownArrow">
              <a:avLst/>
            </a:prstGeom>
            <a:solidFill>
              <a:srgbClr val="CC0000">
                <a:alpha val="78000"/>
              </a:srgbClr>
            </a:solidFill>
            <a:ln>
              <a:noFill/>
            </a:ln>
          </p:spPr>
          <p:txBody>
            <a:bodyPr rtlCol="0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93" name="Up-Down Arrow 192">
              <a:extLst>
                <a:ext uri="{FF2B5EF4-FFF2-40B4-BE49-F238E27FC236}">
                  <a16:creationId xmlns:a16="http://schemas.microsoft.com/office/drawing/2014/main" id="{AB757BA5-0C24-C146-AA7E-79A947FB7B05}"/>
                </a:ext>
              </a:extLst>
            </p:cNvPr>
            <p:cNvSpPr/>
            <p:nvPr/>
          </p:nvSpPr>
          <p:spPr>
            <a:xfrm rot="1544330">
              <a:off x="8498334" y="2913840"/>
              <a:ext cx="132567" cy="1340938"/>
            </a:xfrm>
            <a:prstGeom prst="upDownArrow">
              <a:avLst/>
            </a:prstGeom>
            <a:solidFill>
              <a:srgbClr val="CC0000">
                <a:alpha val="78000"/>
              </a:srgbClr>
            </a:solidFill>
            <a:ln>
              <a:noFill/>
            </a:ln>
          </p:spPr>
          <p:txBody>
            <a:bodyPr rtlCol="0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94" name="Up-Down Arrow 193">
              <a:extLst>
                <a:ext uri="{FF2B5EF4-FFF2-40B4-BE49-F238E27FC236}">
                  <a16:creationId xmlns:a16="http://schemas.microsoft.com/office/drawing/2014/main" id="{E13386F3-16D9-6044-A873-1E221BB1655F}"/>
                </a:ext>
              </a:extLst>
            </p:cNvPr>
            <p:cNvSpPr/>
            <p:nvPr/>
          </p:nvSpPr>
          <p:spPr>
            <a:xfrm>
              <a:off x="8891032" y="2979040"/>
              <a:ext cx="132567" cy="794393"/>
            </a:xfrm>
            <a:prstGeom prst="upDownArrow">
              <a:avLst/>
            </a:prstGeom>
            <a:solidFill>
              <a:srgbClr val="CC0000">
                <a:alpha val="78000"/>
              </a:srgbClr>
            </a:solidFill>
            <a:ln>
              <a:noFill/>
            </a:ln>
          </p:spPr>
          <p:txBody>
            <a:bodyPr rtlCol="0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95" name="Up-Down Arrow 194">
              <a:extLst>
                <a:ext uri="{FF2B5EF4-FFF2-40B4-BE49-F238E27FC236}">
                  <a16:creationId xmlns:a16="http://schemas.microsoft.com/office/drawing/2014/main" id="{A30B77AA-A0AC-DB4E-9B97-AA2AA751FB9C}"/>
                </a:ext>
              </a:extLst>
            </p:cNvPr>
            <p:cNvSpPr/>
            <p:nvPr/>
          </p:nvSpPr>
          <p:spPr>
            <a:xfrm rot="21168731">
              <a:off x="9181573" y="2978458"/>
              <a:ext cx="132567" cy="1740801"/>
            </a:xfrm>
            <a:prstGeom prst="upDownArrow">
              <a:avLst/>
            </a:prstGeom>
            <a:solidFill>
              <a:srgbClr val="CC0000">
                <a:alpha val="78000"/>
              </a:srgbClr>
            </a:solidFill>
            <a:ln>
              <a:noFill/>
            </a:ln>
          </p:spPr>
          <p:txBody>
            <a:bodyPr rtlCol="0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876877769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med" p14:dur="700">
        <p:fade/>
      </p:transition>
    </mc:Choice>
    <mc:Fallback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</p:bldLst>
  </p:timing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FECD85E7-B9DB-9043-B7EC-8C0919E801A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276457"/>
            <a:ext cx="10998896" cy="894622"/>
          </a:xfrm>
        </p:spPr>
        <p:txBody>
          <a:bodyPr>
            <a:noAutofit/>
          </a:bodyPr>
          <a:lstStyle/>
          <a:p>
            <a:r>
              <a:rPr lang="en-US" b="0" dirty="0"/>
              <a:t>SDN: control/data plane interaction example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8F71119-17C6-6045-B8FE-FECA68C801C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83</a:t>
            </a:fld>
            <a:endParaRPr lang="en-US" dirty="0"/>
          </a:p>
        </p:txBody>
      </p:sp>
      <p:sp>
        <p:nvSpPr>
          <p:cNvPr id="325" name="Rounded Rectangle 324">
            <a:extLst>
              <a:ext uri="{FF2B5EF4-FFF2-40B4-BE49-F238E27FC236}">
                <a16:creationId xmlns:a16="http://schemas.microsoft.com/office/drawing/2014/main" id="{48D9D971-BB7B-A045-8126-3F6D89A80BFA}"/>
              </a:ext>
            </a:extLst>
          </p:cNvPr>
          <p:cNvSpPr/>
          <p:nvPr/>
        </p:nvSpPr>
        <p:spPr>
          <a:xfrm>
            <a:off x="1267886" y="2781457"/>
            <a:ext cx="4211052" cy="1062452"/>
          </a:xfrm>
          <a:prstGeom prst="roundRect">
            <a:avLst/>
          </a:prstGeom>
          <a:solidFill>
            <a:srgbClr val="AAE2CA">
              <a:lumMod val="75000"/>
            </a:srgbClr>
          </a:solidFill>
          <a:ln w="12700">
            <a:noFill/>
            <a:tailEnd type="arrow"/>
          </a:ln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326" name="Rounded Rectangle 325">
            <a:extLst>
              <a:ext uri="{FF2B5EF4-FFF2-40B4-BE49-F238E27FC236}">
                <a16:creationId xmlns:a16="http://schemas.microsoft.com/office/drawing/2014/main" id="{6862D1C0-D760-D24C-B4CE-1C62437307F2}"/>
              </a:ext>
            </a:extLst>
          </p:cNvPr>
          <p:cNvSpPr/>
          <p:nvPr/>
        </p:nvSpPr>
        <p:spPr>
          <a:xfrm>
            <a:off x="1294622" y="3977998"/>
            <a:ext cx="4184316" cy="545543"/>
          </a:xfrm>
          <a:prstGeom prst="roundRect">
            <a:avLst/>
          </a:prstGeom>
          <a:solidFill>
            <a:srgbClr val="AAE2CA">
              <a:lumMod val="75000"/>
            </a:srgbClr>
          </a:solidFill>
          <a:ln w="12700">
            <a:noFill/>
            <a:tailEnd type="arrow"/>
          </a:ln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cxnSp>
        <p:nvCxnSpPr>
          <p:cNvPr id="327" name="Straight Connector 326">
            <a:extLst>
              <a:ext uri="{FF2B5EF4-FFF2-40B4-BE49-F238E27FC236}">
                <a16:creationId xmlns:a16="http://schemas.microsoft.com/office/drawing/2014/main" id="{6EC76F04-CB84-9D4C-B614-CCAAF77DF086}"/>
              </a:ext>
            </a:extLst>
          </p:cNvPr>
          <p:cNvCxnSpPr/>
          <p:nvPr/>
        </p:nvCxnSpPr>
        <p:spPr bwMode="auto">
          <a:xfrm>
            <a:off x="1334724" y="4626321"/>
            <a:ext cx="4104106" cy="0"/>
          </a:xfrm>
          <a:prstGeom prst="line">
            <a:avLst/>
          </a:prstGeom>
          <a:solidFill>
            <a:srgbClr val="00CC99"/>
          </a:solidFill>
          <a:ln w="19050" cap="flat" cmpd="sng" algn="ctr">
            <a:solidFill>
              <a:srgbClr val="000000"/>
            </a:solidFill>
            <a:prstDash val="dash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grpSp>
        <p:nvGrpSpPr>
          <p:cNvPr id="328" name="Group 327">
            <a:extLst>
              <a:ext uri="{FF2B5EF4-FFF2-40B4-BE49-F238E27FC236}">
                <a16:creationId xmlns:a16="http://schemas.microsoft.com/office/drawing/2014/main" id="{538C6E4D-0EC4-B64C-9EEA-03480A17D18A}"/>
              </a:ext>
            </a:extLst>
          </p:cNvPr>
          <p:cNvGrpSpPr/>
          <p:nvPr/>
        </p:nvGrpSpPr>
        <p:grpSpPr>
          <a:xfrm>
            <a:off x="1416854" y="3356297"/>
            <a:ext cx="1244650" cy="411995"/>
            <a:chOff x="3128876" y="457817"/>
            <a:chExt cx="1432326" cy="459826"/>
          </a:xfrm>
        </p:grpSpPr>
        <p:sp>
          <p:nvSpPr>
            <p:cNvPr id="329" name="Rounded Rectangle 328">
              <a:extLst>
                <a:ext uri="{FF2B5EF4-FFF2-40B4-BE49-F238E27FC236}">
                  <a16:creationId xmlns:a16="http://schemas.microsoft.com/office/drawing/2014/main" id="{464725F4-EA3D-B943-BC4E-A498A91255EC}"/>
                </a:ext>
              </a:extLst>
            </p:cNvPr>
            <p:cNvSpPr/>
            <p:nvPr/>
          </p:nvSpPr>
          <p:spPr>
            <a:xfrm>
              <a:off x="3128876" y="457817"/>
              <a:ext cx="1432326" cy="459826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accent6"/>
              </a:solidFill>
            </a:ln>
            <a:effectLst>
              <a:outerShdw blurRad="50800" dist="38100" dir="2700000" algn="tl" rotWithShape="0">
                <a:srgbClr val="00CC99">
                  <a:lumMod val="75000"/>
                  <a:alpha val="99000"/>
                </a:srgbClr>
              </a:outerShdw>
            </a:effectLst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30" name="TextBox 329">
              <a:extLst>
                <a:ext uri="{FF2B5EF4-FFF2-40B4-BE49-F238E27FC236}">
                  <a16:creationId xmlns:a16="http://schemas.microsoft.com/office/drawing/2014/main" id="{2A7D9926-304F-C44B-B971-A050DC450537}"/>
                </a:ext>
              </a:extLst>
            </p:cNvPr>
            <p:cNvSpPr txBox="1"/>
            <p:nvPr/>
          </p:nvSpPr>
          <p:spPr>
            <a:xfrm>
              <a:off x="3178769" y="541671"/>
              <a:ext cx="1302385" cy="29922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ts val="16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rPr>
                <a:t>Link-state info</a:t>
              </a:r>
            </a:p>
          </p:txBody>
        </p:sp>
      </p:grpSp>
      <p:grpSp>
        <p:nvGrpSpPr>
          <p:cNvPr id="331" name="Group 330">
            <a:extLst>
              <a:ext uri="{FF2B5EF4-FFF2-40B4-BE49-F238E27FC236}">
                <a16:creationId xmlns:a16="http://schemas.microsoft.com/office/drawing/2014/main" id="{10349B34-1073-E946-BED7-17B6AC84FDD7}"/>
              </a:ext>
            </a:extLst>
          </p:cNvPr>
          <p:cNvGrpSpPr/>
          <p:nvPr/>
        </p:nvGrpSpPr>
        <p:grpSpPr>
          <a:xfrm>
            <a:off x="4286570" y="3369666"/>
            <a:ext cx="1165638" cy="398626"/>
            <a:chOff x="3034354" y="534843"/>
            <a:chExt cx="1525489" cy="382800"/>
          </a:xfrm>
        </p:grpSpPr>
        <p:sp>
          <p:nvSpPr>
            <p:cNvPr id="332" name="Rounded Rectangle 331">
              <a:extLst>
                <a:ext uri="{FF2B5EF4-FFF2-40B4-BE49-F238E27FC236}">
                  <a16:creationId xmlns:a16="http://schemas.microsoft.com/office/drawing/2014/main" id="{AE8DBF36-59D4-DA45-9025-632817AB39EF}"/>
                </a:ext>
              </a:extLst>
            </p:cNvPr>
            <p:cNvSpPr/>
            <p:nvPr/>
          </p:nvSpPr>
          <p:spPr>
            <a:xfrm>
              <a:off x="3128876" y="534843"/>
              <a:ext cx="1325987" cy="382800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accent6"/>
              </a:solidFill>
            </a:ln>
            <a:effectLst>
              <a:outerShdw blurRad="50800" dist="38100" dir="2700000" algn="tl" rotWithShape="0">
                <a:srgbClr val="00CC99">
                  <a:lumMod val="75000"/>
                  <a:alpha val="99000"/>
                </a:srgbClr>
              </a:outerShdw>
            </a:effectLst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33" name="TextBox 332">
              <a:extLst>
                <a:ext uri="{FF2B5EF4-FFF2-40B4-BE49-F238E27FC236}">
                  <a16:creationId xmlns:a16="http://schemas.microsoft.com/office/drawing/2014/main" id="{3E75B4C3-6891-C540-A01D-98C3E46528AD}"/>
                </a:ext>
              </a:extLst>
            </p:cNvPr>
            <p:cNvSpPr txBox="1"/>
            <p:nvPr/>
          </p:nvSpPr>
          <p:spPr>
            <a:xfrm>
              <a:off x="3034354" y="593020"/>
              <a:ext cx="1525489" cy="29922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ts val="16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rPr>
                <a:t>switch info</a:t>
              </a:r>
            </a:p>
          </p:txBody>
        </p:sp>
      </p:grpSp>
      <p:grpSp>
        <p:nvGrpSpPr>
          <p:cNvPr id="334" name="Group 333">
            <a:extLst>
              <a:ext uri="{FF2B5EF4-FFF2-40B4-BE49-F238E27FC236}">
                <a16:creationId xmlns:a16="http://schemas.microsoft.com/office/drawing/2014/main" id="{8F3F5407-B5E1-9B4F-BD20-988E773EE5FA}"/>
              </a:ext>
            </a:extLst>
          </p:cNvPr>
          <p:cNvGrpSpPr/>
          <p:nvPr/>
        </p:nvGrpSpPr>
        <p:grpSpPr>
          <a:xfrm>
            <a:off x="2808986" y="3356297"/>
            <a:ext cx="960359" cy="411995"/>
            <a:chOff x="3128876" y="457817"/>
            <a:chExt cx="1432326" cy="459826"/>
          </a:xfrm>
        </p:grpSpPr>
        <p:sp>
          <p:nvSpPr>
            <p:cNvPr id="335" name="Rounded Rectangle 334">
              <a:extLst>
                <a:ext uri="{FF2B5EF4-FFF2-40B4-BE49-F238E27FC236}">
                  <a16:creationId xmlns:a16="http://schemas.microsoft.com/office/drawing/2014/main" id="{589761B3-634F-4D4E-8310-EAF4A00ABB80}"/>
                </a:ext>
              </a:extLst>
            </p:cNvPr>
            <p:cNvSpPr/>
            <p:nvPr/>
          </p:nvSpPr>
          <p:spPr>
            <a:xfrm>
              <a:off x="3128876" y="457817"/>
              <a:ext cx="1432326" cy="459826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accent6"/>
              </a:solidFill>
            </a:ln>
            <a:effectLst>
              <a:outerShdw blurRad="50800" dist="38100" dir="2700000" algn="tl" rotWithShape="0">
                <a:srgbClr val="00CC99">
                  <a:lumMod val="75000"/>
                  <a:alpha val="99000"/>
                </a:srgbClr>
              </a:outerShdw>
            </a:effectLst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36" name="TextBox 335">
              <a:extLst>
                <a:ext uri="{FF2B5EF4-FFF2-40B4-BE49-F238E27FC236}">
                  <a16:creationId xmlns:a16="http://schemas.microsoft.com/office/drawing/2014/main" id="{593FEDEB-709E-A744-82FA-1F11F32B47D9}"/>
                </a:ext>
              </a:extLst>
            </p:cNvPr>
            <p:cNvSpPr txBox="1"/>
            <p:nvPr/>
          </p:nvSpPr>
          <p:spPr>
            <a:xfrm>
              <a:off x="3205754" y="541671"/>
              <a:ext cx="1287660" cy="29922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ts val="16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rPr>
                <a:t>host info</a:t>
              </a:r>
            </a:p>
          </p:txBody>
        </p:sp>
      </p:grpSp>
      <p:grpSp>
        <p:nvGrpSpPr>
          <p:cNvPr id="337" name="Group 336">
            <a:extLst>
              <a:ext uri="{FF2B5EF4-FFF2-40B4-BE49-F238E27FC236}">
                <a16:creationId xmlns:a16="http://schemas.microsoft.com/office/drawing/2014/main" id="{903E5C88-7668-CB49-A22D-7C59D5AAAAD6}"/>
              </a:ext>
            </a:extLst>
          </p:cNvPr>
          <p:cNvGrpSpPr/>
          <p:nvPr/>
        </p:nvGrpSpPr>
        <p:grpSpPr>
          <a:xfrm>
            <a:off x="1348650" y="2861665"/>
            <a:ext cx="889706" cy="382826"/>
            <a:chOff x="3128876" y="457817"/>
            <a:chExt cx="1432326" cy="459826"/>
          </a:xfrm>
        </p:grpSpPr>
        <p:sp>
          <p:nvSpPr>
            <p:cNvPr id="338" name="Rounded Rectangle 337">
              <a:extLst>
                <a:ext uri="{FF2B5EF4-FFF2-40B4-BE49-F238E27FC236}">
                  <a16:creationId xmlns:a16="http://schemas.microsoft.com/office/drawing/2014/main" id="{23AAB04A-9878-E54F-BF21-2E106D80B968}"/>
                </a:ext>
              </a:extLst>
            </p:cNvPr>
            <p:cNvSpPr/>
            <p:nvPr/>
          </p:nvSpPr>
          <p:spPr>
            <a:xfrm>
              <a:off x="3128876" y="457817"/>
              <a:ext cx="1432326" cy="459826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accent6"/>
              </a:solidFill>
            </a:ln>
            <a:effectLst>
              <a:outerShdw blurRad="50800" dist="38100" dir="2700000" algn="tl" rotWithShape="0">
                <a:srgbClr val="00CC99">
                  <a:lumMod val="75000"/>
                  <a:alpha val="99000"/>
                </a:srgbClr>
              </a:outerShdw>
            </a:effectLst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39" name="TextBox 338">
              <a:extLst>
                <a:ext uri="{FF2B5EF4-FFF2-40B4-BE49-F238E27FC236}">
                  <a16:creationId xmlns:a16="http://schemas.microsoft.com/office/drawing/2014/main" id="{FC21FA7A-D97F-1543-A6AE-45B535C51BA0}"/>
                </a:ext>
              </a:extLst>
            </p:cNvPr>
            <p:cNvSpPr txBox="1"/>
            <p:nvPr/>
          </p:nvSpPr>
          <p:spPr>
            <a:xfrm>
              <a:off x="3198565" y="509557"/>
              <a:ext cx="1302043" cy="29922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ts val="16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rPr>
                <a:t>statistics</a:t>
              </a:r>
            </a:p>
          </p:txBody>
        </p:sp>
      </p:grpSp>
      <p:grpSp>
        <p:nvGrpSpPr>
          <p:cNvPr id="340" name="Group 339">
            <a:extLst>
              <a:ext uri="{FF2B5EF4-FFF2-40B4-BE49-F238E27FC236}">
                <a16:creationId xmlns:a16="http://schemas.microsoft.com/office/drawing/2014/main" id="{18BB9737-9A62-2F4B-87FB-C077CBE2553C}"/>
              </a:ext>
            </a:extLst>
          </p:cNvPr>
          <p:cNvGrpSpPr/>
          <p:nvPr/>
        </p:nvGrpSpPr>
        <p:grpSpPr>
          <a:xfrm>
            <a:off x="4076434" y="2848295"/>
            <a:ext cx="1032905" cy="404965"/>
            <a:chOff x="3099264" y="457817"/>
            <a:chExt cx="1540525" cy="459826"/>
          </a:xfrm>
        </p:grpSpPr>
        <p:sp>
          <p:nvSpPr>
            <p:cNvPr id="341" name="Rounded Rectangle 340">
              <a:extLst>
                <a:ext uri="{FF2B5EF4-FFF2-40B4-BE49-F238E27FC236}">
                  <a16:creationId xmlns:a16="http://schemas.microsoft.com/office/drawing/2014/main" id="{4D3F5800-CF27-754D-AE05-FFEBBFEB49CB}"/>
                </a:ext>
              </a:extLst>
            </p:cNvPr>
            <p:cNvSpPr/>
            <p:nvPr/>
          </p:nvSpPr>
          <p:spPr>
            <a:xfrm>
              <a:off x="3128876" y="457817"/>
              <a:ext cx="1432326" cy="459826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accent6"/>
              </a:solidFill>
            </a:ln>
            <a:effectLst>
              <a:outerShdw blurRad="50800" dist="38100" dir="2700000" algn="tl" rotWithShape="0">
                <a:srgbClr val="00CC99">
                  <a:lumMod val="75000"/>
                  <a:alpha val="99000"/>
                </a:srgbClr>
              </a:outerShdw>
            </a:effectLst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42" name="TextBox 341">
              <a:extLst>
                <a:ext uri="{FF2B5EF4-FFF2-40B4-BE49-F238E27FC236}">
                  <a16:creationId xmlns:a16="http://schemas.microsoft.com/office/drawing/2014/main" id="{6544BEEF-458E-4941-8F67-37983515D46C}"/>
                </a:ext>
              </a:extLst>
            </p:cNvPr>
            <p:cNvSpPr txBox="1"/>
            <p:nvPr/>
          </p:nvSpPr>
          <p:spPr>
            <a:xfrm>
              <a:off x="3099264" y="526493"/>
              <a:ext cx="1540525" cy="29922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ts val="16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rPr>
                <a:t>flow tables</a:t>
              </a:r>
            </a:p>
          </p:txBody>
        </p:sp>
      </p:grpSp>
      <p:sp>
        <p:nvSpPr>
          <p:cNvPr id="343" name="TextBox 342">
            <a:extLst>
              <a:ext uri="{FF2B5EF4-FFF2-40B4-BE49-F238E27FC236}">
                <a16:creationId xmlns:a16="http://schemas.microsoft.com/office/drawing/2014/main" id="{B06AE2E9-5D9A-B44C-93D5-4692DB85C76F}"/>
              </a:ext>
            </a:extLst>
          </p:cNvPr>
          <p:cNvSpPr txBox="1"/>
          <p:nvPr/>
        </p:nvSpPr>
        <p:spPr>
          <a:xfrm>
            <a:off x="3285441" y="2483710"/>
            <a:ext cx="570238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sz="3200" dirty="0">
                <a:solidFill>
                  <a:srgbClr val="00CC99">
                    <a:lumMod val="60000"/>
                    <a:lumOff val="40000"/>
                  </a:srgbClr>
                </a:solidFill>
                <a:latin typeface="Arial" charset="0"/>
                <a:ea typeface="ＭＳ Ｐゴシック" charset="0"/>
              </a:rPr>
              <a:t>…  </a:t>
            </a:r>
          </a:p>
        </p:txBody>
      </p:sp>
      <p:sp>
        <p:nvSpPr>
          <p:cNvPr id="344" name="TextBox 343">
            <a:extLst>
              <a:ext uri="{FF2B5EF4-FFF2-40B4-BE49-F238E27FC236}">
                <a16:creationId xmlns:a16="http://schemas.microsoft.com/office/drawing/2014/main" id="{2AEF0D30-3607-F64E-9BF7-3B4D8188FFA7}"/>
              </a:ext>
            </a:extLst>
          </p:cNvPr>
          <p:cNvSpPr txBox="1"/>
          <p:nvPr/>
        </p:nvSpPr>
        <p:spPr>
          <a:xfrm>
            <a:off x="3831962" y="3120507"/>
            <a:ext cx="595035" cy="58477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sz="3200" dirty="0">
                <a:solidFill>
                  <a:srgbClr val="00CC99">
                    <a:lumMod val="60000"/>
                    <a:lumOff val="40000"/>
                  </a:srgbClr>
                </a:solidFill>
                <a:latin typeface="Arial" charset="0"/>
                <a:ea typeface="ＭＳ Ｐゴシック" charset="0"/>
              </a:rPr>
              <a:t>…  </a:t>
            </a:r>
          </a:p>
        </p:txBody>
      </p:sp>
      <p:grpSp>
        <p:nvGrpSpPr>
          <p:cNvPr id="345" name="Group 344">
            <a:extLst>
              <a:ext uri="{FF2B5EF4-FFF2-40B4-BE49-F238E27FC236}">
                <a16:creationId xmlns:a16="http://schemas.microsoft.com/office/drawing/2014/main" id="{9AC041BA-4E56-114C-A10B-C89A72B445FD}"/>
              </a:ext>
            </a:extLst>
          </p:cNvPr>
          <p:cNvGrpSpPr/>
          <p:nvPr/>
        </p:nvGrpSpPr>
        <p:grpSpPr>
          <a:xfrm>
            <a:off x="1903313" y="4109165"/>
            <a:ext cx="1257452" cy="286824"/>
            <a:chOff x="3128876" y="457775"/>
            <a:chExt cx="1432326" cy="459868"/>
          </a:xfrm>
        </p:grpSpPr>
        <p:sp>
          <p:nvSpPr>
            <p:cNvPr id="346" name="Rounded Rectangle 345">
              <a:extLst>
                <a:ext uri="{FF2B5EF4-FFF2-40B4-BE49-F238E27FC236}">
                  <a16:creationId xmlns:a16="http://schemas.microsoft.com/office/drawing/2014/main" id="{3203E766-79AA-5C46-8089-29917954888A}"/>
                </a:ext>
              </a:extLst>
            </p:cNvPr>
            <p:cNvSpPr/>
            <p:nvPr/>
          </p:nvSpPr>
          <p:spPr>
            <a:xfrm>
              <a:off x="3128876" y="457817"/>
              <a:ext cx="1432326" cy="459826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accent6"/>
              </a:solidFill>
            </a:ln>
            <a:effectLst>
              <a:outerShdw blurRad="50800" dist="38100" dir="2700000" algn="tl" rotWithShape="0">
                <a:srgbClr val="00CC99">
                  <a:lumMod val="75000"/>
                  <a:alpha val="99000"/>
                </a:srgbClr>
              </a:outerShdw>
            </a:effectLst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47" name="TextBox 346">
              <a:extLst>
                <a:ext uri="{FF2B5EF4-FFF2-40B4-BE49-F238E27FC236}">
                  <a16:creationId xmlns:a16="http://schemas.microsoft.com/office/drawing/2014/main" id="{BEFEA1C3-120C-DE4E-8293-55C57A6E3ED3}"/>
                </a:ext>
              </a:extLst>
            </p:cNvPr>
            <p:cNvSpPr txBox="1"/>
            <p:nvPr/>
          </p:nvSpPr>
          <p:spPr>
            <a:xfrm>
              <a:off x="3278378" y="457775"/>
              <a:ext cx="1142401" cy="29922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ts val="16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rPr>
                <a:t>OpenFlow</a:t>
              </a:r>
            </a:p>
          </p:txBody>
        </p:sp>
      </p:grpSp>
      <p:grpSp>
        <p:nvGrpSpPr>
          <p:cNvPr id="348" name="Group 347">
            <a:extLst>
              <a:ext uri="{FF2B5EF4-FFF2-40B4-BE49-F238E27FC236}">
                <a16:creationId xmlns:a16="http://schemas.microsoft.com/office/drawing/2014/main" id="{8AF280CF-E1A1-AB42-9FF4-B37E4883A9E7}"/>
              </a:ext>
            </a:extLst>
          </p:cNvPr>
          <p:cNvGrpSpPr/>
          <p:nvPr/>
        </p:nvGrpSpPr>
        <p:grpSpPr>
          <a:xfrm>
            <a:off x="3772545" y="4113948"/>
            <a:ext cx="1244650" cy="307410"/>
            <a:chOff x="3128876" y="457817"/>
            <a:chExt cx="1432326" cy="459826"/>
          </a:xfrm>
        </p:grpSpPr>
        <p:sp>
          <p:nvSpPr>
            <p:cNvPr id="349" name="Rounded Rectangle 348">
              <a:extLst>
                <a:ext uri="{FF2B5EF4-FFF2-40B4-BE49-F238E27FC236}">
                  <a16:creationId xmlns:a16="http://schemas.microsoft.com/office/drawing/2014/main" id="{24A7F498-3B8E-B44A-9994-2A592D6CBD54}"/>
                </a:ext>
              </a:extLst>
            </p:cNvPr>
            <p:cNvSpPr/>
            <p:nvPr/>
          </p:nvSpPr>
          <p:spPr>
            <a:xfrm>
              <a:off x="3128876" y="457817"/>
              <a:ext cx="1432326" cy="459826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accent6"/>
              </a:solidFill>
            </a:ln>
            <a:effectLst>
              <a:outerShdw blurRad="50800" dist="38100" dir="2700000" algn="tl" rotWithShape="0">
                <a:srgbClr val="00CC99">
                  <a:lumMod val="75000"/>
                  <a:alpha val="99000"/>
                </a:srgbClr>
              </a:outerShdw>
            </a:effectLst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50" name="TextBox 349">
              <a:extLst>
                <a:ext uri="{FF2B5EF4-FFF2-40B4-BE49-F238E27FC236}">
                  <a16:creationId xmlns:a16="http://schemas.microsoft.com/office/drawing/2014/main" id="{0CD76FBA-C002-924A-A27E-4000B9B46A3F}"/>
                </a:ext>
              </a:extLst>
            </p:cNvPr>
            <p:cNvSpPr txBox="1"/>
            <p:nvPr/>
          </p:nvSpPr>
          <p:spPr>
            <a:xfrm>
              <a:off x="3446730" y="484746"/>
              <a:ext cx="805702" cy="29922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ts val="16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rPr>
                <a:t>SNMP</a:t>
              </a:r>
            </a:p>
          </p:txBody>
        </p:sp>
      </p:grpSp>
      <p:sp>
        <p:nvSpPr>
          <p:cNvPr id="351" name="TextBox 350">
            <a:extLst>
              <a:ext uri="{FF2B5EF4-FFF2-40B4-BE49-F238E27FC236}">
                <a16:creationId xmlns:a16="http://schemas.microsoft.com/office/drawing/2014/main" id="{DF810222-B66A-6647-AF73-EAEA8633E33C}"/>
              </a:ext>
            </a:extLst>
          </p:cNvPr>
          <p:cNvSpPr txBox="1"/>
          <p:nvPr/>
        </p:nvSpPr>
        <p:spPr>
          <a:xfrm>
            <a:off x="3155302" y="3783967"/>
            <a:ext cx="595035" cy="58477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sz="3200" dirty="0">
                <a:solidFill>
                  <a:srgbClr val="00CC99">
                    <a:lumMod val="60000"/>
                    <a:lumOff val="40000"/>
                  </a:srgbClr>
                </a:solidFill>
                <a:latin typeface="Arial" charset="0"/>
                <a:ea typeface="ＭＳ Ｐゴシック" charset="0"/>
              </a:rPr>
              <a:t>…  </a:t>
            </a:r>
          </a:p>
        </p:txBody>
      </p:sp>
      <p:sp>
        <p:nvSpPr>
          <p:cNvPr id="352" name="Rounded Rectangle 351">
            <a:extLst>
              <a:ext uri="{FF2B5EF4-FFF2-40B4-BE49-F238E27FC236}">
                <a16:creationId xmlns:a16="http://schemas.microsoft.com/office/drawing/2014/main" id="{7A53E111-B2D7-164C-A257-1817B32657FD}"/>
              </a:ext>
            </a:extLst>
          </p:cNvPr>
          <p:cNvSpPr/>
          <p:nvPr/>
        </p:nvSpPr>
        <p:spPr>
          <a:xfrm>
            <a:off x="1267885" y="2086297"/>
            <a:ext cx="4211053" cy="574748"/>
          </a:xfrm>
          <a:prstGeom prst="roundRect">
            <a:avLst/>
          </a:prstGeom>
          <a:solidFill>
            <a:srgbClr val="AAE2CA">
              <a:lumMod val="75000"/>
            </a:srgbClr>
          </a:solidFill>
          <a:ln w="12700">
            <a:noFill/>
            <a:tailEnd type="arrow"/>
          </a:ln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353" name="Group 352">
            <a:extLst>
              <a:ext uri="{FF2B5EF4-FFF2-40B4-BE49-F238E27FC236}">
                <a16:creationId xmlns:a16="http://schemas.microsoft.com/office/drawing/2014/main" id="{DE1E488E-DB00-8741-AD76-181DDF5D1007}"/>
              </a:ext>
            </a:extLst>
          </p:cNvPr>
          <p:cNvGrpSpPr/>
          <p:nvPr/>
        </p:nvGrpSpPr>
        <p:grpSpPr>
          <a:xfrm>
            <a:off x="1313282" y="2123346"/>
            <a:ext cx="1080377" cy="504412"/>
            <a:chOff x="3034225" y="436756"/>
            <a:chExt cx="1526977" cy="504412"/>
          </a:xfrm>
        </p:grpSpPr>
        <p:sp>
          <p:nvSpPr>
            <p:cNvPr id="354" name="Rounded Rectangle 353">
              <a:extLst>
                <a:ext uri="{FF2B5EF4-FFF2-40B4-BE49-F238E27FC236}">
                  <a16:creationId xmlns:a16="http://schemas.microsoft.com/office/drawing/2014/main" id="{98A13ABA-9455-A942-B524-6D0883B28B57}"/>
                </a:ext>
              </a:extLst>
            </p:cNvPr>
            <p:cNvSpPr/>
            <p:nvPr/>
          </p:nvSpPr>
          <p:spPr>
            <a:xfrm>
              <a:off x="3128876" y="457817"/>
              <a:ext cx="1432326" cy="459826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accent6"/>
              </a:solidFill>
            </a:ln>
            <a:effectLst>
              <a:outerShdw blurRad="50800" dist="38100" dir="2700000" algn="tl" rotWithShape="0">
                <a:srgbClr val="00CC99">
                  <a:lumMod val="75000"/>
                  <a:alpha val="99000"/>
                </a:srgbClr>
              </a:outerShdw>
            </a:effectLst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55" name="TextBox 354">
              <a:extLst>
                <a:ext uri="{FF2B5EF4-FFF2-40B4-BE49-F238E27FC236}">
                  <a16:creationId xmlns:a16="http://schemas.microsoft.com/office/drawing/2014/main" id="{9E5F4888-C152-6048-B38F-5BC74A5A16D9}"/>
                </a:ext>
              </a:extLst>
            </p:cNvPr>
            <p:cNvSpPr txBox="1"/>
            <p:nvPr/>
          </p:nvSpPr>
          <p:spPr>
            <a:xfrm>
              <a:off x="3034225" y="436756"/>
              <a:ext cx="1461287" cy="50441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ts val="16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rPr>
                <a:t>network graph</a:t>
              </a:r>
            </a:p>
          </p:txBody>
        </p:sp>
      </p:grpSp>
      <p:grpSp>
        <p:nvGrpSpPr>
          <p:cNvPr id="356" name="Group 355">
            <a:extLst>
              <a:ext uri="{FF2B5EF4-FFF2-40B4-BE49-F238E27FC236}">
                <a16:creationId xmlns:a16="http://schemas.microsoft.com/office/drawing/2014/main" id="{E40FDC48-BF32-B04B-8DBD-D61CF18EF743}"/>
              </a:ext>
            </a:extLst>
          </p:cNvPr>
          <p:cNvGrpSpPr/>
          <p:nvPr/>
        </p:nvGrpSpPr>
        <p:grpSpPr>
          <a:xfrm>
            <a:off x="4335616" y="2144194"/>
            <a:ext cx="1033900" cy="459826"/>
            <a:chOff x="3103238" y="457817"/>
            <a:chExt cx="1461287" cy="459826"/>
          </a:xfrm>
        </p:grpSpPr>
        <p:sp>
          <p:nvSpPr>
            <p:cNvPr id="357" name="Rounded Rectangle 356">
              <a:extLst>
                <a:ext uri="{FF2B5EF4-FFF2-40B4-BE49-F238E27FC236}">
                  <a16:creationId xmlns:a16="http://schemas.microsoft.com/office/drawing/2014/main" id="{9DB16644-5102-554D-99C0-889DCE0F0D2B}"/>
                </a:ext>
              </a:extLst>
            </p:cNvPr>
            <p:cNvSpPr/>
            <p:nvPr/>
          </p:nvSpPr>
          <p:spPr>
            <a:xfrm>
              <a:off x="3128876" y="457817"/>
              <a:ext cx="1432326" cy="459826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accent6"/>
              </a:solidFill>
            </a:ln>
            <a:effectLst>
              <a:outerShdw blurRad="50800" dist="38100" dir="2700000" algn="tl" rotWithShape="0">
                <a:srgbClr val="00CC99">
                  <a:lumMod val="75000"/>
                  <a:alpha val="99000"/>
                </a:srgbClr>
              </a:outerShdw>
            </a:effectLst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58" name="TextBox 357">
              <a:extLst>
                <a:ext uri="{FF2B5EF4-FFF2-40B4-BE49-F238E27FC236}">
                  <a16:creationId xmlns:a16="http://schemas.microsoft.com/office/drawing/2014/main" id="{2A90B65C-4C25-C144-B2DD-D173E975D024}"/>
                </a:ext>
              </a:extLst>
            </p:cNvPr>
            <p:cNvSpPr txBox="1"/>
            <p:nvPr/>
          </p:nvSpPr>
          <p:spPr>
            <a:xfrm>
              <a:off x="3103238" y="553253"/>
              <a:ext cx="1461287" cy="29922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ts val="16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rPr>
                <a:t>intent</a:t>
              </a:r>
            </a:p>
          </p:txBody>
        </p:sp>
      </p:grpSp>
      <p:grpSp>
        <p:nvGrpSpPr>
          <p:cNvPr id="359" name="Group 358">
            <a:extLst>
              <a:ext uri="{FF2B5EF4-FFF2-40B4-BE49-F238E27FC236}">
                <a16:creationId xmlns:a16="http://schemas.microsoft.com/office/drawing/2014/main" id="{4DDA363C-D004-AB4D-9D62-44DAC7279759}"/>
              </a:ext>
            </a:extLst>
          </p:cNvPr>
          <p:cNvGrpSpPr/>
          <p:nvPr/>
        </p:nvGrpSpPr>
        <p:grpSpPr>
          <a:xfrm>
            <a:off x="2796533" y="2139558"/>
            <a:ext cx="1033900" cy="504412"/>
            <a:chOff x="3128334" y="454512"/>
            <a:chExt cx="1461287" cy="504412"/>
          </a:xfrm>
        </p:grpSpPr>
        <p:sp>
          <p:nvSpPr>
            <p:cNvPr id="360" name="Rounded Rectangle 359">
              <a:extLst>
                <a:ext uri="{FF2B5EF4-FFF2-40B4-BE49-F238E27FC236}">
                  <a16:creationId xmlns:a16="http://schemas.microsoft.com/office/drawing/2014/main" id="{59AAEC82-22A5-1A44-925D-3607D0F39D69}"/>
                </a:ext>
              </a:extLst>
            </p:cNvPr>
            <p:cNvSpPr/>
            <p:nvPr/>
          </p:nvSpPr>
          <p:spPr>
            <a:xfrm>
              <a:off x="3128876" y="457817"/>
              <a:ext cx="1432326" cy="459826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accent6"/>
              </a:solidFill>
            </a:ln>
            <a:effectLst>
              <a:outerShdw blurRad="50800" dist="38100" dir="2700000" algn="tl" rotWithShape="0">
                <a:srgbClr val="00CC99">
                  <a:lumMod val="75000"/>
                  <a:alpha val="99000"/>
                </a:srgbClr>
              </a:outerShdw>
            </a:effectLst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61" name="TextBox 360">
              <a:extLst>
                <a:ext uri="{FF2B5EF4-FFF2-40B4-BE49-F238E27FC236}">
                  <a16:creationId xmlns:a16="http://schemas.microsoft.com/office/drawing/2014/main" id="{20C049F2-C1CA-DF4D-AA67-194E1C4F4CC3}"/>
                </a:ext>
              </a:extLst>
            </p:cNvPr>
            <p:cNvSpPr txBox="1"/>
            <p:nvPr/>
          </p:nvSpPr>
          <p:spPr>
            <a:xfrm>
              <a:off x="3128334" y="454512"/>
              <a:ext cx="1461287" cy="50441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ts val="16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rPr>
                <a:t>RESTful</a:t>
              </a:r>
            </a:p>
            <a:p>
              <a:pPr marL="0" marR="0" lvl="0" indent="0" algn="ctr" defTabSz="914400" eaLnBrk="0" fontAlgn="base" latinLnBrk="0" hangingPunct="0">
                <a:lnSpc>
                  <a:spcPts val="16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rPr>
                <a:t>API</a:t>
              </a:r>
            </a:p>
          </p:txBody>
        </p:sp>
      </p:grpSp>
      <p:sp>
        <p:nvSpPr>
          <p:cNvPr id="362" name="TextBox 361">
            <a:extLst>
              <a:ext uri="{FF2B5EF4-FFF2-40B4-BE49-F238E27FC236}">
                <a16:creationId xmlns:a16="http://schemas.microsoft.com/office/drawing/2014/main" id="{D3A9C18D-A188-6A48-9CCB-C7A54C894F1D}"/>
              </a:ext>
            </a:extLst>
          </p:cNvPr>
          <p:cNvSpPr txBox="1"/>
          <p:nvPr/>
        </p:nvSpPr>
        <p:spPr>
          <a:xfrm>
            <a:off x="3833899" y="1945433"/>
            <a:ext cx="627904" cy="58477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sz="3200" dirty="0">
                <a:solidFill>
                  <a:srgbClr val="00CC99">
                    <a:lumMod val="60000"/>
                    <a:lumOff val="40000"/>
                  </a:srgbClr>
                </a:solidFill>
                <a:latin typeface="Arial" charset="0"/>
                <a:ea typeface="ＭＳ Ｐゴシック" charset="0"/>
              </a:rPr>
              <a:t>…  </a:t>
            </a:r>
          </a:p>
        </p:txBody>
      </p:sp>
      <p:cxnSp>
        <p:nvCxnSpPr>
          <p:cNvPr id="363" name="Straight Connector 362">
            <a:extLst>
              <a:ext uri="{FF2B5EF4-FFF2-40B4-BE49-F238E27FC236}">
                <a16:creationId xmlns:a16="http://schemas.microsoft.com/office/drawing/2014/main" id="{1A4CD936-7BB9-DA49-90F7-EC6321F19D96}"/>
              </a:ext>
            </a:extLst>
          </p:cNvPr>
          <p:cNvCxnSpPr/>
          <p:nvPr/>
        </p:nvCxnSpPr>
        <p:spPr bwMode="auto">
          <a:xfrm flipV="1">
            <a:off x="1348096" y="1912530"/>
            <a:ext cx="4117474" cy="1"/>
          </a:xfrm>
          <a:prstGeom prst="line">
            <a:avLst/>
          </a:prstGeom>
          <a:solidFill>
            <a:srgbClr val="00CC99"/>
          </a:solidFill>
          <a:ln w="19050" cap="flat" cmpd="sng" algn="ctr">
            <a:solidFill>
              <a:srgbClr val="000000"/>
            </a:solidFill>
            <a:prstDash val="dash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sp>
        <p:nvSpPr>
          <p:cNvPr id="364" name="Freeform 2">
            <a:extLst>
              <a:ext uri="{FF2B5EF4-FFF2-40B4-BE49-F238E27FC236}">
                <a16:creationId xmlns:a16="http://schemas.microsoft.com/office/drawing/2014/main" id="{D9FEE928-6718-BA41-9C6C-C313FC8AC356}"/>
              </a:ext>
            </a:extLst>
          </p:cNvPr>
          <p:cNvSpPr>
            <a:spLocks/>
          </p:cNvSpPr>
          <p:nvPr/>
        </p:nvSpPr>
        <p:spPr bwMode="auto">
          <a:xfrm>
            <a:off x="1335792" y="5057443"/>
            <a:ext cx="4057421" cy="1393030"/>
          </a:xfrm>
          <a:custGeom>
            <a:avLst/>
            <a:gdLst>
              <a:gd name="T0" fmla="*/ 6 w 1794"/>
              <a:gd name="T1" fmla="*/ 483 h 933"/>
              <a:gd name="T2" fmla="*/ 108 w 1794"/>
              <a:gd name="T3" fmla="*/ 125 h 933"/>
              <a:gd name="T4" fmla="*/ 559 w 1794"/>
              <a:gd name="T5" fmla="*/ 100 h 933"/>
              <a:gd name="T6" fmla="*/ 1128 w 1794"/>
              <a:gd name="T7" fmla="*/ 29 h 933"/>
              <a:gd name="T8" fmla="*/ 1716 w 1794"/>
              <a:gd name="T9" fmla="*/ 275 h 933"/>
              <a:gd name="T10" fmla="*/ 1596 w 1794"/>
              <a:gd name="T11" fmla="*/ 827 h 933"/>
              <a:gd name="T12" fmla="*/ 1380 w 1794"/>
              <a:gd name="T13" fmla="*/ 911 h 933"/>
              <a:gd name="T14" fmla="*/ 840 w 1794"/>
              <a:gd name="T15" fmla="*/ 929 h 933"/>
              <a:gd name="T16" fmla="*/ 414 w 1794"/>
              <a:gd name="T17" fmla="*/ 911 h 933"/>
              <a:gd name="T18" fmla="*/ 143 w 1794"/>
              <a:gd name="T19" fmla="*/ 832 h 933"/>
              <a:gd name="T20" fmla="*/ 6 w 1794"/>
              <a:gd name="T21" fmla="*/ 483 h 933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w 1794"/>
              <a:gd name="T34" fmla="*/ 0 h 933"/>
              <a:gd name="T35" fmla="*/ 1794 w 1794"/>
              <a:gd name="T36" fmla="*/ 933 h 933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T33" t="T34" r="T35" b="T36"/>
            <a:pathLst>
              <a:path w="1794" h="933">
                <a:moveTo>
                  <a:pt x="6" y="483"/>
                </a:moveTo>
                <a:cubicBezTo>
                  <a:pt x="0" y="365"/>
                  <a:pt x="16" y="189"/>
                  <a:pt x="108" y="125"/>
                </a:cubicBezTo>
                <a:cubicBezTo>
                  <a:pt x="200" y="61"/>
                  <a:pt x="389" y="116"/>
                  <a:pt x="559" y="100"/>
                </a:cubicBezTo>
                <a:cubicBezTo>
                  <a:pt x="729" y="84"/>
                  <a:pt x="935" y="0"/>
                  <a:pt x="1128" y="29"/>
                </a:cubicBezTo>
                <a:cubicBezTo>
                  <a:pt x="1321" y="58"/>
                  <a:pt x="1638" y="142"/>
                  <a:pt x="1716" y="275"/>
                </a:cubicBezTo>
                <a:cubicBezTo>
                  <a:pt x="1794" y="408"/>
                  <a:pt x="1652" y="721"/>
                  <a:pt x="1596" y="827"/>
                </a:cubicBezTo>
                <a:cubicBezTo>
                  <a:pt x="1540" y="933"/>
                  <a:pt x="1506" y="894"/>
                  <a:pt x="1380" y="911"/>
                </a:cubicBezTo>
                <a:cubicBezTo>
                  <a:pt x="1254" y="928"/>
                  <a:pt x="1001" y="929"/>
                  <a:pt x="840" y="929"/>
                </a:cubicBezTo>
                <a:cubicBezTo>
                  <a:pt x="679" y="929"/>
                  <a:pt x="530" y="927"/>
                  <a:pt x="414" y="911"/>
                </a:cubicBezTo>
                <a:cubicBezTo>
                  <a:pt x="298" y="895"/>
                  <a:pt x="211" y="903"/>
                  <a:pt x="143" y="832"/>
                </a:cubicBezTo>
                <a:cubicBezTo>
                  <a:pt x="75" y="761"/>
                  <a:pt x="4" y="624"/>
                  <a:pt x="6" y="483"/>
                </a:cubicBezTo>
                <a:close/>
              </a:path>
            </a:pathLst>
          </a:custGeom>
          <a:solidFill>
            <a:srgbClr val="66CCFF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  <a:cs typeface="ＭＳ Ｐゴシック" charset="0"/>
            </a:endParaRPr>
          </a:p>
        </p:txBody>
      </p:sp>
      <p:cxnSp>
        <p:nvCxnSpPr>
          <p:cNvPr id="365" name="Straight Connector 364">
            <a:extLst>
              <a:ext uri="{FF2B5EF4-FFF2-40B4-BE49-F238E27FC236}">
                <a16:creationId xmlns:a16="http://schemas.microsoft.com/office/drawing/2014/main" id="{16DF309C-D74C-8948-A0B0-6218C9680A4C}"/>
              </a:ext>
            </a:extLst>
          </p:cNvPr>
          <p:cNvCxnSpPr/>
          <p:nvPr/>
        </p:nvCxnSpPr>
        <p:spPr bwMode="auto">
          <a:xfrm flipV="1">
            <a:off x="2418861" y="5441004"/>
            <a:ext cx="615520" cy="282224"/>
          </a:xfrm>
          <a:prstGeom prst="line">
            <a:avLst/>
          </a:prstGeom>
          <a:solidFill>
            <a:srgbClr val="00CC99"/>
          </a:solidFill>
          <a:ln w="34925" cap="flat" cmpd="sng" algn="ctr">
            <a:solidFill>
              <a:srgbClr val="FF0000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366" name="Straight Connector 365">
            <a:extLst>
              <a:ext uri="{FF2B5EF4-FFF2-40B4-BE49-F238E27FC236}">
                <a16:creationId xmlns:a16="http://schemas.microsoft.com/office/drawing/2014/main" id="{0A3E7D89-360D-EB45-9252-C3E555C87095}"/>
              </a:ext>
            </a:extLst>
          </p:cNvPr>
          <p:cNvCxnSpPr/>
          <p:nvPr/>
        </p:nvCxnSpPr>
        <p:spPr bwMode="auto">
          <a:xfrm>
            <a:off x="2408645" y="5746872"/>
            <a:ext cx="1651340" cy="138604"/>
          </a:xfrm>
          <a:prstGeom prst="line">
            <a:avLst/>
          </a:prstGeom>
          <a:solidFill>
            <a:srgbClr val="00CC99"/>
          </a:solidFill>
          <a:ln w="9525" cap="flat" cmpd="sng" algn="ctr">
            <a:solidFill>
              <a:srgbClr val="FFFFFF">
                <a:lumMod val="5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367" name="Straight Connector 366">
            <a:extLst>
              <a:ext uri="{FF2B5EF4-FFF2-40B4-BE49-F238E27FC236}">
                <a16:creationId xmlns:a16="http://schemas.microsoft.com/office/drawing/2014/main" id="{9583D0EA-64B5-0042-BD81-C740B20D5AE4}"/>
              </a:ext>
            </a:extLst>
          </p:cNvPr>
          <p:cNvCxnSpPr>
            <a:endCxn id="429" idx="1"/>
          </p:cNvCxnSpPr>
          <p:nvPr/>
        </p:nvCxnSpPr>
        <p:spPr bwMode="auto">
          <a:xfrm>
            <a:off x="2418861" y="5803538"/>
            <a:ext cx="318002" cy="387552"/>
          </a:xfrm>
          <a:prstGeom prst="line">
            <a:avLst/>
          </a:prstGeom>
          <a:solidFill>
            <a:srgbClr val="00CC99"/>
          </a:solidFill>
          <a:ln w="9525" cap="flat" cmpd="sng" algn="ctr">
            <a:solidFill>
              <a:srgbClr val="FFFFFF">
                <a:lumMod val="5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368" name="Straight Connector 367">
            <a:extLst>
              <a:ext uri="{FF2B5EF4-FFF2-40B4-BE49-F238E27FC236}">
                <a16:creationId xmlns:a16="http://schemas.microsoft.com/office/drawing/2014/main" id="{0F05C6A0-5516-BC46-901A-CA7728C924B1}"/>
              </a:ext>
            </a:extLst>
          </p:cNvPr>
          <p:cNvCxnSpPr>
            <a:stCxn id="415" idx="3"/>
          </p:cNvCxnSpPr>
          <p:nvPr/>
        </p:nvCxnSpPr>
        <p:spPr bwMode="auto">
          <a:xfrm>
            <a:off x="3720713" y="5436854"/>
            <a:ext cx="333142" cy="421301"/>
          </a:xfrm>
          <a:prstGeom prst="line">
            <a:avLst/>
          </a:prstGeom>
          <a:solidFill>
            <a:srgbClr val="00CC99"/>
          </a:solidFill>
          <a:ln w="9525" cap="flat" cmpd="sng" algn="ctr">
            <a:solidFill>
              <a:srgbClr val="FFFFFF">
                <a:lumMod val="5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369" name="Straight Connector 368">
            <a:extLst>
              <a:ext uri="{FF2B5EF4-FFF2-40B4-BE49-F238E27FC236}">
                <a16:creationId xmlns:a16="http://schemas.microsoft.com/office/drawing/2014/main" id="{37AC2CE6-5A12-0444-986F-EE08319CD185}"/>
              </a:ext>
            </a:extLst>
          </p:cNvPr>
          <p:cNvCxnSpPr/>
          <p:nvPr/>
        </p:nvCxnSpPr>
        <p:spPr bwMode="auto">
          <a:xfrm flipV="1">
            <a:off x="3198290" y="5944167"/>
            <a:ext cx="861695" cy="275422"/>
          </a:xfrm>
          <a:prstGeom prst="line">
            <a:avLst/>
          </a:prstGeom>
          <a:solidFill>
            <a:srgbClr val="00CC99"/>
          </a:solidFill>
          <a:ln w="9525" cap="flat" cmpd="sng" algn="ctr">
            <a:solidFill>
              <a:srgbClr val="FFFFFF">
                <a:lumMod val="5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sp>
        <p:nvSpPr>
          <p:cNvPr id="393" name="Oval 392">
            <a:extLst>
              <a:ext uri="{FF2B5EF4-FFF2-40B4-BE49-F238E27FC236}">
                <a16:creationId xmlns:a16="http://schemas.microsoft.com/office/drawing/2014/main" id="{F2D3F4DC-8BE9-C14E-910F-F66395DBEAA7}"/>
              </a:ext>
            </a:extLst>
          </p:cNvPr>
          <p:cNvSpPr/>
          <p:nvPr/>
        </p:nvSpPr>
        <p:spPr>
          <a:xfrm rot="5400000">
            <a:off x="2797134" y="407053"/>
            <a:ext cx="631007" cy="2235263"/>
          </a:xfrm>
          <a:prstGeom prst="ellipse">
            <a:avLst/>
          </a:prstGeom>
          <a:solidFill>
            <a:schemeClr val="accent6">
              <a:lumMod val="20000"/>
              <a:lumOff val="80000"/>
            </a:schemeClr>
          </a:solidFill>
          <a:ln w="12700">
            <a:noFill/>
            <a:tailEnd type="arrow"/>
          </a:ln>
          <a:effectLst>
            <a:outerShdw blurRad="50800" dist="38100" dir="18900000" algn="bl" rotWithShape="0">
              <a:schemeClr val="accent6">
                <a:lumMod val="75000"/>
                <a:alpha val="40000"/>
              </a:schemeClr>
            </a:outerShdw>
          </a:effectLst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394" name="TextBox 393">
            <a:extLst>
              <a:ext uri="{FF2B5EF4-FFF2-40B4-BE49-F238E27FC236}">
                <a16:creationId xmlns:a16="http://schemas.microsoft.com/office/drawing/2014/main" id="{1FF52C02-7BC1-5C4B-9901-8DEEC502937C}"/>
              </a:ext>
            </a:extLst>
          </p:cNvPr>
          <p:cNvSpPr txBox="1"/>
          <p:nvPr/>
        </p:nvSpPr>
        <p:spPr>
          <a:xfrm>
            <a:off x="2135351" y="1323574"/>
            <a:ext cx="1947456" cy="50270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 eaLnBrk="0" fontAlgn="base" hangingPunct="0">
              <a:lnSpc>
                <a:spcPts val="16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1600" dirty="0">
                <a:solidFill>
                  <a:srgbClr val="000000"/>
                </a:solidFill>
                <a:latin typeface="Arial"/>
                <a:ea typeface="ＭＳ Ｐゴシック" charset="0"/>
                <a:cs typeface="Arial"/>
              </a:rPr>
              <a:t>Dijkstra’s link-state </a:t>
            </a:r>
          </a:p>
          <a:p>
            <a:pPr algn="ctr" eaLnBrk="0" fontAlgn="base" hangingPunct="0">
              <a:lnSpc>
                <a:spcPts val="16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1600" dirty="0">
                <a:solidFill>
                  <a:srgbClr val="000000"/>
                </a:solidFill>
                <a:latin typeface="Arial"/>
                <a:ea typeface="ＭＳ Ｐゴシック" charset="0"/>
                <a:cs typeface="Arial"/>
              </a:rPr>
              <a:t>routing</a:t>
            </a:r>
          </a:p>
        </p:txBody>
      </p:sp>
      <p:grpSp>
        <p:nvGrpSpPr>
          <p:cNvPr id="395" name="Group 394">
            <a:extLst>
              <a:ext uri="{FF2B5EF4-FFF2-40B4-BE49-F238E27FC236}">
                <a16:creationId xmlns:a16="http://schemas.microsoft.com/office/drawing/2014/main" id="{3283CCE9-8CB6-8949-A9E8-23B833E8424F}"/>
              </a:ext>
            </a:extLst>
          </p:cNvPr>
          <p:cNvGrpSpPr/>
          <p:nvPr/>
        </p:nvGrpSpPr>
        <p:grpSpPr>
          <a:xfrm>
            <a:off x="1748590" y="5523964"/>
            <a:ext cx="687402" cy="470408"/>
            <a:chOff x="1736090" y="2893762"/>
            <a:chExt cx="565150" cy="340093"/>
          </a:xfrm>
        </p:grpSpPr>
        <p:grpSp>
          <p:nvGrpSpPr>
            <p:cNvPr id="396" name="Group 327">
              <a:extLst>
                <a:ext uri="{FF2B5EF4-FFF2-40B4-BE49-F238E27FC236}">
                  <a16:creationId xmlns:a16="http://schemas.microsoft.com/office/drawing/2014/main" id="{0A1998BC-6377-8E45-9B2B-8FE80CE0935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36090" y="2893762"/>
              <a:ext cx="565150" cy="292100"/>
              <a:chOff x="1871277" y="1576300"/>
              <a:chExt cx="1128371" cy="437861"/>
            </a:xfrm>
          </p:grpSpPr>
          <p:sp>
            <p:nvSpPr>
              <p:cNvPr id="400" name="Oval 399">
                <a:extLst>
                  <a:ext uri="{FF2B5EF4-FFF2-40B4-BE49-F238E27FC236}">
                    <a16:creationId xmlns:a16="http://schemas.microsoft.com/office/drawing/2014/main" id="{BB1B85D3-D01B-A041-93EE-FAB34FB8179A}"/>
                  </a:ext>
                </a:extLst>
              </p:cNvPr>
              <p:cNvSpPr/>
              <p:nvPr/>
            </p:nvSpPr>
            <p:spPr bwMode="auto">
              <a:xfrm flipV="1">
                <a:off x="1874446" y="1692905"/>
                <a:ext cx="1125202" cy="321256"/>
              </a:xfrm>
              <a:prstGeom prst="ellipse">
                <a:avLst/>
              </a:prstGeom>
              <a:gradFill flip="none"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0" scaled="1"/>
                <a:tileRect/>
              </a:gra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01" name="Rectangle 400">
                <a:extLst>
                  <a:ext uri="{FF2B5EF4-FFF2-40B4-BE49-F238E27FC236}">
                    <a16:creationId xmlns:a16="http://schemas.microsoft.com/office/drawing/2014/main" id="{F1DCDAB1-5AC7-A342-A0A8-F8590A65D091}"/>
                  </a:ext>
                </a:extLst>
              </p:cNvPr>
              <p:cNvSpPr/>
              <p:nvPr/>
            </p:nvSpPr>
            <p:spPr bwMode="auto">
              <a:xfrm>
                <a:off x="1871277" y="1740499"/>
                <a:ext cx="1128371" cy="114225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10800000" scaled="0"/>
              </a:gra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02" name="Oval 401">
                <a:extLst>
                  <a:ext uri="{FF2B5EF4-FFF2-40B4-BE49-F238E27FC236}">
                    <a16:creationId xmlns:a16="http://schemas.microsoft.com/office/drawing/2014/main" id="{364EE120-3A52-AC47-A765-DBFBE82B6044}"/>
                  </a:ext>
                </a:extLst>
              </p:cNvPr>
              <p:cNvSpPr/>
              <p:nvPr/>
            </p:nvSpPr>
            <p:spPr bwMode="auto">
              <a:xfrm flipV="1">
                <a:off x="1871277" y="1576300"/>
                <a:ext cx="1125200" cy="321257"/>
              </a:xfrm>
              <a:prstGeom prst="ellipse">
                <a:avLst/>
              </a:prstGeom>
              <a:solidFill>
                <a:srgbClr val="FFFFFF">
                  <a:lumMod val="75000"/>
                </a:srgbClr>
              </a:soli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03" name="Freeform 402">
                <a:extLst>
                  <a:ext uri="{FF2B5EF4-FFF2-40B4-BE49-F238E27FC236}">
                    <a16:creationId xmlns:a16="http://schemas.microsoft.com/office/drawing/2014/main" id="{0F7E9595-A4D4-9943-A2EE-06309FBD4155}"/>
                  </a:ext>
                </a:extLst>
              </p:cNvPr>
              <p:cNvSpPr/>
              <p:nvPr/>
            </p:nvSpPr>
            <p:spPr bwMode="auto">
              <a:xfrm>
                <a:off x="2159708" y="1673868"/>
                <a:ext cx="548339" cy="159438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rgbClr val="3333CC">
                  <a:lumMod val="60000"/>
                  <a:lumOff val="4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04" name="Freeform 403">
                <a:extLst>
                  <a:ext uri="{FF2B5EF4-FFF2-40B4-BE49-F238E27FC236}">
                    <a16:creationId xmlns:a16="http://schemas.microsoft.com/office/drawing/2014/main" id="{27FC021A-5D6B-D44C-BE45-9A0B3E244E16}"/>
                  </a:ext>
                </a:extLst>
              </p:cNvPr>
              <p:cNvSpPr/>
              <p:nvPr/>
            </p:nvSpPr>
            <p:spPr bwMode="auto">
              <a:xfrm>
                <a:off x="2102655" y="1633412"/>
                <a:ext cx="662444" cy="111846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05" name="Freeform 404">
                <a:extLst>
                  <a:ext uri="{FF2B5EF4-FFF2-40B4-BE49-F238E27FC236}">
                    <a16:creationId xmlns:a16="http://schemas.microsoft.com/office/drawing/2014/main" id="{9CFC2A2E-5A8E-6D41-8416-E8B2C50779BB}"/>
                  </a:ext>
                </a:extLst>
              </p:cNvPr>
              <p:cNvSpPr/>
              <p:nvPr/>
            </p:nvSpPr>
            <p:spPr bwMode="auto">
              <a:xfrm>
                <a:off x="2536889" y="1728599"/>
                <a:ext cx="244057" cy="97568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06" name="Freeform 405">
                <a:extLst>
                  <a:ext uri="{FF2B5EF4-FFF2-40B4-BE49-F238E27FC236}">
                    <a16:creationId xmlns:a16="http://schemas.microsoft.com/office/drawing/2014/main" id="{04026D95-DA4A-F347-A7FF-424B9B469AB4}"/>
                  </a:ext>
                </a:extLst>
              </p:cNvPr>
              <p:cNvSpPr/>
              <p:nvPr/>
            </p:nvSpPr>
            <p:spPr bwMode="auto">
              <a:xfrm>
                <a:off x="2089977" y="1730980"/>
                <a:ext cx="240888" cy="95187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407" name="Straight Connector 406">
                <a:extLst>
                  <a:ext uri="{FF2B5EF4-FFF2-40B4-BE49-F238E27FC236}">
                    <a16:creationId xmlns:a16="http://schemas.microsoft.com/office/drawing/2014/main" id="{9D59DF6F-A7C9-6242-8CB4-771105A9C5D6}"/>
                  </a:ext>
                </a:extLst>
              </p:cNvPr>
              <p:cNvCxnSpPr>
                <a:endCxn id="402" idx="2"/>
              </p:cNvCxnSpPr>
              <p:nvPr/>
            </p:nvCxnSpPr>
            <p:spPr bwMode="auto">
              <a:xfrm flipH="1" flipV="1">
                <a:off x="1871277" y="1735739"/>
                <a:ext cx="3169" cy="123743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  <p:cxnSp>
            <p:nvCxnSpPr>
              <p:cNvPr id="408" name="Straight Connector 407">
                <a:extLst>
                  <a:ext uri="{FF2B5EF4-FFF2-40B4-BE49-F238E27FC236}">
                    <a16:creationId xmlns:a16="http://schemas.microsoft.com/office/drawing/2014/main" id="{A22BF780-EF6F-7948-A466-B756EA5EADA3}"/>
                  </a:ext>
                </a:extLst>
              </p:cNvPr>
              <p:cNvCxnSpPr/>
              <p:nvPr/>
            </p:nvCxnSpPr>
            <p:spPr bwMode="auto">
              <a:xfrm flipH="1" flipV="1">
                <a:off x="2996477" y="1733359"/>
                <a:ext cx="3171" cy="123743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</p:grpSp>
        <p:grpSp>
          <p:nvGrpSpPr>
            <p:cNvPr id="397" name="Group 396">
              <a:extLst>
                <a:ext uri="{FF2B5EF4-FFF2-40B4-BE49-F238E27FC236}">
                  <a16:creationId xmlns:a16="http://schemas.microsoft.com/office/drawing/2014/main" id="{37FD8073-5589-3940-BA2A-2C9406219C6F}"/>
                </a:ext>
              </a:extLst>
            </p:cNvPr>
            <p:cNvGrpSpPr/>
            <p:nvPr/>
          </p:nvGrpSpPr>
          <p:grpSpPr>
            <a:xfrm>
              <a:off x="1828502" y="2944584"/>
              <a:ext cx="374530" cy="289271"/>
              <a:chOff x="725185" y="1779875"/>
              <a:chExt cx="374530" cy="289271"/>
            </a:xfrm>
          </p:grpSpPr>
          <p:sp>
            <p:nvSpPr>
              <p:cNvPr id="398" name="Oval 397">
                <a:extLst>
                  <a:ext uri="{FF2B5EF4-FFF2-40B4-BE49-F238E27FC236}">
                    <a16:creationId xmlns:a16="http://schemas.microsoft.com/office/drawing/2014/main" id="{86A11B54-4339-BD4F-A52D-E772621B01BB}"/>
                  </a:ext>
                </a:extLst>
              </p:cNvPr>
              <p:cNvSpPr/>
              <p:nvPr/>
            </p:nvSpPr>
            <p:spPr bwMode="auto">
              <a:xfrm>
                <a:off x="741398" y="1850752"/>
                <a:ext cx="356365" cy="168450"/>
              </a:xfrm>
              <a:prstGeom prst="ellipse">
                <a:avLst/>
              </a:prstGeom>
              <a:solidFill>
                <a:srgbClr val="FFFFFF">
                  <a:alpha val="76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399" name="TextBox 398">
                <a:extLst>
                  <a:ext uri="{FF2B5EF4-FFF2-40B4-BE49-F238E27FC236}">
                    <a16:creationId xmlns:a16="http://schemas.microsoft.com/office/drawing/2014/main" id="{AD15C9A1-58C1-6D4D-A5E6-F245674F5399}"/>
                  </a:ext>
                </a:extLst>
              </p:cNvPr>
              <p:cNvSpPr txBox="1"/>
              <p:nvPr/>
            </p:nvSpPr>
            <p:spPr>
              <a:xfrm>
                <a:off x="725185" y="1779875"/>
                <a:ext cx="374530" cy="28927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s1</a:t>
                </a:r>
              </a:p>
            </p:txBody>
          </p:sp>
        </p:grpSp>
      </p:grpSp>
      <p:grpSp>
        <p:nvGrpSpPr>
          <p:cNvPr id="409" name="Group 408">
            <a:extLst>
              <a:ext uri="{FF2B5EF4-FFF2-40B4-BE49-F238E27FC236}">
                <a16:creationId xmlns:a16="http://schemas.microsoft.com/office/drawing/2014/main" id="{65CE0717-7A43-6447-982B-2A6BF5776D66}"/>
              </a:ext>
            </a:extLst>
          </p:cNvPr>
          <p:cNvGrpSpPr/>
          <p:nvPr/>
        </p:nvGrpSpPr>
        <p:grpSpPr>
          <a:xfrm>
            <a:off x="3033311" y="5232644"/>
            <a:ext cx="687402" cy="470406"/>
            <a:chOff x="1736090" y="2893762"/>
            <a:chExt cx="565150" cy="340091"/>
          </a:xfrm>
        </p:grpSpPr>
        <p:grpSp>
          <p:nvGrpSpPr>
            <p:cNvPr id="410" name="Group 327">
              <a:extLst>
                <a:ext uri="{FF2B5EF4-FFF2-40B4-BE49-F238E27FC236}">
                  <a16:creationId xmlns:a16="http://schemas.microsoft.com/office/drawing/2014/main" id="{88AF1197-A59E-F341-9C2F-D7BB75696E0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36090" y="2893762"/>
              <a:ext cx="565150" cy="292100"/>
              <a:chOff x="1871277" y="1576300"/>
              <a:chExt cx="1128371" cy="437861"/>
            </a:xfrm>
          </p:grpSpPr>
          <p:sp>
            <p:nvSpPr>
              <p:cNvPr id="414" name="Oval 413">
                <a:extLst>
                  <a:ext uri="{FF2B5EF4-FFF2-40B4-BE49-F238E27FC236}">
                    <a16:creationId xmlns:a16="http://schemas.microsoft.com/office/drawing/2014/main" id="{1514A7C7-412D-CB40-95FD-A73F84446469}"/>
                  </a:ext>
                </a:extLst>
              </p:cNvPr>
              <p:cNvSpPr/>
              <p:nvPr/>
            </p:nvSpPr>
            <p:spPr bwMode="auto">
              <a:xfrm flipV="1">
                <a:off x="1874446" y="1692905"/>
                <a:ext cx="1125202" cy="321256"/>
              </a:xfrm>
              <a:prstGeom prst="ellipse">
                <a:avLst/>
              </a:prstGeom>
              <a:gradFill flip="none"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0" scaled="1"/>
                <a:tileRect/>
              </a:gra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15" name="Rectangle 414">
                <a:extLst>
                  <a:ext uri="{FF2B5EF4-FFF2-40B4-BE49-F238E27FC236}">
                    <a16:creationId xmlns:a16="http://schemas.microsoft.com/office/drawing/2014/main" id="{4EC25DBB-C079-B044-90B4-D4608AAEB2F9}"/>
                  </a:ext>
                </a:extLst>
              </p:cNvPr>
              <p:cNvSpPr/>
              <p:nvPr/>
            </p:nvSpPr>
            <p:spPr bwMode="auto">
              <a:xfrm>
                <a:off x="1871277" y="1740499"/>
                <a:ext cx="1128371" cy="114225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10800000" scaled="0"/>
              </a:gra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16" name="Oval 415">
                <a:extLst>
                  <a:ext uri="{FF2B5EF4-FFF2-40B4-BE49-F238E27FC236}">
                    <a16:creationId xmlns:a16="http://schemas.microsoft.com/office/drawing/2014/main" id="{E0B0DE30-BB65-BC4A-A519-ABE38833F5C9}"/>
                  </a:ext>
                </a:extLst>
              </p:cNvPr>
              <p:cNvSpPr/>
              <p:nvPr/>
            </p:nvSpPr>
            <p:spPr bwMode="auto">
              <a:xfrm flipV="1">
                <a:off x="1871277" y="1576300"/>
                <a:ext cx="1125200" cy="321257"/>
              </a:xfrm>
              <a:prstGeom prst="ellipse">
                <a:avLst/>
              </a:prstGeom>
              <a:solidFill>
                <a:srgbClr val="FFFFFF">
                  <a:lumMod val="75000"/>
                </a:srgbClr>
              </a:soli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17" name="Freeform 416">
                <a:extLst>
                  <a:ext uri="{FF2B5EF4-FFF2-40B4-BE49-F238E27FC236}">
                    <a16:creationId xmlns:a16="http://schemas.microsoft.com/office/drawing/2014/main" id="{5D73B332-8201-9845-83B3-7991D1D29848}"/>
                  </a:ext>
                </a:extLst>
              </p:cNvPr>
              <p:cNvSpPr/>
              <p:nvPr/>
            </p:nvSpPr>
            <p:spPr bwMode="auto">
              <a:xfrm>
                <a:off x="2159708" y="1673868"/>
                <a:ext cx="548339" cy="159438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rgbClr val="3333CC">
                  <a:lumMod val="60000"/>
                  <a:lumOff val="4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18" name="Freeform 417">
                <a:extLst>
                  <a:ext uri="{FF2B5EF4-FFF2-40B4-BE49-F238E27FC236}">
                    <a16:creationId xmlns:a16="http://schemas.microsoft.com/office/drawing/2014/main" id="{874F3D24-C6D1-0242-9071-675EAE55CF17}"/>
                  </a:ext>
                </a:extLst>
              </p:cNvPr>
              <p:cNvSpPr/>
              <p:nvPr/>
            </p:nvSpPr>
            <p:spPr bwMode="auto">
              <a:xfrm>
                <a:off x="2102655" y="1633412"/>
                <a:ext cx="662444" cy="111846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19" name="Freeform 418">
                <a:extLst>
                  <a:ext uri="{FF2B5EF4-FFF2-40B4-BE49-F238E27FC236}">
                    <a16:creationId xmlns:a16="http://schemas.microsoft.com/office/drawing/2014/main" id="{CC4308C1-A1A7-AB4B-AE6B-92E38956E380}"/>
                  </a:ext>
                </a:extLst>
              </p:cNvPr>
              <p:cNvSpPr/>
              <p:nvPr/>
            </p:nvSpPr>
            <p:spPr bwMode="auto">
              <a:xfrm>
                <a:off x="2536889" y="1728599"/>
                <a:ext cx="244057" cy="97568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20" name="Freeform 419">
                <a:extLst>
                  <a:ext uri="{FF2B5EF4-FFF2-40B4-BE49-F238E27FC236}">
                    <a16:creationId xmlns:a16="http://schemas.microsoft.com/office/drawing/2014/main" id="{24C8152F-6350-2844-826D-CCECEC749FCC}"/>
                  </a:ext>
                </a:extLst>
              </p:cNvPr>
              <p:cNvSpPr/>
              <p:nvPr/>
            </p:nvSpPr>
            <p:spPr bwMode="auto">
              <a:xfrm>
                <a:off x="2089977" y="1730980"/>
                <a:ext cx="240888" cy="95187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421" name="Straight Connector 420">
                <a:extLst>
                  <a:ext uri="{FF2B5EF4-FFF2-40B4-BE49-F238E27FC236}">
                    <a16:creationId xmlns:a16="http://schemas.microsoft.com/office/drawing/2014/main" id="{7AF20622-97B2-7746-9A48-1D87235CA032}"/>
                  </a:ext>
                </a:extLst>
              </p:cNvPr>
              <p:cNvCxnSpPr>
                <a:endCxn id="416" idx="2"/>
              </p:cNvCxnSpPr>
              <p:nvPr/>
            </p:nvCxnSpPr>
            <p:spPr bwMode="auto">
              <a:xfrm flipH="1" flipV="1">
                <a:off x="1871277" y="1735739"/>
                <a:ext cx="3169" cy="123743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  <p:cxnSp>
            <p:nvCxnSpPr>
              <p:cNvPr id="422" name="Straight Connector 421">
                <a:extLst>
                  <a:ext uri="{FF2B5EF4-FFF2-40B4-BE49-F238E27FC236}">
                    <a16:creationId xmlns:a16="http://schemas.microsoft.com/office/drawing/2014/main" id="{1A56332A-BABA-0C44-9EA7-63E7AE314A39}"/>
                  </a:ext>
                </a:extLst>
              </p:cNvPr>
              <p:cNvCxnSpPr/>
              <p:nvPr/>
            </p:nvCxnSpPr>
            <p:spPr bwMode="auto">
              <a:xfrm flipH="1" flipV="1">
                <a:off x="2996477" y="1733359"/>
                <a:ext cx="3171" cy="123743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</p:grpSp>
        <p:grpSp>
          <p:nvGrpSpPr>
            <p:cNvPr id="411" name="Group 410">
              <a:extLst>
                <a:ext uri="{FF2B5EF4-FFF2-40B4-BE49-F238E27FC236}">
                  <a16:creationId xmlns:a16="http://schemas.microsoft.com/office/drawing/2014/main" id="{88585B74-A4A2-9240-A305-4B257FDDF9BB}"/>
                </a:ext>
              </a:extLst>
            </p:cNvPr>
            <p:cNvGrpSpPr/>
            <p:nvPr/>
          </p:nvGrpSpPr>
          <p:grpSpPr>
            <a:xfrm>
              <a:off x="1828502" y="2944584"/>
              <a:ext cx="374531" cy="289269"/>
              <a:chOff x="725185" y="1779875"/>
              <a:chExt cx="374531" cy="289269"/>
            </a:xfrm>
          </p:grpSpPr>
          <p:sp>
            <p:nvSpPr>
              <p:cNvPr id="412" name="Oval 411">
                <a:extLst>
                  <a:ext uri="{FF2B5EF4-FFF2-40B4-BE49-F238E27FC236}">
                    <a16:creationId xmlns:a16="http://schemas.microsoft.com/office/drawing/2014/main" id="{B715D4F7-EE1C-8243-B41D-D4E9D84A48C3}"/>
                  </a:ext>
                </a:extLst>
              </p:cNvPr>
              <p:cNvSpPr/>
              <p:nvPr/>
            </p:nvSpPr>
            <p:spPr bwMode="auto">
              <a:xfrm>
                <a:off x="741398" y="1850752"/>
                <a:ext cx="356365" cy="168450"/>
              </a:xfrm>
              <a:prstGeom prst="ellipse">
                <a:avLst/>
              </a:prstGeom>
              <a:solidFill>
                <a:srgbClr val="FFFFFF">
                  <a:alpha val="76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13" name="TextBox 412">
                <a:extLst>
                  <a:ext uri="{FF2B5EF4-FFF2-40B4-BE49-F238E27FC236}">
                    <a16:creationId xmlns:a16="http://schemas.microsoft.com/office/drawing/2014/main" id="{22A0E80F-D57D-4844-8977-0D000DE99B5D}"/>
                  </a:ext>
                </a:extLst>
              </p:cNvPr>
              <p:cNvSpPr txBox="1"/>
              <p:nvPr/>
            </p:nvSpPr>
            <p:spPr>
              <a:xfrm>
                <a:off x="725185" y="1779875"/>
                <a:ext cx="374531" cy="289269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s2</a:t>
                </a:r>
              </a:p>
            </p:txBody>
          </p:sp>
        </p:grpSp>
      </p:grpSp>
      <p:grpSp>
        <p:nvGrpSpPr>
          <p:cNvPr id="423" name="Group 422">
            <a:extLst>
              <a:ext uri="{FF2B5EF4-FFF2-40B4-BE49-F238E27FC236}">
                <a16:creationId xmlns:a16="http://schemas.microsoft.com/office/drawing/2014/main" id="{D213BA70-EF35-D34A-BC9C-DFEBDCF60751}"/>
              </a:ext>
            </a:extLst>
          </p:cNvPr>
          <p:cNvGrpSpPr/>
          <p:nvPr/>
        </p:nvGrpSpPr>
        <p:grpSpPr>
          <a:xfrm>
            <a:off x="2736863" y="5986880"/>
            <a:ext cx="687402" cy="470406"/>
            <a:chOff x="1736090" y="2893762"/>
            <a:chExt cx="565150" cy="340091"/>
          </a:xfrm>
        </p:grpSpPr>
        <p:grpSp>
          <p:nvGrpSpPr>
            <p:cNvPr id="424" name="Group 327">
              <a:extLst>
                <a:ext uri="{FF2B5EF4-FFF2-40B4-BE49-F238E27FC236}">
                  <a16:creationId xmlns:a16="http://schemas.microsoft.com/office/drawing/2014/main" id="{59C9C19B-2D7B-5446-993D-684F106169C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36090" y="2893762"/>
              <a:ext cx="565150" cy="292100"/>
              <a:chOff x="1871277" y="1576300"/>
              <a:chExt cx="1128371" cy="437861"/>
            </a:xfrm>
          </p:grpSpPr>
          <p:sp>
            <p:nvSpPr>
              <p:cNvPr id="428" name="Oval 427">
                <a:extLst>
                  <a:ext uri="{FF2B5EF4-FFF2-40B4-BE49-F238E27FC236}">
                    <a16:creationId xmlns:a16="http://schemas.microsoft.com/office/drawing/2014/main" id="{40008AEE-3152-C849-906C-3CAF9DFF25CC}"/>
                  </a:ext>
                </a:extLst>
              </p:cNvPr>
              <p:cNvSpPr/>
              <p:nvPr/>
            </p:nvSpPr>
            <p:spPr bwMode="auto">
              <a:xfrm flipV="1">
                <a:off x="1874446" y="1692905"/>
                <a:ext cx="1125202" cy="321256"/>
              </a:xfrm>
              <a:prstGeom prst="ellipse">
                <a:avLst/>
              </a:prstGeom>
              <a:gradFill flip="none"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0" scaled="1"/>
                <a:tileRect/>
              </a:gra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29" name="Rectangle 428">
                <a:extLst>
                  <a:ext uri="{FF2B5EF4-FFF2-40B4-BE49-F238E27FC236}">
                    <a16:creationId xmlns:a16="http://schemas.microsoft.com/office/drawing/2014/main" id="{111839D8-9177-6249-A367-46D180572BB8}"/>
                  </a:ext>
                </a:extLst>
              </p:cNvPr>
              <p:cNvSpPr/>
              <p:nvPr/>
            </p:nvSpPr>
            <p:spPr bwMode="auto">
              <a:xfrm>
                <a:off x="1871277" y="1740499"/>
                <a:ext cx="1128371" cy="114225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10800000" scaled="0"/>
              </a:gra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30" name="Oval 429">
                <a:extLst>
                  <a:ext uri="{FF2B5EF4-FFF2-40B4-BE49-F238E27FC236}">
                    <a16:creationId xmlns:a16="http://schemas.microsoft.com/office/drawing/2014/main" id="{1F1E42A9-4DE8-2641-85A4-A097587AE18A}"/>
                  </a:ext>
                </a:extLst>
              </p:cNvPr>
              <p:cNvSpPr/>
              <p:nvPr/>
            </p:nvSpPr>
            <p:spPr bwMode="auto">
              <a:xfrm flipV="1">
                <a:off x="1871277" y="1576300"/>
                <a:ext cx="1125200" cy="321257"/>
              </a:xfrm>
              <a:prstGeom prst="ellipse">
                <a:avLst/>
              </a:prstGeom>
              <a:solidFill>
                <a:srgbClr val="FFFFFF">
                  <a:lumMod val="75000"/>
                </a:srgbClr>
              </a:soli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31" name="Freeform 430">
                <a:extLst>
                  <a:ext uri="{FF2B5EF4-FFF2-40B4-BE49-F238E27FC236}">
                    <a16:creationId xmlns:a16="http://schemas.microsoft.com/office/drawing/2014/main" id="{98851B8A-DFDB-7446-ACF4-8D81FB5AA157}"/>
                  </a:ext>
                </a:extLst>
              </p:cNvPr>
              <p:cNvSpPr/>
              <p:nvPr/>
            </p:nvSpPr>
            <p:spPr bwMode="auto">
              <a:xfrm>
                <a:off x="2159708" y="1673868"/>
                <a:ext cx="548339" cy="159438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rgbClr val="3333CC">
                  <a:lumMod val="60000"/>
                  <a:lumOff val="4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32" name="Freeform 431">
                <a:extLst>
                  <a:ext uri="{FF2B5EF4-FFF2-40B4-BE49-F238E27FC236}">
                    <a16:creationId xmlns:a16="http://schemas.microsoft.com/office/drawing/2014/main" id="{723991A2-A1E6-0D4F-9B5D-068A5496B054}"/>
                  </a:ext>
                </a:extLst>
              </p:cNvPr>
              <p:cNvSpPr/>
              <p:nvPr/>
            </p:nvSpPr>
            <p:spPr bwMode="auto">
              <a:xfrm>
                <a:off x="2102655" y="1633412"/>
                <a:ext cx="662444" cy="111846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33" name="Freeform 432">
                <a:extLst>
                  <a:ext uri="{FF2B5EF4-FFF2-40B4-BE49-F238E27FC236}">
                    <a16:creationId xmlns:a16="http://schemas.microsoft.com/office/drawing/2014/main" id="{7AACA8F0-9C63-A846-90C3-AAAB6E3910F1}"/>
                  </a:ext>
                </a:extLst>
              </p:cNvPr>
              <p:cNvSpPr/>
              <p:nvPr/>
            </p:nvSpPr>
            <p:spPr bwMode="auto">
              <a:xfrm>
                <a:off x="2536889" y="1728599"/>
                <a:ext cx="244057" cy="97568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34" name="Freeform 433">
                <a:extLst>
                  <a:ext uri="{FF2B5EF4-FFF2-40B4-BE49-F238E27FC236}">
                    <a16:creationId xmlns:a16="http://schemas.microsoft.com/office/drawing/2014/main" id="{5C925CD4-A1D8-4B4C-B630-EA0FF87CCF67}"/>
                  </a:ext>
                </a:extLst>
              </p:cNvPr>
              <p:cNvSpPr/>
              <p:nvPr/>
            </p:nvSpPr>
            <p:spPr bwMode="auto">
              <a:xfrm>
                <a:off x="2089977" y="1730980"/>
                <a:ext cx="240888" cy="95187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435" name="Straight Connector 434">
                <a:extLst>
                  <a:ext uri="{FF2B5EF4-FFF2-40B4-BE49-F238E27FC236}">
                    <a16:creationId xmlns:a16="http://schemas.microsoft.com/office/drawing/2014/main" id="{482CEABD-D59C-9146-B260-F80C556208AE}"/>
                  </a:ext>
                </a:extLst>
              </p:cNvPr>
              <p:cNvCxnSpPr>
                <a:endCxn id="430" idx="2"/>
              </p:cNvCxnSpPr>
              <p:nvPr/>
            </p:nvCxnSpPr>
            <p:spPr bwMode="auto">
              <a:xfrm flipH="1" flipV="1">
                <a:off x="1871277" y="1735739"/>
                <a:ext cx="3169" cy="123743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  <p:cxnSp>
            <p:nvCxnSpPr>
              <p:cNvPr id="436" name="Straight Connector 435">
                <a:extLst>
                  <a:ext uri="{FF2B5EF4-FFF2-40B4-BE49-F238E27FC236}">
                    <a16:creationId xmlns:a16="http://schemas.microsoft.com/office/drawing/2014/main" id="{852B68BC-F922-3848-9565-4D2178DB93AA}"/>
                  </a:ext>
                </a:extLst>
              </p:cNvPr>
              <p:cNvCxnSpPr/>
              <p:nvPr/>
            </p:nvCxnSpPr>
            <p:spPr bwMode="auto">
              <a:xfrm flipH="1" flipV="1">
                <a:off x="2996477" y="1733359"/>
                <a:ext cx="3171" cy="123743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</p:grpSp>
        <p:grpSp>
          <p:nvGrpSpPr>
            <p:cNvPr id="425" name="Group 424">
              <a:extLst>
                <a:ext uri="{FF2B5EF4-FFF2-40B4-BE49-F238E27FC236}">
                  <a16:creationId xmlns:a16="http://schemas.microsoft.com/office/drawing/2014/main" id="{B7439C84-CDB5-F347-BD13-C9965624FE17}"/>
                </a:ext>
              </a:extLst>
            </p:cNvPr>
            <p:cNvGrpSpPr/>
            <p:nvPr/>
          </p:nvGrpSpPr>
          <p:grpSpPr>
            <a:xfrm>
              <a:off x="1828502" y="2944584"/>
              <a:ext cx="374531" cy="289269"/>
              <a:chOff x="725185" y="1779875"/>
              <a:chExt cx="374531" cy="289269"/>
            </a:xfrm>
          </p:grpSpPr>
          <p:sp>
            <p:nvSpPr>
              <p:cNvPr id="426" name="Oval 425">
                <a:extLst>
                  <a:ext uri="{FF2B5EF4-FFF2-40B4-BE49-F238E27FC236}">
                    <a16:creationId xmlns:a16="http://schemas.microsoft.com/office/drawing/2014/main" id="{01C7B7FA-5596-BC43-9C90-8E052B54FC11}"/>
                  </a:ext>
                </a:extLst>
              </p:cNvPr>
              <p:cNvSpPr/>
              <p:nvPr/>
            </p:nvSpPr>
            <p:spPr bwMode="auto">
              <a:xfrm>
                <a:off x="741398" y="1850752"/>
                <a:ext cx="356365" cy="168450"/>
              </a:xfrm>
              <a:prstGeom prst="ellipse">
                <a:avLst/>
              </a:prstGeom>
              <a:solidFill>
                <a:srgbClr val="FFFFFF">
                  <a:alpha val="76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27" name="TextBox 426">
                <a:extLst>
                  <a:ext uri="{FF2B5EF4-FFF2-40B4-BE49-F238E27FC236}">
                    <a16:creationId xmlns:a16="http://schemas.microsoft.com/office/drawing/2014/main" id="{6ECC707E-E1D7-4546-96A1-2387735089B7}"/>
                  </a:ext>
                </a:extLst>
              </p:cNvPr>
              <p:cNvSpPr txBox="1"/>
              <p:nvPr/>
            </p:nvSpPr>
            <p:spPr>
              <a:xfrm>
                <a:off x="725185" y="1779875"/>
                <a:ext cx="374531" cy="289269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s3</a:t>
                </a:r>
              </a:p>
            </p:txBody>
          </p:sp>
        </p:grpSp>
      </p:grpSp>
      <p:grpSp>
        <p:nvGrpSpPr>
          <p:cNvPr id="437" name="Group 436">
            <a:extLst>
              <a:ext uri="{FF2B5EF4-FFF2-40B4-BE49-F238E27FC236}">
                <a16:creationId xmlns:a16="http://schemas.microsoft.com/office/drawing/2014/main" id="{15A32C9A-E7F3-5346-87C4-CA4940C18BF9}"/>
              </a:ext>
            </a:extLst>
          </p:cNvPr>
          <p:cNvGrpSpPr/>
          <p:nvPr/>
        </p:nvGrpSpPr>
        <p:grpSpPr>
          <a:xfrm>
            <a:off x="3904271" y="5705754"/>
            <a:ext cx="687402" cy="470406"/>
            <a:chOff x="1736090" y="2893762"/>
            <a:chExt cx="565150" cy="340091"/>
          </a:xfrm>
        </p:grpSpPr>
        <p:grpSp>
          <p:nvGrpSpPr>
            <p:cNvPr id="438" name="Group 327">
              <a:extLst>
                <a:ext uri="{FF2B5EF4-FFF2-40B4-BE49-F238E27FC236}">
                  <a16:creationId xmlns:a16="http://schemas.microsoft.com/office/drawing/2014/main" id="{91239979-A6B3-3D4E-ABD7-F92D10C27A0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36090" y="2893762"/>
              <a:ext cx="565150" cy="292100"/>
              <a:chOff x="1871277" y="1576300"/>
              <a:chExt cx="1128371" cy="437861"/>
            </a:xfrm>
          </p:grpSpPr>
          <p:sp>
            <p:nvSpPr>
              <p:cNvPr id="442" name="Oval 441">
                <a:extLst>
                  <a:ext uri="{FF2B5EF4-FFF2-40B4-BE49-F238E27FC236}">
                    <a16:creationId xmlns:a16="http://schemas.microsoft.com/office/drawing/2014/main" id="{9FCAC59C-42CC-CE4C-96BD-FE920D1C2A77}"/>
                  </a:ext>
                </a:extLst>
              </p:cNvPr>
              <p:cNvSpPr/>
              <p:nvPr/>
            </p:nvSpPr>
            <p:spPr bwMode="auto">
              <a:xfrm flipV="1">
                <a:off x="1874446" y="1692905"/>
                <a:ext cx="1125202" cy="321256"/>
              </a:xfrm>
              <a:prstGeom prst="ellipse">
                <a:avLst/>
              </a:prstGeom>
              <a:gradFill flip="none"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0" scaled="1"/>
                <a:tileRect/>
              </a:gra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43" name="Rectangle 442">
                <a:extLst>
                  <a:ext uri="{FF2B5EF4-FFF2-40B4-BE49-F238E27FC236}">
                    <a16:creationId xmlns:a16="http://schemas.microsoft.com/office/drawing/2014/main" id="{3FBEAA77-D815-D445-A86F-68B0D4452BC3}"/>
                  </a:ext>
                </a:extLst>
              </p:cNvPr>
              <p:cNvSpPr/>
              <p:nvPr/>
            </p:nvSpPr>
            <p:spPr bwMode="auto">
              <a:xfrm>
                <a:off x="1871277" y="1740499"/>
                <a:ext cx="1128371" cy="114225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10800000" scaled="0"/>
              </a:gra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44" name="Oval 443">
                <a:extLst>
                  <a:ext uri="{FF2B5EF4-FFF2-40B4-BE49-F238E27FC236}">
                    <a16:creationId xmlns:a16="http://schemas.microsoft.com/office/drawing/2014/main" id="{2D6A81D7-4183-0C4B-9BE0-36028959107F}"/>
                  </a:ext>
                </a:extLst>
              </p:cNvPr>
              <p:cNvSpPr/>
              <p:nvPr/>
            </p:nvSpPr>
            <p:spPr bwMode="auto">
              <a:xfrm flipV="1">
                <a:off x="1871277" y="1576300"/>
                <a:ext cx="1125200" cy="321257"/>
              </a:xfrm>
              <a:prstGeom prst="ellipse">
                <a:avLst/>
              </a:prstGeom>
              <a:solidFill>
                <a:srgbClr val="FFFFFF">
                  <a:lumMod val="75000"/>
                </a:srgbClr>
              </a:soli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45" name="Freeform 444">
                <a:extLst>
                  <a:ext uri="{FF2B5EF4-FFF2-40B4-BE49-F238E27FC236}">
                    <a16:creationId xmlns:a16="http://schemas.microsoft.com/office/drawing/2014/main" id="{4EB08DF1-BFF0-D94C-9005-60CA113EB70F}"/>
                  </a:ext>
                </a:extLst>
              </p:cNvPr>
              <p:cNvSpPr/>
              <p:nvPr/>
            </p:nvSpPr>
            <p:spPr bwMode="auto">
              <a:xfrm>
                <a:off x="2159708" y="1673868"/>
                <a:ext cx="548339" cy="159438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rgbClr val="3333CC">
                  <a:lumMod val="60000"/>
                  <a:lumOff val="4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46" name="Freeform 445">
                <a:extLst>
                  <a:ext uri="{FF2B5EF4-FFF2-40B4-BE49-F238E27FC236}">
                    <a16:creationId xmlns:a16="http://schemas.microsoft.com/office/drawing/2014/main" id="{37A92998-42D7-3647-9DAB-4B474843B9D7}"/>
                  </a:ext>
                </a:extLst>
              </p:cNvPr>
              <p:cNvSpPr/>
              <p:nvPr/>
            </p:nvSpPr>
            <p:spPr bwMode="auto">
              <a:xfrm>
                <a:off x="2102655" y="1633412"/>
                <a:ext cx="662444" cy="111846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47" name="Freeform 446">
                <a:extLst>
                  <a:ext uri="{FF2B5EF4-FFF2-40B4-BE49-F238E27FC236}">
                    <a16:creationId xmlns:a16="http://schemas.microsoft.com/office/drawing/2014/main" id="{C10BF816-5EDC-5D4D-AA34-D16A44C5ACC4}"/>
                  </a:ext>
                </a:extLst>
              </p:cNvPr>
              <p:cNvSpPr/>
              <p:nvPr/>
            </p:nvSpPr>
            <p:spPr bwMode="auto">
              <a:xfrm>
                <a:off x="2536889" y="1728599"/>
                <a:ext cx="244057" cy="97568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48" name="Freeform 447">
                <a:extLst>
                  <a:ext uri="{FF2B5EF4-FFF2-40B4-BE49-F238E27FC236}">
                    <a16:creationId xmlns:a16="http://schemas.microsoft.com/office/drawing/2014/main" id="{5EDE6095-F96A-8147-96D3-B6AC4A7604E9}"/>
                  </a:ext>
                </a:extLst>
              </p:cNvPr>
              <p:cNvSpPr/>
              <p:nvPr/>
            </p:nvSpPr>
            <p:spPr bwMode="auto">
              <a:xfrm>
                <a:off x="2089977" y="1730980"/>
                <a:ext cx="240888" cy="95187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449" name="Straight Connector 448">
                <a:extLst>
                  <a:ext uri="{FF2B5EF4-FFF2-40B4-BE49-F238E27FC236}">
                    <a16:creationId xmlns:a16="http://schemas.microsoft.com/office/drawing/2014/main" id="{18F6547F-EE28-D440-B02C-859463240B3B}"/>
                  </a:ext>
                </a:extLst>
              </p:cNvPr>
              <p:cNvCxnSpPr>
                <a:endCxn id="444" idx="2"/>
              </p:cNvCxnSpPr>
              <p:nvPr/>
            </p:nvCxnSpPr>
            <p:spPr bwMode="auto">
              <a:xfrm flipH="1" flipV="1">
                <a:off x="1871277" y="1735739"/>
                <a:ext cx="3169" cy="123743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  <p:cxnSp>
            <p:nvCxnSpPr>
              <p:cNvPr id="450" name="Straight Connector 449">
                <a:extLst>
                  <a:ext uri="{FF2B5EF4-FFF2-40B4-BE49-F238E27FC236}">
                    <a16:creationId xmlns:a16="http://schemas.microsoft.com/office/drawing/2014/main" id="{C75462DD-9379-4145-B1BA-38B9E3C33BD1}"/>
                  </a:ext>
                </a:extLst>
              </p:cNvPr>
              <p:cNvCxnSpPr/>
              <p:nvPr/>
            </p:nvCxnSpPr>
            <p:spPr bwMode="auto">
              <a:xfrm flipH="1" flipV="1">
                <a:off x="2996477" y="1733359"/>
                <a:ext cx="3171" cy="123743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</p:grpSp>
        <p:grpSp>
          <p:nvGrpSpPr>
            <p:cNvPr id="439" name="Group 438">
              <a:extLst>
                <a:ext uri="{FF2B5EF4-FFF2-40B4-BE49-F238E27FC236}">
                  <a16:creationId xmlns:a16="http://schemas.microsoft.com/office/drawing/2014/main" id="{0D413191-8CF2-CC46-9D2F-BF1C4542E2EB}"/>
                </a:ext>
              </a:extLst>
            </p:cNvPr>
            <p:cNvGrpSpPr/>
            <p:nvPr/>
          </p:nvGrpSpPr>
          <p:grpSpPr>
            <a:xfrm>
              <a:off x="1828502" y="2944584"/>
              <a:ext cx="374531" cy="289269"/>
              <a:chOff x="725185" y="1779875"/>
              <a:chExt cx="374531" cy="289269"/>
            </a:xfrm>
          </p:grpSpPr>
          <p:sp>
            <p:nvSpPr>
              <p:cNvPr id="440" name="Oval 439">
                <a:extLst>
                  <a:ext uri="{FF2B5EF4-FFF2-40B4-BE49-F238E27FC236}">
                    <a16:creationId xmlns:a16="http://schemas.microsoft.com/office/drawing/2014/main" id="{C665F85B-B221-3349-A8A9-423CB064E829}"/>
                  </a:ext>
                </a:extLst>
              </p:cNvPr>
              <p:cNvSpPr/>
              <p:nvPr/>
            </p:nvSpPr>
            <p:spPr bwMode="auto">
              <a:xfrm>
                <a:off x="741398" y="1850752"/>
                <a:ext cx="356365" cy="168450"/>
              </a:xfrm>
              <a:prstGeom prst="ellipse">
                <a:avLst/>
              </a:prstGeom>
              <a:solidFill>
                <a:srgbClr val="FFFFFF">
                  <a:alpha val="76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41" name="TextBox 440">
                <a:extLst>
                  <a:ext uri="{FF2B5EF4-FFF2-40B4-BE49-F238E27FC236}">
                    <a16:creationId xmlns:a16="http://schemas.microsoft.com/office/drawing/2014/main" id="{FA49AD3B-122F-4C4B-A918-544A3BF1895E}"/>
                  </a:ext>
                </a:extLst>
              </p:cNvPr>
              <p:cNvSpPr txBox="1"/>
              <p:nvPr/>
            </p:nvSpPr>
            <p:spPr>
              <a:xfrm>
                <a:off x="725185" y="1779875"/>
                <a:ext cx="374531" cy="289269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s4</a:t>
                </a:r>
              </a:p>
            </p:txBody>
          </p:sp>
        </p:grpSp>
      </p:grpSp>
      <p:grpSp>
        <p:nvGrpSpPr>
          <p:cNvPr id="452" name="Group 451">
            <a:extLst>
              <a:ext uri="{FF2B5EF4-FFF2-40B4-BE49-F238E27FC236}">
                <a16:creationId xmlns:a16="http://schemas.microsoft.com/office/drawing/2014/main" id="{F109F0CB-C7A7-9F4C-9F78-1DFE6E2E92FF}"/>
              </a:ext>
            </a:extLst>
          </p:cNvPr>
          <p:cNvGrpSpPr/>
          <p:nvPr/>
        </p:nvGrpSpPr>
        <p:grpSpPr>
          <a:xfrm>
            <a:off x="6763892" y="1425421"/>
            <a:ext cx="4822682" cy="1122684"/>
            <a:chOff x="5326799" y="1281868"/>
            <a:chExt cx="4822682" cy="1122684"/>
          </a:xfrm>
        </p:grpSpPr>
        <p:sp>
          <p:nvSpPr>
            <p:cNvPr id="453" name="TextBox 452">
              <a:extLst>
                <a:ext uri="{FF2B5EF4-FFF2-40B4-BE49-F238E27FC236}">
                  <a16:creationId xmlns:a16="http://schemas.microsoft.com/office/drawing/2014/main" id="{E06A1FC5-2F8F-E746-8AEE-58223238D3E6}"/>
                </a:ext>
              </a:extLst>
            </p:cNvPr>
            <p:cNvSpPr txBox="1"/>
            <p:nvPr/>
          </p:nvSpPr>
          <p:spPr>
            <a:xfrm>
              <a:off x="5654650" y="1315023"/>
              <a:ext cx="4494831" cy="10895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defTabSz="91440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rPr>
                <a:t>S1, experiencing link failure uses OpenFlow port status message to notify controller</a:t>
              </a:r>
            </a:p>
          </p:txBody>
        </p:sp>
        <p:grpSp>
          <p:nvGrpSpPr>
            <p:cNvPr id="454" name="Group 453">
              <a:extLst>
                <a:ext uri="{FF2B5EF4-FFF2-40B4-BE49-F238E27FC236}">
                  <a16:creationId xmlns:a16="http://schemas.microsoft.com/office/drawing/2014/main" id="{0F995241-55DC-D948-B009-B3415184F93C}"/>
                </a:ext>
              </a:extLst>
            </p:cNvPr>
            <p:cNvGrpSpPr/>
            <p:nvPr/>
          </p:nvGrpSpPr>
          <p:grpSpPr>
            <a:xfrm>
              <a:off x="5326799" y="1281868"/>
              <a:ext cx="314510" cy="400110"/>
              <a:chOff x="430693" y="1944861"/>
              <a:chExt cx="291062" cy="400110"/>
            </a:xfrm>
          </p:grpSpPr>
          <p:sp>
            <p:nvSpPr>
              <p:cNvPr id="455" name="Oval 454">
                <a:extLst>
                  <a:ext uri="{FF2B5EF4-FFF2-40B4-BE49-F238E27FC236}">
                    <a16:creationId xmlns:a16="http://schemas.microsoft.com/office/drawing/2014/main" id="{838418A2-0530-6D4D-B957-9B73EC90CAF5}"/>
                  </a:ext>
                </a:extLst>
              </p:cNvPr>
              <p:cNvSpPr/>
              <p:nvPr/>
            </p:nvSpPr>
            <p:spPr>
              <a:xfrm>
                <a:off x="448041" y="2026177"/>
                <a:ext cx="251755" cy="263122"/>
              </a:xfrm>
              <a:prstGeom prst="ellipse">
                <a:avLst/>
              </a:prstGeom>
              <a:solidFill>
                <a:srgbClr val="FFFFFF"/>
              </a:solidFill>
              <a:ln w="12700">
                <a:solidFill>
                  <a:srgbClr val="C00000"/>
                </a:solidFill>
              </a:ln>
            </p:spPr>
            <p:txBody>
              <a:bodyPr vert="horz" wrap="non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456" name="TextBox 455">
                <a:extLst>
                  <a:ext uri="{FF2B5EF4-FFF2-40B4-BE49-F238E27FC236}">
                    <a16:creationId xmlns:a16="http://schemas.microsoft.com/office/drawing/2014/main" id="{EECCC49B-4360-6A44-857F-C6612A4A5A91}"/>
                  </a:ext>
                </a:extLst>
              </p:cNvPr>
              <p:cNvSpPr txBox="1"/>
              <p:nvPr/>
            </p:nvSpPr>
            <p:spPr>
              <a:xfrm>
                <a:off x="430693" y="1944861"/>
                <a:ext cx="29106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ea typeface="ＭＳ Ｐゴシック" charset="0"/>
                    <a:cs typeface="Arial"/>
                  </a:rPr>
                  <a:t>1</a:t>
                </a:r>
              </a:p>
            </p:txBody>
          </p:sp>
        </p:grpSp>
      </p:grpSp>
      <p:grpSp>
        <p:nvGrpSpPr>
          <p:cNvPr id="457" name="Group 456">
            <a:extLst>
              <a:ext uri="{FF2B5EF4-FFF2-40B4-BE49-F238E27FC236}">
                <a16:creationId xmlns:a16="http://schemas.microsoft.com/office/drawing/2014/main" id="{E094A808-83E3-F44E-8311-B49C7768D728}"/>
              </a:ext>
            </a:extLst>
          </p:cNvPr>
          <p:cNvGrpSpPr/>
          <p:nvPr/>
        </p:nvGrpSpPr>
        <p:grpSpPr>
          <a:xfrm>
            <a:off x="6812552" y="2632974"/>
            <a:ext cx="5024543" cy="790285"/>
            <a:chOff x="5330006" y="1281868"/>
            <a:chExt cx="5024543" cy="790285"/>
          </a:xfrm>
        </p:grpSpPr>
        <p:sp>
          <p:nvSpPr>
            <p:cNvPr id="458" name="TextBox 457">
              <a:extLst>
                <a:ext uri="{FF2B5EF4-FFF2-40B4-BE49-F238E27FC236}">
                  <a16:creationId xmlns:a16="http://schemas.microsoft.com/office/drawing/2014/main" id="{5A66128A-E3A6-114A-91B5-2FE1B075D1FB}"/>
                </a:ext>
              </a:extLst>
            </p:cNvPr>
            <p:cNvSpPr txBox="1"/>
            <p:nvPr/>
          </p:nvSpPr>
          <p:spPr>
            <a:xfrm>
              <a:off x="5654650" y="1315023"/>
              <a:ext cx="4699899" cy="7571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defTabSz="91440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rPr>
                <a:t>SDN controller receives OpenFlow message, updates link status info</a:t>
              </a:r>
            </a:p>
          </p:txBody>
        </p:sp>
        <p:grpSp>
          <p:nvGrpSpPr>
            <p:cNvPr id="459" name="Group 458">
              <a:extLst>
                <a:ext uri="{FF2B5EF4-FFF2-40B4-BE49-F238E27FC236}">
                  <a16:creationId xmlns:a16="http://schemas.microsoft.com/office/drawing/2014/main" id="{0680D512-D870-4A4E-A672-2D42E18257F4}"/>
                </a:ext>
              </a:extLst>
            </p:cNvPr>
            <p:cNvGrpSpPr/>
            <p:nvPr/>
          </p:nvGrpSpPr>
          <p:grpSpPr>
            <a:xfrm>
              <a:off x="5330006" y="1281868"/>
              <a:ext cx="314510" cy="400110"/>
              <a:chOff x="433661" y="1944861"/>
              <a:chExt cx="291062" cy="400110"/>
            </a:xfrm>
          </p:grpSpPr>
          <p:sp>
            <p:nvSpPr>
              <p:cNvPr id="460" name="Oval 459">
                <a:extLst>
                  <a:ext uri="{FF2B5EF4-FFF2-40B4-BE49-F238E27FC236}">
                    <a16:creationId xmlns:a16="http://schemas.microsoft.com/office/drawing/2014/main" id="{C54CA8A5-88FD-0B43-B39C-06EA5B196E08}"/>
                  </a:ext>
                </a:extLst>
              </p:cNvPr>
              <p:cNvSpPr/>
              <p:nvPr/>
            </p:nvSpPr>
            <p:spPr>
              <a:xfrm>
                <a:off x="448041" y="2026177"/>
                <a:ext cx="251755" cy="263122"/>
              </a:xfrm>
              <a:prstGeom prst="ellipse">
                <a:avLst/>
              </a:prstGeom>
              <a:solidFill>
                <a:srgbClr val="FFFFFF"/>
              </a:solidFill>
              <a:ln w="12700">
                <a:solidFill>
                  <a:srgbClr val="C00000"/>
                </a:solidFill>
              </a:ln>
            </p:spPr>
            <p:txBody>
              <a:bodyPr vert="horz" wrap="non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461" name="TextBox 460">
                <a:extLst>
                  <a:ext uri="{FF2B5EF4-FFF2-40B4-BE49-F238E27FC236}">
                    <a16:creationId xmlns:a16="http://schemas.microsoft.com/office/drawing/2014/main" id="{98241409-350B-3C48-8CD4-8EC73830F0DD}"/>
                  </a:ext>
                </a:extLst>
              </p:cNvPr>
              <p:cNvSpPr txBox="1"/>
              <p:nvPr/>
            </p:nvSpPr>
            <p:spPr>
              <a:xfrm>
                <a:off x="433661" y="1944861"/>
                <a:ext cx="29106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ea typeface="ＭＳ Ｐゴシック" charset="0"/>
                    <a:cs typeface="Arial"/>
                  </a:rPr>
                  <a:t>2</a:t>
                </a:r>
              </a:p>
            </p:txBody>
          </p:sp>
        </p:grpSp>
      </p:grpSp>
      <p:grpSp>
        <p:nvGrpSpPr>
          <p:cNvPr id="462" name="Group 461">
            <a:extLst>
              <a:ext uri="{FF2B5EF4-FFF2-40B4-BE49-F238E27FC236}">
                <a16:creationId xmlns:a16="http://schemas.microsoft.com/office/drawing/2014/main" id="{A90C1603-EE2D-5C46-96D7-DD144E7597AC}"/>
              </a:ext>
            </a:extLst>
          </p:cNvPr>
          <p:cNvGrpSpPr/>
          <p:nvPr/>
        </p:nvGrpSpPr>
        <p:grpSpPr>
          <a:xfrm>
            <a:off x="6821113" y="3557841"/>
            <a:ext cx="5253976" cy="1445458"/>
            <a:chOff x="5333217" y="1291493"/>
            <a:chExt cx="5253976" cy="1445458"/>
          </a:xfrm>
        </p:grpSpPr>
        <p:sp>
          <p:nvSpPr>
            <p:cNvPr id="463" name="TextBox 462">
              <a:extLst>
                <a:ext uri="{FF2B5EF4-FFF2-40B4-BE49-F238E27FC236}">
                  <a16:creationId xmlns:a16="http://schemas.microsoft.com/office/drawing/2014/main" id="{7B9E44CE-B140-1542-AAC2-4DAF6F5BCDFC}"/>
                </a:ext>
              </a:extLst>
            </p:cNvPr>
            <p:cNvSpPr txBox="1"/>
            <p:nvPr/>
          </p:nvSpPr>
          <p:spPr>
            <a:xfrm>
              <a:off x="5654650" y="1315023"/>
              <a:ext cx="4932543" cy="142192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defTabSz="91440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rPr>
                <a:t>Dijkstra’s routing algorithm application has previously registered to be called when ever link status changes.  It is called.</a:t>
              </a:r>
            </a:p>
          </p:txBody>
        </p:sp>
        <p:grpSp>
          <p:nvGrpSpPr>
            <p:cNvPr id="464" name="Group 463">
              <a:extLst>
                <a:ext uri="{FF2B5EF4-FFF2-40B4-BE49-F238E27FC236}">
                  <a16:creationId xmlns:a16="http://schemas.microsoft.com/office/drawing/2014/main" id="{4AA4F08F-919D-6D43-A245-B36CE88D136C}"/>
                </a:ext>
              </a:extLst>
            </p:cNvPr>
            <p:cNvGrpSpPr/>
            <p:nvPr/>
          </p:nvGrpSpPr>
          <p:grpSpPr>
            <a:xfrm>
              <a:off x="5333217" y="1291493"/>
              <a:ext cx="314510" cy="400110"/>
              <a:chOff x="436633" y="1954486"/>
              <a:chExt cx="291062" cy="400110"/>
            </a:xfrm>
          </p:grpSpPr>
          <p:sp>
            <p:nvSpPr>
              <p:cNvPr id="465" name="Oval 464">
                <a:extLst>
                  <a:ext uri="{FF2B5EF4-FFF2-40B4-BE49-F238E27FC236}">
                    <a16:creationId xmlns:a16="http://schemas.microsoft.com/office/drawing/2014/main" id="{474762E3-AFBB-FD48-BEF6-8AF863920A29}"/>
                  </a:ext>
                </a:extLst>
              </p:cNvPr>
              <p:cNvSpPr/>
              <p:nvPr/>
            </p:nvSpPr>
            <p:spPr>
              <a:xfrm>
                <a:off x="448041" y="2026177"/>
                <a:ext cx="251755" cy="263122"/>
              </a:xfrm>
              <a:prstGeom prst="ellipse">
                <a:avLst/>
              </a:prstGeom>
              <a:solidFill>
                <a:srgbClr val="FFFFFF"/>
              </a:solidFill>
              <a:ln w="12700">
                <a:solidFill>
                  <a:srgbClr val="C00000"/>
                </a:solidFill>
              </a:ln>
            </p:spPr>
            <p:txBody>
              <a:bodyPr vert="horz" wrap="non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466" name="TextBox 465">
                <a:extLst>
                  <a:ext uri="{FF2B5EF4-FFF2-40B4-BE49-F238E27FC236}">
                    <a16:creationId xmlns:a16="http://schemas.microsoft.com/office/drawing/2014/main" id="{C0B243D3-CD77-354D-AF47-3C3867EAD742}"/>
                  </a:ext>
                </a:extLst>
              </p:cNvPr>
              <p:cNvSpPr txBox="1"/>
              <p:nvPr/>
            </p:nvSpPr>
            <p:spPr>
              <a:xfrm>
                <a:off x="436633" y="1954486"/>
                <a:ext cx="29106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ea typeface="ＭＳ Ｐゴシック" charset="0"/>
                    <a:cs typeface="Arial"/>
                  </a:rPr>
                  <a:t>3</a:t>
                </a:r>
              </a:p>
            </p:txBody>
          </p:sp>
        </p:grpSp>
      </p:grpSp>
      <p:grpSp>
        <p:nvGrpSpPr>
          <p:cNvPr id="467" name="Group 466">
            <a:extLst>
              <a:ext uri="{FF2B5EF4-FFF2-40B4-BE49-F238E27FC236}">
                <a16:creationId xmlns:a16="http://schemas.microsoft.com/office/drawing/2014/main" id="{9B04D695-515C-F643-A6A8-EB313B26D25D}"/>
              </a:ext>
            </a:extLst>
          </p:cNvPr>
          <p:cNvGrpSpPr/>
          <p:nvPr/>
        </p:nvGrpSpPr>
        <p:grpSpPr>
          <a:xfrm>
            <a:off x="6800258" y="5062185"/>
            <a:ext cx="4748738" cy="1448665"/>
            <a:chOff x="5320381" y="1288286"/>
            <a:chExt cx="4748738" cy="1448665"/>
          </a:xfrm>
        </p:grpSpPr>
        <p:sp>
          <p:nvSpPr>
            <p:cNvPr id="468" name="TextBox 467">
              <a:extLst>
                <a:ext uri="{FF2B5EF4-FFF2-40B4-BE49-F238E27FC236}">
                  <a16:creationId xmlns:a16="http://schemas.microsoft.com/office/drawing/2014/main" id="{B0A5DC12-CD7F-7947-8638-FCA31A28E2B0}"/>
                </a:ext>
              </a:extLst>
            </p:cNvPr>
            <p:cNvSpPr txBox="1"/>
            <p:nvPr/>
          </p:nvSpPr>
          <p:spPr>
            <a:xfrm>
              <a:off x="5654650" y="1315023"/>
              <a:ext cx="4414469" cy="142192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defTabSz="91440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rPr>
                <a:t>Dijkstra’s routing algorithm access network graph info, link state info in controller,  computes new routes</a:t>
              </a:r>
            </a:p>
          </p:txBody>
        </p:sp>
        <p:grpSp>
          <p:nvGrpSpPr>
            <p:cNvPr id="469" name="Group 468">
              <a:extLst>
                <a:ext uri="{FF2B5EF4-FFF2-40B4-BE49-F238E27FC236}">
                  <a16:creationId xmlns:a16="http://schemas.microsoft.com/office/drawing/2014/main" id="{E780A433-81AB-8640-801E-3E36D0C8A814}"/>
                </a:ext>
              </a:extLst>
            </p:cNvPr>
            <p:cNvGrpSpPr/>
            <p:nvPr/>
          </p:nvGrpSpPr>
          <p:grpSpPr>
            <a:xfrm>
              <a:off x="5320381" y="1288286"/>
              <a:ext cx="314510" cy="400110"/>
              <a:chOff x="424754" y="1951279"/>
              <a:chExt cx="291062" cy="400110"/>
            </a:xfrm>
          </p:grpSpPr>
          <p:sp>
            <p:nvSpPr>
              <p:cNvPr id="470" name="Oval 469">
                <a:extLst>
                  <a:ext uri="{FF2B5EF4-FFF2-40B4-BE49-F238E27FC236}">
                    <a16:creationId xmlns:a16="http://schemas.microsoft.com/office/drawing/2014/main" id="{13BA4AD6-9B8B-B34F-8638-37047BF2F57A}"/>
                  </a:ext>
                </a:extLst>
              </p:cNvPr>
              <p:cNvSpPr/>
              <p:nvPr/>
            </p:nvSpPr>
            <p:spPr>
              <a:xfrm>
                <a:off x="448041" y="2026177"/>
                <a:ext cx="251755" cy="263122"/>
              </a:xfrm>
              <a:prstGeom prst="ellipse">
                <a:avLst/>
              </a:prstGeom>
              <a:solidFill>
                <a:srgbClr val="FFFFFF"/>
              </a:solidFill>
              <a:ln w="12700">
                <a:solidFill>
                  <a:srgbClr val="C00000"/>
                </a:solidFill>
              </a:ln>
            </p:spPr>
            <p:txBody>
              <a:bodyPr vert="horz" wrap="non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471" name="TextBox 470">
                <a:extLst>
                  <a:ext uri="{FF2B5EF4-FFF2-40B4-BE49-F238E27FC236}">
                    <a16:creationId xmlns:a16="http://schemas.microsoft.com/office/drawing/2014/main" id="{B0922FC9-7A3B-0A4F-A08D-B0BBA98A59FF}"/>
                  </a:ext>
                </a:extLst>
              </p:cNvPr>
              <p:cNvSpPr txBox="1"/>
              <p:nvPr/>
            </p:nvSpPr>
            <p:spPr>
              <a:xfrm>
                <a:off x="424754" y="1951279"/>
                <a:ext cx="29106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ea typeface="ＭＳ Ｐゴシック" charset="0"/>
                    <a:cs typeface="Arial"/>
                  </a:rPr>
                  <a:t>4</a:t>
                </a:r>
              </a:p>
            </p:txBody>
          </p:sp>
        </p:grpSp>
      </p:grpSp>
      <p:grpSp>
        <p:nvGrpSpPr>
          <p:cNvPr id="9" name="Group 8">
            <a:extLst>
              <a:ext uri="{FF2B5EF4-FFF2-40B4-BE49-F238E27FC236}">
                <a16:creationId xmlns:a16="http://schemas.microsoft.com/office/drawing/2014/main" id="{CD028D42-5816-5541-A673-C6433AD9D499}"/>
              </a:ext>
            </a:extLst>
          </p:cNvPr>
          <p:cNvGrpSpPr/>
          <p:nvPr/>
        </p:nvGrpSpPr>
        <p:grpSpPr>
          <a:xfrm>
            <a:off x="2312276" y="4225159"/>
            <a:ext cx="677917" cy="1261241"/>
            <a:chOff x="2312276" y="4225159"/>
            <a:chExt cx="677917" cy="1261241"/>
          </a:xfrm>
        </p:grpSpPr>
        <p:sp>
          <p:nvSpPr>
            <p:cNvPr id="7" name="Freeform 6">
              <a:extLst>
                <a:ext uri="{FF2B5EF4-FFF2-40B4-BE49-F238E27FC236}">
                  <a16:creationId xmlns:a16="http://schemas.microsoft.com/office/drawing/2014/main" id="{218DA33A-26D6-314C-A500-DD7DB353ACAB}"/>
                </a:ext>
              </a:extLst>
            </p:cNvPr>
            <p:cNvSpPr/>
            <p:nvPr/>
          </p:nvSpPr>
          <p:spPr>
            <a:xfrm>
              <a:off x="2312276" y="4225159"/>
              <a:ext cx="677917" cy="1261241"/>
            </a:xfrm>
            <a:custGeom>
              <a:avLst/>
              <a:gdLst>
                <a:gd name="connsiteX0" fmla="*/ 0 w 677917"/>
                <a:gd name="connsiteY0" fmla="*/ 1261241 h 1261241"/>
                <a:gd name="connsiteX1" fmla="*/ 677917 w 677917"/>
                <a:gd name="connsiteY1" fmla="*/ 178675 h 1261241"/>
                <a:gd name="connsiteX2" fmla="*/ 677917 w 677917"/>
                <a:gd name="connsiteY2" fmla="*/ 0 h 12612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77917" h="1261241">
                  <a:moveTo>
                    <a:pt x="0" y="1261241"/>
                  </a:moveTo>
                  <a:lnTo>
                    <a:pt x="677917" y="178675"/>
                  </a:lnTo>
                  <a:lnTo>
                    <a:pt x="677917" y="0"/>
                  </a:lnTo>
                </a:path>
              </a:pathLst>
            </a:custGeom>
            <a:noFill/>
            <a:ln w="19050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371" name="Group 370">
              <a:extLst>
                <a:ext uri="{FF2B5EF4-FFF2-40B4-BE49-F238E27FC236}">
                  <a16:creationId xmlns:a16="http://schemas.microsoft.com/office/drawing/2014/main" id="{77BAE01A-4364-4544-BF42-8FF701463BAC}"/>
                </a:ext>
              </a:extLst>
            </p:cNvPr>
            <p:cNvGrpSpPr/>
            <p:nvPr/>
          </p:nvGrpSpPr>
          <p:grpSpPr>
            <a:xfrm>
              <a:off x="2499117" y="4791488"/>
              <a:ext cx="313044" cy="369332"/>
              <a:chOff x="-17363" y="1958857"/>
              <a:chExt cx="313044" cy="369332"/>
            </a:xfrm>
          </p:grpSpPr>
          <p:sp>
            <p:nvSpPr>
              <p:cNvPr id="372" name="Oval 371">
                <a:extLst>
                  <a:ext uri="{FF2B5EF4-FFF2-40B4-BE49-F238E27FC236}">
                    <a16:creationId xmlns:a16="http://schemas.microsoft.com/office/drawing/2014/main" id="{64D78EC7-F7C7-3F45-961B-64EA2E033912}"/>
                  </a:ext>
                </a:extLst>
              </p:cNvPr>
              <p:cNvSpPr/>
              <p:nvPr/>
            </p:nvSpPr>
            <p:spPr>
              <a:xfrm>
                <a:off x="17117" y="2010412"/>
                <a:ext cx="251755" cy="263122"/>
              </a:xfrm>
              <a:prstGeom prst="ellipse">
                <a:avLst/>
              </a:prstGeom>
              <a:solidFill>
                <a:srgbClr val="FFFFFF"/>
              </a:solidFill>
              <a:ln w="12700">
                <a:solidFill>
                  <a:srgbClr val="C00000"/>
                </a:solidFill>
              </a:ln>
            </p:spPr>
            <p:txBody>
              <a:bodyPr vert="horz" wrap="non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373" name="TextBox 372">
                <a:extLst>
                  <a:ext uri="{FF2B5EF4-FFF2-40B4-BE49-F238E27FC236}">
                    <a16:creationId xmlns:a16="http://schemas.microsoft.com/office/drawing/2014/main" id="{3E26F343-9456-5D42-A9FA-964E247D2550}"/>
                  </a:ext>
                </a:extLst>
              </p:cNvPr>
              <p:cNvSpPr txBox="1"/>
              <p:nvPr/>
            </p:nvSpPr>
            <p:spPr>
              <a:xfrm>
                <a:off x="-17363" y="1958857"/>
                <a:ext cx="313044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1</a:t>
                </a:r>
              </a:p>
            </p:txBody>
          </p:sp>
        </p:grpSp>
      </p:grpSp>
      <p:grpSp>
        <p:nvGrpSpPr>
          <p:cNvPr id="12" name="Group 11">
            <a:extLst>
              <a:ext uri="{FF2B5EF4-FFF2-40B4-BE49-F238E27FC236}">
                <a16:creationId xmlns:a16="http://schemas.microsoft.com/office/drawing/2014/main" id="{CCB6F412-7995-3B46-8E64-A0D13B5F777D}"/>
              </a:ext>
            </a:extLst>
          </p:cNvPr>
          <p:cNvGrpSpPr/>
          <p:nvPr/>
        </p:nvGrpSpPr>
        <p:grpSpPr>
          <a:xfrm>
            <a:off x="2292350" y="3432175"/>
            <a:ext cx="698500" cy="793750"/>
            <a:chOff x="2292350" y="3432175"/>
            <a:chExt cx="698500" cy="793750"/>
          </a:xfrm>
        </p:grpSpPr>
        <p:sp>
          <p:nvSpPr>
            <p:cNvPr id="10" name="Freeform 9">
              <a:extLst>
                <a:ext uri="{FF2B5EF4-FFF2-40B4-BE49-F238E27FC236}">
                  <a16:creationId xmlns:a16="http://schemas.microsoft.com/office/drawing/2014/main" id="{050C530D-3872-7E44-B659-707925E00FB5}"/>
                </a:ext>
              </a:extLst>
            </p:cNvPr>
            <p:cNvSpPr/>
            <p:nvPr/>
          </p:nvSpPr>
          <p:spPr>
            <a:xfrm>
              <a:off x="2292350" y="3432175"/>
              <a:ext cx="698500" cy="793750"/>
            </a:xfrm>
            <a:custGeom>
              <a:avLst/>
              <a:gdLst>
                <a:gd name="connsiteX0" fmla="*/ 698500 w 698500"/>
                <a:gd name="connsiteY0" fmla="*/ 793750 h 793750"/>
                <a:gd name="connsiteX1" fmla="*/ 698500 w 698500"/>
                <a:gd name="connsiteY1" fmla="*/ 508000 h 793750"/>
                <a:gd name="connsiteX2" fmla="*/ 0 w 698500"/>
                <a:gd name="connsiteY2" fmla="*/ 269875 h 793750"/>
                <a:gd name="connsiteX3" fmla="*/ 0 w 698500"/>
                <a:gd name="connsiteY3" fmla="*/ 0 h 793750"/>
                <a:gd name="connsiteX4" fmla="*/ 0 w 698500"/>
                <a:gd name="connsiteY4" fmla="*/ 3175 h 793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98500" h="793750">
                  <a:moveTo>
                    <a:pt x="698500" y="793750"/>
                  </a:moveTo>
                  <a:lnTo>
                    <a:pt x="698500" y="508000"/>
                  </a:lnTo>
                  <a:lnTo>
                    <a:pt x="0" y="269875"/>
                  </a:lnTo>
                  <a:lnTo>
                    <a:pt x="0" y="0"/>
                  </a:lnTo>
                  <a:lnTo>
                    <a:pt x="0" y="3175"/>
                  </a:lnTo>
                </a:path>
              </a:pathLst>
            </a:custGeom>
            <a:noFill/>
            <a:ln w="19050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11" name="Group 10">
              <a:extLst>
                <a:ext uri="{FF2B5EF4-FFF2-40B4-BE49-F238E27FC236}">
                  <a16:creationId xmlns:a16="http://schemas.microsoft.com/office/drawing/2014/main" id="{0E2BF29E-5D7E-3445-97B2-B00E46F50CB0}"/>
                </a:ext>
              </a:extLst>
            </p:cNvPr>
            <p:cNvGrpSpPr/>
            <p:nvPr/>
          </p:nvGrpSpPr>
          <p:grpSpPr>
            <a:xfrm>
              <a:off x="2576070" y="3664008"/>
              <a:ext cx="313044" cy="369332"/>
              <a:chOff x="2576070" y="3664008"/>
              <a:chExt cx="313044" cy="369332"/>
            </a:xfrm>
          </p:grpSpPr>
          <p:sp>
            <p:nvSpPr>
              <p:cNvPr id="375" name="Oval 374">
                <a:extLst>
                  <a:ext uri="{FF2B5EF4-FFF2-40B4-BE49-F238E27FC236}">
                    <a16:creationId xmlns:a16="http://schemas.microsoft.com/office/drawing/2014/main" id="{8730936C-BFF8-424D-8C52-3FBAACA75D29}"/>
                  </a:ext>
                </a:extLst>
              </p:cNvPr>
              <p:cNvSpPr/>
              <p:nvPr/>
            </p:nvSpPr>
            <p:spPr>
              <a:xfrm>
                <a:off x="2602120" y="3719723"/>
                <a:ext cx="251755" cy="263122"/>
              </a:xfrm>
              <a:prstGeom prst="ellipse">
                <a:avLst/>
              </a:prstGeom>
              <a:solidFill>
                <a:srgbClr val="FFFFFF"/>
              </a:solidFill>
              <a:ln w="12700">
                <a:solidFill>
                  <a:srgbClr val="C00000"/>
                </a:solidFill>
              </a:ln>
            </p:spPr>
            <p:txBody>
              <a:bodyPr vert="horz" wrap="non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376" name="TextBox 375">
                <a:extLst>
                  <a:ext uri="{FF2B5EF4-FFF2-40B4-BE49-F238E27FC236}">
                    <a16:creationId xmlns:a16="http://schemas.microsoft.com/office/drawing/2014/main" id="{FCDD7064-D7DA-984B-8288-7014FD5FA49C}"/>
                  </a:ext>
                </a:extLst>
              </p:cNvPr>
              <p:cNvSpPr txBox="1"/>
              <p:nvPr/>
            </p:nvSpPr>
            <p:spPr>
              <a:xfrm>
                <a:off x="2576070" y="3664008"/>
                <a:ext cx="313044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2</a:t>
                </a:r>
              </a:p>
            </p:txBody>
          </p:sp>
        </p:grpSp>
      </p:grpSp>
      <p:grpSp>
        <p:nvGrpSpPr>
          <p:cNvPr id="15" name="Group 14">
            <a:extLst>
              <a:ext uri="{FF2B5EF4-FFF2-40B4-BE49-F238E27FC236}">
                <a16:creationId xmlns:a16="http://schemas.microsoft.com/office/drawing/2014/main" id="{E9BE2FC1-14EF-EF41-B834-5B22F3837E94}"/>
              </a:ext>
            </a:extLst>
          </p:cNvPr>
          <p:cNvGrpSpPr/>
          <p:nvPr/>
        </p:nvGrpSpPr>
        <p:grpSpPr>
          <a:xfrm>
            <a:off x="2137625" y="1774825"/>
            <a:ext cx="313044" cy="1663700"/>
            <a:chOff x="2134450" y="1762125"/>
            <a:chExt cx="313044" cy="1663700"/>
          </a:xfrm>
        </p:grpSpPr>
        <p:sp>
          <p:nvSpPr>
            <p:cNvPr id="13" name="Freeform 12">
              <a:extLst>
                <a:ext uri="{FF2B5EF4-FFF2-40B4-BE49-F238E27FC236}">
                  <a16:creationId xmlns:a16="http://schemas.microsoft.com/office/drawing/2014/main" id="{C78CDCAC-EDD7-0E4E-8BD0-4FB5320ED675}"/>
                </a:ext>
              </a:extLst>
            </p:cNvPr>
            <p:cNvSpPr/>
            <p:nvPr/>
          </p:nvSpPr>
          <p:spPr>
            <a:xfrm>
              <a:off x="2273300" y="1762125"/>
              <a:ext cx="15875" cy="1663700"/>
            </a:xfrm>
            <a:custGeom>
              <a:avLst/>
              <a:gdLst>
                <a:gd name="connsiteX0" fmla="*/ 15875 w 15875"/>
                <a:gd name="connsiteY0" fmla="*/ 1663700 h 1663700"/>
                <a:gd name="connsiteX1" fmla="*/ 15875 w 15875"/>
                <a:gd name="connsiteY1" fmla="*/ 0 h 1663700"/>
                <a:gd name="connsiteX2" fmla="*/ 0 w 15875"/>
                <a:gd name="connsiteY2" fmla="*/ 0 h 1663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875" h="1663700">
                  <a:moveTo>
                    <a:pt x="15875" y="1663700"/>
                  </a:moveTo>
                  <a:lnTo>
                    <a:pt x="15875" y="0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C00000"/>
              </a:solidFill>
              <a:tailEnd type="triangle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14" name="Group 13">
              <a:extLst>
                <a:ext uri="{FF2B5EF4-FFF2-40B4-BE49-F238E27FC236}">
                  <a16:creationId xmlns:a16="http://schemas.microsoft.com/office/drawing/2014/main" id="{B0A2102A-B985-AC47-85E1-BFD474A7D9D2}"/>
                </a:ext>
              </a:extLst>
            </p:cNvPr>
            <p:cNvGrpSpPr/>
            <p:nvPr/>
          </p:nvGrpSpPr>
          <p:grpSpPr>
            <a:xfrm>
              <a:off x="2134450" y="2567187"/>
              <a:ext cx="313044" cy="369332"/>
              <a:chOff x="1712175" y="2510037"/>
              <a:chExt cx="313044" cy="369332"/>
            </a:xfrm>
          </p:grpSpPr>
          <p:sp>
            <p:nvSpPr>
              <p:cNvPr id="378" name="Oval 377">
                <a:extLst>
                  <a:ext uri="{FF2B5EF4-FFF2-40B4-BE49-F238E27FC236}">
                    <a16:creationId xmlns:a16="http://schemas.microsoft.com/office/drawing/2014/main" id="{DC0871FF-D3D8-2643-B38B-DAEBEB8EA107}"/>
                  </a:ext>
                </a:extLst>
              </p:cNvPr>
              <p:cNvSpPr/>
              <p:nvPr/>
            </p:nvSpPr>
            <p:spPr>
              <a:xfrm>
                <a:off x="1744575" y="2568927"/>
                <a:ext cx="251755" cy="263122"/>
              </a:xfrm>
              <a:prstGeom prst="ellipse">
                <a:avLst/>
              </a:prstGeom>
              <a:solidFill>
                <a:srgbClr val="FFFFFF"/>
              </a:solidFill>
              <a:ln w="12700">
                <a:solidFill>
                  <a:srgbClr val="C00000"/>
                </a:solidFill>
              </a:ln>
            </p:spPr>
            <p:txBody>
              <a:bodyPr vert="horz" wrap="non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379" name="TextBox 378">
                <a:extLst>
                  <a:ext uri="{FF2B5EF4-FFF2-40B4-BE49-F238E27FC236}">
                    <a16:creationId xmlns:a16="http://schemas.microsoft.com/office/drawing/2014/main" id="{965BF2B8-2DC2-A24B-A21E-51E530B25818}"/>
                  </a:ext>
                </a:extLst>
              </p:cNvPr>
              <p:cNvSpPr txBox="1"/>
              <p:nvPr/>
            </p:nvSpPr>
            <p:spPr>
              <a:xfrm>
                <a:off x="1712175" y="2510037"/>
                <a:ext cx="313044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3</a:t>
                </a:r>
              </a:p>
            </p:txBody>
          </p:sp>
        </p:grpSp>
      </p:grpSp>
      <p:grpSp>
        <p:nvGrpSpPr>
          <p:cNvPr id="18" name="Group 17">
            <a:extLst>
              <a:ext uri="{FF2B5EF4-FFF2-40B4-BE49-F238E27FC236}">
                <a16:creationId xmlns:a16="http://schemas.microsoft.com/office/drawing/2014/main" id="{2BA13A42-84D2-5F46-9A6B-6BA30F8EDC2D}"/>
              </a:ext>
            </a:extLst>
          </p:cNvPr>
          <p:cNvGrpSpPr/>
          <p:nvPr/>
        </p:nvGrpSpPr>
        <p:grpSpPr>
          <a:xfrm>
            <a:off x="2349183" y="1803400"/>
            <a:ext cx="313044" cy="1539875"/>
            <a:chOff x="2349183" y="1803400"/>
            <a:chExt cx="313044" cy="1539875"/>
          </a:xfrm>
        </p:grpSpPr>
        <p:cxnSp>
          <p:nvCxnSpPr>
            <p:cNvPr id="17" name="Straight Arrow Connector 16">
              <a:extLst>
                <a:ext uri="{FF2B5EF4-FFF2-40B4-BE49-F238E27FC236}">
                  <a16:creationId xmlns:a16="http://schemas.microsoft.com/office/drawing/2014/main" id="{FFBD088A-94D4-CC45-A539-772D0FEB312B}"/>
                </a:ext>
              </a:extLst>
            </p:cNvPr>
            <p:cNvCxnSpPr/>
            <p:nvPr/>
          </p:nvCxnSpPr>
          <p:spPr>
            <a:xfrm>
              <a:off x="2498725" y="1803400"/>
              <a:ext cx="0" cy="1539875"/>
            </a:xfrm>
            <a:prstGeom prst="straightConnector1">
              <a:avLst/>
            </a:prstGeom>
            <a:ln w="19050">
              <a:solidFill>
                <a:srgbClr val="C0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81" name="Group 380">
              <a:extLst>
                <a:ext uri="{FF2B5EF4-FFF2-40B4-BE49-F238E27FC236}">
                  <a16:creationId xmlns:a16="http://schemas.microsoft.com/office/drawing/2014/main" id="{76F79744-5FA1-7449-B121-428DFE2E2D6C}"/>
                </a:ext>
              </a:extLst>
            </p:cNvPr>
            <p:cNvGrpSpPr/>
            <p:nvPr/>
          </p:nvGrpSpPr>
          <p:grpSpPr>
            <a:xfrm>
              <a:off x="2349183" y="1906331"/>
              <a:ext cx="313044" cy="369332"/>
              <a:chOff x="415641" y="1967287"/>
              <a:chExt cx="313044" cy="369332"/>
            </a:xfrm>
          </p:grpSpPr>
          <p:sp>
            <p:nvSpPr>
              <p:cNvPr id="382" name="Oval 381">
                <a:extLst>
                  <a:ext uri="{FF2B5EF4-FFF2-40B4-BE49-F238E27FC236}">
                    <a16:creationId xmlns:a16="http://schemas.microsoft.com/office/drawing/2014/main" id="{9FD5CC65-BB19-764E-927A-898AD871E876}"/>
                  </a:ext>
                </a:extLst>
              </p:cNvPr>
              <p:cNvSpPr/>
              <p:nvPr/>
            </p:nvSpPr>
            <p:spPr>
              <a:xfrm>
                <a:off x="448041" y="2026177"/>
                <a:ext cx="251755" cy="263122"/>
              </a:xfrm>
              <a:prstGeom prst="ellipse">
                <a:avLst/>
              </a:prstGeom>
              <a:solidFill>
                <a:srgbClr val="FFFFFF"/>
              </a:solidFill>
              <a:ln w="12700">
                <a:solidFill>
                  <a:srgbClr val="C00000"/>
                </a:solidFill>
              </a:ln>
            </p:spPr>
            <p:txBody>
              <a:bodyPr vert="horz" wrap="non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383" name="TextBox 382">
                <a:extLst>
                  <a:ext uri="{FF2B5EF4-FFF2-40B4-BE49-F238E27FC236}">
                    <a16:creationId xmlns:a16="http://schemas.microsoft.com/office/drawing/2014/main" id="{571E5AEF-2D67-A64A-8835-73795045CED6}"/>
                  </a:ext>
                </a:extLst>
              </p:cNvPr>
              <p:cNvSpPr txBox="1"/>
              <p:nvPr/>
            </p:nvSpPr>
            <p:spPr>
              <a:xfrm>
                <a:off x="415641" y="1967287"/>
                <a:ext cx="313044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4</a:t>
                </a: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462888445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med" p14:dur="700">
        <p:fade/>
      </p:transition>
    </mc:Choice>
    <mc:Fallback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4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0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4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8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4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6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1" dur="500"/>
                                        <p:tgtEl>
                                          <p:spTgt spid="4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4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FECD85E7-B9DB-9043-B7EC-8C0919E801A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276457"/>
            <a:ext cx="10998896" cy="894622"/>
          </a:xfrm>
        </p:spPr>
        <p:txBody>
          <a:bodyPr>
            <a:noAutofit/>
          </a:bodyPr>
          <a:lstStyle/>
          <a:p>
            <a:r>
              <a:rPr lang="en-US" b="0" dirty="0"/>
              <a:t>SDN: control/data plane interaction example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8F71119-17C6-6045-B8FE-FECA68C801C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84</a:t>
            </a:fld>
            <a:endParaRPr lang="en-US" dirty="0"/>
          </a:p>
        </p:txBody>
      </p:sp>
      <p:sp>
        <p:nvSpPr>
          <p:cNvPr id="325" name="Rounded Rectangle 324">
            <a:extLst>
              <a:ext uri="{FF2B5EF4-FFF2-40B4-BE49-F238E27FC236}">
                <a16:creationId xmlns:a16="http://schemas.microsoft.com/office/drawing/2014/main" id="{48D9D971-BB7B-A045-8126-3F6D89A80BFA}"/>
              </a:ext>
            </a:extLst>
          </p:cNvPr>
          <p:cNvSpPr/>
          <p:nvPr/>
        </p:nvSpPr>
        <p:spPr>
          <a:xfrm>
            <a:off x="1267886" y="2781457"/>
            <a:ext cx="4211052" cy="1062452"/>
          </a:xfrm>
          <a:prstGeom prst="roundRect">
            <a:avLst/>
          </a:prstGeom>
          <a:solidFill>
            <a:srgbClr val="AAE2CA">
              <a:lumMod val="75000"/>
            </a:srgbClr>
          </a:solidFill>
          <a:ln w="12700">
            <a:noFill/>
            <a:tailEnd type="arrow"/>
          </a:ln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326" name="Rounded Rectangle 325">
            <a:extLst>
              <a:ext uri="{FF2B5EF4-FFF2-40B4-BE49-F238E27FC236}">
                <a16:creationId xmlns:a16="http://schemas.microsoft.com/office/drawing/2014/main" id="{6862D1C0-D760-D24C-B4CE-1C62437307F2}"/>
              </a:ext>
            </a:extLst>
          </p:cNvPr>
          <p:cNvSpPr/>
          <p:nvPr/>
        </p:nvSpPr>
        <p:spPr>
          <a:xfrm>
            <a:off x="1294622" y="3977998"/>
            <a:ext cx="4184316" cy="545543"/>
          </a:xfrm>
          <a:prstGeom prst="roundRect">
            <a:avLst/>
          </a:prstGeom>
          <a:solidFill>
            <a:srgbClr val="AAE2CA">
              <a:lumMod val="75000"/>
            </a:srgbClr>
          </a:solidFill>
          <a:ln w="12700">
            <a:noFill/>
            <a:tailEnd type="arrow"/>
          </a:ln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cxnSp>
        <p:nvCxnSpPr>
          <p:cNvPr id="327" name="Straight Connector 326">
            <a:extLst>
              <a:ext uri="{FF2B5EF4-FFF2-40B4-BE49-F238E27FC236}">
                <a16:creationId xmlns:a16="http://schemas.microsoft.com/office/drawing/2014/main" id="{6EC76F04-CB84-9D4C-B614-CCAAF77DF086}"/>
              </a:ext>
            </a:extLst>
          </p:cNvPr>
          <p:cNvCxnSpPr/>
          <p:nvPr/>
        </p:nvCxnSpPr>
        <p:spPr bwMode="auto">
          <a:xfrm>
            <a:off x="1334724" y="4626321"/>
            <a:ext cx="4104106" cy="0"/>
          </a:xfrm>
          <a:prstGeom prst="line">
            <a:avLst/>
          </a:prstGeom>
          <a:solidFill>
            <a:srgbClr val="00CC99"/>
          </a:solidFill>
          <a:ln w="19050" cap="flat" cmpd="sng" algn="ctr">
            <a:solidFill>
              <a:srgbClr val="000000"/>
            </a:solidFill>
            <a:prstDash val="dash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grpSp>
        <p:nvGrpSpPr>
          <p:cNvPr id="328" name="Group 327">
            <a:extLst>
              <a:ext uri="{FF2B5EF4-FFF2-40B4-BE49-F238E27FC236}">
                <a16:creationId xmlns:a16="http://schemas.microsoft.com/office/drawing/2014/main" id="{538C6E4D-0EC4-B64C-9EEA-03480A17D18A}"/>
              </a:ext>
            </a:extLst>
          </p:cNvPr>
          <p:cNvGrpSpPr/>
          <p:nvPr/>
        </p:nvGrpSpPr>
        <p:grpSpPr>
          <a:xfrm>
            <a:off x="1416854" y="3356297"/>
            <a:ext cx="1244650" cy="411995"/>
            <a:chOff x="3128876" y="457817"/>
            <a:chExt cx="1432326" cy="459826"/>
          </a:xfrm>
        </p:grpSpPr>
        <p:sp>
          <p:nvSpPr>
            <p:cNvPr id="329" name="Rounded Rectangle 328">
              <a:extLst>
                <a:ext uri="{FF2B5EF4-FFF2-40B4-BE49-F238E27FC236}">
                  <a16:creationId xmlns:a16="http://schemas.microsoft.com/office/drawing/2014/main" id="{464725F4-EA3D-B943-BC4E-A498A91255EC}"/>
                </a:ext>
              </a:extLst>
            </p:cNvPr>
            <p:cNvSpPr/>
            <p:nvPr/>
          </p:nvSpPr>
          <p:spPr>
            <a:xfrm>
              <a:off x="3128876" y="457817"/>
              <a:ext cx="1432326" cy="459826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accent6"/>
              </a:solidFill>
            </a:ln>
            <a:effectLst>
              <a:outerShdw blurRad="50800" dist="38100" dir="2700000" algn="tl" rotWithShape="0">
                <a:srgbClr val="00CC99">
                  <a:lumMod val="75000"/>
                  <a:alpha val="99000"/>
                </a:srgbClr>
              </a:outerShdw>
            </a:effectLst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30" name="TextBox 329">
              <a:extLst>
                <a:ext uri="{FF2B5EF4-FFF2-40B4-BE49-F238E27FC236}">
                  <a16:creationId xmlns:a16="http://schemas.microsoft.com/office/drawing/2014/main" id="{2A7D9926-304F-C44B-B971-A050DC450537}"/>
                </a:ext>
              </a:extLst>
            </p:cNvPr>
            <p:cNvSpPr txBox="1"/>
            <p:nvPr/>
          </p:nvSpPr>
          <p:spPr>
            <a:xfrm>
              <a:off x="3178769" y="541671"/>
              <a:ext cx="1302385" cy="29922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ts val="16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rPr>
                <a:t>Link-state info</a:t>
              </a:r>
            </a:p>
          </p:txBody>
        </p:sp>
      </p:grpSp>
      <p:grpSp>
        <p:nvGrpSpPr>
          <p:cNvPr id="331" name="Group 330">
            <a:extLst>
              <a:ext uri="{FF2B5EF4-FFF2-40B4-BE49-F238E27FC236}">
                <a16:creationId xmlns:a16="http://schemas.microsoft.com/office/drawing/2014/main" id="{10349B34-1073-E946-BED7-17B6AC84FDD7}"/>
              </a:ext>
            </a:extLst>
          </p:cNvPr>
          <p:cNvGrpSpPr/>
          <p:nvPr/>
        </p:nvGrpSpPr>
        <p:grpSpPr>
          <a:xfrm>
            <a:off x="4286570" y="3369666"/>
            <a:ext cx="1165638" cy="398626"/>
            <a:chOff x="3034354" y="534843"/>
            <a:chExt cx="1525489" cy="382800"/>
          </a:xfrm>
        </p:grpSpPr>
        <p:sp>
          <p:nvSpPr>
            <p:cNvPr id="332" name="Rounded Rectangle 331">
              <a:extLst>
                <a:ext uri="{FF2B5EF4-FFF2-40B4-BE49-F238E27FC236}">
                  <a16:creationId xmlns:a16="http://schemas.microsoft.com/office/drawing/2014/main" id="{AE8DBF36-59D4-DA45-9025-632817AB39EF}"/>
                </a:ext>
              </a:extLst>
            </p:cNvPr>
            <p:cNvSpPr/>
            <p:nvPr/>
          </p:nvSpPr>
          <p:spPr>
            <a:xfrm>
              <a:off x="3128876" y="534843"/>
              <a:ext cx="1325987" cy="382800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accent6"/>
              </a:solidFill>
            </a:ln>
            <a:effectLst>
              <a:outerShdw blurRad="50800" dist="38100" dir="2700000" algn="tl" rotWithShape="0">
                <a:srgbClr val="00CC99">
                  <a:lumMod val="75000"/>
                  <a:alpha val="99000"/>
                </a:srgbClr>
              </a:outerShdw>
            </a:effectLst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33" name="TextBox 332">
              <a:extLst>
                <a:ext uri="{FF2B5EF4-FFF2-40B4-BE49-F238E27FC236}">
                  <a16:creationId xmlns:a16="http://schemas.microsoft.com/office/drawing/2014/main" id="{3E75B4C3-6891-C540-A01D-98C3E46528AD}"/>
                </a:ext>
              </a:extLst>
            </p:cNvPr>
            <p:cNvSpPr txBox="1"/>
            <p:nvPr/>
          </p:nvSpPr>
          <p:spPr>
            <a:xfrm>
              <a:off x="3034354" y="593020"/>
              <a:ext cx="1525489" cy="29922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ts val="16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rPr>
                <a:t>switch info</a:t>
              </a:r>
            </a:p>
          </p:txBody>
        </p:sp>
      </p:grpSp>
      <p:grpSp>
        <p:nvGrpSpPr>
          <p:cNvPr id="334" name="Group 333">
            <a:extLst>
              <a:ext uri="{FF2B5EF4-FFF2-40B4-BE49-F238E27FC236}">
                <a16:creationId xmlns:a16="http://schemas.microsoft.com/office/drawing/2014/main" id="{8F3F5407-B5E1-9B4F-BD20-988E773EE5FA}"/>
              </a:ext>
            </a:extLst>
          </p:cNvPr>
          <p:cNvGrpSpPr/>
          <p:nvPr/>
        </p:nvGrpSpPr>
        <p:grpSpPr>
          <a:xfrm>
            <a:off x="2808986" y="3356297"/>
            <a:ext cx="960359" cy="411995"/>
            <a:chOff x="3128876" y="457817"/>
            <a:chExt cx="1432326" cy="459826"/>
          </a:xfrm>
        </p:grpSpPr>
        <p:sp>
          <p:nvSpPr>
            <p:cNvPr id="335" name="Rounded Rectangle 334">
              <a:extLst>
                <a:ext uri="{FF2B5EF4-FFF2-40B4-BE49-F238E27FC236}">
                  <a16:creationId xmlns:a16="http://schemas.microsoft.com/office/drawing/2014/main" id="{589761B3-634F-4D4E-8310-EAF4A00ABB80}"/>
                </a:ext>
              </a:extLst>
            </p:cNvPr>
            <p:cNvSpPr/>
            <p:nvPr/>
          </p:nvSpPr>
          <p:spPr>
            <a:xfrm>
              <a:off x="3128876" y="457817"/>
              <a:ext cx="1432326" cy="459826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accent6"/>
              </a:solidFill>
            </a:ln>
            <a:effectLst>
              <a:outerShdw blurRad="50800" dist="38100" dir="2700000" algn="tl" rotWithShape="0">
                <a:srgbClr val="00CC99">
                  <a:lumMod val="75000"/>
                  <a:alpha val="99000"/>
                </a:srgbClr>
              </a:outerShdw>
            </a:effectLst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36" name="TextBox 335">
              <a:extLst>
                <a:ext uri="{FF2B5EF4-FFF2-40B4-BE49-F238E27FC236}">
                  <a16:creationId xmlns:a16="http://schemas.microsoft.com/office/drawing/2014/main" id="{593FEDEB-709E-A744-82FA-1F11F32B47D9}"/>
                </a:ext>
              </a:extLst>
            </p:cNvPr>
            <p:cNvSpPr txBox="1"/>
            <p:nvPr/>
          </p:nvSpPr>
          <p:spPr>
            <a:xfrm>
              <a:off x="3205754" y="541671"/>
              <a:ext cx="1287660" cy="29922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ts val="16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rPr>
                <a:t>host info</a:t>
              </a:r>
            </a:p>
          </p:txBody>
        </p:sp>
      </p:grpSp>
      <p:grpSp>
        <p:nvGrpSpPr>
          <p:cNvPr id="337" name="Group 336">
            <a:extLst>
              <a:ext uri="{FF2B5EF4-FFF2-40B4-BE49-F238E27FC236}">
                <a16:creationId xmlns:a16="http://schemas.microsoft.com/office/drawing/2014/main" id="{903E5C88-7668-CB49-A22D-7C59D5AAAAD6}"/>
              </a:ext>
            </a:extLst>
          </p:cNvPr>
          <p:cNvGrpSpPr/>
          <p:nvPr/>
        </p:nvGrpSpPr>
        <p:grpSpPr>
          <a:xfrm>
            <a:off x="1348650" y="2861665"/>
            <a:ext cx="889706" cy="382826"/>
            <a:chOff x="3128876" y="457817"/>
            <a:chExt cx="1432326" cy="459826"/>
          </a:xfrm>
        </p:grpSpPr>
        <p:sp>
          <p:nvSpPr>
            <p:cNvPr id="338" name="Rounded Rectangle 337">
              <a:extLst>
                <a:ext uri="{FF2B5EF4-FFF2-40B4-BE49-F238E27FC236}">
                  <a16:creationId xmlns:a16="http://schemas.microsoft.com/office/drawing/2014/main" id="{23AAB04A-9878-E54F-BF21-2E106D80B968}"/>
                </a:ext>
              </a:extLst>
            </p:cNvPr>
            <p:cNvSpPr/>
            <p:nvPr/>
          </p:nvSpPr>
          <p:spPr>
            <a:xfrm>
              <a:off x="3128876" y="457817"/>
              <a:ext cx="1432326" cy="459826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accent6"/>
              </a:solidFill>
            </a:ln>
            <a:effectLst>
              <a:outerShdw blurRad="50800" dist="38100" dir="2700000" algn="tl" rotWithShape="0">
                <a:srgbClr val="00CC99">
                  <a:lumMod val="75000"/>
                  <a:alpha val="99000"/>
                </a:srgbClr>
              </a:outerShdw>
            </a:effectLst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39" name="TextBox 338">
              <a:extLst>
                <a:ext uri="{FF2B5EF4-FFF2-40B4-BE49-F238E27FC236}">
                  <a16:creationId xmlns:a16="http://schemas.microsoft.com/office/drawing/2014/main" id="{FC21FA7A-D97F-1543-A6AE-45B535C51BA0}"/>
                </a:ext>
              </a:extLst>
            </p:cNvPr>
            <p:cNvSpPr txBox="1"/>
            <p:nvPr/>
          </p:nvSpPr>
          <p:spPr>
            <a:xfrm>
              <a:off x="3198565" y="509557"/>
              <a:ext cx="1302043" cy="29922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ts val="16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rPr>
                <a:t>statistics</a:t>
              </a:r>
            </a:p>
          </p:txBody>
        </p:sp>
      </p:grpSp>
      <p:grpSp>
        <p:nvGrpSpPr>
          <p:cNvPr id="340" name="Group 339">
            <a:extLst>
              <a:ext uri="{FF2B5EF4-FFF2-40B4-BE49-F238E27FC236}">
                <a16:creationId xmlns:a16="http://schemas.microsoft.com/office/drawing/2014/main" id="{18BB9737-9A62-2F4B-87FB-C077CBE2553C}"/>
              </a:ext>
            </a:extLst>
          </p:cNvPr>
          <p:cNvGrpSpPr/>
          <p:nvPr/>
        </p:nvGrpSpPr>
        <p:grpSpPr>
          <a:xfrm>
            <a:off x="4076434" y="2848295"/>
            <a:ext cx="1032905" cy="404965"/>
            <a:chOff x="3099264" y="457817"/>
            <a:chExt cx="1540525" cy="459826"/>
          </a:xfrm>
        </p:grpSpPr>
        <p:sp>
          <p:nvSpPr>
            <p:cNvPr id="341" name="Rounded Rectangle 340">
              <a:extLst>
                <a:ext uri="{FF2B5EF4-FFF2-40B4-BE49-F238E27FC236}">
                  <a16:creationId xmlns:a16="http://schemas.microsoft.com/office/drawing/2014/main" id="{4D3F5800-CF27-754D-AE05-FFEBBFEB49CB}"/>
                </a:ext>
              </a:extLst>
            </p:cNvPr>
            <p:cNvSpPr/>
            <p:nvPr/>
          </p:nvSpPr>
          <p:spPr>
            <a:xfrm>
              <a:off x="3128876" y="457817"/>
              <a:ext cx="1432326" cy="459826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accent6"/>
              </a:solidFill>
            </a:ln>
            <a:effectLst>
              <a:outerShdw blurRad="50800" dist="38100" dir="2700000" algn="tl" rotWithShape="0">
                <a:srgbClr val="00CC99">
                  <a:lumMod val="75000"/>
                  <a:alpha val="99000"/>
                </a:srgbClr>
              </a:outerShdw>
            </a:effectLst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42" name="TextBox 341">
              <a:extLst>
                <a:ext uri="{FF2B5EF4-FFF2-40B4-BE49-F238E27FC236}">
                  <a16:creationId xmlns:a16="http://schemas.microsoft.com/office/drawing/2014/main" id="{6544BEEF-458E-4941-8F67-37983515D46C}"/>
                </a:ext>
              </a:extLst>
            </p:cNvPr>
            <p:cNvSpPr txBox="1"/>
            <p:nvPr/>
          </p:nvSpPr>
          <p:spPr>
            <a:xfrm>
              <a:off x="3099264" y="526493"/>
              <a:ext cx="1540525" cy="29922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ts val="16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rPr>
                <a:t>flow tables</a:t>
              </a:r>
            </a:p>
          </p:txBody>
        </p:sp>
      </p:grpSp>
      <p:sp>
        <p:nvSpPr>
          <p:cNvPr id="343" name="TextBox 342">
            <a:extLst>
              <a:ext uri="{FF2B5EF4-FFF2-40B4-BE49-F238E27FC236}">
                <a16:creationId xmlns:a16="http://schemas.microsoft.com/office/drawing/2014/main" id="{B06AE2E9-5D9A-B44C-93D5-4692DB85C76F}"/>
              </a:ext>
            </a:extLst>
          </p:cNvPr>
          <p:cNvSpPr txBox="1"/>
          <p:nvPr/>
        </p:nvSpPr>
        <p:spPr>
          <a:xfrm>
            <a:off x="3285441" y="2483710"/>
            <a:ext cx="570238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sz="3200" dirty="0">
                <a:solidFill>
                  <a:srgbClr val="00CC99">
                    <a:lumMod val="60000"/>
                    <a:lumOff val="40000"/>
                  </a:srgbClr>
                </a:solidFill>
                <a:latin typeface="Arial" charset="0"/>
                <a:ea typeface="ＭＳ Ｐゴシック" charset="0"/>
              </a:rPr>
              <a:t>…  </a:t>
            </a:r>
          </a:p>
        </p:txBody>
      </p:sp>
      <p:sp>
        <p:nvSpPr>
          <p:cNvPr id="344" name="TextBox 343">
            <a:extLst>
              <a:ext uri="{FF2B5EF4-FFF2-40B4-BE49-F238E27FC236}">
                <a16:creationId xmlns:a16="http://schemas.microsoft.com/office/drawing/2014/main" id="{2AEF0D30-3607-F64E-9BF7-3B4D8188FFA7}"/>
              </a:ext>
            </a:extLst>
          </p:cNvPr>
          <p:cNvSpPr txBox="1"/>
          <p:nvPr/>
        </p:nvSpPr>
        <p:spPr>
          <a:xfrm>
            <a:off x="3831962" y="3120507"/>
            <a:ext cx="595035" cy="58477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sz="3200" dirty="0">
                <a:solidFill>
                  <a:srgbClr val="00CC99">
                    <a:lumMod val="60000"/>
                    <a:lumOff val="40000"/>
                  </a:srgbClr>
                </a:solidFill>
                <a:latin typeface="Arial" charset="0"/>
                <a:ea typeface="ＭＳ Ｐゴシック" charset="0"/>
              </a:rPr>
              <a:t>…  </a:t>
            </a:r>
          </a:p>
        </p:txBody>
      </p:sp>
      <p:grpSp>
        <p:nvGrpSpPr>
          <p:cNvPr id="345" name="Group 344">
            <a:extLst>
              <a:ext uri="{FF2B5EF4-FFF2-40B4-BE49-F238E27FC236}">
                <a16:creationId xmlns:a16="http://schemas.microsoft.com/office/drawing/2014/main" id="{9AC041BA-4E56-114C-A10B-C89A72B445FD}"/>
              </a:ext>
            </a:extLst>
          </p:cNvPr>
          <p:cNvGrpSpPr/>
          <p:nvPr/>
        </p:nvGrpSpPr>
        <p:grpSpPr>
          <a:xfrm>
            <a:off x="1903313" y="4109165"/>
            <a:ext cx="1257452" cy="286824"/>
            <a:chOff x="3128876" y="457775"/>
            <a:chExt cx="1432326" cy="459868"/>
          </a:xfrm>
        </p:grpSpPr>
        <p:sp>
          <p:nvSpPr>
            <p:cNvPr id="346" name="Rounded Rectangle 345">
              <a:extLst>
                <a:ext uri="{FF2B5EF4-FFF2-40B4-BE49-F238E27FC236}">
                  <a16:creationId xmlns:a16="http://schemas.microsoft.com/office/drawing/2014/main" id="{3203E766-79AA-5C46-8089-29917954888A}"/>
                </a:ext>
              </a:extLst>
            </p:cNvPr>
            <p:cNvSpPr/>
            <p:nvPr/>
          </p:nvSpPr>
          <p:spPr>
            <a:xfrm>
              <a:off x="3128876" y="457817"/>
              <a:ext cx="1432326" cy="459826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accent6"/>
              </a:solidFill>
            </a:ln>
            <a:effectLst>
              <a:outerShdw blurRad="50800" dist="38100" dir="2700000" algn="tl" rotWithShape="0">
                <a:srgbClr val="00CC99">
                  <a:lumMod val="75000"/>
                  <a:alpha val="99000"/>
                </a:srgbClr>
              </a:outerShdw>
            </a:effectLst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47" name="TextBox 346">
              <a:extLst>
                <a:ext uri="{FF2B5EF4-FFF2-40B4-BE49-F238E27FC236}">
                  <a16:creationId xmlns:a16="http://schemas.microsoft.com/office/drawing/2014/main" id="{BEFEA1C3-120C-DE4E-8293-55C57A6E3ED3}"/>
                </a:ext>
              </a:extLst>
            </p:cNvPr>
            <p:cNvSpPr txBox="1"/>
            <p:nvPr/>
          </p:nvSpPr>
          <p:spPr>
            <a:xfrm>
              <a:off x="3278378" y="457775"/>
              <a:ext cx="1142401" cy="29922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ts val="16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rPr>
                <a:t>OpenFlow</a:t>
              </a:r>
            </a:p>
          </p:txBody>
        </p:sp>
      </p:grpSp>
      <p:grpSp>
        <p:nvGrpSpPr>
          <p:cNvPr id="348" name="Group 347">
            <a:extLst>
              <a:ext uri="{FF2B5EF4-FFF2-40B4-BE49-F238E27FC236}">
                <a16:creationId xmlns:a16="http://schemas.microsoft.com/office/drawing/2014/main" id="{8AF280CF-E1A1-AB42-9FF4-B37E4883A9E7}"/>
              </a:ext>
            </a:extLst>
          </p:cNvPr>
          <p:cNvGrpSpPr/>
          <p:nvPr/>
        </p:nvGrpSpPr>
        <p:grpSpPr>
          <a:xfrm>
            <a:off x="3772545" y="4113948"/>
            <a:ext cx="1244650" cy="307410"/>
            <a:chOff x="3128876" y="457817"/>
            <a:chExt cx="1432326" cy="459826"/>
          </a:xfrm>
        </p:grpSpPr>
        <p:sp>
          <p:nvSpPr>
            <p:cNvPr id="349" name="Rounded Rectangle 348">
              <a:extLst>
                <a:ext uri="{FF2B5EF4-FFF2-40B4-BE49-F238E27FC236}">
                  <a16:creationId xmlns:a16="http://schemas.microsoft.com/office/drawing/2014/main" id="{24A7F498-3B8E-B44A-9994-2A592D6CBD54}"/>
                </a:ext>
              </a:extLst>
            </p:cNvPr>
            <p:cNvSpPr/>
            <p:nvPr/>
          </p:nvSpPr>
          <p:spPr>
            <a:xfrm>
              <a:off x="3128876" y="457817"/>
              <a:ext cx="1432326" cy="459826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accent6"/>
              </a:solidFill>
            </a:ln>
            <a:effectLst>
              <a:outerShdw blurRad="50800" dist="38100" dir="2700000" algn="tl" rotWithShape="0">
                <a:srgbClr val="00CC99">
                  <a:lumMod val="75000"/>
                  <a:alpha val="99000"/>
                </a:srgbClr>
              </a:outerShdw>
            </a:effectLst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50" name="TextBox 349">
              <a:extLst>
                <a:ext uri="{FF2B5EF4-FFF2-40B4-BE49-F238E27FC236}">
                  <a16:creationId xmlns:a16="http://schemas.microsoft.com/office/drawing/2014/main" id="{0CD76FBA-C002-924A-A27E-4000B9B46A3F}"/>
                </a:ext>
              </a:extLst>
            </p:cNvPr>
            <p:cNvSpPr txBox="1"/>
            <p:nvPr/>
          </p:nvSpPr>
          <p:spPr>
            <a:xfrm>
              <a:off x="3446730" y="484746"/>
              <a:ext cx="805702" cy="29922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ts val="16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rPr>
                <a:t>SNMP</a:t>
              </a:r>
            </a:p>
          </p:txBody>
        </p:sp>
      </p:grpSp>
      <p:sp>
        <p:nvSpPr>
          <p:cNvPr id="351" name="TextBox 350">
            <a:extLst>
              <a:ext uri="{FF2B5EF4-FFF2-40B4-BE49-F238E27FC236}">
                <a16:creationId xmlns:a16="http://schemas.microsoft.com/office/drawing/2014/main" id="{DF810222-B66A-6647-AF73-EAEA8633E33C}"/>
              </a:ext>
            </a:extLst>
          </p:cNvPr>
          <p:cNvSpPr txBox="1"/>
          <p:nvPr/>
        </p:nvSpPr>
        <p:spPr>
          <a:xfrm>
            <a:off x="3155302" y="3783967"/>
            <a:ext cx="595035" cy="58477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sz="3200" dirty="0">
                <a:solidFill>
                  <a:srgbClr val="00CC99">
                    <a:lumMod val="60000"/>
                    <a:lumOff val="40000"/>
                  </a:srgbClr>
                </a:solidFill>
                <a:latin typeface="Arial" charset="0"/>
                <a:ea typeface="ＭＳ Ｐゴシック" charset="0"/>
              </a:rPr>
              <a:t>…  </a:t>
            </a:r>
          </a:p>
        </p:txBody>
      </p:sp>
      <p:sp>
        <p:nvSpPr>
          <p:cNvPr id="352" name="Rounded Rectangle 351">
            <a:extLst>
              <a:ext uri="{FF2B5EF4-FFF2-40B4-BE49-F238E27FC236}">
                <a16:creationId xmlns:a16="http://schemas.microsoft.com/office/drawing/2014/main" id="{7A53E111-B2D7-164C-A257-1817B32657FD}"/>
              </a:ext>
            </a:extLst>
          </p:cNvPr>
          <p:cNvSpPr/>
          <p:nvPr/>
        </p:nvSpPr>
        <p:spPr>
          <a:xfrm>
            <a:off x="1267885" y="2086297"/>
            <a:ext cx="4211053" cy="574748"/>
          </a:xfrm>
          <a:prstGeom prst="roundRect">
            <a:avLst/>
          </a:prstGeom>
          <a:solidFill>
            <a:srgbClr val="AAE2CA">
              <a:lumMod val="75000"/>
            </a:srgbClr>
          </a:solidFill>
          <a:ln w="12700">
            <a:noFill/>
            <a:tailEnd type="arrow"/>
          </a:ln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353" name="Group 352">
            <a:extLst>
              <a:ext uri="{FF2B5EF4-FFF2-40B4-BE49-F238E27FC236}">
                <a16:creationId xmlns:a16="http://schemas.microsoft.com/office/drawing/2014/main" id="{DE1E488E-DB00-8741-AD76-181DDF5D1007}"/>
              </a:ext>
            </a:extLst>
          </p:cNvPr>
          <p:cNvGrpSpPr/>
          <p:nvPr/>
        </p:nvGrpSpPr>
        <p:grpSpPr>
          <a:xfrm>
            <a:off x="1313282" y="2123346"/>
            <a:ext cx="1080377" cy="504412"/>
            <a:chOff x="3034225" y="436756"/>
            <a:chExt cx="1526977" cy="504412"/>
          </a:xfrm>
        </p:grpSpPr>
        <p:sp>
          <p:nvSpPr>
            <p:cNvPr id="354" name="Rounded Rectangle 353">
              <a:extLst>
                <a:ext uri="{FF2B5EF4-FFF2-40B4-BE49-F238E27FC236}">
                  <a16:creationId xmlns:a16="http://schemas.microsoft.com/office/drawing/2014/main" id="{98A13ABA-9455-A942-B524-6D0883B28B57}"/>
                </a:ext>
              </a:extLst>
            </p:cNvPr>
            <p:cNvSpPr/>
            <p:nvPr/>
          </p:nvSpPr>
          <p:spPr>
            <a:xfrm>
              <a:off x="3128876" y="457817"/>
              <a:ext cx="1432326" cy="459826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accent6"/>
              </a:solidFill>
            </a:ln>
            <a:effectLst>
              <a:outerShdw blurRad="50800" dist="38100" dir="2700000" algn="tl" rotWithShape="0">
                <a:srgbClr val="00CC99">
                  <a:lumMod val="75000"/>
                  <a:alpha val="99000"/>
                </a:srgbClr>
              </a:outerShdw>
            </a:effectLst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55" name="TextBox 354">
              <a:extLst>
                <a:ext uri="{FF2B5EF4-FFF2-40B4-BE49-F238E27FC236}">
                  <a16:creationId xmlns:a16="http://schemas.microsoft.com/office/drawing/2014/main" id="{9E5F4888-C152-6048-B38F-5BC74A5A16D9}"/>
                </a:ext>
              </a:extLst>
            </p:cNvPr>
            <p:cNvSpPr txBox="1"/>
            <p:nvPr/>
          </p:nvSpPr>
          <p:spPr>
            <a:xfrm>
              <a:off x="3034225" y="436756"/>
              <a:ext cx="1461287" cy="50441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ts val="16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rPr>
                <a:t>network graph</a:t>
              </a:r>
            </a:p>
          </p:txBody>
        </p:sp>
      </p:grpSp>
      <p:grpSp>
        <p:nvGrpSpPr>
          <p:cNvPr id="356" name="Group 355">
            <a:extLst>
              <a:ext uri="{FF2B5EF4-FFF2-40B4-BE49-F238E27FC236}">
                <a16:creationId xmlns:a16="http://schemas.microsoft.com/office/drawing/2014/main" id="{E40FDC48-BF32-B04B-8DBD-D61CF18EF743}"/>
              </a:ext>
            </a:extLst>
          </p:cNvPr>
          <p:cNvGrpSpPr/>
          <p:nvPr/>
        </p:nvGrpSpPr>
        <p:grpSpPr>
          <a:xfrm>
            <a:off x="4335616" y="2144194"/>
            <a:ext cx="1033900" cy="459826"/>
            <a:chOff x="3103238" y="457817"/>
            <a:chExt cx="1461287" cy="459826"/>
          </a:xfrm>
        </p:grpSpPr>
        <p:sp>
          <p:nvSpPr>
            <p:cNvPr id="357" name="Rounded Rectangle 356">
              <a:extLst>
                <a:ext uri="{FF2B5EF4-FFF2-40B4-BE49-F238E27FC236}">
                  <a16:creationId xmlns:a16="http://schemas.microsoft.com/office/drawing/2014/main" id="{9DB16644-5102-554D-99C0-889DCE0F0D2B}"/>
                </a:ext>
              </a:extLst>
            </p:cNvPr>
            <p:cNvSpPr/>
            <p:nvPr/>
          </p:nvSpPr>
          <p:spPr>
            <a:xfrm>
              <a:off x="3128876" y="457817"/>
              <a:ext cx="1432326" cy="459826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accent6"/>
              </a:solidFill>
            </a:ln>
            <a:effectLst>
              <a:outerShdw blurRad="50800" dist="38100" dir="2700000" algn="tl" rotWithShape="0">
                <a:srgbClr val="00CC99">
                  <a:lumMod val="75000"/>
                  <a:alpha val="99000"/>
                </a:srgbClr>
              </a:outerShdw>
            </a:effectLst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58" name="TextBox 357">
              <a:extLst>
                <a:ext uri="{FF2B5EF4-FFF2-40B4-BE49-F238E27FC236}">
                  <a16:creationId xmlns:a16="http://schemas.microsoft.com/office/drawing/2014/main" id="{2A90B65C-4C25-C144-B2DD-D173E975D024}"/>
                </a:ext>
              </a:extLst>
            </p:cNvPr>
            <p:cNvSpPr txBox="1"/>
            <p:nvPr/>
          </p:nvSpPr>
          <p:spPr>
            <a:xfrm>
              <a:off x="3103238" y="553253"/>
              <a:ext cx="1461287" cy="29922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ts val="16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rPr>
                <a:t>intent</a:t>
              </a:r>
            </a:p>
          </p:txBody>
        </p:sp>
      </p:grpSp>
      <p:grpSp>
        <p:nvGrpSpPr>
          <p:cNvPr id="359" name="Group 358">
            <a:extLst>
              <a:ext uri="{FF2B5EF4-FFF2-40B4-BE49-F238E27FC236}">
                <a16:creationId xmlns:a16="http://schemas.microsoft.com/office/drawing/2014/main" id="{4DDA363C-D004-AB4D-9D62-44DAC7279759}"/>
              </a:ext>
            </a:extLst>
          </p:cNvPr>
          <p:cNvGrpSpPr/>
          <p:nvPr/>
        </p:nvGrpSpPr>
        <p:grpSpPr>
          <a:xfrm>
            <a:off x="2796533" y="2139558"/>
            <a:ext cx="1033900" cy="504412"/>
            <a:chOff x="3128334" y="454512"/>
            <a:chExt cx="1461287" cy="504412"/>
          </a:xfrm>
        </p:grpSpPr>
        <p:sp>
          <p:nvSpPr>
            <p:cNvPr id="360" name="Rounded Rectangle 359">
              <a:extLst>
                <a:ext uri="{FF2B5EF4-FFF2-40B4-BE49-F238E27FC236}">
                  <a16:creationId xmlns:a16="http://schemas.microsoft.com/office/drawing/2014/main" id="{59AAEC82-22A5-1A44-925D-3607D0F39D69}"/>
                </a:ext>
              </a:extLst>
            </p:cNvPr>
            <p:cNvSpPr/>
            <p:nvPr/>
          </p:nvSpPr>
          <p:spPr>
            <a:xfrm>
              <a:off x="3128876" y="457817"/>
              <a:ext cx="1432326" cy="459826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accent6"/>
              </a:solidFill>
            </a:ln>
            <a:effectLst>
              <a:outerShdw blurRad="50800" dist="38100" dir="2700000" algn="tl" rotWithShape="0">
                <a:srgbClr val="00CC99">
                  <a:lumMod val="75000"/>
                  <a:alpha val="99000"/>
                </a:srgbClr>
              </a:outerShdw>
            </a:effectLst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61" name="TextBox 360">
              <a:extLst>
                <a:ext uri="{FF2B5EF4-FFF2-40B4-BE49-F238E27FC236}">
                  <a16:creationId xmlns:a16="http://schemas.microsoft.com/office/drawing/2014/main" id="{20C049F2-C1CA-DF4D-AA67-194E1C4F4CC3}"/>
                </a:ext>
              </a:extLst>
            </p:cNvPr>
            <p:cNvSpPr txBox="1"/>
            <p:nvPr/>
          </p:nvSpPr>
          <p:spPr>
            <a:xfrm>
              <a:off x="3128334" y="454512"/>
              <a:ext cx="1461287" cy="50441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ts val="16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rPr>
                <a:t>RESTful</a:t>
              </a:r>
            </a:p>
            <a:p>
              <a:pPr marL="0" marR="0" lvl="0" indent="0" algn="ctr" defTabSz="914400" eaLnBrk="0" fontAlgn="base" latinLnBrk="0" hangingPunct="0">
                <a:lnSpc>
                  <a:spcPts val="16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rPr>
                <a:t>API</a:t>
              </a:r>
            </a:p>
          </p:txBody>
        </p:sp>
      </p:grpSp>
      <p:sp>
        <p:nvSpPr>
          <p:cNvPr id="362" name="TextBox 361">
            <a:extLst>
              <a:ext uri="{FF2B5EF4-FFF2-40B4-BE49-F238E27FC236}">
                <a16:creationId xmlns:a16="http://schemas.microsoft.com/office/drawing/2014/main" id="{D3A9C18D-A188-6A48-9CCB-C7A54C894F1D}"/>
              </a:ext>
            </a:extLst>
          </p:cNvPr>
          <p:cNvSpPr txBox="1"/>
          <p:nvPr/>
        </p:nvSpPr>
        <p:spPr>
          <a:xfrm>
            <a:off x="3833899" y="1945433"/>
            <a:ext cx="627904" cy="58477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sz="3200" dirty="0">
                <a:solidFill>
                  <a:srgbClr val="00CC99">
                    <a:lumMod val="60000"/>
                    <a:lumOff val="40000"/>
                  </a:srgbClr>
                </a:solidFill>
                <a:latin typeface="Arial" charset="0"/>
                <a:ea typeface="ＭＳ Ｐゴシック" charset="0"/>
              </a:rPr>
              <a:t>…  </a:t>
            </a:r>
          </a:p>
        </p:txBody>
      </p:sp>
      <p:cxnSp>
        <p:nvCxnSpPr>
          <p:cNvPr id="363" name="Straight Connector 362">
            <a:extLst>
              <a:ext uri="{FF2B5EF4-FFF2-40B4-BE49-F238E27FC236}">
                <a16:creationId xmlns:a16="http://schemas.microsoft.com/office/drawing/2014/main" id="{1A4CD936-7BB9-DA49-90F7-EC6321F19D96}"/>
              </a:ext>
            </a:extLst>
          </p:cNvPr>
          <p:cNvCxnSpPr/>
          <p:nvPr/>
        </p:nvCxnSpPr>
        <p:spPr bwMode="auto">
          <a:xfrm flipV="1">
            <a:off x="1348096" y="1912530"/>
            <a:ext cx="4117474" cy="1"/>
          </a:xfrm>
          <a:prstGeom prst="line">
            <a:avLst/>
          </a:prstGeom>
          <a:solidFill>
            <a:srgbClr val="00CC99"/>
          </a:solidFill>
          <a:ln w="19050" cap="flat" cmpd="sng" algn="ctr">
            <a:solidFill>
              <a:srgbClr val="000000"/>
            </a:solidFill>
            <a:prstDash val="dash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sp>
        <p:nvSpPr>
          <p:cNvPr id="364" name="Freeform 2">
            <a:extLst>
              <a:ext uri="{FF2B5EF4-FFF2-40B4-BE49-F238E27FC236}">
                <a16:creationId xmlns:a16="http://schemas.microsoft.com/office/drawing/2014/main" id="{D9FEE928-6718-BA41-9C6C-C313FC8AC356}"/>
              </a:ext>
            </a:extLst>
          </p:cNvPr>
          <p:cNvSpPr>
            <a:spLocks/>
          </p:cNvSpPr>
          <p:nvPr/>
        </p:nvSpPr>
        <p:spPr bwMode="auto">
          <a:xfrm>
            <a:off x="1335792" y="5057443"/>
            <a:ext cx="4057421" cy="1393030"/>
          </a:xfrm>
          <a:custGeom>
            <a:avLst/>
            <a:gdLst>
              <a:gd name="T0" fmla="*/ 6 w 1794"/>
              <a:gd name="T1" fmla="*/ 483 h 933"/>
              <a:gd name="T2" fmla="*/ 108 w 1794"/>
              <a:gd name="T3" fmla="*/ 125 h 933"/>
              <a:gd name="T4" fmla="*/ 559 w 1794"/>
              <a:gd name="T5" fmla="*/ 100 h 933"/>
              <a:gd name="T6" fmla="*/ 1128 w 1794"/>
              <a:gd name="T7" fmla="*/ 29 h 933"/>
              <a:gd name="T8" fmla="*/ 1716 w 1794"/>
              <a:gd name="T9" fmla="*/ 275 h 933"/>
              <a:gd name="T10" fmla="*/ 1596 w 1794"/>
              <a:gd name="T11" fmla="*/ 827 h 933"/>
              <a:gd name="T12" fmla="*/ 1380 w 1794"/>
              <a:gd name="T13" fmla="*/ 911 h 933"/>
              <a:gd name="T14" fmla="*/ 840 w 1794"/>
              <a:gd name="T15" fmla="*/ 929 h 933"/>
              <a:gd name="T16" fmla="*/ 414 w 1794"/>
              <a:gd name="T17" fmla="*/ 911 h 933"/>
              <a:gd name="T18" fmla="*/ 143 w 1794"/>
              <a:gd name="T19" fmla="*/ 832 h 933"/>
              <a:gd name="T20" fmla="*/ 6 w 1794"/>
              <a:gd name="T21" fmla="*/ 483 h 933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w 1794"/>
              <a:gd name="T34" fmla="*/ 0 h 933"/>
              <a:gd name="T35" fmla="*/ 1794 w 1794"/>
              <a:gd name="T36" fmla="*/ 933 h 933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T33" t="T34" r="T35" b="T36"/>
            <a:pathLst>
              <a:path w="1794" h="933">
                <a:moveTo>
                  <a:pt x="6" y="483"/>
                </a:moveTo>
                <a:cubicBezTo>
                  <a:pt x="0" y="365"/>
                  <a:pt x="16" y="189"/>
                  <a:pt x="108" y="125"/>
                </a:cubicBezTo>
                <a:cubicBezTo>
                  <a:pt x="200" y="61"/>
                  <a:pt x="389" y="116"/>
                  <a:pt x="559" y="100"/>
                </a:cubicBezTo>
                <a:cubicBezTo>
                  <a:pt x="729" y="84"/>
                  <a:pt x="935" y="0"/>
                  <a:pt x="1128" y="29"/>
                </a:cubicBezTo>
                <a:cubicBezTo>
                  <a:pt x="1321" y="58"/>
                  <a:pt x="1638" y="142"/>
                  <a:pt x="1716" y="275"/>
                </a:cubicBezTo>
                <a:cubicBezTo>
                  <a:pt x="1794" y="408"/>
                  <a:pt x="1652" y="721"/>
                  <a:pt x="1596" y="827"/>
                </a:cubicBezTo>
                <a:cubicBezTo>
                  <a:pt x="1540" y="933"/>
                  <a:pt x="1506" y="894"/>
                  <a:pt x="1380" y="911"/>
                </a:cubicBezTo>
                <a:cubicBezTo>
                  <a:pt x="1254" y="928"/>
                  <a:pt x="1001" y="929"/>
                  <a:pt x="840" y="929"/>
                </a:cubicBezTo>
                <a:cubicBezTo>
                  <a:pt x="679" y="929"/>
                  <a:pt x="530" y="927"/>
                  <a:pt x="414" y="911"/>
                </a:cubicBezTo>
                <a:cubicBezTo>
                  <a:pt x="298" y="895"/>
                  <a:pt x="211" y="903"/>
                  <a:pt x="143" y="832"/>
                </a:cubicBezTo>
                <a:cubicBezTo>
                  <a:pt x="75" y="761"/>
                  <a:pt x="4" y="624"/>
                  <a:pt x="6" y="483"/>
                </a:cubicBezTo>
                <a:close/>
              </a:path>
            </a:pathLst>
          </a:custGeom>
          <a:solidFill>
            <a:srgbClr val="66CCFF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  <a:cs typeface="ＭＳ Ｐゴシック" charset="0"/>
            </a:endParaRPr>
          </a:p>
        </p:txBody>
      </p:sp>
      <p:cxnSp>
        <p:nvCxnSpPr>
          <p:cNvPr id="366" name="Straight Connector 365">
            <a:extLst>
              <a:ext uri="{FF2B5EF4-FFF2-40B4-BE49-F238E27FC236}">
                <a16:creationId xmlns:a16="http://schemas.microsoft.com/office/drawing/2014/main" id="{0A3E7D89-360D-EB45-9252-C3E555C87095}"/>
              </a:ext>
            </a:extLst>
          </p:cNvPr>
          <p:cNvCxnSpPr/>
          <p:nvPr/>
        </p:nvCxnSpPr>
        <p:spPr bwMode="auto">
          <a:xfrm>
            <a:off x="2408645" y="5746872"/>
            <a:ext cx="1651340" cy="138604"/>
          </a:xfrm>
          <a:prstGeom prst="line">
            <a:avLst/>
          </a:prstGeom>
          <a:solidFill>
            <a:srgbClr val="00CC99"/>
          </a:solidFill>
          <a:ln w="9525" cap="flat" cmpd="sng" algn="ctr">
            <a:solidFill>
              <a:srgbClr val="FFFFFF">
                <a:lumMod val="5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367" name="Straight Connector 366">
            <a:extLst>
              <a:ext uri="{FF2B5EF4-FFF2-40B4-BE49-F238E27FC236}">
                <a16:creationId xmlns:a16="http://schemas.microsoft.com/office/drawing/2014/main" id="{9583D0EA-64B5-0042-BD81-C740B20D5AE4}"/>
              </a:ext>
            </a:extLst>
          </p:cNvPr>
          <p:cNvCxnSpPr>
            <a:endCxn id="429" idx="1"/>
          </p:cNvCxnSpPr>
          <p:nvPr/>
        </p:nvCxnSpPr>
        <p:spPr bwMode="auto">
          <a:xfrm>
            <a:off x="2418861" y="5803538"/>
            <a:ext cx="318002" cy="387552"/>
          </a:xfrm>
          <a:prstGeom prst="line">
            <a:avLst/>
          </a:prstGeom>
          <a:solidFill>
            <a:srgbClr val="00CC99"/>
          </a:solidFill>
          <a:ln w="9525" cap="flat" cmpd="sng" algn="ctr">
            <a:solidFill>
              <a:srgbClr val="FFFFFF">
                <a:lumMod val="5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368" name="Straight Connector 367">
            <a:extLst>
              <a:ext uri="{FF2B5EF4-FFF2-40B4-BE49-F238E27FC236}">
                <a16:creationId xmlns:a16="http://schemas.microsoft.com/office/drawing/2014/main" id="{0F05C6A0-5516-BC46-901A-CA7728C924B1}"/>
              </a:ext>
            </a:extLst>
          </p:cNvPr>
          <p:cNvCxnSpPr>
            <a:stCxn id="415" idx="3"/>
          </p:cNvCxnSpPr>
          <p:nvPr/>
        </p:nvCxnSpPr>
        <p:spPr bwMode="auto">
          <a:xfrm>
            <a:off x="3720713" y="5436854"/>
            <a:ext cx="333142" cy="421301"/>
          </a:xfrm>
          <a:prstGeom prst="line">
            <a:avLst/>
          </a:prstGeom>
          <a:solidFill>
            <a:srgbClr val="00CC99"/>
          </a:solidFill>
          <a:ln w="9525" cap="flat" cmpd="sng" algn="ctr">
            <a:solidFill>
              <a:srgbClr val="FFFFFF">
                <a:lumMod val="5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369" name="Straight Connector 368">
            <a:extLst>
              <a:ext uri="{FF2B5EF4-FFF2-40B4-BE49-F238E27FC236}">
                <a16:creationId xmlns:a16="http://schemas.microsoft.com/office/drawing/2014/main" id="{37AC2CE6-5A12-0444-986F-EE08319CD185}"/>
              </a:ext>
            </a:extLst>
          </p:cNvPr>
          <p:cNvCxnSpPr/>
          <p:nvPr/>
        </p:nvCxnSpPr>
        <p:spPr bwMode="auto">
          <a:xfrm flipV="1">
            <a:off x="3198290" y="5944167"/>
            <a:ext cx="861695" cy="275422"/>
          </a:xfrm>
          <a:prstGeom prst="line">
            <a:avLst/>
          </a:prstGeom>
          <a:solidFill>
            <a:srgbClr val="00CC99"/>
          </a:solidFill>
          <a:ln w="9525" cap="flat" cmpd="sng" algn="ctr">
            <a:solidFill>
              <a:srgbClr val="FFFFFF">
                <a:lumMod val="5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sp>
        <p:nvSpPr>
          <p:cNvPr id="393" name="Oval 392">
            <a:extLst>
              <a:ext uri="{FF2B5EF4-FFF2-40B4-BE49-F238E27FC236}">
                <a16:creationId xmlns:a16="http://schemas.microsoft.com/office/drawing/2014/main" id="{F2D3F4DC-8BE9-C14E-910F-F66395DBEAA7}"/>
              </a:ext>
            </a:extLst>
          </p:cNvPr>
          <p:cNvSpPr/>
          <p:nvPr/>
        </p:nvSpPr>
        <p:spPr>
          <a:xfrm rot="5400000">
            <a:off x="2797134" y="407053"/>
            <a:ext cx="631007" cy="2235263"/>
          </a:xfrm>
          <a:prstGeom prst="ellipse">
            <a:avLst/>
          </a:prstGeom>
          <a:solidFill>
            <a:schemeClr val="accent6">
              <a:lumMod val="20000"/>
              <a:lumOff val="80000"/>
            </a:schemeClr>
          </a:solidFill>
          <a:ln w="12700">
            <a:noFill/>
            <a:tailEnd type="arrow"/>
          </a:ln>
          <a:effectLst>
            <a:outerShdw blurRad="50800" dist="38100" dir="18900000" algn="bl" rotWithShape="0">
              <a:schemeClr val="accent6">
                <a:lumMod val="75000"/>
                <a:alpha val="40000"/>
              </a:schemeClr>
            </a:outerShdw>
          </a:effectLst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394" name="TextBox 393">
            <a:extLst>
              <a:ext uri="{FF2B5EF4-FFF2-40B4-BE49-F238E27FC236}">
                <a16:creationId xmlns:a16="http://schemas.microsoft.com/office/drawing/2014/main" id="{1FF52C02-7BC1-5C4B-9901-8DEEC502937C}"/>
              </a:ext>
            </a:extLst>
          </p:cNvPr>
          <p:cNvSpPr txBox="1"/>
          <p:nvPr/>
        </p:nvSpPr>
        <p:spPr>
          <a:xfrm>
            <a:off x="2135351" y="1323574"/>
            <a:ext cx="1947456" cy="50270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 eaLnBrk="0" fontAlgn="base" hangingPunct="0">
              <a:lnSpc>
                <a:spcPts val="16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1600" dirty="0">
                <a:solidFill>
                  <a:srgbClr val="000000"/>
                </a:solidFill>
                <a:latin typeface="Arial"/>
                <a:ea typeface="ＭＳ Ｐゴシック" charset="0"/>
                <a:cs typeface="Arial"/>
              </a:rPr>
              <a:t>Dijkstra’s link-state </a:t>
            </a:r>
          </a:p>
          <a:p>
            <a:pPr algn="ctr" eaLnBrk="0" fontAlgn="base" hangingPunct="0">
              <a:lnSpc>
                <a:spcPts val="16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1600" dirty="0">
                <a:solidFill>
                  <a:srgbClr val="000000"/>
                </a:solidFill>
                <a:latin typeface="Arial"/>
                <a:ea typeface="ＭＳ Ｐゴシック" charset="0"/>
                <a:cs typeface="Arial"/>
              </a:rPr>
              <a:t>routing</a:t>
            </a:r>
          </a:p>
        </p:txBody>
      </p:sp>
      <p:grpSp>
        <p:nvGrpSpPr>
          <p:cNvPr id="395" name="Group 394">
            <a:extLst>
              <a:ext uri="{FF2B5EF4-FFF2-40B4-BE49-F238E27FC236}">
                <a16:creationId xmlns:a16="http://schemas.microsoft.com/office/drawing/2014/main" id="{3283CCE9-8CB6-8949-A9E8-23B833E8424F}"/>
              </a:ext>
            </a:extLst>
          </p:cNvPr>
          <p:cNvGrpSpPr/>
          <p:nvPr/>
        </p:nvGrpSpPr>
        <p:grpSpPr>
          <a:xfrm>
            <a:off x="1748590" y="5523964"/>
            <a:ext cx="687402" cy="470408"/>
            <a:chOff x="1736090" y="2893762"/>
            <a:chExt cx="565150" cy="340093"/>
          </a:xfrm>
        </p:grpSpPr>
        <p:grpSp>
          <p:nvGrpSpPr>
            <p:cNvPr id="396" name="Group 327">
              <a:extLst>
                <a:ext uri="{FF2B5EF4-FFF2-40B4-BE49-F238E27FC236}">
                  <a16:creationId xmlns:a16="http://schemas.microsoft.com/office/drawing/2014/main" id="{0A1998BC-6377-8E45-9B2B-8FE80CE0935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36090" y="2893762"/>
              <a:ext cx="565150" cy="292100"/>
              <a:chOff x="1871277" y="1576300"/>
              <a:chExt cx="1128371" cy="437861"/>
            </a:xfrm>
          </p:grpSpPr>
          <p:sp>
            <p:nvSpPr>
              <p:cNvPr id="400" name="Oval 399">
                <a:extLst>
                  <a:ext uri="{FF2B5EF4-FFF2-40B4-BE49-F238E27FC236}">
                    <a16:creationId xmlns:a16="http://schemas.microsoft.com/office/drawing/2014/main" id="{BB1B85D3-D01B-A041-93EE-FAB34FB8179A}"/>
                  </a:ext>
                </a:extLst>
              </p:cNvPr>
              <p:cNvSpPr/>
              <p:nvPr/>
            </p:nvSpPr>
            <p:spPr bwMode="auto">
              <a:xfrm flipV="1">
                <a:off x="1874446" y="1692905"/>
                <a:ext cx="1125202" cy="321256"/>
              </a:xfrm>
              <a:prstGeom prst="ellipse">
                <a:avLst/>
              </a:prstGeom>
              <a:gradFill flip="none"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0" scaled="1"/>
                <a:tileRect/>
              </a:gra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01" name="Rectangle 400">
                <a:extLst>
                  <a:ext uri="{FF2B5EF4-FFF2-40B4-BE49-F238E27FC236}">
                    <a16:creationId xmlns:a16="http://schemas.microsoft.com/office/drawing/2014/main" id="{F1DCDAB1-5AC7-A342-A0A8-F8590A65D091}"/>
                  </a:ext>
                </a:extLst>
              </p:cNvPr>
              <p:cNvSpPr/>
              <p:nvPr/>
            </p:nvSpPr>
            <p:spPr bwMode="auto">
              <a:xfrm>
                <a:off x="1871277" y="1740499"/>
                <a:ext cx="1128371" cy="114225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10800000" scaled="0"/>
              </a:gra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02" name="Oval 401">
                <a:extLst>
                  <a:ext uri="{FF2B5EF4-FFF2-40B4-BE49-F238E27FC236}">
                    <a16:creationId xmlns:a16="http://schemas.microsoft.com/office/drawing/2014/main" id="{364EE120-3A52-AC47-A765-DBFBE82B6044}"/>
                  </a:ext>
                </a:extLst>
              </p:cNvPr>
              <p:cNvSpPr/>
              <p:nvPr/>
            </p:nvSpPr>
            <p:spPr bwMode="auto">
              <a:xfrm flipV="1">
                <a:off x="1871277" y="1576300"/>
                <a:ext cx="1125200" cy="321257"/>
              </a:xfrm>
              <a:prstGeom prst="ellipse">
                <a:avLst/>
              </a:prstGeom>
              <a:solidFill>
                <a:srgbClr val="FFFFFF">
                  <a:lumMod val="75000"/>
                </a:srgbClr>
              </a:soli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03" name="Freeform 402">
                <a:extLst>
                  <a:ext uri="{FF2B5EF4-FFF2-40B4-BE49-F238E27FC236}">
                    <a16:creationId xmlns:a16="http://schemas.microsoft.com/office/drawing/2014/main" id="{0F7E9595-A4D4-9943-A2EE-06309FBD4155}"/>
                  </a:ext>
                </a:extLst>
              </p:cNvPr>
              <p:cNvSpPr/>
              <p:nvPr/>
            </p:nvSpPr>
            <p:spPr bwMode="auto">
              <a:xfrm>
                <a:off x="2159708" y="1673868"/>
                <a:ext cx="548339" cy="159438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rgbClr val="3333CC">
                  <a:lumMod val="60000"/>
                  <a:lumOff val="4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04" name="Freeform 403">
                <a:extLst>
                  <a:ext uri="{FF2B5EF4-FFF2-40B4-BE49-F238E27FC236}">
                    <a16:creationId xmlns:a16="http://schemas.microsoft.com/office/drawing/2014/main" id="{27FC021A-5D6B-D44C-BE45-9A0B3E244E16}"/>
                  </a:ext>
                </a:extLst>
              </p:cNvPr>
              <p:cNvSpPr/>
              <p:nvPr/>
            </p:nvSpPr>
            <p:spPr bwMode="auto">
              <a:xfrm>
                <a:off x="2102655" y="1633412"/>
                <a:ext cx="662444" cy="111846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05" name="Freeform 404">
                <a:extLst>
                  <a:ext uri="{FF2B5EF4-FFF2-40B4-BE49-F238E27FC236}">
                    <a16:creationId xmlns:a16="http://schemas.microsoft.com/office/drawing/2014/main" id="{9CFC2A2E-5A8E-6D41-8416-E8B2C50779BB}"/>
                  </a:ext>
                </a:extLst>
              </p:cNvPr>
              <p:cNvSpPr/>
              <p:nvPr/>
            </p:nvSpPr>
            <p:spPr bwMode="auto">
              <a:xfrm>
                <a:off x="2536889" y="1728599"/>
                <a:ext cx="244057" cy="97568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06" name="Freeform 405">
                <a:extLst>
                  <a:ext uri="{FF2B5EF4-FFF2-40B4-BE49-F238E27FC236}">
                    <a16:creationId xmlns:a16="http://schemas.microsoft.com/office/drawing/2014/main" id="{04026D95-DA4A-F347-A7FF-424B9B469AB4}"/>
                  </a:ext>
                </a:extLst>
              </p:cNvPr>
              <p:cNvSpPr/>
              <p:nvPr/>
            </p:nvSpPr>
            <p:spPr bwMode="auto">
              <a:xfrm>
                <a:off x="2089977" y="1730980"/>
                <a:ext cx="240888" cy="95187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407" name="Straight Connector 406">
                <a:extLst>
                  <a:ext uri="{FF2B5EF4-FFF2-40B4-BE49-F238E27FC236}">
                    <a16:creationId xmlns:a16="http://schemas.microsoft.com/office/drawing/2014/main" id="{9D59DF6F-A7C9-6242-8CB4-771105A9C5D6}"/>
                  </a:ext>
                </a:extLst>
              </p:cNvPr>
              <p:cNvCxnSpPr>
                <a:endCxn id="402" idx="2"/>
              </p:cNvCxnSpPr>
              <p:nvPr/>
            </p:nvCxnSpPr>
            <p:spPr bwMode="auto">
              <a:xfrm flipH="1" flipV="1">
                <a:off x="1871277" y="1735739"/>
                <a:ext cx="3169" cy="123743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  <p:cxnSp>
            <p:nvCxnSpPr>
              <p:cNvPr id="408" name="Straight Connector 407">
                <a:extLst>
                  <a:ext uri="{FF2B5EF4-FFF2-40B4-BE49-F238E27FC236}">
                    <a16:creationId xmlns:a16="http://schemas.microsoft.com/office/drawing/2014/main" id="{A22BF780-EF6F-7948-A466-B756EA5EADA3}"/>
                  </a:ext>
                </a:extLst>
              </p:cNvPr>
              <p:cNvCxnSpPr/>
              <p:nvPr/>
            </p:nvCxnSpPr>
            <p:spPr bwMode="auto">
              <a:xfrm flipH="1" flipV="1">
                <a:off x="2996477" y="1733359"/>
                <a:ext cx="3171" cy="123743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</p:grpSp>
        <p:grpSp>
          <p:nvGrpSpPr>
            <p:cNvPr id="397" name="Group 396">
              <a:extLst>
                <a:ext uri="{FF2B5EF4-FFF2-40B4-BE49-F238E27FC236}">
                  <a16:creationId xmlns:a16="http://schemas.microsoft.com/office/drawing/2014/main" id="{37FD8073-5589-3940-BA2A-2C9406219C6F}"/>
                </a:ext>
              </a:extLst>
            </p:cNvPr>
            <p:cNvGrpSpPr/>
            <p:nvPr/>
          </p:nvGrpSpPr>
          <p:grpSpPr>
            <a:xfrm>
              <a:off x="1828502" y="2944584"/>
              <a:ext cx="374530" cy="289271"/>
              <a:chOff x="725185" y="1779875"/>
              <a:chExt cx="374530" cy="289271"/>
            </a:xfrm>
          </p:grpSpPr>
          <p:sp>
            <p:nvSpPr>
              <p:cNvPr id="398" name="Oval 397">
                <a:extLst>
                  <a:ext uri="{FF2B5EF4-FFF2-40B4-BE49-F238E27FC236}">
                    <a16:creationId xmlns:a16="http://schemas.microsoft.com/office/drawing/2014/main" id="{86A11B54-4339-BD4F-A52D-E772621B01BB}"/>
                  </a:ext>
                </a:extLst>
              </p:cNvPr>
              <p:cNvSpPr/>
              <p:nvPr/>
            </p:nvSpPr>
            <p:spPr bwMode="auto">
              <a:xfrm>
                <a:off x="741398" y="1850752"/>
                <a:ext cx="356365" cy="168450"/>
              </a:xfrm>
              <a:prstGeom prst="ellipse">
                <a:avLst/>
              </a:prstGeom>
              <a:solidFill>
                <a:srgbClr val="FFFFFF">
                  <a:alpha val="76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399" name="TextBox 398">
                <a:extLst>
                  <a:ext uri="{FF2B5EF4-FFF2-40B4-BE49-F238E27FC236}">
                    <a16:creationId xmlns:a16="http://schemas.microsoft.com/office/drawing/2014/main" id="{AD15C9A1-58C1-6D4D-A5E6-F245674F5399}"/>
                  </a:ext>
                </a:extLst>
              </p:cNvPr>
              <p:cNvSpPr txBox="1"/>
              <p:nvPr/>
            </p:nvSpPr>
            <p:spPr>
              <a:xfrm>
                <a:off x="725185" y="1779875"/>
                <a:ext cx="374530" cy="28927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s1</a:t>
                </a:r>
              </a:p>
            </p:txBody>
          </p:sp>
        </p:grpSp>
      </p:grpSp>
      <p:grpSp>
        <p:nvGrpSpPr>
          <p:cNvPr id="409" name="Group 408">
            <a:extLst>
              <a:ext uri="{FF2B5EF4-FFF2-40B4-BE49-F238E27FC236}">
                <a16:creationId xmlns:a16="http://schemas.microsoft.com/office/drawing/2014/main" id="{65CE0717-7A43-6447-982B-2A6BF5776D66}"/>
              </a:ext>
            </a:extLst>
          </p:cNvPr>
          <p:cNvGrpSpPr/>
          <p:nvPr/>
        </p:nvGrpSpPr>
        <p:grpSpPr>
          <a:xfrm>
            <a:off x="3033311" y="5232644"/>
            <a:ext cx="687402" cy="470406"/>
            <a:chOff x="1736090" y="2893762"/>
            <a:chExt cx="565150" cy="340091"/>
          </a:xfrm>
        </p:grpSpPr>
        <p:grpSp>
          <p:nvGrpSpPr>
            <p:cNvPr id="410" name="Group 327">
              <a:extLst>
                <a:ext uri="{FF2B5EF4-FFF2-40B4-BE49-F238E27FC236}">
                  <a16:creationId xmlns:a16="http://schemas.microsoft.com/office/drawing/2014/main" id="{88AF1197-A59E-F341-9C2F-D7BB75696E0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36090" y="2893762"/>
              <a:ext cx="565150" cy="292100"/>
              <a:chOff x="1871277" y="1576300"/>
              <a:chExt cx="1128371" cy="437861"/>
            </a:xfrm>
          </p:grpSpPr>
          <p:sp>
            <p:nvSpPr>
              <p:cNvPr id="414" name="Oval 413">
                <a:extLst>
                  <a:ext uri="{FF2B5EF4-FFF2-40B4-BE49-F238E27FC236}">
                    <a16:creationId xmlns:a16="http://schemas.microsoft.com/office/drawing/2014/main" id="{1514A7C7-412D-CB40-95FD-A73F84446469}"/>
                  </a:ext>
                </a:extLst>
              </p:cNvPr>
              <p:cNvSpPr/>
              <p:nvPr/>
            </p:nvSpPr>
            <p:spPr bwMode="auto">
              <a:xfrm flipV="1">
                <a:off x="1874446" y="1692905"/>
                <a:ext cx="1125202" cy="321256"/>
              </a:xfrm>
              <a:prstGeom prst="ellipse">
                <a:avLst/>
              </a:prstGeom>
              <a:gradFill flip="none"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0" scaled="1"/>
                <a:tileRect/>
              </a:gra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15" name="Rectangle 414">
                <a:extLst>
                  <a:ext uri="{FF2B5EF4-FFF2-40B4-BE49-F238E27FC236}">
                    <a16:creationId xmlns:a16="http://schemas.microsoft.com/office/drawing/2014/main" id="{4EC25DBB-C079-B044-90B4-D4608AAEB2F9}"/>
                  </a:ext>
                </a:extLst>
              </p:cNvPr>
              <p:cNvSpPr/>
              <p:nvPr/>
            </p:nvSpPr>
            <p:spPr bwMode="auto">
              <a:xfrm>
                <a:off x="1871277" y="1740499"/>
                <a:ext cx="1128371" cy="114225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10800000" scaled="0"/>
              </a:gra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16" name="Oval 415">
                <a:extLst>
                  <a:ext uri="{FF2B5EF4-FFF2-40B4-BE49-F238E27FC236}">
                    <a16:creationId xmlns:a16="http://schemas.microsoft.com/office/drawing/2014/main" id="{E0B0DE30-BB65-BC4A-A519-ABE38833F5C9}"/>
                  </a:ext>
                </a:extLst>
              </p:cNvPr>
              <p:cNvSpPr/>
              <p:nvPr/>
            </p:nvSpPr>
            <p:spPr bwMode="auto">
              <a:xfrm flipV="1">
                <a:off x="1871277" y="1576300"/>
                <a:ext cx="1125200" cy="321257"/>
              </a:xfrm>
              <a:prstGeom prst="ellipse">
                <a:avLst/>
              </a:prstGeom>
              <a:solidFill>
                <a:srgbClr val="FFFFFF">
                  <a:lumMod val="75000"/>
                </a:srgbClr>
              </a:soli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17" name="Freeform 416">
                <a:extLst>
                  <a:ext uri="{FF2B5EF4-FFF2-40B4-BE49-F238E27FC236}">
                    <a16:creationId xmlns:a16="http://schemas.microsoft.com/office/drawing/2014/main" id="{5D73B332-8201-9845-83B3-7991D1D29848}"/>
                  </a:ext>
                </a:extLst>
              </p:cNvPr>
              <p:cNvSpPr/>
              <p:nvPr/>
            </p:nvSpPr>
            <p:spPr bwMode="auto">
              <a:xfrm>
                <a:off x="2159708" y="1673868"/>
                <a:ext cx="548339" cy="159438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rgbClr val="3333CC">
                  <a:lumMod val="60000"/>
                  <a:lumOff val="4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18" name="Freeform 417">
                <a:extLst>
                  <a:ext uri="{FF2B5EF4-FFF2-40B4-BE49-F238E27FC236}">
                    <a16:creationId xmlns:a16="http://schemas.microsoft.com/office/drawing/2014/main" id="{874F3D24-C6D1-0242-9071-675EAE55CF17}"/>
                  </a:ext>
                </a:extLst>
              </p:cNvPr>
              <p:cNvSpPr/>
              <p:nvPr/>
            </p:nvSpPr>
            <p:spPr bwMode="auto">
              <a:xfrm>
                <a:off x="2102655" y="1633412"/>
                <a:ext cx="662444" cy="111846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19" name="Freeform 418">
                <a:extLst>
                  <a:ext uri="{FF2B5EF4-FFF2-40B4-BE49-F238E27FC236}">
                    <a16:creationId xmlns:a16="http://schemas.microsoft.com/office/drawing/2014/main" id="{CC4308C1-A1A7-AB4B-AE6B-92E38956E380}"/>
                  </a:ext>
                </a:extLst>
              </p:cNvPr>
              <p:cNvSpPr/>
              <p:nvPr/>
            </p:nvSpPr>
            <p:spPr bwMode="auto">
              <a:xfrm>
                <a:off x="2536889" y="1728599"/>
                <a:ext cx="244057" cy="97568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20" name="Freeform 419">
                <a:extLst>
                  <a:ext uri="{FF2B5EF4-FFF2-40B4-BE49-F238E27FC236}">
                    <a16:creationId xmlns:a16="http://schemas.microsoft.com/office/drawing/2014/main" id="{24C8152F-6350-2844-826D-CCECEC749FCC}"/>
                  </a:ext>
                </a:extLst>
              </p:cNvPr>
              <p:cNvSpPr/>
              <p:nvPr/>
            </p:nvSpPr>
            <p:spPr bwMode="auto">
              <a:xfrm>
                <a:off x="2089977" y="1730980"/>
                <a:ext cx="240888" cy="95187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421" name="Straight Connector 420">
                <a:extLst>
                  <a:ext uri="{FF2B5EF4-FFF2-40B4-BE49-F238E27FC236}">
                    <a16:creationId xmlns:a16="http://schemas.microsoft.com/office/drawing/2014/main" id="{7AF20622-97B2-7746-9A48-1D87235CA032}"/>
                  </a:ext>
                </a:extLst>
              </p:cNvPr>
              <p:cNvCxnSpPr>
                <a:endCxn id="416" idx="2"/>
              </p:cNvCxnSpPr>
              <p:nvPr/>
            </p:nvCxnSpPr>
            <p:spPr bwMode="auto">
              <a:xfrm flipH="1" flipV="1">
                <a:off x="1871277" y="1735739"/>
                <a:ext cx="3169" cy="123743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  <p:cxnSp>
            <p:nvCxnSpPr>
              <p:cNvPr id="422" name="Straight Connector 421">
                <a:extLst>
                  <a:ext uri="{FF2B5EF4-FFF2-40B4-BE49-F238E27FC236}">
                    <a16:creationId xmlns:a16="http://schemas.microsoft.com/office/drawing/2014/main" id="{1A56332A-BABA-0C44-9EA7-63E7AE314A39}"/>
                  </a:ext>
                </a:extLst>
              </p:cNvPr>
              <p:cNvCxnSpPr/>
              <p:nvPr/>
            </p:nvCxnSpPr>
            <p:spPr bwMode="auto">
              <a:xfrm flipH="1" flipV="1">
                <a:off x="2996477" y="1733359"/>
                <a:ext cx="3171" cy="123743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</p:grpSp>
        <p:grpSp>
          <p:nvGrpSpPr>
            <p:cNvPr id="411" name="Group 410">
              <a:extLst>
                <a:ext uri="{FF2B5EF4-FFF2-40B4-BE49-F238E27FC236}">
                  <a16:creationId xmlns:a16="http://schemas.microsoft.com/office/drawing/2014/main" id="{88585B74-A4A2-9240-A305-4B257FDDF9BB}"/>
                </a:ext>
              </a:extLst>
            </p:cNvPr>
            <p:cNvGrpSpPr/>
            <p:nvPr/>
          </p:nvGrpSpPr>
          <p:grpSpPr>
            <a:xfrm>
              <a:off x="1828502" y="2944584"/>
              <a:ext cx="374531" cy="289269"/>
              <a:chOff x="725185" y="1779875"/>
              <a:chExt cx="374531" cy="289269"/>
            </a:xfrm>
          </p:grpSpPr>
          <p:sp>
            <p:nvSpPr>
              <p:cNvPr id="412" name="Oval 411">
                <a:extLst>
                  <a:ext uri="{FF2B5EF4-FFF2-40B4-BE49-F238E27FC236}">
                    <a16:creationId xmlns:a16="http://schemas.microsoft.com/office/drawing/2014/main" id="{B715D4F7-EE1C-8243-B41D-D4E9D84A48C3}"/>
                  </a:ext>
                </a:extLst>
              </p:cNvPr>
              <p:cNvSpPr/>
              <p:nvPr/>
            </p:nvSpPr>
            <p:spPr bwMode="auto">
              <a:xfrm>
                <a:off x="741398" y="1850752"/>
                <a:ext cx="356365" cy="168450"/>
              </a:xfrm>
              <a:prstGeom prst="ellipse">
                <a:avLst/>
              </a:prstGeom>
              <a:solidFill>
                <a:srgbClr val="FFFFFF">
                  <a:alpha val="76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13" name="TextBox 412">
                <a:extLst>
                  <a:ext uri="{FF2B5EF4-FFF2-40B4-BE49-F238E27FC236}">
                    <a16:creationId xmlns:a16="http://schemas.microsoft.com/office/drawing/2014/main" id="{22A0E80F-D57D-4844-8977-0D000DE99B5D}"/>
                  </a:ext>
                </a:extLst>
              </p:cNvPr>
              <p:cNvSpPr txBox="1"/>
              <p:nvPr/>
            </p:nvSpPr>
            <p:spPr>
              <a:xfrm>
                <a:off x="725185" y="1779875"/>
                <a:ext cx="374531" cy="289269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s2</a:t>
                </a:r>
              </a:p>
            </p:txBody>
          </p:sp>
        </p:grpSp>
      </p:grpSp>
      <p:grpSp>
        <p:nvGrpSpPr>
          <p:cNvPr id="423" name="Group 422">
            <a:extLst>
              <a:ext uri="{FF2B5EF4-FFF2-40B4-BE49-F238E27FC236}">
                <a16:creationId xmlns:a16="http://schemas.microsoft.com/office/drawing/2014/main" id="{D213BA70-EF35-D34A-BC9C-DFEBDCF60751}"/>
              </a:ext>
            </a:extLst>
          </p:cNvPr>
          <p:cNvGrpSpPr/>
          <p:nvPr/>
        </p:nvGrpSpPr>
        <p:grpSpPr>
          <a:xfrm>
            <a:off x="2736863" y="5986880"/>
            <a:ext cx="687402" cy="470406"/>
            <a:chOff x="1736090" y="2893762"/>
            <a:chExt cx="565150" cy="340091"/>
          </a:xfrm>
        </p:grpSpPr>
        <p:grpSp>
          <p:nvGrpSpPr>
            <p:cNvPr id="424" name="Group 327">
              <a:extLst>
                <a:ext uri="{FF2B5EF4-FFF2-40B4-BE49-F238E27FC236}">
                  <a16:creationId xmlns:a16="http://schemas.microsoft.com/office/drawing/2014/main" id="{59C9C19B-2D7B-5446-993D-684F106169C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36090" y="2893762"/>
              <a:ext cx="565150" cy="292100"/>
              <a:chOff x="1871277" y="1576300"/>
              <a:chExt cx="1128371" cy="437861"/>
            </a:xfrm>
          </p:grpSpPr>
          <p:sp>
            <p:nvSpPr>
              <p:cNvPr id="428" name="Oval 427">
                <a:extLst>
                  <a:ext uri="{FF2B5EF4-FFF2-40B4-BE49-F238E27FC236}">
                    <a16:creationId xmlns:a16="http://schemas.microsoft.com/office/drawing/2014/main" id="{40008AEE-3152-C849-906C-3CAF9DFF25CC}"/>
                  </a:ext>
                </a:extLst>
              </p:cNvPr>
              <p:cNvSpPr/>
              <p:nvPr/>
            </p:nvSpPr>
            <p:spPr bwMode="auto">
              <a:xfrm flipV="1">
                <a:off x="1874446" y="1692905"/>
                <a:ext cx="1125202" cy="321256"/>
              </a:xfrm>
              <a:prstGeom prst="ellipse">
                <a:avLst/>
              </a:prstGeom>
              <a:gradFill flip="none"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0" scaled="1"/>
                <a:tileRect/>
              </a:gra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29" name="Rectangle 428">
                <a:extLst>
                  <a:ext uri="{FF2B5EF4-FFF2-40B4-BE49-F238E27FC236}">
                    <a16:creationId xmlns:a16="http://schemas.microsoft.com/office/drawing/2014/main" id="{111839D8-9177-6249-A367-46D180572BB8}"/>
                  </a:ext>
                </a:extLst>
              </p:cNvPr>
              <p:cNvSpPr/>
              <p:nvPr/>
            </p:nvSpPr>
            <p:spPr bwMode="auto">
              <a:xfrm>
                <a:off x="1871277" y="1740499"/>
                <a:ext cx="1128371" cy="114225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10800000" scaled="0"/>
              </a:gra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30" name="Oval 429">
                <a:extLst>
                  <a:ext uri="{FF2B5EF4-FFF2-40B4-BE49-F238E27FC236}">
                    <a16:creationId xmlns:a16="http://schemas.microsoft.com/office/drawing/2014/main" id="{1F1E42A9-4DE8-2641-85A4-A097587AE18A}"/>
                  </a:ext>
                </a:extLst>
              </p:cNvPr>
              <p:cNvSpPr/>
              <p:nvPr/>
            </p:nvSpPr>
            <p:spPr bwMode="auto">
              <a:xfrm flipV="1">
                <a:off x="1871277" y="1576300"/>
                <a:ext cx="1125200" cy="321257"/>
              </a:xfrm>
              <a:prstGeom prst="ellipse">
                <a:avLst/>
              </a:prstGeom>
              <a:solidFill>
                <a:srgbClr val="FFFFFF">
                  <a:lumMod val="75000"/>
                </a:srgbClr>
              </a:soli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31" name="Freeform 430">
                <a:extLst>
                  <a:ext uri="{FF2B5EF4-FFF2-40B4-BE49-F238E27FC236}">
                    <a16:creationId xmlns:a16="http://schemas.microsoft.com/office/drawing/2014/main" id="{98851B8A-DFDB-7446-ACF4-8D81FB5AA157}"/>
                  </a:ext>
                </a:extLst>
              </p:cNvPr>
              <p:cNvSpPr/>
              <p:nvPr/>
            </p:nvSpPr>
            <p:spPr bwMode="auto">
              <a:xfrm>
                <a:off x="2159708" y="1673868"/>
                <a:ext cx="548339" cy="159438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rgbClr val="3333CC">
                  <a:lumMod val="60000"/>
                  <a:lumOff val="4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32" name="Freeform 431">
                <a:extLst>
                  <a:ext uri="{FF2B5EF4-FFF2-40B4-BE49-F238E27FC236}">
                    <a16:creationId xmlns:a16="http://schemas.microsoft.com/office/drawing/2014/main" id="{723991A2-A1E6-0D4F-9B5D-068A5496B054}"/>
                  </a:ext>
                </a:extLst>
              </p:cNvPr>
              <p:cNvSpPr/>
              <p:nvPr/>
            </p:nvSpPr>
            <p:spPr bwMode="auto">
              <a:xfrm>
                <a:off x="2102655" y="1633412"/>
                <a:ext cx="662444" cy="111846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33" name="Freeform 432">
                <a:extLst>
                  <a:ext uri="{FF2B5EF4-FFF2-40B4-BE49-F238E27FC236}">
                    <a16:creationId xmlns:a16="http://schemas.microsoft.com/office/drawing/2014/main" id="{7AACA8F0-9C63-A846-90C3-AAAB6E3910F1}"/>
                  </a:ext>
                </a:extLst>
              </p:cNvPr>
              <p:cNvSpPr/>
              <p:nvPr/>
            </p:nvSpPr>
            <p:spPr bwMode="auto">
              <a:xfrm>
                <a:off x="2536889" y="1728599"/>
                <a:ext cx="244057" cy="97568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34" name="Freeform 433">
                <a:extLst>
                  <a:ext uri="{FF2B5EF4-FFF2-40B4-BE49-F238E27FC236}">
                    <a16:creationId xmlns:a16="http://schemas.microsoft.com/office/drawing/2014/main" id="{5C925CD4-A1D8-4B4C-B630-EA0FF87CCF67}"/>
                  </a:ext>
                </a:extLst>
              </p:cNvPr>
              <p:cNvSpPr/>
              <p:nvPr/>
            </p:nvSpPr>
            <p:spPr bwMode="auto">
              <a:xfrm>
                <a:off x="2089977" y="1730980"/>
                <a:ext cx="240888" cy="95187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435" name="Straight Connector 434">
                <a:extLst>
                  <a:ext uri="{FF2B5EF4-FFF2-40B4-BE49-F238E27FC236}">
                    <a16:creationId xmlns:a16="http://schemas.microsoft.com/office/drawing/2014/main" id="{482CEABD-D59C-9146-B260-F80C556208AE}"/>
                  </a:ext>
                </a:extLst>
              </p:cNvPr>
              <p:cNvCxnSpPr>
                <a:endCxn id="430" idx="2"/>
              </p:cNvCxnSpPr>
              <p:nvPr/>
            </p:nvCxnSpPr>
            <p:spPr bwMode="auto">
              <a:xfrm flipH="1" flipV="1">
                <a:off x="1871277" y="1735739"/>
                <a:ext cx="3169" cy="123743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  <p:cxnSp>
            <p:nvCxnSpPr>
              <p:cNvPr id="436" name="Straight Connector 435">
                <a:extLst>
                  <a:ext uri="{FF2B5EF4-FFF2-40B4-BE49-F238E27FC236}">
                    <a16:creationId xmlns:a16="http://schemas.microsoft.com/office/drawing/2014/main" id="{852B68BC-F922-3848-9565-4D2178DB93AA}"/>
                  </a:ext>
                </a:extLst>
              </p:cNvPr>
              <p:cNvCxnSpPr/>
              <p:nvPr/>
            </p:nvCxnSpPr>
            <p:spPr bwMode="auto">
              <a:xfrm flipH="1" flipV="1">
                <a:off x="2996477" y="1733359"/>
                <a:ext cx="3171" cy="123743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</p:grpSp>
        <p:grpSp>
          <p:nvGrpSpPr>
            <p:cNvPr id="425" name="Group 424">
              <a:extLst>
                <a:ext uri="{FF2B5EF4-FFF2-40B4-BE49-F238E27FC236}">
                  <a16:creationId xmlns:a16="http://schemas.microsoft.com/office/drawing/2014/main" id="{B7439C84-CDB5-F347-BD13-C9965624FE17}"/>
                </a:ext>
              </a:extLst>
            </p:cNvPr>
            <p:cNvGrpSpPr/>
            <p:nvPr/>
          </p:nvGrpSpPr>
          <p:grpSpPr>
            <a:xfrm>
              <a:off x="1828502" y="2944584"/>
              <a:ext cx="374531" cy="289269"/>
              <a:chOff x="725185" y="1779875"/>
              <a:chExt cx="374531" cy="289269"/>
            </a:xfrm>
          </p:grpSpPr>
          <p:sp>
            <p:nvSpPr>
              <p:cNvPr id="426" name="Oval 425">
                <a:extLst>
                  <a:ext uri="{FF2B5EF4-FFF2-40B4-BE49-F238E27FC236}">
                    <a16:creationId xmlns:a16="http://schemas.microsoft.com/office/drawing/2014/main" id="{01C7B7FA-5596-BC43-9C90-8E052B54FC11}"/>
                  </a:ext>
                </a:extLst>
              </p:cNvPr>
              <p:cNvSpPr/>
              <p:nvPr/>
            </p:nvSpPr>
            <p:spPr bwMode="auto">
              <a:xfrm>
                <a:off x="741398" y="1850752"/>
                <a:ext cx="356365" cy="168450"/>
              </a:xfrm>
              <a:prstGeom prst="ellipse">
                <a:avLst/>
              </a:prstGeom>
              <a:solidFill>
                <a:srgbClr val="FFFFFF">
                  <a:alpha val="76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27" name="TextBox 426">
                <a:extLst>
                  <a:ext uri="{FF2B5EF4-FFF2-40B4-BE49-F238E27FC236}">
                    <a16:creationId xmlns:a16="http://schemas.microsoft.com/office/drawing/2014/main" id="{6ECC707E-E1D7-4546-96A1-2387735089B7}"/>
                  </a:ext>
                </a:extLst>
              </p:cNvPr>
              <p:cNvSpPr txBox="1"/>
              <p:nvPr/>
            </p:nvSpPr>
            <p:spPr>
              <a:xfrm>
                <a:off x="725185" y="1779875"/>
                <a:ext cx="374531" cy="289269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s3</a:t>
                </a:r>
              </a:p>
            </p:txBody>
          </p:sp>
        </p:grpSp>
      </p:grpSp>
      <p:grpSp>
        <p:nvGrpSpPr>
          <p:cNvPr id="437" name="Group 436">
            <a:extLst>
              <a:ext uri="{FF2B5EF4-FFF2-40B4-BE49-F238E27FC236}">
                <a16:creationId xmlns:a16="http://schemas.microsoft.com/office/drawing/2014/main" id="{15A32C9A-E7F3-5346-87C4-CA4940C18BF9}"/>
              </a:ext>
            </a:extLst>
          </p:cNvPr>
          <p:cNvGrpSpPr/>
          <p:nvPr/>
        </p:nvGrpSpPr>
        <p:grpSpPr>
          <a:xfrm>
            <a:off x="3904271" y="5705754"/>
            <a:ext cx="687402" cy="470406"/>
            <a:chOff x="1736090" y="2893762"/>
            <a:chExt cx="565150" cy="340091"/>
          </a:xfrm>
        </p:grpSpPr>
        <p:grpSp>
          <p:nvGrpSpPr>
            <p:cNvPr id="438" name="Group 327">
              <a:extLst>
                <a:ext uri="{FF2B5EF4-FFF2-40B4-BE49-F238E27FC236}">
                  <a16:creationId xmlns:a16="http://schemas.microsoft.com/office/drawing/2014/main" id="{91239979-A6B3-3D4E-ABD7-F92D10C27A0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36090" y="2893762"/>
              <a:ext cx="565150" cy="292100"/>
              <a:chOff x="1871277" y="1576300"/>
              <a:chExt cx="1128371" cy="437861"/>
            </a:xfrm>
          </p:grpSpPr>
          <p:sp>
            <p:nvSpPr>
              <p:cNvPr id="442" name="Oval 441">
                <a:extLst>
                  <a:ext uri="{FF2B5EF4-FFF2-40B4-BE49-F238E27FC236}">
                    <a16:creationId xmlns:a16="http://schemas.microsoft.com/office/drawing/2014/main" id="{9FCAC59C-42CC-CE4C-96BD-FE920D1C2A77}"/>
                  </a:ext>
                </a:extLst>
              </p:cNvPr>
              <p:cNvSpPr/>
              <p:nvPr/>
            </p:nvSpPr>
            <p:spPr bwMode="auto">
              <a:xfrm flipV="1">
                <a:off x="1874446" y="1692905"/>
                <a:ext cx="1125202" cy="321256"/>
              </a:xfrm>
              <a:prstGeom prst="ellipse">
                <a:avLst/>
              </a:prstGeom>
              <a:gradFill flip="none"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0" scaled="1"/>
                <a:tileRect/>
              </a:gra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43" name="Rectangle 442">
                <a:extLst>
                  <a:ext uri="{FF2B5EF4-FFF2-40B4-BE49-F238E27FC236}">
                    <a16:creationId xmlns:a16="http://schemas.microsoft.com/office/drawing/2014/main" id="{3FBEAA77-D815-D445-A86F-68B0D4452BC3}"/>
                  </a:ext>
                </a:extLst>
              </p:cNvPr>
              <p:cNvSpPr/>
              <p:nvPr/>
            </p:nvSpPr>
            <p:spPr bwMode="auto">
              <a:xfrm>
                <a:off x="1871277" y="1740499"/>
                <a:ext cx="1128371" cy="114225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10800000" scaled="0"/>
              </a:gra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44" name="Oval 443">
                <a:extLst>
                  <a:ext uri="{FF2B5EF4-FFF2-40B4-BE49-F238E27FC236}">
                    <a16:creationId xmlns:a16="http://schemas.microsoft.com/office/drawing/2014/main" id="{2D6A81D7-4183-0C4B-9BE0-36028959107F}"/>
                  </a:ext>
                </a:extLst>
              </p:cNvPr>
              <p:cNvSpPr/>
              <p:nvPr/>
            </p:nvSpPr>
            <p:spPr bwMode="auto">
              <a:xfrm flipV="1">
                <a:off x="1871277" y="1576300"/>
                <a:ext cx="1125200" cy="321257"/>
              </a:xfrm>
              <a:prstGeom prst="ellipse">
                <a:avLst/>
              </a:prstGeom>
              <a:solidFill>
                <a:srgbClr val="FFFFFF">
                  <a:lumMod val="75000"/>
                </a:srgbClr>
              </a:soli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45" name="Freeform 444">
                <a:extLst>
                  <a:ext uri="{FF2B5EF4-FFF2-40B4-BE49-F238E27FC236}">
                    <a16:creationId xmlns:a16="http://schemas.microsoft.com/office/drawing/2014/main" id="{4EB08DF1-BFF0-D94C-9005-60CA113EB70F}"/>
                  </a:ext>
                </a:extLst>
              </p:cNvPr>
              <p:cNvSpPr/>
              <p:nvPr/>
            </p:nvSpPr>
            <p:spPr bwMode="auto">
              <a:xfrm>
                <a:off x="2159708" y="1673868"/>
                <a:ext cx="548339" cy="159438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rgbClr val="3333CC">
                  <a:lumMod val="60000"/>
                  <a:lumOff val="4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46" name="Freeform 445">
                <a:extLst>
                  <a:ext uri="{FF2B5EF4-FFF2-40B4-BE49-F238E27FC236}">
                    <a16:creationId xmlns:a16="http://schemas.microsoft.com/office/drawing/2014/main" id="{37A92998-42D7-3647-9DAB-4B474843B9D7}"/>
                  </a:ext>
                </a:extLst>
              </p:cNvPr>
              <p:cNvSpPr/>
              <p:nvPr/>
            </p:nvSpPr>
            <p:spPr bwMode="auto">
              <a:xfrm>
                <a:off x="2102655" y="1633412"/>
                <a:ext cx="662444" cy="111846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47" name="Freeform 446">
                <a:extLst>
                  <a:ext uri="{FF2B5EF4-FFF2-40B4-BE49-F238E27FC236}">
                    <a16:creationId xmlns:a16="http://schemas.microsoft.com/office/drawing/2014/main" id="{C10BF816-5EDC-5D4D-AA34-D16A44C5ACC4}"/>
                  </a:ext>
                </a:extLst>
              </p:cNvPr>
              <p:cNvSpPr/>
              <p:nvPr/>
            </p:nvSpPr>
            <p:spPr bwMode="auto">
              <a:xfrm>
                <a:off x="2536889" y="1728599"/>
                <a:ext cx="244057" cy="97568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48" name="Freeform 447">
                <a:extLst>
                  <a:ext uri="{FF2B5EF4-FFF2-40B4-BE49-F238E27FC236}">
                    <a16:creationId xmlns:a16="http://schemas.microsoft.com/office/drawing/2014/main" id="{5EDE6095-F96A-8147-96D3-B6AC4A7604E9}"/>
                  </a:ext>
                </a:extLst>
              </p:cNvPr>
              <p:cNvSpPr/>
              <p:nvPr/>
            </p:nvSpPr>
            <p:spPr bwMode="auto">
              <a:xfrm>
                <a:off x="2089977" y="1730980"/>
                <a:ext cx="240888" cy="95187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449" name="Straight Connector 448">
                <a:extLst>
                  <a:ext uri="{FF2B5EF4-FFF2-40B4-BE49-F238E27FC236}">
                    <a16:creationId xmlns:a16="http://schemas.microsoft.com/office/drawing/2014/main" id="{18F6547F-EE28-D440-B02C-859463240B3B}"/>
                  </a:ext>
                </a:extLst>
              </p:cNvPr>
              <p:cNvCxnSpPr>
                <a:endCxn id="444" idx="2"/>
              </p:cNvCxnSpPr>
              <p:nvPr/>
            </p:nvCxnSpPr>
            <p:spPr bwMode="auto">
              <a:xfrm flipH="1" flipV="1">
                <a:off x="1871277" y="1735739"/>
                <a:ext cx="3169" cy="123743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  <p:cxnSp>
            <p:nvCxnSpPr>
              <p:cNvPr id="450" name="Straight Connector 449">
                <a:extLst>
                  <a:ext uri="{FF2B5EF4-FFF2-40B4-BE49-F238E27FC236}">
                    <a16:creationId xmlns:a16="http://schemas.microsoft.com/office/drawing/2014/main" id="{C75462DD-9379-4145-B1BA-38B9E3C33BD1}"/>
                  </a:ext>
                </a:extLst>
              </p:cNvPr>
              <p:cNvCxnSpPr/>
              <p:nvPr/>
            </p:nvCxnSpPr>
            <p:spPr bwMode="auto">
              <a:xfrm flipH="1" flipV="1">
                <a:off x="2996477" y="1733359"/>
                <a:ext cx="3171" cy="123743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</p:grpSp>
        <p:grpSp>
          <p:nvGrpSpPr>
            <p:cNvPr id="439" name="Group 438">
              <a:extLst>
                <a:ext uri="{FF2B5EF4-FFF2-40B4-BE49-F238E27FC236}">
                  <a16:creationId xmlns:a16="http://schemas.microsoft.com/office/drawing/2014/main" id="{0D413191-8CF2-CC46-9D2F-BF1C4542E2EB}"/>
                </a:ext>
              </a:extLst>
            </p:cNvPr>
            <p:cNvGrpSpPr/>
            <p:nvPr/>
          </p:nvGrpSpPr>
          <p:grpSpPr>
            <a:xfrm>
              <a:off x="1828502" y="2944584"/>
              <a:ext cx="374531" cy="289269"/>
              <a:chOff x="725185" y="1779875"/>
              <a:chExt cx="374531" cy="289269"/>
            </a:xfrm>
          </p:grpSpPr>
          <p:sp>
            <p:nvSpPr>
              <p:cNvPr id="440" name="Oval 439">
                <a:extLst>
                  <a:ext uri="{FF2B5EF4-FFF2-40B4-BE49-F238E27FC236}">
                    <a16:creationId xmlns:a16="http://schemas.microsoft.com/office/drawing/2014/main" id="{C665F85B-B221-3349-A8A9-423CB064E829}"/>
                  </a:ext>
                </a:extLst>
              </p:cNvPr>
              <p:cNvSpPr/>
              <p:nvPr/>
            </p:nvSpPr>
            <p:spPr bwMode="auto">
              <a:xfrm>
                <a:off x="741398" y="1850752"/>
                <a:ext cx="356365" cy="168450"/>
              </a:xfrm>
              <a:prstGeom prst="ellipse">
                <a:avLst/>
              </a:prstGeom>
              <a:solidFill>
                <a:srgbClr val="FFFFFF">
                  <a:alpha val="76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41" name="TextBox 440">
                <a:extLst>
                  <a:ext uri="{FF2B5EF4-FFF2-40B4-BE49-F238E27FC236}">
                    <a16:creationId xmlns:a16="http://schemas.microsoft.com/office/drawing/2014/main" id="{FA49AD3B-122F-4C4B-A918-544A3BF1895E}"/>
                  </a:ext>
                </a:extLst>
              </p:cNvPr>
              <p:cNvSpPr txBox="1"/>
              <p:nvPr/>
            </p:nvSpPr>
            <p:spPr>
              <a:xfrm>
                <a:off x="725185" y="1779875"/>
                <a:ext cx="374531" cy="289269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s4</a:t>
                </a:r>
              </a:p>
            </p:txBody>
          </p:sp>
        </p:grpSp>
      </p:grpSp>
      <p:grpSp>
        <p:nvGrpSpPr>
          <p:cNvPr id="152" name="Group 151">
            <a:extLst>
              <a:ext uri="{FF2B5EF4-FFF2-40B4-BE49-F238E27FC236}">
                <a16:creationId xmlns:a16="http://schemas.microsoft.com/office/drawing/2014/main" id="{8668EBE0-594D-334C-AB42-480B6F78CF62}"/>
              </a:ext>
            </a:extLst>
          </p:cNvPr>
          <p:cNvGrpSpPr/>
          <p:nvPr/>
        </p:nvGrpSpPr>
        <p:grpSpPr>
          <a:xfrm>
            <a:off x="6821848" y="2223893"/>
            <a:ext cx="4764727" cy="1773227"/>
            <a:chOff x="5333952" y="1296122"/>
            <a:chExt cx="4764727" cy="1773227"/>
          </a:xfrm>
        </p:grpSpPr>
        <p:sp>
          <p:nvSpPr>
            <p:cNvPr id="153" name="TextBox 152">
              <a:extLst>
                <a:ext uri="{FF2B5EF4-FFF2-40B4-BE49-F238E27FC236}">
                  <a16:creationId xmlns:a16="http://schemas.microsoft.com/office/drawing/2014/main" id="{952F6C96-8FF4-3F4B-B1DE-5F9882F0CC58}"/>
                </a:ext>
              </a:extLst>
            </p:cNvPr>
            <p:cNvSpPr txBox="1"/>
            <p:nvPr/>
          </p:nvSpPr>
          <p:spPr>
            <a:xfrm>
              <a:off x="5654651" y="1315023"/>
              <a:ext cx="4444028" cy="175432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90000"/>
                </a:lnSpc>
              </a:pPr>
              <a:r>
                <a:rPr lang="en-US" sz="2400" dirty="0">
                  <a:solidFill>
                    <a:srgbClr val="000000"/>
                  </a:solidFill>
                </a:rPr>
                <a:t>link state routing app interacts with flow-table-computation component in SDN controller, which computes new flow tables needed</a:t>
              </a:r>
            </a:p>
          </p:txBody>
        </p:sp>
        <p:grpSp>
          <p:nvGrpSpPr>
            <p:cNvPr id="154" name="Group 153">
              <a:extLst>
                <a:ext uri="{FF2B5EF4-FFF2-40B4-BE49-F238E27FC236}">
                  <a16:creationId xmlns:a16="http://schemas.microsoft.com/office/drawing/2014/main" id="{9018BCC7-FF6B-C54D-AF18-6386BE6EC922}"/>
                </a:ext>
              </a:extLst>
            </p:cNvPr>
            <p:cNvGrpSpPr/>
            <p:nvPr/>
          </p:nvGrpSpPr>
          <p:grpSpPr>
            <a:xfrm>
              <a:off x="5333952" y="1296122"/>
              <a:ext cx="314510" cy="400110"/>
              <a:chOff x="437313" y="1959115"/>
              <a:chExt cx="291062" cy="400110"/>
            </a:xfrm>
          </p:grpSpPr>
          <p:sp>
            <p:nvSpPr>
              <p:cNvPr id="155" name="Oval 154">
                <a:extLst>
                  <a:ext uri="{FF2B5EF4-FFF2-40B4-BE49-F238E27FC236}">
                    <a16:creationId xmlns:a16="http://schemas.microsoft.com/office/drawing/2014/main" id="{725A5CCC-38B4-374B-8E0A-8175948EE0F1}"/>
                  </a:ext>
                </a:extLst>
              </p:cNvPr>
              <p:cNvSpPr/>
              <p:nvPr/>
            </p:nvSpPr>
            <p:spPr>
              <a:xfrm>
                <a:off x="448041" y="2026177"/>
                <a:ext cx="251755" cy="263122"/>
              </a:xfrm>
              <a:prstGeom prst="ellipse">
                <a:avLst/>
              </a:prstGeom>
              <a:solidFill>
                <a:schemeClr val="bg1"/>
              </a:solidFill>
              <a:ln w="12700">
                <a:solidFill>
                  <a:srgbClr val="C00000"/>
                </a:solidFill>
              </a:ln>
            </p:spPr>
            <p:txBody>
              <a:bodyPr vert="horz" wrap="non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4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  <a:cs typeface="Arial"/>
                </a:endParaRPr>
              </a:p>
            </p:txBody>
          </p:sp>
          <p:sp>
            <p:nvSpPr>
              <p:cNvPr id="156" name="TextBox 155">
                <a:extLst>
                  <a:ext uri="{FF2B5EF4-FFF2-40B4-BE49-F238E27FC236}">
                    <a16:creationId xmlns:a16="http://schemas.microsoft.com/office/drawing/2014/main" id="{A359256F-83EF-C14A-A33E-34AFC25A567C}"/>
                  </a:ext>
                </a:extLst>
              </p:cNvPr>
              <p:cNvSpPr txBox="1"/>
              <p:nvPr/>
            </p:nvSpPr>
            <p:spPr>
              <a:xfrm>
                <a:off x="437313" y="1959115"/>
                <a:ext cx="29106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2000" dirty="0">
                    <a:solidFill>
                      <a:srgbClr val="C00000"/>
                    </a:solidFill>
                    <a:cs typeface="Arial"/>
                  </a:rPr>
                  <a:t>5</a:t>
                </a:r>
              </a:p>
            </p:txBody>
          </p:sp>
        </p:grpSp>
      </p:grpSp>
      <p:grpSp>
        <p:nvGrpSpPr>
          <p:cNvPr id="157" name="Group 156">
            <a:extLst>
              <a:ext uri="{FF2B5EF4-FFF2-40B4-BE49-F238E27FC236}">
                <a16:creationId xmlns:a16="http://schemas.microsoft.com/office/drawing/2014/main" id="{EBB217E7-01ED-964B-9FE0-F9EE60E028F5}"/>
              </a:ext>
            </a:extLst>
          </p:cNvPr>
          <p:cNvGrpSpPr/>
          <p:nvPr/>
        </p:nvGrpSpPr>
        <p:grpSpPr>
          <a:xfrm>
            <a:off x="6797561" y="4172683"/>
            <a:ext cx="4450811" cy="1103433"/>
            <a:chOff x="5318962" y="1301119"/>
            <a:chExt cx="4450811" cy="1103433"/>
          </a:xfrm>
        </p:grpSpPr>
        <p:sp>
          <p:nvSpPr>
            <p:cNvPr id="158" name="TextBox 157">
              <a:extLst>
                <a:ext uri="{FF2B5EF4-FFF2-40B4-BE49-F238E27FC236}">
                  <a16:creationId xmlns:a16="http://schemas.microsoft.com/office/drawing/2014/main" id="{B3598380-1FF6-6F40-973E-B718F074D98B}"/>
                </a:ext>
              </a:extLst>
            </p:cNvPr>
            <p:cNvSpPr txBox="1"/>
            <p:nvPr/>
          </p:nvSpPr>
          <p:spPr>
            <a:xfrm>
              <a:off x="5654650" y="1315023"/>
              <a:ext cx="4115123" cy="10895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90000"/>
                </a:lnSpc>
              </a:pPr>
              <a:r>
                <a:rPr lang="en-US" sz="2400" dirty="0">
                  <a:solidFill>
                    <a:srgbClr val="000000"/>
                  </a:solidFill>
                </a:rPr>
                <a:t>controller uses OpenFlow to install new tables in switches that need updating</a:t>
              </a:r>
            </a:p>
          </p:txBody>
        </p:sp>
        <p:grpSp>
          <p:nvGrpSpPr>
            <p:cNvPr id="159" name="Group 158">
              <a:extLst>
                <a:ext uri="{FF2B5EF4-FFF2-40B4-BE49-F238E27FC236}">
                  <a16:creationId xmlns:a16="http://schemas.microsoft.com/office/drawing/2014/main" id="{CEC8872E-6260-4E47-A475-2DA8AB05DCE6}"/>
                </a:ext>
              </a:extLst>
            </p:cNvPr>
            <p:cNvGrpSpPr/>
            <p:nvPr/>
          </p:nvGrpSpPr>
          <p:grpSpPr>
            <a:xfrm>
              <a:off x="5318962" y="1301119"/>
              <a:ext cx="314510" cy="400110"/>
              <a:chOff x="423441" y="1964112"/>
              <a:chExt cx="291062" cy="400110"/>
            </a:xfrm>
          </p:grpSpPr>
          <p:sp>
            <p:nvSpPr>
              <p:cNvPr id="160" name="Oval 159">
                <a:extLst>
                  <a:ext uri="{FF2B5EF4-FFF2-40B4-BE49-F238E27FC236}">
                    <a16:creationId xmlns:a16="http://schemas.microsoft.com/office/drawing/2014/main" id="{EF374B88-D948-BF43-B4EB-772822FF0073}"/>
                  </a:ext>
                </a:extLst>
              </p:cNvPr>
              <p:cNvSpPr/>
              <p:nvPr/>
            </p:nvSpPr>
            <p:spPr>
              <a:xfrm>
                <a:off x="448041" y="2026177"/>
                <a:ext cx="251755" cy="263122"/>
              </a:xfrm>
              <a:prstGeom prst="ellipse">
                <a:avLst/>
              </a:prstGeom>
              <a:solidFill>
                <a:schemeClr val="bg1"/>
              </a:solidFill>
              <a:ln w="12700">
                <a:solidFill>
                  <a:srgbClr val="C00000"/>
                </a:solidFill>
              </a:ln>
            </p:spPr>
            <p:txBody>
              <a:bodyPr vert="horz" wrap="non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4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  <a:cs typeface="Arial"/>
                </a:endParaRPr>
              </a:p>
            </p:txBody>
          </p:sp>
          <p:sp>
            <p:nvSpPr>
              <p:cNvPr id="161" name="TextBox 160">
                <a:extLst>
                  <a:ext uri="{FF2B5EF4-FFF2-40B4-BE49-F238E27FC236}">
                    <a16:creationId xmlns:a16="http://schemas.microsoft.com/office/drawing/2014/main" id="{525ABF71-D17A-5F44-9348-F8715A41D31E}"/>
                  </a:ext>
                </a:extLst>
              </p:cNvPr>
              <p:cNvSpPr txBox="1"/>
              <p:nvPr/>
            </p:nvSpPr>
            <p:spPr>
              <a:xfrm>
                <a:off x="423441" y="1964112"/>
                <a:ext cx="29106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2000" dirty="0">
                    <a:solidFill>
                      <a:srgbClr val="C00000"/>
                    </a:solidFill>
                    <a:cs typeface="Arial"/>
                  </a:rPr>
                  <a:t>6</a:t>
                </a:r>
              </a:p>
            </p:txBody>
          </p:sp>
        </p:grpSp>
      </p:grpSp>
      <p:grpSp>
        <p:nvGrpSpPr>
          <p:cNvPr id="8" name="Group 7">
            <a:extLst>
              <a:ext uri="{FF2B5EF4-FFF2-40B4-BE49-F238E27FC236}">
                <a16:creationId xmlns:a16="http://schemas.microsoft.com/office/drawing/2014/main" id="{45539EC0-657C-954F-8B55-28528EDA22A1}"/>
              </a:ext>
            </a:extLst>
          </p:cNvPr>
          <p:cNvGrpSpPr/>
          <p:nvPr/>
        </p:nvGrpSpPr>
        <p:grpSpPr>
          <a:xfrm>
            <a:off x="3994257" y="1633928"/>
            <a:ext cx="313044" cy="1540239"/>
            <a:chOff x="4189129" y="1656413"/>
            <a:chExt cx="313044" cy="1540239"/>
          </a:xfrm>
        </p:grpSpPr>
        <p:cxnSp>
          <p:nvCxnSpPr>
            <p:cNvPr id="7" name="Straight Connector 6">
              <a:extLst>
                <a:ext uri="{FF2B5EF4-FFF2-40B4-BE49-F238E27FC236}">
                  <a16:creationId xmlns:a16="http://schemas.microsoft.com/office/drawing/2014/main" id="{49F848E1-4FB7-8D48-8636-5BFA654772DD}"/>
                </a:ext>
              </a:extLst>
            </p:cNvPr>
            <p:cNvCxnSpPr/>
            <p:nvPr/>
          </p:nvCxnSpPr>
          <p:spPr>
            <a:xfrm>
              <a:off x="4339652" y="1656413"/>
              <a:ext cx="0" cy="1540239"/>
            </a:xfrm>
            <a:prstGeom prst="line">
              <a:avLst/>
            </a:prstGeom>
            <a:ln w="19050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90" name="Group 389">
              <a:extLst>
                <a:ext uri="{FF2B5EF4-FFF2-40B4-BE49-F238E27FC236}">
                  <a16:creationId xmlns:a16="http://schemas.microsoft.com/office/drawing/2014/main" id="{084F1979-21E5-164C-9D7B-CC37AAE3266F}"/>
                </a:ext>
              </a:extLst>
            </p:cNvPr>
            <p:cNvGrpSpPr/>
            <p:nvPr/>
          </p:nvGrpSpPr>
          <p:grpSpPr>
            <a:xfrm>
              <a:off x="4189129" y="1880402"/>
              <a:ext cx="313044" cy="369332"/>
              <a:chOff x="651166" y="1956616"/>
              <a:chExt cx="313044" cy="369332"/>
            </a:xfrm>
          </p:grpSpPr>
          <p:sp>
            <p:nvSpPr>
              <p:cNvPr id="391" name="Oval 390">
                <a:extLst>
                  <a:ext uri="{FF2B5EF4-FFF2-40B4-BE49-F238E27FC236}">
                    <a16:creationId xmlns:a16="http://schemas.microsoft.com/office/drawing/2014/main" id="{73A39CD2-24AA-BD45-B6AD-2B4BA700DC27}"/>
                  </a:ext>
                </a:extLst>
              </p:cNvPr>
              <p:cNvSpPr/>
              <p:nvPr/>
            </p:nvSpPr>
            <p:spPr>
              <a:xfrm>
                <a:off x="676641" y="2003692"/>
                <a:ext cx="251755" cy="263122"/>
              </a:xfrm>
              <a:prstGeom prst="ellipse">
                <a:avLst/>
              </a:prstGeom>
              <a:solidFill>
                <a:srgbClr val="FFFFFF"/>
              </a:solidFill>
              <a:ln w="19050">
                <a:solidFill>
                  <a:srgbClr val="C00000"/>
                </a:solidFill>
              </a:ln>
            </p:spPr>
            <p:txBody>
              <a:bodyPr vert="horz" wrap="non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392" name="TextBox 391">
                <a:extLst>
                  <a:ext uri="{FF2B5EF4-FFF2-40B4-BE49-F238E27FC236}">
                    <a16:creationId xmlns:a16="http://schemas.microsoft.com/office/drawing/2014/main" id="{D826745D-58BA-BC4B-AA6A-D38C517B3381}"/>
                  </a:ext>
                </a:extLst>
              </p:cNvPr>
              <p:cNvSpPr txBox="1"/>
              <p:nvPr/>
            </p:nvSpPr>
            <p:spPr>
              <a:xfrm>
                <a:off x="651166" y="1956616"/>
                <a:ext cx="313044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5</a:t>
                </a:r>
              </a:p>
            </p:txBody>
          </p:sp>
        </p:grpSp>
      </p:grpSp>
      <p:grpSp>
        <p:nvGrpSpPr>
          <p:cNvPr id="16" name="Group 15">
            <a:extLst>
              <a:ext uri="{FF2B5EF4-FFF2-40B4-BE49-F238E27FC236}">
                <a16:creationId xmlns:a16="http://schemas.microsoft.com/office/drawing/2014/main" id="{03722060-DA29-3642-B211-707588A22B81}"/>
              </a:ext>
            </a:extLst>
          </p:cNvPr>
          <p:cNvGrpSpPr/>
          <p:nvPr/>
        </p:nvGrpSpPr>
        <p:grpSpPr>
          <a:xfrm>
            <a:off x="2457676" y="3166672"/>
            <a:ext cx="1751262" cy="2489017"/>
            <a:chOff x="2457676" y="3166672"/>
            <a:chExt cx="1751262" cy="2489017"/>
          </a:xfrm>
        </p:grpSpPr>
        <p:cxnSp>
          <p:nvCxnSpPr>
            <p:cNvPr id="385" name="Straight Arrow Connector 384">
              <a:extLst>
                <a:ext uri="{FF2B5EF4-FFF2-40B4-BE49-F238E27FC236}">
                  <a16:creationId xmlns:a16="http://schemas.microsoft.com/office/drawing/2014/main" id="{57933768-CFAD-7E4C-8094-C5674C11AD38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271232" y="4980429"/>
              <a:ext cx="0" cy="258633"/>
            </a:xfrm>
            <a:prstGeom prst="straightConnector1">
              <a:avLst/>
            </a:prstGeom>
            <a:solidFill>
              <a:srgbClr val="00CC99"/>
            </a:solidFill>
            <a:ln w="19050" cap="flat" cmpd="sng" algn="ctr">
              <a:solidFill>
                <a:srgbClr val="C00000"/>
              </a:solidFill>
              <a:prstDash val="solid"/>
              <a:round/>
              <a:headEnd type="none"/>
              <a:tailEnd type="triangle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86" name="Straight Arrow Connector 385">
              <a:extLst>
                <a:ext uri="{FF2B5EF4-FFF2-40B4-BE49-F238E27FC236}">
                  <a16:creationId xmlns:a16="http://schemas.microsoft.com/office/drawing/2014/main" id="{F95AAA5D-C6E5-5143-82E1-3C051F45ACA7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2457676" y="4954249"/>
              <a:ext cx="712744" cy="621210"/>
            </a:xfrm>
            <a:prstGeom prst="straightConnector1">
              <a:avLst/>
            </a:prstGeom>
            <a:solidFill>
              <a:srgbClr val="00CC99"/>
            </a:solidFill>
            <a:ln w="19050" cap="flat" cmpd="sng" algn="ctr">
              <a:solidFill>
                <a:srgbClr val="C00000"/>
              </a:solidFill>
              <a:prstDash val="solid"/>
              <a:round/>
              <a:headEnd type="none"/>
              <a:tailEnd type="triangle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grpSp>
          <p:nvGrpSpPr>
            <p:cNvPr id="387" name="Group 386">
              <a:extLst>
                <a:ext uri="{FF2B5EF4-FFF2-40B4-BE49-F238E27FC236}">
                  <a16:creationId xmlns:a16="http://schemas.microsoft.com/office/drawing/2014/main" id="{18D00365-C943-3246-B265-4C37A9B81876}"/>
                </a:ext>
              </a:extLst>
            </p:cNvPr>
            <p:cNvGrpSpPr/>
            <p:nvPr/>
          </p:nvGrpSpPr>
          <p:grpSpPr>
            <a:xfrm rot="21446362">
              <a:off x="3106460" y="4663753"/>
              <a:ext cx="313044" cy="369332"/>
              <a:chOff x="418585" y="1969301"/>
              <a:chExt cx="313044" cy="369332"/>
            </a:xfrm>
          </p:grpSpPr>
          <p:sp>
            <p:nvSpPr>
              <p:cNvPr id="388" name="Oval 387">
                <a:extLst>
                  <a:ext uri="{FF2B5EF4-FFF2-40B4-BE49-F238E27FC236}">
                    <a16:creationId xmlns:a16="http://schemas.microsoft.com/office/drawing/2014/main" id="{56FE9D22-DD6A-2D41-935A-D9C78F2DD655}"/>
                  </a:ext>
                </a:extLst>
              </p:cNvPr>
              <p:cNvSpPr/>
              <p:nvPr/>
            </p:nvSpPr>
            <p:spPr>
              <a:xfrm>
                <a:off x="448041" y="2026177"/>
                <a:ext cx="251755" cy="263122"/>
              </a:xfrm>
              <a:prstGeom prst="ellipse">
                <a:avLst/>
              </a:prstGeom>
              <a:solidFill>
                <a:srgbClr val="FFFFFF"/>
              </a:solidFill>
              <a:ln w="12700">
                <a:solidFill>
                  <a:srgbClr val="C00000"/>
                </a:solidFill>
              </a:ln>
            </p:spPr>
            <p:txBody>
              <a:bodyPr vert="horz" wrap="non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389" name="TextBox 388">
                <a:extLst>
                  <a:ext uri="{FF2B5EF4-FFF2-40B4-BE49-F238E27FC236}">
                    <a16:creationId xmlns:a16="http://schemas.microsoft.com/office/drawing/2014/main" id="{F3BD16BE-15C0-AD4A-A570-09F50033ED30}"/>
                  </a:ext>
                </a:extLst>
              </p:cNvPr>
              <p:cNvSpPr txBox="1"/>
              <p:nvPr/>
            </p:nvSpPr>
            <p:spPr>
              <a:xfrm>
                <a:off x="418585" y="1969301"/>
                <a:ext cx="313044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6</a:t>
                </a:r>
              </a:p>
            </p:txBody>
          </p:sp>
        </p:grpSp>
        <p:cxnSp>
          <p:nvCxnSpPr>
            <p:cNvPr id="451" name="Straight Arrow Connector 450">
              <a:extLst>
                <a:ext uri="{FF2B5EF4-FFF2-40B4-BE49-F238E27FC236}">
                  <a16:creationId xmlns:a16="http://schemas.microsoft.com/office/drawing/2014/main" id="{CE154DD1-2C46-6642-BA6D-CE34E436F761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361544" y="4943007"/>
              <a:ext cx="847394" cy="712682"/>
            </a:xfrm>
            <a:prstGeom prst="straightConnector1">
              <a:avLst/>
            </a:prstGeom>
            <a:solidFill>
              <a:srgbClr val="00CC99"/>
            </a:solidFill>
            <a:ln w="19050" cap="flat" cmpd="sng" algn="ctr">
              <a:solidFill>
                <a:srgbClr val="C00000"/>
              </a:solidFill>
              <a:prstDash val="solid"/>
              <a:round/>
              <a:headEnd type="none"/>
              <a:tailEnd type="triangle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sp>
          <p:nvSpPr>
            <p:cNvPr id="12" name="Freeform 11">
              <a:extLst>
                <a:ext uri="{FF2B5EF4-FFF2-40B4-BE49-F238E27FC236}">
                  <a16:creationId xmlns:a16="http://schemas.microsoft.com/office/drawing/2014/main" id="{13E2CB52-0E57-C940-96B0-586FFA8469C6}"/>
                </a:ext>
              </a:extLst>
            </p:cNvPr>
            <p:cNvSpPr/>
            <p:nvPr/>
          </p:nvSpPr>
          <p:spPr>
            <a:xfrm>
              <a:off x="3256612" y="3166672"/>
              <a:ext cx="888167" cy="1551482"/>
            </a:xfrm>
            <a:custGeom>
              <a:avLst/>
              <a:gdLst>
                <a:gd name="connsiteX0" fmla="*/ 929390 w 929390"/>
                <a:gd name="connsiteY0" fmla="*/ 0 h 1551482"/>
                <a:gd name="connsiteX1" fmla="*/ 929390 w 929390"/>
                <a:gd name="connsiteY1" fmla="*/ 678305 h 1551482"/>
                <a:gd name="connsiteX2" fmla="*/ 0 w 929390"/>
                <a:gd name="connsiteY2" fmla="*/ 813217 h 1551482"/>
                <a:gd name="connsiteX3" fmla="*/ 0 w 929390"/>
                <a:gd name="connsiteY3" fmla="*/ 1551482 h 1551482"/>
                <a:gd name="connsiteX4" fmla="*/ 0 w 929390"/>
                <a:gd name="connsiteY4" fmla="*/ 1551482 h 15514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29390" h="1551482">
                  <a:moveTo>
                    <a:pt x="929390" y="0"/>
                  </a:moveTo>
                  <a:lnTo>
                    <a:pt x="929390" y="678305"/>
                  </a:lnTo>
                  <a:lnTo>
                    <a:pt x="0" y="813217"/>
                  </a:lnTo>
                  <a:lnTo>
                    <a:pt x="0" y="1551482"/>
                  </a:lnTo>
                  <a:lnTo>
                    <a:pt x="0" y="1551482"/>
                  </a:lnTo>
                </a:path>
              </a:pathLst>
            </a:custGeom>
            <a:noFill/>
            <a:ln w="19050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177" name="Group 176">
            <a:extLst>
              <a:ext uri="{FF2B5EF4-FFF2-40B4-BE49-F238E27FC236}">
                <a16:creationId xmlns:a16="http://schemas.microsoft.com/office/drawing/2014/main" id="{29B85B73-F6B8-D648-BC2D-0EAA63B6C571}"/>
              </a:ext>
            </a:extLst>
          </p:cNvPr>
          <p:cNvGrpSpPr/>
          <p:nvPr/>
        </p:nvGrpSpPr>
        <p:grpSpPr>
          <a:xfrm>
            <a:off x="2312276" y="4225159"/>
            <a:ext cx="677917" cy="1261241"/>
            <a:chOff x="2312276" y="4225159"/>
            <a:chExt cx="677917" cy="1261241"/>
          </a:xfrm>
        </p:grpSpPr>
        <p:sp>
          <p:nvSpPr>
            <p:cNvPr id="178" name="Freeform 177">
              <a:extLst>
                <a:ext uri="{FF2B5EF4-FFF2-40B4-BE49-F238E27FC236}">
                  <a16:creationId xmlns:a16="http://schemas.microsoft.com/office/drawing/2014/main" id="{04D9E912-F6EE-2347-946E-2486DFCDC48F}"/>
                </a:ext>
              </a:extLst>
            </p:cNvPr>
            <p:cNvSpPr/>
            <p:nvPr/>
          </p:nvSpPr>
          <p:spPr>
            <a:xfrm>
              <a:off x="2312276" y="4225159"/>
              <a:ext cx="677917" cy="1261241"/>
            </a:xfrm>
            <a:custGeom>
              <a:avLst/>
              <a:gdLst>
                <a:gd name="connsiteX0" fmla="*/ 0 w 677917"/>
                <a:gd name="connsiteY0" fmla="*/ 1261241 h 1261241"/>
                <a:gd name="connsiteX1" fmla="*/ 677917 w 677917"/>
                <a:gd name="connsiteY1" fmla="*/ 178675 h 1261241"/>
                <a:gd name="connsiteX2" fmla="*/ 677917 w 677917"/>
                <a:gd name="connsiteY2" fmla="*/ 0 h 12612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77917" h="1261241">
                  <a:moveTo>
                    <a:pt x="0" y="1261241"/>
                  </a:moveTo>
                  <a:lnTo>
                    <a:pt x="677917" y="178675"/>
                  </a:lnTo>
                  <a:lnTo>
                    <a:pt x="677917" y="0"/>
                  </a:lnTo>
                </a:path>
              </a:pathLst>
            </a:custGeom>
            <a:noFill/>
            <a:ln w="19050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179" name="Group 178">
              <a:extLst>
                <a:ext uri="{FF2B5EF4-FFF2-40B4-BE49-F238E27FC236}">
                  <a16:creationId xmlns:a16="http://schemas.microsoft.com/office/drawing/2014/main" id="{1680272B-5B96-5C46-B6A3-60AE86146178}"/>
                </a:ext>
              </a:extLst>
            </p:cNvPr>
            <p:cNvGrpSpPr/>
            <p:nvPr/>
          </p:nvGrpSpPr>
          <p:grpSpPr>
            <a:xfrm>
              <a:off x="2499117" y="4791488"/>
              <a:ext cx="313044" cy="369332"/>
              <a:chOff x="-17363" y="1958857"/>
              <a:chExt cx="313044" cy="369332"/>
            </a:xfrm>
          </p:grpSpPr>
          <p:sp>
            <p:nvSpPr>
              <p:cNvPr id="180" name="Oval 179">
                <a:extLst>
                  <a:ext uri="{FF2B5EF4-FFF2-40B4-BE49-F238E27FC236}">
                    <a16:creationId xmlns:a16="http://schemas.microsoft.com/office/drawing/2014/main" id="{B4B208F5-B08A-1243-A37F-DD13571EA002}"/>
                  </a:ext>
                </a:extLst>
              </p:cNvPr>
              <p:cNvSpPr/>
              <p:nvPr/>
            </p:nvSpPr>
            <p:spPr>
              <a:xfrm>
                <a:off x="17117" y="2010412"/>
                <a:ext cx="251755" cy="263122"/>
              </a:xfrm>
              <a:prstGeom prst="ellipse">
                <a:avLst/>
              </a:prstGeom>
              <a:solidFill>
                <a:srgbClr val="FFFFFF"/>
              </a:solidFill>
              <a:ln w="12700">
                <a:solidFill>
                  <a:srgbClr val="C00000"/>
                </a:solidFill>
              </a:ln>
            </p:spPr>
            <p:txBody>
              <a:bodyPr vert="horz" wrap="non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181" name="TextBox 180">
                <a:extLst>
                  <a:ext uri="{FF2B5EF4-FFF2-40B4-BE49-F238E27FC236}">
                    <a16:creationId xmlns:a16="http://schemas.microsoft.com/office/drawing/2014/main" id="{48299C7E-5FD4-BE4D-B3BC-B70CB02A4289}"/>
                  </a:ext>
                </a:extLst>
              </p:cNvPr>
              <p:cNvSpPr txBox="1"/>
              <p:nvPr/>
            </p:nvSpPr>
            <p:spPr>
              <a:xfrm>
                <a:off x="-17363" y="1958857"/>
                <a:ext cx="313044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1</a:t>
                </a:r>
              </a:p>
            </p:txBody>
          </p:sp>
        </p:grpSp>
      </p:grpSp>
      <p:grpSp>
        <p:nvGrpSpPr>
          <p:cNvPr id="182" name="Group 181">
            <a:extLst>
              <a:ext uri="{FF2B5EF4-FFF2-40B4-BE49-F238E27FC236}">
                <a16:creationId xmlns:a16="http://schemas.microsoft.com/office/drawing/2014/main" id="{197D5753-825A-E24A-B359-04DEF430F62F}"/>
              </a:ext>
            </a:extLst>
          </p:cNvPr>
          <p:cNvGrpSpPr/>
          <p:nvPr/>
        </p:nvGrpSpPr>
        <p:grpSpPr>
          <a:xfrm>
            <a:off x="2292350" y="3432175"/>
            <a:ext cx="698500" cy="793750"/>
            <a:chOff x="2292350" y="3432175"/>
            <a:chExt cx="698500" cy="793750"/>
          </a:xfrm>
        </p:grpSpPr>
        <p:sp>
          <p:nvSpPr>
            <p:cNvPr id="183" name="Freeform 182">
              <a:extLst>
                <a:ext uri="{FF2B5EF4-FFF2-40B4-BE49-F238E27FC236}">
                  <a16:creationId xmlns:a16="http://schemas.microsoft.com/office/drawing/2014/main" id="{8D41C68A-EFC3-7544-907A-3696B071871F}"/>
                </a:ext>
              </a:extLst>
            </p:cNvPr>
            <p:cNvSpPr/>
            <p:nvPr/>
          </p:nvSpPr>
          <p:spPr>
            <a:xfrm>
              <a:off x="2292350" y="3432175"/>
              <a:ext cx="698500" cy="793750"/>
            </a:xfrm>
            <a:custGeom>
              <a:avLst/>
              <a:gdLst>
                <a:gd name="connsiteX0" fmla="*/ 698500 w 698500"/>
                <a:gd name="connsiteY0" fmla="*/ 793750 h 793750"/>
                <a:gd name="connsiteX1" fmla="*/ 698500 w 698500"/>
                <a:gd name="connsiteY1" fmla="*/ 508000 h 793750"/>
                <a:gd name="connsiteX2" fmla="*/ 0 w 698500"/>
                <a:gd name="connsiteY2" fmla="*/ 269875 h 793750"/>
                <a:gd name="connsiteX3" fmla="*/ 0 w 698500"/>
                <a:gd name="connsiteY3" fmla="*/ 0 h 793750"/>
                <a:gd name="connsiteX4" fmla="*/ 0 w 698500"/>
                <a:gd name="connsiteY4" fmla="*/ 3175 h 793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98500" h="793750">
                  <a:moveTo>
                    <a:pt x="698500" y="793750"/>
                  </a:moveTo>
                  <a:lnTo>
                    <a:pt x="698500" y="508000"/>
                  </a:lnTo>
                  <a:lnTo>
                    <a:pt x="0" y="269875"/>
                  </a:lnTo>
                  <a:lnTo>
                    <a:pt x="0" y="0"/>
                  </a:lnTo>
                  <a:lnTo>
                    <a:pt x="0" y="3175"/>
                  </a:lnTo>
                </a:path>
              </a:pathLst>
            </a:custGeom>
            <a:noFill/>
            <a:ln w="19050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184" name="Group 183">
              <a:extLst>
                <a:ext uri="{FF2B5EF4-FFF2-40B4-BE49-F238E27FC236}">
                  <a16:creationId xmlns:a16="http://schemas.microsoft.com/office/drawing/2014/main" id="{0AA64AA5-F628-404D-85EE-A7F9205259DC}"/>
                </a:ext>
              </a:extLst>
            </p:cNvPr>
            <p:cNvGrpSpPr/>
            <p:nvPr/>
          </p:nvGrpSpPr>
          <p:grpSpPr>
            <a:xfrm>
              <a:off x="2576070" y="3664008"/>
              <a:ext cx="313044" cy="369332"/>
              <a:chOff x="2576070" y="3664008"/>
              <a:chExt cx="313044" cy="369332"/>
            </a:xfrm>
          </p:grpSpPr>
          <p:sp>
            <p:nvSpPr>
              <p:cNvPr id="185" name="Oval 184">
                <a:extLst>
                  <a:ext uri="{FF2B5EF4-FFF2-40B4-BE49-F238E27FC236}">
                    <a16:creationId xmlns:a16="http://schemas.microsoft.com/office/drawing/2014/main" id="{391FE4FB-9667-3848-BBC8-71F23A372A09}"/>
                  </a:ext>
                </a:extLst>
              </p:cNvPr>
              <p:cNvSpPr/>
              <p:nvPr/>
            </p:nvSpPr>
            <p:spPr>
              <a:xfrm>
                <a:off x="2602120" y="3719723"/>
                <a:ext cx="251755" cy="263122"/>
              </a:xfrm>
              <a:prstGeom prst="ellipse">
                <a:avLst/>
              </a:prstGeom>
              <a:solidFill>
                <a:srgbClr val="FFFFFF"/>
              </a:solidFill>
              <a:ln w="12700">
                <a:solidFill>
                  <a:srgbClr val="C00000"/>
                </a:solidFill>
              </a:ln>
            </p:spPr>
            <p:txBody>
              <a:bodyPr vert="horz" wrap="non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186" name="TextBox 185">
                <a:extLst>
                  <a:ext uri="{FF2B5EF4-FFF2-40B4-BE49-F238E27FC236}">
                    <a16:creationId xmlns:a16="http://schemas.microsoft.com/office/drawing/2014/main" id="{05F86FD7-086B-5342-8B29-1089080984FC}"/>
                  </a:ext>
                </a:extLst>
              </p:cNvPr>
              <p:cNvSpPr txBox="1"/>
              <p:nvPr/>
            </p:nvSpPr>
            <p:spPr>
              <a:xfrm>
                <a:off x="2576070" y="3664008"/>
                <a:ext cx="313044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2</a:t>
                </a:r>
              </a:p>
            </p:txBody>
          </p:sp>
        </p:grpSp>
      </p:grpSp>
      <p:grpSp>
        <p:nvGrpSpPr>
          <p:cNvPr id="187" name="Group 186">
            <a:extLst>
              <a:ext uri="{FF2B5EF4-FFF2-40B4-BE49-F238E27FC236}">
                <a16:creationId xmlns:a16="http://schemas.microsoft.com/office/drawing/2014/main" id="{771DD02C-FDB2-8742-B9AD-DAE04FE274DB}"/>
              </a:ext>
            </a:extLst>
          </p:cNvPr>
          <p:cNvGrpSpPr/>
          <p:nvPr/>
        </p:nvGrpSpPr>
        <p:grpSpPr>
          <a:xfrm>
            <a:off x="2137625" y="1774825"/>
            <a:ext cx="313044" cy="1663700"/>
            <a:chOff x="2134450" y="1762125"/>
            <a:chExt cx="313044" cy="1663700"/>
          </a:xfrm>
        </p:grpSpPr>
        <p:sp>
          <p:nvSpPr>
            <p:cNvPr id="188" name="Freeform 187">
              <a:extLst>
                <a:ext uri="{FF2B5EF4-FFF2-40B4-BE49-F238E27FC236}">
                  <a16:creationId xmlns:a16="http://schemas.microsoft.com/office/drawing/2014/main" id="{883ED354-25D1-C04E-892D-211118E43E12}"/>
                </a:ext>
              </a:extLst>
            </p:cNvPr>
            <p:cNvSpPr/>
            <p:nvPr/>
          </p:nvSpPr>
          <p:spPr>
            <a:xfrm>
              <a:off x="2273300" y="1762125"/>
              <a:ext cx="15875" cy="1663700"/>
            </a:xfrm>
            <a:custGeom>
              <a:avLst/>
              <a:gdLst>
                <a:gd name="connsiteX0" fmla="*/ 15875 w 15875"/>
                <a:gd name="connsiteY0" fmla="*/ 1663700 h 1663700"/>
                <a:gd name="connsiteX1" fmla="*/ 15875 w 15875"/>
                <a:gd name="connsiteY1" fmla="*/ 0 h 1663700"/>
                <a:gd name="connsiteX2" fmla="*/ 0 w 15875"/>
                <a:gd name="connsiteY2" fmla="*/ 0 h 1663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875" h="1663700">
                  <a:moveTo>
                    <a:pt x="15875" y="1663700"/>
                  </a:moveTo>
                  <a:lnTo>
                    <a:pt x="15875" y="0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C00000"/>
              </a:solidFill>
              <a:tailEnd type="triangle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189" name="Group 188">
              <a:extLst>
                <a:ext uri="{FF2B5EF4-FFF2-40B4-BE49-F238E27FC236}">
                  <a16:creationId xmlns:a16="http://schemas.microsoft.com/office/drawing/2014/main" id="{507EC540-4062-C043-B3A2-50A19C3A7ED6}"/>
                </a:ext>
              </a:extLst>
            </p:cNvPr>
            <p:cNvGrpSpPr/>
            <p:nvPr/>
          </p:nvGrpSpPr>
          <p:grpSpPr>
            <a:xfrm>
              <a:off x="2134450" y="2567187"/>
              <a:ext cx="313044" cy="369332"/>
              <a:chOff x="1712175" y="2510037"/>
              <a:chExt cx="313044" cy="369332"/>
            </a:xfrm>
          </p:grpSpPr>
          <p:sp>
            <p:nvSpPr>
              <p:cNvPr id="190" name="Oval 189">
                <a:extLst>
                  <a:ext uri="{FF2B5EF4-FFF2-40B4-BE49-F238E27FC236}">
                    <a16:creationId xmlns:a16="http://schemas.microsoft.com/office/drawing/2014/main" id="{0977EF44-1278-FE42-A8DE-61716D09F76C}"/>
                  </a:ext>
                </a:extLst>
              </p:cNvPr>
              <p:cNvSpPr/>
              <p:nvPr/>
            </p:nvSpPr>
            <p:spPr>
              <a:xfrm>
                <a:off x="1744575" y="2568927"/>
                <a:ext cx="251755" cy="263122"/>
              </a:xfrm>
              <a:prstGeom prst="ellipse">
                <a:avLst/>
              </a:prstGeom>
              <a:solidFill>
                <a:srgbClr val="FFFFFF"/>
              </a:solidFill>
              <a:ln w="12700">
                <a:solidFill>
                  <a:srgbClr val="C00000"/>
                </a:solidFill>
              </a:ln>
            </p:spPr>
            <p:txBody>
              <a:bodyPr vert="horz" wrap="non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191" name="TextBox 190">
                <a:extLst>
                  <a:ext uri="{FF2B5EF4-FFF2-40B4-BE49-F238E27FC236}">
                    <a16:creationId xmlns:a16="http://schemas.microsoft.com/office/drawing/2014/main" id="{B5432766-828E-C04D-ABCA-C75B145EB832}"/>
                  </a:ext>
                </a:extLst>
              </p:cNvPr>
              <p:cNvSpPr txBox="1"/>
              <p:nvPr/>
            </p:nvSpPr>
            <p:spPr>
              <a:xfrm>
                <a:off x="1712175" y="2510037"/>
                <a:ext cx="313044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3</a:t>
                </a:r>
              </a:p>
            </p:txBody>
          </p:sp>
        </p:grpSp>
      </p:grpSp>
      <p:grpSp>
        <p:nvGrpSpPr>
          <p:cNvPr id="192" name="Group 191">
            <a:extLst>
              <a:ext uri="{FF2B5EF4-FFF2-40B4-BE49-F238E27FC236}">
                <a16:creationId xmlns:a16="http://schemas.microsoft.com/office/drawing/2014/main" id="{ED6C9655-72FC-7545-AA52-6CFDF3B16914}"/>
              </a:ext>
            </a:extLst>
          </p:cNvPr>
          <p:cNvGrpSpPr/>
          <p:nvPr/>
        </p:nvGrpSpPr>
        <p:grpSpPr>
          <a:xfrm>
            <a:off x="2349183" y="1803400"/>
            <a:ext cx="313044" cy="1539875"/>
            <a:chOff x="2349183" y="1803400"/>
            <a:chExt cx="313044" cy="1539875"/>
          </a:xfrm>
        </p:grpSpPr>
        <p:cxnSp>
          <p:nvCxnSpPr>
            <p:cNvPr id="193" name="Straight Arrow Connector 192">
              <a:extLst>
                <a:ext uri="{FF2B5EF4-FFF2-40B4-BE49-F238E27FC236}">
                  <a16:creationId xmlns:a16="http://schemas.microsoft.com/office/drawing/2014/main" id="{6AC89D17-D5C6-6E45-B074-38ECB645CCC6}"/>
                </a:ext>
              </a:extLst>
            </p:cNvPr>
            <p:cNvCxnSpPr/>
            <p:nvPr/>
          </p:nvCxnSpPr>
          <p:spPr>
            <a:xfrm>
              <a:off x="2498725" y="1803400"/>
              <a:ext cx="0" cy="1539875"/>
            </a:xfrm>
            <a:prstGeom prst="straightConnector1">
              <a:avLst/>
            </a:prstGeom>
            <a:ln w="19050">
              <a:solidFill>
                <a:srgbClr val="C0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94" name="Group 193">
              <a:extLst>
                <a:ext uri="{FF2B5EF4-FFF2-40B4-BE49-F238E27FC236}">
                  <a16:creationId xmlns:a16="http://schemas.microsoft.com/office/drawing/2014/main" id="{80049483-7D31-F243-8B3C-B01AB5BDA5CA}"/>
                </a:ext>
              </a:extLst>
            </p:cNvPr>
            <p:cNvGrpSpPr/>
            <p:nvPr/>
          </p:nvGrpSpPr>
          <p:grpSpPr>
            <a:xfrm>
              <a:off x="2349183" y="1906331"/>
              <a:ext cx="313044" cy="369332"/>
              <a:chOff x="415641" y="1967287"/>
              <a:chExt cx="313044" cy="369332"/>
            </a:xfrm>
          </p:grpSpPr>
          <p:sp>
            <p:nvSpPr>
              <p:cNvPr id="195" name="Oval 194">
                <a:extLst>
                  <a:ext uri="{FF2B5EF4-FFF2-40B4-BE49-F238E27FC236}">
                    <a16:creationId xmlns:a16="http://schemas.microsoft.com/office/drawing/2014/main" id="{229791A0-9A65-A14B-97D3-B95ED9B13C71}"/>
                  </a:ext>
                </a:extLst>
              </p:cNvPr>
              <p:cNvSpPr/>
              <p:nvPr/>
            </p:nvSpPr>
            <p:spPr>
              <a:xfrm>
                <a:off x="448041" y="2026177"/>
                <a:ext cx="251755" cy="263122"/>
              </a:xfrm>
              <a:prstGeom prst="ellipse">
                <a:avLst/>
              </a:prstGeom>
              <a:solidFill>
                <a:srgbClr val="FFFFFF"/>
              </a:solidFill>
              <a:ln w="12700">
                <a:solidFill>
                  <a:srgbClr val="C00000"/>
                </a:solidFill>
              </a:ln>
            </p:spPr>
            <p:txBody>
              <a:bodyPr vert="horz" wrap="non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196" name="TextBox 195">
                <a:extLst>
                  <a:ext uri="{FF2B5EF4-FFF2-40B4-BE49-F238E27FC236}">
                    <a16:creationId xmlns:a16="http://schemas.microsoft.com/office/drawing/2014/main" id="{FFD05E5B-5187-8143-8FCD-A82AF7D7023C}"/>
                  </a:ext>
                </a:extLst>
              </p:cNvPr>
              <p:cNvSpPr txBox="1"/>
              <p:nvPr/>
            </p:nvSpPr>
            <p:spPr>
              <a:xfrm>
                <a:off x="415641" y="1967287"/>
                <a:ext cx="313044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4</a:t>
                </a: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404269384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med" p14:dur="700">
        <p:fade/>
      </p:transition>
    </mc:Choice>
    <mc:Fallback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1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1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8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514CDCE-0C8F-C747-8D72-8526FD582AA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49624" y="131206"/>
            <a:ext cx="11842376" cy="1143000"/>
          </a:xfrm>
        </p:spPr>
        <p:txBody>
          <a:bodyPr>
            <a:noAutofit/>
          </a:bodyPr>
          <a:lstStyle/>
          <a:p>
            <a:r>
              <a:rPr lang="en-US" dirty="0">
                <a:latin typeface="Calibri Light" panose="020F0302020204030204" pitchFamily="34" charset="0"/>
                <a:cs typeface="Calibri Light" panose="020F0302020204030204" pitchFamily="34" charset="0"/>
              </a:rPr>
              <a:t>Google ORION SDN control plane</a:t>
            </a:r>
          </a:p>
        </p:txBody>
      </p:sp>
      <p:sp>
        <p:nvSpPr>
          <p:cNvPr id="16" name="Content Placeholder 15">
            <a:extLst>
              <a:ext uri="{FF2B5EF4-FFF2-40B4-BE49-F238E27FC236}">
                <a16:creationId xmlns:a16="http://schemas.microsoft.com/office/drawing/2014/main" id="{91FA4711-014C-F940-9645-5A793C75FA42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478970" y="1392312"/>
            <a:ext cx="11255829" cy="1068500"/>
          </a:xfrm>
        </p:spPr>
        <p:txBody>
          <a:bodyPr>
            <a:normAutofit/>
          </a:bodyPr>
          <a:lstStyle/>
          <a:p>
            <a:pPr marL="0" indent="0">
              <a:buNone/>
            </a:pPr>
            <a:r>
              <a:rPr lang="en-US" sz="3200" dirty="0">
                <a:solidFill>
                  <a:srgbClr val="880510"/>
                </a:solidFill>
              </a:rPr>
              <a:t>ORION: </a:t>
            </a:r>
            <a:r>
              <a:rPr lang="en-US" sz="3200" dirty="0"/>
              <a:t>Google’s SDN control plane </a:t>
            </a:r>
            <a:r>
              <a:rPr lang="en-US" sz="2000" dirty="0"/>
              <a:t>(</a:t>
            </a:r>
            <a:r>
              <a:rPr lang="en-US" sz="2000" i="1" dirty="0"/>
              <a:t>NSDI’21</a:t>
            </a:r>
            <a:r>
              <a:rPr lang="en-US" sz="2000" dirty="0"/>
              <a:t>): </a:t>
            </a:r>
            <a:r>
              <a:rPr lang="en-US" sz="3200" dirty="0"/>
              <a:t>control plane for Google’s datacenter (Jupiter) and wide area (B4) networks</a:t>
            </a:r>
          </a:p>
          <a:p>
            <a:pPr marL="0" indent="0">
              <a:buNone/>
            </a:pPr>
            <a:endParaRPr lang="en-US" sz="3200" i="1" dirty="0">
              <a:solidFill>
                <a:srgbClr val="C00000"/>
              </a:solidFill>
            </a:endParaRPr>
          </a:p>
        </p:txBody>
      </p:sp>
      <p:pic>
        <p:nvPicPr>
          <p:cNvPr id="4" name="Picture 3">
            <a:extLst>
              <a:ext uri="{FF2B5EF4-FFF2-40B4-BE49-F238E27FC236}">
                <a16:creationId xmlns:a16="http://schemas.microsoft.com/office/drawing/2014/main" id="{4388AF2D-8AEF-D242-60F2-41ABDFF12472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640911" y="2951108"/>
            <a:ext cx="5137845" cy="2936631"/>
          </a:xfrm>
          <a:prstGeom prst="rect">
            <a:avLst/>
          </a:prstGeom>
        </p:spPr>
      </p:pic>
      <p:sp>
        <p:nvSpPr>
          <p:cNvPr id="5" name="TextBox 4">
            <a:extLst>
              <a:ext uri="{FF2B5EF4-FFF2-40B4-BE49-F238E27FC236}">
                <a16:creationId xmlns:a16="http://schemas.microsoft.com/office/drawing/2014/main" id="{E98D8EDD-B412-47B3-0D23-6DC1B85B5B7D}"/>
              </a:ext>
            </a:extLst>
          </p:cNvPr>
          <p:cNvSpPr txBox="1"/>
          <p:nvPr/>
        </p:nvSpPr>
        <p:spPr>
          <a:xfrm>
            <a:off x="7336693" y="2624165"/>
            <a:ext cx="3721916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/>
              <a:t>Orion SDN architecture and core apps</a:t>
            </a:r>
          </a:p>
        </p:txBody>
      </p:sp>
      <p:sp>
        <p:nvSpPr>
          <p:cNvPr id="326" name="Content Placeholder 15">
            <a:extLst>
              <a:ext uri="{FF2B5EF4-FFF2-40B4-BE49-F238E27FC236}">
                <a16:creationId xmlns:a16="http://schemas.microsoft.com/office/drawing/2014/main" id="{09EAFFBC-B2BB-0EBE-2A05-616BD9ED3199}"/>
              </a:ext>
            </a:extLst>
          </p:cNvPr>
          <p:cNvSpPr txBox="1">
            <a:spLocks/>
          </p:cNvSpPr>
          <p:nvPr/>
        </p:nvSpPr>
        <p:spPr>
          <a:xfrm>
            <a:off x="710281" y="2649071"/>
            <a:ext cx="5744307" cy="3328396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42900" indent="-342900" algn="l" defTabSz="457200" rtl="0" eaLnBrk="1" latinLnBrk="0" hangingPunct="1">
              <a:spcBef>
                <a:spcPct val="20000"/>
              </a:spcBef>
              <a:buClr>
                <a:srgbClr val="000090"/>
              </a:buClr>
              <a:buFont typeface="Wingdings" charset="2"/>
              <a:buChar char="§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457200" rtl="0" eaLnBrk="1" latinLnBrk="0" hangingPunct="1">
              <a:spcBef>
                <a:spcPct val="20000"/>
              </a:spcBef>
              <a:buClr>
                <a:srgbClr val="000090"/>
              </a:buClr>
              <a:buFont typeface="Arial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457200" rtl="0" eaLnBrk="1" latinLnBrk="0" hangingPunct="1">
              <a:spcBef>
                <a:spcPct val="20000"/>
              </a:spcBef>
              <a:buFont typeface="Arial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457200" rtl="0" eaLnBrk="1" latinLnBrk="0" hangingPunct="1">
              <a:spcBef>
                <a:spcPct val="20000"/>
              </a:spcBef>
              <a:buFont typeface="Arial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39713" indent="-239713"/>
            <a:r>
              <a:rPr lang="en-US" sz="2400" dirty="0">
                <a:solidFill>
                  <a:srgbClr val="880510"/>
                </a:solidFill>
              </a:rPr>
              <a:t>routing</a:t>
            </a:r>
            <a:r>
              <a:rPr lang="en-US" sz="2400" dirty="0"/>
              <a:t> (intradomain, iBGP), traffic engineering: implemented in </a:t>
            </a:r>
            <a:r>
              <a:rPr lang="en-US" sz="2400" i="1" dirty="0"/>
              <a:t>applications</a:t>
            </a:r>
            <a:r>
              <a:rPr lang="en-US" sz="2400" dirty="0"/>
              <a:t> on top of ORION core</a:t>
            </a:r>
          </a:p>
          <a:p>
            <a:pPr marL="239713" indent="-239713"/>
            <a:r>
              <a:rPr lang="en-US" sz="2400" dirty="0">
                <a:solidFill>
                  <a:srgbClr val="880510"/>
                </a:solidFill>
              </a:rPr>
              <a:t>edge-edge flow-based</a:t>
            </a:r>
            <a:r>
              <a:rPr lang="en-US" sz="2400" dirty="0"/>
              <a:t> controls (e.g., CoFlow scheduling) to meet contract SLAs</a:t>
            </a:r>
          </a:p>
          <a:p>
            <a:pPr marL="239713" indent="-239713"/>
            <a:r>
              <a:rPr lang="en-US" sz="2400" dirty="0">
                <a:solidFill>
                  <a:srgbClr val="880510"/>
                </a:solidFill>
              </a:rPr>
              <a:t>management: </a:t>
            </a:r>
            <a:r>
              <a:rPr lang="en-US" sz="2400" dirty="0"/>
              <a:t>pub-sub distributed microservices in Orion core, OpenFlow for switch signaling/monitoring </a:t>
            </a:r>
          </a:p>
        </p:txBody>
      </p:sp>
      <p:sp>
        <p:nvSpPr>
          <p:cNvPr id="6" name="Oval 5">
            <a:extLst>
              <a:ext uri="{FF2B5EF4-FFF2-40B4-BE49-F238E27FC236}">
                <a16:creationId xmlns:a16="http://schemas.microsoft.com/office/drawing/2014/main" id="{1F809381-35E3-62BA-97B5-7EB2C1C435FF}"/>
              </a:ext>
            </a:extLst>
          </p:cNvPr>
          <p:cNvSpPr/>
          <p:nvPr/>
        </p:nvSpPr>
        <p:spPr>
          <a:xfrm>
            <a:off x="9381067" y="2946400"/>
            <a:ext cx="1490134" cy="643467"/>
          </a:xfrm>
          <a:prstGeom prst="ellipse">
            <a:avLst/>
          </a:prstGeom>
          <a:noFill/>
          <a:ln w="47625">
            <a:solidFill>
              <a:srgbClr val="CC0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28" name="Oval 327">
            <a:extLst>
              <a:ext uri="{FF2B5EF4-FFF2-40B4-BE49-F238E27FC236}">
                <a16:creationId xmlns:a16="http://schemas.microsoft.com/office/drawing/2014/main" id="{3BF7F104-DFF9-E426-CE05-D9C1F60E41CA}"/>
              </a:ext>
            </a:extLst>
          </p:cNvPr>
          <p:cNvSpPr/>
          <p:nvPr/>
        </p:nvSpPr>
        <p:spPr>
          <a:xfrm>
            <a:off x="10566400" y="3031066"/>
            <a:ext cx="1032934" cy="575733"/>
          </a:xfrm>
          <a:prstGeom prst="ellipse">
            <a:avLst/>
          </a:prstGeom>
          <a:noFill/>
          <a:ln w="47625">
            <a:solidFill>
              <a:srgbClr val="CC0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29" name="Oval 328">
            <a:extLst>
              <a:ext uri="{FF2B5EF4-FFF2-40B4-BE49-F238E27FC236}">
                <a16:creationId xmlns:a16="http://schemas.microsoft.com/office/drawing/2014/main" id="{9469BB83-3C48-4D41-7E6A-44C0A90E1D94}"/>
              </a:ext>
            </a:extLst>
          </p:cNvPr>
          <p:cNvSpPr/>
          <p:nvPr/>
        </p:nvSpPr>
        <p:spPr>
          <a:xfrm>
            <a:off x="6993467" y="3945466"/>
            <a:ext cx="1490134" cy="643467"/>
          </a:xfrm>
          <a:prstGeom prst="ellipse">
            <a:avLst/>
          </a:prstGeom>
          <a:noFill/>
          <a:ln w="47625">
            <a:solidFill>
              <a:srgbClr val="CC0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71F2896D-5E7E-A414-FFDF-E399BAFB4662}"/>
              </a:ext>
            </a:extLst>
          </p:cNvPr>
          <p:cNvSpPr txBox="1"/>
          <p:nvPr/>
        </p:nvSpPr>
        <p:spPr>
          <a:xfrm>
            <a:off x="1964267" y="6119336"/>
            <a:ext cx="8716810" cy="73866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400" dirty="0">
                <a:solidFill>
                  <a:srgbClr val="880510"/>
                </a:solidFill>
              </a:rPr>
              <a:t>Note: </a:t>
            </a:r>
            <a:r>
              <a:rPr lang="en-US" sz="2400" dirty="0"/>
              <a:t>ORION provides </a:t>
            </a:r>
            <a:r>
              <a:rPr lang="en-US" sz="2400" i="1" dirty="0">
                <a:solidFill>
                  <a:srgbClr val="880510"/>
                </a:solidFill>
              </a:rPr>
              <a:t>intradomain</a:t>
            </a:r>
            <a:r>
              <a:rPr lang="en-US" sz="2400" dirty="0">
                <a:solidFill>
                  <a:srgbClr val="880510"/>
                </a:solidFill>
              </a:rPr>
              <a:t> </a:t>
            </a:r>
            <a:r>
              <a:rPr lang="en-US" sz="2400" dirty="0"/>
              <a:t>services</a:t>
            </a:r>
            <a:r>
              <a:rPr lang="en-US" sz="2400" dirty="0">
                <a:solidFill>
                  <a:srgbClr val="880510"/>
                </a:solidFill>
              </a:rPr>
              <a:t> </a:t>
            </a:r>
            <a:r>
              <a:rPr lang="en-US" sz="2400" dirty="0"/>
              <a:t>within Google’s network</a:t>
            </a:r>
          </a:p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465754754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med" p14:dur="700">
        <p:fade/>
      </p:transition>
    </mc:Choice>
    <mc:Fallback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32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500"/>
                            </p:stCondLst>
                            <p:childTnLst>
                              <p:par>
                                <p:cTn id="18" presetID="9" presetClass="exit" presetSubtype="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9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1000"/>
                            </p:stCondLst>
                            <p:childTnLst>
                              <p:par>
                                <p:cTn id="22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4" dur="500"/>
                                        <p:tgtEl>
                                          <p:spTgt spid="3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3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500"/>
                                        <p:tgtEl>
                                          <p:spTgt spid="32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9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34" dur="500"/>
                                        <p:tgtEl>
                                          <p:spTgt spid="32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6" presetID="9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37" dur="500"/>
                                        <p:tgtEl>
                                          <p:spTgt spid="32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3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6" grpId="1" animBg="1"/>
      <p:bldP spid="328" grpId="0" animBg="1"/>
      <p:bldP spid="328" grpId="1" animBg="1"/>
      <p:bldP spid="329" grpId="0" animBg="1"/>
      <p:bldP spid="329" grpId="1" animBg="1"/>
      <p:bldP spid="7" grpId="0"/>
    </p:bldLst>
  </p:timing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FECD85E7-B9DB-9043-B7EC-8C0919E801A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276457"/>
            <a:ext cx="10998896" cy="894622"/>
          </a:xfrm>
        </p:spPr>
        <p:txBody>
          <a:bodyPr>
            <a:noAutofit/>
          </a:bodyPr>
          <a:lstStyle/>
          <a:p>
            <a:r>
              <a:rPr lang="en-US" b="0" dirty="0"/>
              <a:t>OpenDaylight (ODL) controller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8F71119-17C6-6045-B8FE-FECA68C801C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86</a:t>
            </a:fld>
            <a:endParaRPr lang="en-US" dirty="0"/>
          </a:p>
        </p:txBody>
      </p:sp>
      <p:sp>
        <p:nvSpPr>
          <p:cNvPr id="162" name="Rounded Rectangle 161">
            <a:extLst>
              <a:ext uri="{FF2B5EF4-FFF2-40B4-BE49-F238E27FC236}">
                <a16:creationId xmlns:a16="http://schemas.microsoft.com/office/drawing/2014/main" id="{C8CC017A-00C4-9946-A15C-67BB2E830C62}"/>
              </a:ext>
            </a:extLst>
          </p:cNvPr>
          <p:cNvSpPr/>
          <p:nvPr/>
        </p:nvSpPr>
        <p:spPr>
          <a:xfrm>
            <a:off x="1308970" y="4619179"/>
            <a:ext cx="4650377" cy="608051"/>
          </a:xfrm>
          <a:prstGeom prst="roundRect">
            <a:avLst/>
          </a:prstGeom>
          <a:solidFill>
            <a:srgbClr val="AAE2CA">
              <a:lumMod val="75000"/>
            </a:srgbClr>
          </a:solidFill>
          <a:ln w="12700">
            <a:noFill/>
            <a:tailEnd type="arrow"/>
          </a:ln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63" name="TextBox 162">
            <a:extLst>
              <a:ext uri="{FF2B5EF4-FFF2-40B4-BE49-F238E27FC236}">
                <a16:creationId xmlns:a16="http://schemas.microsoft.com/office/drawing/2014/main" id="{6F0F8666-A6F4-624D-80E8-0EF23C207C6A}"/>
              </a:ext>
            </a:extLst>
          </p:cNvPr>
          <p:cNvSpPr txBox="1"/>
          <p:nvPr/>
        </p:nvSpPr>
        <p:spPr>
          <a:xfrm>
            <a:off x="5681552" y="1744109"/>
            <a:ext cx="3822666" cy="2689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80000"/>
              </a:lnSpc>
            </a:pPr>
            <a:r>
              <a:rPr lang="en-US" sz="1400" dirty="0"/>
              <a:t>Network Orchestrations and Applications</a:t>
            </a:r>
          </a:p>
        </p:txBody>
      </p:sp>
      <p:sp>
        <p:nvSpPr>
          <p:cNvPr id="164" name="TextBox 163">
            <a:extLst>
              <a:ext uri="{FF2B5EF4-FFF2-40B4-BE49-F238E27FC236}">
                <a16:creationId xmlns:a16="http://schemas.microsoft.com/office/drawing/2014/main" id="{FF004744-3AD2-D540-B9A0-A2DECC02E138}"/>
              </a:ext>
            </a:extLst>
          </p:cNvPr>
          <p:cNvSpPr txBox="1"/>
          <p:nvPr/>
        </p:nvSpPr>
        <p:spPr>
          <a:xfrm>
            <a:off x="5899099" y="5275766"/>
            <a:ext cx="1522626" cy="2689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80000"/>
              </a:lnSpc>
            </a:pPr>
            <a:r>
              <a:rPr lang="en-US" sz="1400" dirty="0"/>
              <a:t>Southbound API</a:t>
            </a:r>
          </a:p>
        </p:txBody>
      </p:sp>
      <p:cxnSp>
        <p:nvCxnSpPr>
          <p:cNvPr id="165" name="Straight Connector 164">
            <a:extLst>
              <a:ext uri="{FF2B5EF4-FFF2-40B4-BE49-F238E27FC236}">
                <a16:creationId xmlns:a16="http://schemas.microsoft.com/office/drawing/2014/main" id="{B21516A3-9168-5A49-BB27-52176C92B938}"/>
              </a:ext>
            </a:extLst>
          </p:cNvPr>
          <p:cNvCxnSpPr/>
          <p:nvPr/>
        </p:nvCxnSpPr>
        <p:spPr>
          <a:xfrm>
            <a:off x="1309488" y="2192290"/>
            <a:ext cx="4651048" cy="0"/>
          </a:xfrm>
          <a:prstGeom prst="line">
            <a:avLst/>
          </a:prstGeom>
          <a:ln w="19050">
            <a:solidFill>
              <a:schemeClr val="tx1"/>
            </a:solidFill>
            <a:prstDash val="dash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6" name="Straight Connector 165">
            <a:extLst>
              <a:ext uri="{FF2B5EF4-FFF2-40B4-BE49-F238E27FC236}">
                <a16:creationId xmlns:a16="http://schemas.microsoft.com/office/drawing/2014/main" id="{29BC885E-78A5-8040-BF18-CE689C6B08AA}"/>
              </a:ext>
            </a:extLst>
          </p:cNvPr>
          <p:cNvCxnSpPr/>
          <p:nvPr/>
        </p:nvCxnSpPr>
        <p:spPr>
          <a:xfrm>
            <a:off x="1309488" y="5372503"/>
            <a:ext cx="4651048" cy="0"/>
          </a:xfrm>
          <a:prstGeom prst="line">
            <a:avLst/>
          </a:prstGeom>
          <a:ln w="19050">
            <a:solidFill>
              <a:schemeClr val="tx1"/>
            </a:solidFill>
            <a:prstDash val="dash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67" name="TextBox 166">
            <a:extLst>
              <a:ext uri="{FF2B5EF4-FFF2-40B4-BE49-F238E27FC236}">
                <a16:creationId xmlns:a16="http://schemas.microsoft.com/office/drawing/2014/main" id="{7BF5FF90-0F5D-2747-A02F-8A87EA67E8F7}"/>
              </a:ext>
            </a:extLst>
          </p:cNvPr>
          <p:cNvSpPr txBox="1"/>
          <p:nvPr/>
        </p:nvSpPr>
        <p:spPr>
          <a:xfrm>
            <a:off x="5995216" y="4715575"/>
            <a:ext cx="1897871" cy="49449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80000"/>
              </a:lnSpc>
            </a:pPr>
            <a:r>
              <a:rPr lang="en-US" sz="1600" dirty="0"/>
              <a:t>Service Abstraction Layer (SAL)</a:t>
            </a:r>
          </a:p>
        </p:txBody>
      </p:sp>
      <p:grpSp>
        <p:nvGrpSpPr>
          <p:cNvPr id="168" name="Group 167">
            <a:extLst>
              <a:ext uri="{FF2B5EF4-FFF2-40B4-BE49-F238E27FC236}">
                <a16:creationId xmlns:a16="http://schemas.microsoft.com/office/drawing/2014/main" id="{FFB315C9-1489-AE40-95EE-74F812551DAE}"/>
              </a:ext>
            </a:extLst>
          </p:cNvPr>
          <p:cNvGrpSpPr/>
          <p:nvPr/>
        </p:nvGrpSpPr>
        <p:grpSpPr>
          <a:xfrm>
            <a:off x="2093457" y="4642702"/>
            <a:ext cx="1432506" cy="565047"/>
            <a:chOff x="1241687" y="4404708"/>
            <a:chExt cx="1432506" cy="565047"/>
          </a:xfrm>
        </p:grpSpPr>
        <p:sp>
          <p:nvSpPr>
            <p:cNvPr id="169" name="Can 168">
              <a:extLst>
                <a:ext uri="{FF2B5EF4-FFF2-40B4-BE49-F238E27FC236}">
                  <a16:creationId xmlns:a16="http://schemas.microsoft.com/office/drawing/2014/main" id="{9953BCEF-D2AD-5946-98C0-53736B109982}"/>
                </a:ext>
              </a:extLst>
            </p:cNvPr>
            <p:cNvSpPr/>
            <p:nvPr/>
          </p:nvSpPr>
          <p:spPr>
            <a:xfrm>
              <a:off x="1255867" y="4404708"/>
              <a:ext cx="1383280" cy="550146"/>
            </a:xfrm>
            <a:prstGeom prst="can">
              <a:avLst/>
            </a:prstGeom>
            <a:gradFill flip="none" rotWithShape="1">
              <a:gsLst>
                <a:gs pos="2000">
                  <a:schemeClr val="accent6">
                    <a:lumMod val="20000"/>
                    <a:lumOff val="80000"/>
                  </a:schemeClr>
                </a:gs>
                <a:gs pos="100000">
                  <a:schemeClr val="accent6">
                    <a:lumMod val="40000"/>
                    <a:lumOff val="60000"/>
                  </a:schemeClr>
                </a:gs>
              </a:gsLst>
              <a:lin ang="10800000" scaled="0"/>
              <a:tileRect/>
            </a:gra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dirty="0"/>
            </a:p>
          </p:txBody>
        </p:sp>
        <p:sp>
          <p:nvSpPr>
            <p:cNvPr id="170" name="TextBox 169">
              <a:extLst>
                <a:ext uri="{FF2B5EF4-FFF2-40B4-BE49-F238E27FC236}">
                  <a16:creationId xmlns:a16="http://schemas.microsoft.com/office/drawing/2014/main" id="{B8FD4CC5-F553-244B-B2C9-9A547EC20D2D}"/>
                </a:ext>
              </a:extLst>
            </p:cNvPr>
            <p:cNvSpPr txBox="1"/>
            <p:nvPr/>
          </p:nvSpPr>
          <p:spPr>
            <a:xfrm>
              <a:off x="1241687" y="4428068"/>
              <a:ext cx="1432506" cy="54168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80000"/>
                </a:lnSpc>
              </a:pPr>
              <a:r>
                <a:rPr lang="en-US" sz="1200" dirty="0"/>
                <a:t>config. and operational data store</a:t>
              </a:r>
            </a:p>
          </p:txBody>
        </p:sp>
      </p:grpSp>
      <p:grpSp>
        <p:nvGrpSpPr>
          <p:cNvPr id="5" name="Group 4">
            <a:extLst>
              <a:ext uri="{FF2B5EF4-FFF2-40B4-BE49-F238E27FC236}">
                <a16:creationId xmlns:a16="http://schemas.microsoft.com/office/drawing/2014/main" id="{0B7C0880-49B6-4247-948E-F3019F060176}"/>
              </a:ext>
            </a:extLst>
          </p:cNvPr>
          <p:cNvGrpSpPr/>
          <p:nvPr/>
        </p:nvGrpSpPr>
        <p:grpSpPr>
          <a:xfrm>
            <a:off x="1235902" y="2266373"/>
            <a:ext cx="4650377" cy="608051"/>
            <a:chOff x="1235902" y="2266373"/>
            <a:chExt cx="4650377" cy="608051"/>
          </a:xfrm>
        </p:grpSpPr>
        <p:sp>
          <p:nvSpPr>
            <p:cNvPr id="149" name="Rounded Rectangle 148">
              <a:extLst>
                <a:ext uri="{FF2B5EF4-FFF2-40B4-BE49-F238E27FC236}">
                  <a16:creationId xmlns:a16="http://schemas.microsoft.com/office/drawing/2014/main" id="{E99A6AA0-07FB-1C4C-972D-6F9E4C71E394}"/>
                </a:ext>
              </a:extLst>
            </p:cNvPr>
            <p:cNvSpPr/>
            <p:nvPr/>
          </p:nvSpPr>
          <p:spPr>
            <a:xfrm>
              <a:off x="1235902" y="2266373"/>
              <a:ext cx="4650377" cy="608051"/>
            </a:xfrm>
            <a:prstGeom prst="roundRect">
              <a:avLst/>
            </a:prstGeom>
            <a:solidFill>
              <a:srgbClr val="AAE2CA">
                <a:lumMod val="75000"/>
              </a:srgbClr>
            </a:solidFill>
            <a:ln w="12700">
              <a:noFill/>
              <a:tailEnd type="arrow"/>
            </a:ln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71" name="TextBox 170">
              <a:extLst>
                <a:ext uri="{FF2B5EF4-FFF2-40B4-BE49-F238E27FC236}">
                  <a16:creationId xmlns:a16="http://schemas.microsoft.com/office/drawing/2014/main" id="{98CABA0F-314E-BA45-9AA9-E8C4D3C5FC78}"/>
                </a:ext>
              </a:extLst>
            </p:cNvPr>
            <p:cNvSpPr txBox="1"/>
            <p:nvPr/>
          </p:nvSpPr>
          <p:spPr>
            <a:xfrm>
              <a:off x="1537806" y="2409877"/>
              <a:ext cx="3977869" cy="3447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80000"/>
                </a:lnSpc>
              </a:pPr>
              <a:r>
                <a:rPr lang="en-US" sz="2000" dirty="0"/>
                <a:t>REST/RESTCONF/NETCONF APIs</a:t>
              </a:r>
            </a:p>
          </p:txBody>
        </p:sp>
      </p:grpSp>
      <p:sp>
        <p:nvSpPr>
          <p:cNvPr id="172" name="Left-Right Arrow 171">
            <a:extLst>
              <a:ext uri="{FF2B5EF4-FFF2-40B4-BE49-F238E27FC236}">
                <a16:creationId xmlns:a16="http://schemas.microsoft.com/office/drawing/2014/main" id="{CEACD9AC-2092-E047-B4D0-283CE33E7A75}"/>
              </a:ext>
            </a:extLst>
          </p:cNvPr>
          <p:cNvSpPr/>
          <p:nvPr/>
        </p:nvSpPr>
        <p:spPr>
          <a:xfrm>
            <a:off x="3955838" y="4663169"/>
            <a:ext cx="1061570" cy="484632"/>
          </a:xfrm>
          <a:prstGeom prst="leftRightArrow">
            <a:avLst/>
          </a:prstGeom>
          <a:gradFill flip="none" rotWithShape="1">
            <a:gsLst>
              <a:gs pos="50500">
                <a:schemeClr val="accent6">
                  <a:lumMod val="20000"/>
                  <a:lumOff val="80000"/>
                </a:schemeClr>
              </a:gs>
              <a:gs pos="1000">
                <a:schemeClr val="accent6">
                  <a:lumMod val="40000"/>
                  <a:lumOff val="60000"/>
                </a:schemeClr>
              </a:gs>
              <a:gs pos="100000">
                <a:schemeClr val="accent6">
                  <a:lumMod val="40000"/>
                  <a:lumOff val="60000"/>
                </a:schemeClr>
              </a:gs>
            </a:gsLst>
            <a:lin ang="10800000" scaled="0"/>
            <a:tileRect/>
          </a:gra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US" dirty="0"/>
          </a:p>
        </p:txBody>
      </p:sp>
      <p:sp>
        <p:nvSpPr>
          <p:cNvPr id="173" name="TextBox 172">
            <a:extLst>
              <a:ext uri="{FF2B5EF4-FFF2-40B4-BE49-F238E27FC236}">
                <a16:creationId xmlns:a16="http://schemas.microsoft.com/office/drawing/2014/main" id="{B126688D-F71F-1448-B2A4-406278585436}"/>
              </a:ext>
            </a:extLst>
          </p:cNvPr>
          <p:cNvSpPr txBox="1"/>
          <p:nvPr/>
        </p:nvSpPr>
        <p:spPr>
          <a:xfrm>
            <a:off x="3952599" y="4790714"/>
            <a:ext cx="109287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80000"/>
              </a:lnSpc>
            </a:pPr>
            <a:r>
              <a:rPr lang="en-US" sz="1200" dirty="0"/>
              <a:t>messaging</a:t>
            </a:r>
            <a:endParaRPr lang="en-US" sz="1400" dirty="0"/>
          </a:p>
        </p:txBody>
      </p:sp>
      <p:grpSp>
        <p:nvGrpSpPr>
          <p:cNvPr id="198" name="Group 197">
            <a:extLst>
              <a:ext uri="{FF2B5EF4-FFF2-40B4-BE49-F238E27FC236}">
                <a16:creationId xmlns:a16="http://schemas.microsoft.com/office/drawing/2014/main" id="{12144A80-6860-1441-8322-658023CCBAA6}"/>
              </a:ext>
            </a:extLst>
          </p:cNvPr>
          <p:cNvGrpSpPr/>
          <p:nvPr/>
        </p:nvGrpSpPr>
        <p:grpSpPr>
          <a:xfrm>
            <a:off x="1277743" y="5455564"/>
            <a:ext cx="822085" cy="280003"/>
            <a:chOff x="1847676" y="5679179"/>
            <a:chExt cx="822085" cy="280003"/>
          </a:xfrm>
        </p:grpSpPr>
        <p:sp>
          <p:nvSpPr>
            <p:cNvPr id="199" name="Rounded Rectangle 198">
              <a:extLst>
                <a:ext uri="{FF2B5EF4-FFF2-40B4-BE49-F238E27FC236}">
                  <a16:creationId xmlns:a16="http://schemas.microsoft.com/office/drawing/2014/main" id="{04C4DFD8-4C4A-5445-B7A8-13E1A3E86DBA}"/>
                </a:ext>
              </a:extLst>
            </p:cNvPr>
            <p:cNvSpPr/>
            <p:nvPr/>
          </p:nvSpPr>
          <p:spPr>
            <a:xfrm>
              <a:off x="1913844" y="5690540"/>
              <a:ext cx="691362" cy="268642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dirty="0"/>
            </a:p>
          </p:txBody>
        </p:sp>
        <p:sp>
          <p:nvSpPr>
            <p:cNvPr id="200" name="TextBox 199">
              <a:extLst>
                <a:ext uri="{FF2B5EF4-FFF2-40B4-BE49-F238E27FC236}">
                  <a16:creationId xmlns:a16="http://schemas.microsoft.com/office/drawing/2014/main" id="{6DCE99D5-D84B-F544-AF96-0E7F5BEEAD82}"/>
                </a:ext>
              </a:extLst>
            </p:cNvPr>
            <p:cNvSpPr txBox="1"/>
            <p:nvPr/>
          </p:nvSpPr>
          <p:spPr>
            <a:xfrm>
              <a:off x="1847676" y="5679179"/>
              <a:ext cx="822085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200" dirty="0"/>
                <a:t>OpenFlow</a:t>
              </a:r>
            </a:p>
          </p:txBody>
        </p:sp>
      </p:grpSp>
      <p:grpSp>
        <p:nvGrpSpPr>
          <p:cNvPr id="201" name="Group 200">
            <a:extLst>
              <a:ext uri="{FF2B5EF4-FFF2-40B4-BE49-F238E27FC236}">
                <a16:creationId xmlns:a16="http://schemas.microsoft.com/office/drawing/2014/main" id="{9705E1AB-CFA9-6D40-930E-63B6C2EA968F}"/>
              </a:ext>
            </a:extLst>
          </p:cNvPr>
          <p:cNvGrpSpPr/>
          <p:nvPr/>
        </p:nvGrpSpPr>
        <p:grpSpPr>
          <a:xfrm>
            <a:off x="2129149" y="5463049"/>
            <a:ext cx="788121" cy="276999"/>
            <a:chOff x="1868224" y="5689452"/>
            <a:chExt cx="788121" cy="276999"/>
          </a:xfrm>
        </p:grpSpPr>
        <p:sp>
          <p:nvSpPr>
            <p:cNvPr id="202" name="Rounded Rectangle 201">
              <a:extLst>
                <a:ext uri="{FF2B5EF4-FFF2-40B4-BE49-F238E27FC236}">
                  <a16:creationId xmlns:a16="http://schemas.microsoft.com/office/drawing/2014/main" id="{B017920D-3916-B147-928C-DF4E2AFFDE5C}"/>
                </a:ext>
              </a:extLst>
            </p:cNvPr>
            <p:cNvSpPr/>
            <p:nvPr/>
          </p:nvSpPr>
          <p:spPr>
            <a:xfrm>
              <a:off x="1913844" y="5690540"/>
              <a:ext cx="691362" cy="268642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dirty="0"/>
            </a:p>
          </p:txBody>
        </p:sp>
        <p:sp>
          <p:nvSpPr>
            <p:cNvPr id="203" name="TextBox 202">
              <a:extLst>
                <a:ext uri="{FF2B5EF4-FFF2-40B4-BE49-F238E27FC236}">
                  <a16:creationId xmlns:a16="http://schemas.microsoft.com/office/drawing/2014/main" id="{9A25D69A-84AB-9F46-B927-5BB89F11808D}"/>
                </a:ext>
              </a:extLst>
            </p:cNvPr>
            <p:cNvSpPr txBox="1"/>
            <p:nvPr/>
          </p:nvSpPr>
          <p:spPr>
            <a:xfrm>
              <a:off x="1868224" y="5689452"/>
              <a:ext cx="788121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200" dirty="0"/>
                <a:t>NETCONF</a:t>
              </a:r>
            </a:p>
          </p:txBody>
        </p:sp>
      </p:grpSp>
      <p:grpSp>
        <p:nvGrpSpPr>
          <p:cNvPr id="204" name="Group 203">
            <a:extLst>
              <a:ext uri="{FF2B5EF4-FFF2-40B4-BE49-F238E27FC236}">
                <a16:creationId xmlns:a16="http://schemas.microsoft.com/office/drawing/2014/main" id="{2D0E2116-B0E4-764D-B1DA-1FA1C18F1259}"/>
              </a:ext>
            </a:extLst>
          </p:cNvPr>
          <p:cNvGrpSpPr/>
          <p:nvPr/>
        </p:nvGrpSpPr>
        <p:grpSpPr>
          <a:xfrm>
            <a:off x="3026352" y="5450427"/>
            <a:ext cx="691362" cy="285140"/>
            <a:chOff x="1913844" y="5674042"/>
            <a:chExt cx="691362" cy="285140"/>
          </a:xfrm>
        </p:grpSpPr>
        <p:sp>
          <p:nvSpPr>
            <p:cNvPr id="205" name="Rounded Rectangle 204">
              <a:extLst>
                <a:ext uri="{FF2B5EF4-FFF2-40B4-BE49-F238E27FC236}">
                  <a16:creationId xmlns:a16="http://schemas.microsoft.com/office/drawing/2014/main" id="{A1D89E81-8E4F-6C4C-8D7B-E590715089FC}"/>
                </a:ext>
              </a:extLst>
            </p:cNvPr>
            <p:cNvSpPr/>
            <p:nvPr/>
          </p:nvSpPr>
          <p:spPr>
            <a:xfrm>
              <a:off x="1913844" y="5690540"/>
              <a:ext cx="691362" cy="268642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dirty="0"/>
            </a:p>
          </p:txBody>
        </p:sp>
        <p:sp>
          <p:nvSpPr>
            <p:cNvPr id="206" name="TextBox 205">
              <a:extLst>
                <a:ext uri="{FF2B5EF4-FFF2-40B4-BE49-F238E27FC236}">
                  <a16:creationId xmlns:a16="http://schemas.microsoft.com/office/drawing/2014/main" id="{CD57094C-E93F-AA40-8563-CE8F229175DE}"/>
                </a:ext>
              </a:extLst>
            </p:cNvPr>
            <p:cNvSpPr txBox="1"/>
            <p:nvPr/>
          </p:nvSpPr>
          <p:spPr>
            <a:xfrm>
              <a:off x="1960779" y="5674042"/>
              <a:ext cx="569387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200" dirty="0"/>
                <a:t>SNMP</a:t>
              </a:r>
            </a:p>
          </p:txBody>
        </p:sp>
      </p:grpSp>
      <p:grpSp>
        <p:nvGrpSpPr>
          <p:cNvPr id="207" name="Group 206">
            <a:extLst>
              <a:ext uri="{FF2B5EF4-FFF2-40B4-BE49-F238E27FC236}">
                <a16:creationId xmlns:a16="http://schemas.microsoft.com/office/drawing/2014/main" id="{CB5A64D2-BE93-9945-BDA8-B6C42A99F200}"/>
              </a:ext>
            </a:extLst>
          </p:cNvPr>
          <p:cNvGrpSpPr/>
          <p:nvPr/>
        </p:nvGrpSpPr>
        <p:grpSpPr>
          <a:xfrm>
            <a:off x="3812147" y="5466268"/>
            <a:ext cx="691362" cy="276999"/>
            <a:chOff x="1913844" y="5687320"/>
            <a:chExt cx="691362" cy="276999"/>
          </a:xfrm>
        </p:grpSpPr>
        <p:sp>
          <p:nvSpPr>
            <p:cNvPr id="208" name="Rounded Rectangle 207">
              <a:extLst>
                <a:ext uri="{FF2B5EF4-FFF2-40B4-BE49-F238E27FC236}">
                  <a16:creationId xmlns:a16="http://schemas.microsoft.com/office/drawing/2014/main" id="{23BDE4FD-FFFC-6548-A27B-6E8CDA904615}"/>
                </a:ext>
              </a:extLst>
            </p:cNvPr>
            <p:cNvSpPr/>
            <p:nvPr/>
          </p:nvSpPr>
          <p:spPr>
            <a:xfrm>
              <a:off x="1913844" y="5690540"/>
              <a:ext cx="691362" cy="268642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dirty="0"/>
            </a:p>
          </p:txBody>
        </p:sp>
        <p:sp>
          <p:nvSpPr>
            <p:cNvPr id="209" name="TextBox 208">
              <a:extLst>
                <a:ext uri="{FF2B5EF4-FFF2-40B4-BE49-F238E27FC236}">
                  <a16:creationId xmlns:a16="http://schemas.microsoft.com/office/drawing/2014/main" id="{27BB7915-5F81-B94B-B7C8-490698C477FF}"/>
                </a:ext>
              </a:extLst>
            </p:cNvPr>
            <p:cNvSpPr txBox="1"/>
            <p:nvPr/>
          </p:nvSpPr>
          <p:spPr>
            <a:xfrm>
              <a:off x="1919204" y="5687320"/>
              <a:ext cx="622962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200" dirty="0"/>
                <a:t>OVSDB</a:t>
              </a:r>
            </a:p>
          </p:txBody>
        </p:sp>
      </p:grpSp>
      <p:sp>
        <p:nvSpPr>
          <p:cNvPr id="210" name="TextBox 209">
            <a:extLst>
              <a:ext uri="{FF2B5EF4-FFF2-40B4-BE49-F238E27FC236}">
                <a16:creationId xmlns:a16="http://schemas.microsoft.com/office/drawing/2014/main" id="{73CC6291-81F0-B648-975A-4070B595AE4F}"/>
              </a:ext>
            </a:extLst>
          </p:cNvPr>
          <p:cNvSpPr txBox="1"/>
          <p:nvPr/>
        </p:nvSpPr>
        <p:spPr>
          <a:xfrm>
            <a:off x="4573494" y="5218336"/>
            <a:ext cx="466543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mr-IN" sz="2800" b="1" dirty="0">
                <a:solidFill>
                  <a:schemeClr val="accent6">
                    <a:lumMod val="60000"/>
                    <a:lumOff val="40000"/>
                  </a:schemeClr>
                </a:solidFill>
              </a:rPr>
              <a:t>…</a:t>
            </a:r>
            <a:endParaRPr lang="en-US" sz="2800" b="1" dirty="0">
              <a:solidFill>
                <a:schemeClr val="accent6">
                  <a:lumMod val="60000"/>
                  <a:lumOff val="40000"/>
                </a:schemeClr>
              </a:solidFill>
            </a:endParaRPr>
          </a:p>
        </p:txBody>
      </p:sp>
      <p:sp>
        <p:nvSpPr>
          <p:cNvPr id="211" name="TextBox 210">
            <a:extLst>
              <a:ext uri="{FF2B5EF4-FFF2-40B4-BE49-F238E27FC236}">
                <a16:creationId xmlns:a16="http://schemas.microsoft.com/office/drawing/2014/main" id="{5BA7F55D-3522-9D40-A236-6BF6C46857C7}"/>
              </a:ext>
            </a:extLst>
          </p:cNvPr>
          <p:cNvSpPr txBox="1"/>
          <p:nvPr/>
        </p:nvSpPr>
        <p:spPr>
          <a:xfrm>
            <a:off x="5954516" y="2068088"/>
            <a:ext cx="1522626" cy="27186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80000"/>
              </a:lnSpc>
            </a:pPr>
            <a:r>
              <a:rPr lang="en-US" sz="1400" dirty="0"/>
              <a:t>Northbound API</a:t>
            </a:r>
          </a:p>
        </p:txBody>
      </p:sp>
      <p:grpSp>
        <p:nvGrpSpPr>
          <p:cNvPr id="212" name="Group 211">
            <a:extLst>
              <a:ext uri="{FF2B5EF4-FFF2-40B4-BE49-F238E27FC236}">
                <a16:creationId xmlns:a16="http://schemas.microsoft.com/office/drawing/2014/main" id="{AB18DFF2-BC57-504A-AB36-36B0759BEDEE}"/>
              </a:ext>
            </a:extLst>
          </p:cNvPr>
          <p:cNvGrpSpPr/>
          <p:nvPr/>
        </p:nvGrpSpPr>
        <p:grpSpPr>
          <a:xfrm>
            <a:off x="1327583" y="1613766"/>
            <a:ext cx="1225156" cy="394344"/>
            <a:chOff x="475813" y="1375772"/>
            <a:chExt cx="1225156" cy="394344"/>
          </a:xfrm>
        </p:grpSpPr>
        <p:sp>
          <p:nvSpPr>
            <p:cNvPr id="213" name="Oval 212">
              <a:extLst>
                <a:ext uri="{FF2B5EF4-FFF2-40B4-BE49-F238E27FC236}">
                  <a16:creationId xmlns:a16="http://schemas.microsoft.com/office/drawing/2014/main" id="{63396159-2590-154F-A47D-AE772D5BD572}"/>
                </a:ext>
              </a:extLst>
            </p:cNvPr>
            <p:cNvSpPr/>
            <p:nvPr/>
          </p:nvSpPr>
          <p:spPr>
            <a:xfrm>
              <a:off x="594967" y="1375772"/>
              <a:ext cx="1008863" cy="381143"/>
            </a:xfrm>
            <a:prstGeom prst="ellipse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accent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dirty="0"/>
            </a:p>
          </p:txBody>
        </p:sp>
        <p:sp>
          <p:nvSpPr>
            <p:cNvPr id="214" name="TextBox 213">
              <a:extLst>
                <a:ext uri="{FF2B5EF4-FFF2-40B4-BE49-F238E27FC236}">
                  <a16:creationId xmlns:a16="http://schemas.microsoft.com/office/drawing/2014/main" id="{41968D74-6568-794B-A367-A89D3B0B6552}"/>
                </a:ext>
              </a:extLst>
            </p:cNvPr>
            <p:cNvSpPr txBox="1"/>
            <p:nvPr/>
          </p:nvSpPr>
          <p:spPr>
            <a:xfrm>
              <a:off x="475813" y="1376162"/>
              <a:ext cx="1225156" cy="3939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80000"/>
                </a:lnSpc>
              </a:pPr>
              <a:r>
                <a:rPr lang="en-US" sz="1200" dirty="0"/>
                <a:t>Traffic Engineering</a:t>
              </a:r>
            </a:p>
          </p:txBody>
        </p:sp>
      </p:grpSp>
      <p:sp>
        <p:nvSpPr>
          <p:cNvPr id="215" name="TextBox 214">
            <a:extLst>
              <a:ext uri="{FF2B5EF4-FFF2-40B4-BE49-F238E27FC236}">
                <a16:creationId xmlns:a16="http://schemas.microsoft.com/office/drawing/2014/main" id="{F7CEA7A9-733D-3645-97DD-66564F60D9A7}"/>
              </a:ext>
            </a:extLst>
          </p:cNvPr>
          <p:cNvSpPr txBox="1"/>
          <p:nvPr/>
        </p:nvSpPr>
        <p:spPr>
          <a:xfrm>
            <a:off x="4836745" y="1497096"/>
            <a:ext cx="466543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mr-IN" sz="2800" b="1" dirty="0">
                <a:solidFill>
                  <a:schemeClr val="accent6">
                    <a:lumMod val="60000"/>
                    <a:lumOff val="40000"/>
                  </a:schemeClr>
                </a:solidFill>
              </a:rPr>
              <a:t>…</a:t>
            </a:r>
            <a:endParaRPr lang="en-US" sz="2800" b="1" dirty="0">
              <a:solidFill>
                <a:schemeClr val="accent6">
                  <a:lumMod val="60000"/>
                  <a:lumOff val="40000"/>
                </a:schemeClr>
              </a:solidFill>
            </a:endParaRPr>
          </a:p>
        </p:txBody>
      </p:sp>
      <p:grpSp>
        <p:nvGrpSpPr>
          <p:cNvPr id="216" name="Group 215">
            <a:extLst>
              <a:ext uri="{FF2B5EF4-FFF2-40B4-BE49-F238E27FC236}">
                <a16:creationId xmlns:a16="http://schemas.microsoft.com/office/drawing/2014/main" id="{13991DAD-DB63-1340-A476-3DF37E220D29}"/>
              </a:ext>
            </a:extLst>
          </p:cNvPr>
          <p:cNvGrpSpPr/>
          <p:nvPr/>
        </p:nvGrpSpPr>
        <p:grpSpPr>
          <a:xfrm>
            <a:off x="2447988" y="1617619"/>
            <a:ext cx="1225156" cy="381143"/>
            <a:chOff x="507131" y="1375772"/>
            <a:chExt cx="1225156" cy="381143"/>
          </a:xfrm>
        </p:grpSpPr>
        <p:sp>
          <p:nvSpPr>
            <p:cNvPr id="217" name="Oval 216">
              <a:extLst>
                <a:ext uri="{FF2B5EF4-FFF2-40B4-BE49-F238E27FC236}">
                  <a16:creationId xmlns:a16="http://schemas.microsoft.com/office/drawing/2014/main" id="{21E76008-C977-704E-A46B-8762C970FAD4}"/>
                </a:ext>
              </a:extLst>
            </p:cNvPr>
            <p:cNvSpPr/>
            <p:nvPr/>
          </p:nvSpPr>
          <p:spPr>
            <a:xfrm>
              <a:off x="594967" y="1375772"/>
              <a:ext cx="1008863" cy="381143"/>
            </a:xfrm>
            <a:prstGeom prst="ellipse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accent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dirty="0"/>
            </a:p>
          </p:txBody>
        </p:sp>
        <p:sp>
          <p:nvSpPr>
            <p:cNvPr id="218" name="TextBox 217">
              <a:extLst>
                <a:ext uri="{FF2B5EF4-FFF2-40B4-BE49-F238E27FC236}">
                  <a16:creationId xmlns:a16="http://schemas.microsoft.com/office/drawing/2014/main" id="{A5DD32D2-7876-F64E-BF3C-20D33C0606FD}"/>
                </a:ext>
              </a:extLst>
            </p:cNvPr>
            <p:cNvSpPr txBox="1"/>
            <p:nvPr/>
          </p:nvSpPr>
          <p:spPr>
            <a:xfrm>
              <a:off x="507131" y="1457938"/>
              <a:ext cx="1225156" cy="24378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80000"/>
                </a:lnSpc>
              </a:pPr>
              <a:r>
                <a:rPr lang="en-US" sz="1200" dirty="0"/>
                <a:t>Firewalling</a:t>
              </a:r>
            </a:p>
          </p:txBody>
        </p:sp>
      </p:grpSp>
      <p:grpSp>
        <p:nvGrpSpPr>
          <p:cNvPr id="219" name="Group 218">
            <a:extLst>
              <a:ext uri="{FF2B5EF4-FFF2-40B4-BE49-F238E27FC236}">
                <a16:creationId xmlns:a16="http://schemas.microsoft.com/office/drawing/2014/main" id="{1438A44C-6F8F-4743-8A29-BC4991DE9161}"/>
              </a:ext>
            </a:extLst>
          </p:cNvPr>
          <p:cNvGrpSpPr/>
          <p:nvPr/>
        </p:nvGrpSpPr>
        <p:grpSpPr>
          <a:xfrm>
            <a:off x="3564622" y="1621540"/>
            <a:ext cx="1225156" cy="381143"/>
            <a:chOff x="482571" y="1375772"/>
            <a:chExt cx="1225156" cy="381143"/>
          </a:xfrm>
        </p:grpSpPr>
        <p:sp>
          <p:nvSpPr>
            <p:cNvPr id="220" name="Oval 219">
              <a:extLst>
                <a:ext uri="{FF2B5EF4-FFF2-40B4-BE49-F238E27FC236}">
                  <a16:creationId xmlns:a16="http://schemas.microsoft.com/office/drawing/2014/main" id="{9C655D12-82F9-2B4F-AD39-3319D0C1C85B}"/>
                </a:ext>
              </a:extLst>
            </p:cNvPr>
            <p:cNvSpPr/>
            <p:nvPr/>
          </p:nvSpPr>
          <p:spPr>
            <a:xfrm>
              <a:off x="594967" y="1375772"/>
              <a:ext cx="1008863" cy="381143"/>
            </a:xfrm>
            <a:prstGeom prst="ellipse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accent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dirty="0"/>
            </a:p>
          </p:txBody>
        </p:sp>
        <p:sp>
          <p:nvSpPr>
            <p:cNvPr id="221" name="TextBox 220">
              <a:extLst>
                <a:ext uri="{FF2B5EF4-FFF2-40B4-BE49-F238E27FC236}">
                  <a16:creationId xmlns:a16="http://schemas.microsoft.com/office/drawing/2014/main" id="{9E604E87-14AE-9B46-9B86-BC9FA65A6ADB}"/>
                </a:ext>
              </a:extLst>
            </p:cNvPr>
            <p:cNvSpPr txBox="1"/>
            <p:nvPr/>
          </p:nvSpPr>
          <p:spPr>
            <a:xfrm>
              <a:off x="482571" y="1457938"/>
              <a:ext cx="1225156" cy="24378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80000"/>
                </a:lnSpc>
              </a:pPr>
              <a:r>
                <a:rPr lang="en-US" sz="1200" dirty="0"/>
                <a:t>Load Balancing</a:t>
              </a:r>
            </a:p>
          </p:txBody>
        </p:sp>
      </p:grpSp>
      <p:grpSp>
        <p:nvGrpSpPr>
          <p:cNvPr id="2" name="Group 1">
            <a:extLst>
              <a:ext uri="{FF2B5EF4-FFF2-40B4-BE49-F238E27FC236}">
                <a16:creationId xmlns:a16="http://schemas.microsoft.com/office/drawing/2014/main" id="{39290A5A-79D8-C54F-BE7D-ED15678C3DE9}"/>
              </a:ext>
            </a:extLst>
          </p:cNvPr>
          <p:cNvGrpSpPr/>
          <p:nvPr/>
        </p:nvGrpSpPr>
        <p:grpSpPr>
          <a:xfrm>
            <a:off x="1197240" y="2940800"/>
            <a:ext cx="4676586" cy="1531953"/>
            <a:chOff x="1197240" y="2940800"/>
            <a:chExt cx="4676586" cy="1531953"/>
          </a:xfrm>
        </p:grpSpPr>
        <p:sp>
          <p:nvSpPr>
            <p:cNvPr id="150" name="Rounded Rectangle 149">
              <a:extLst>
                <a:ext uri="{FF2B5EF4-FFF2-40B4-BE49-F238E27FC236}">
                  <a16:creationId xmlns:a16="http://schemas.microsoft.com/office/drawing/2014/main" id="{EDBC770B-4367-C147-8D54-DA6A9B7E88FA}"/>
                </a:ext>
              </a:extLst>
            </p:cNvPr>
            <p:cNvSpPr/>
            <p:nvPr/>
          </p:nvSpPr>
          <p:spPr>
            <a:xfrm>
              <a:off x="1197240" y="2952351"/>
              <a:ext cx="1608590" cy="1520402"/>
            </a:xfrm>
            <a:prstGeom prst="roundRect">
              <a:avLst/>
            </a:prstGeom>
            <a:solidFill>
              <a:srgbClr val="AAE2CA">
                <a:lumMod val="75000"/>
              </a:srgbClr>
            </a:solidFill>
            <a:ln w="12700">
              <a:noFill/>
              <a:tailEnd type="arrow"/>
            </a:ln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51" name="Rounded Rectangle 150">
              <a:extLst>
                <a:ext uri="{FF2B5EF4-FFF2-40B4-BE49-F238E27FC236}">
                  <a16:creationId xmlns:a16="http://schemas.microsoft.com/office/drawing/2014/main" id="{9938FF66-F3AB-8A45-B90A-ECB4724EDFEC}"/>
                </a:ext>
              </a:extLst>
            </p:cNvPr>
            <p:cNvSpPr/>
            <p:nvPr/>
          </p:nvSpPr>
          <p:spPr>
            <a:xfrm>
              <a:off x="2898692" y="2950264"/>
              <a:ext cx="2975134" cy="1520402"/>
            </a:xfrm>
            <a:prstGeom prst="roundRect">
              <a:avLst/>
            </a:prstGeom>
            <a:solidFill>
              <a:srgbClr val="AAE2CA">
                <a:lumMod val="75000"/>
              </a:srgbClr>
            </a:solidFill>
            <a:ln w="12700">
              <a:noFill/>
              <a:tailEnd type="arrow"/>
            </a:ln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74" name="TextBox 173">
              <a:extLst>
                <a:ext uri="{FF2B5EF4-FFF2-40B4-BE49-F238E27FC236}">
                  <a16:creationId xmlns:a16="http://schemas.microsoft.com/office/drawing/2014/main" id="{4213E729-5A70-5E4E-BC70-B018322D1E7F}"/>
                </a:ext>
              </a:extLst>
            </p:cNvPr>
            <p:cNvSpPr txBox="1"/>
            <p:nvPr/>
          </p:nvSpPr>
          <p:spPr>
            <a:xfrm>
              <a:off x="3312101" y="2940800"/>
              <a:ext cx="2231600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dirty="0"/>
                <a:t>Basic Network Functions</a:t>
              </a:r>
            </a:p>
          </p:txBody>
        </p:sp>
        <p:sp>
          <p:nvSpPr>
            <p:cNvPr id="175" name="TextBox 174">
              <a:extLst>
                <a:ext uri="{FF2B5EF4-FFF2-40B4-BE49-F238E27FC236}">
                  <a16:creationId xmlns:a16="http://schemas.microsoft.com/office/drawing/2014/main" id="{7C0A007C-03C4-CB41-8D89-3696583FC707}"/>
                </a:ext>
              </a:extLst>
            </p:cNvPr>
            <p:cNvSpPr txBox="1"/>
            <p:nvPr/>
          </p:nvSpPr>
          <p:spPr>
            <a:xfrm>
              <a:off x="1371002" y="2955542"/>
              <a:ext cx="1383280" cy="49449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80000"/>
                </a:lnSpc>
              </a:pPr>
              <a:r>
                <a:rPr lang="en-US" sz="1600" dirty="0"/>
                <a:t>Enhanced Services</a:t>
              </a:r>
            </a:p>
          </p:txBody>
        </p:sp>
        <p:sp>
          <p:nvSpPr>
            <p:cNvPr id="176" name="TextBox 175">
              <a:extLst>
                <a:ext uri="{FF2B5EF4-FFF2-40B4-BE49-F238E27FC236}">
                  <a16:creationId xmlns:a16="http://schemas.microsoft.com/office/drawing/2014/main" id="{500AAB80-44EC-1348-87C4-BA8291DA8FF4}"/>
                </a:ext>
              </a:extLst>
            </p:cNvPr>
            <p:cNvSpPr txBox="1"/>
            <p:nvPr/>
          </p:nvSpPr>
          <p:spPr>
            <a:xfrm>
              <a:off x="2282261" y="3351227"/>
              <a:ext cx="40427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mr-IN" sz="2400" b="1" dirty="0">
                  <a:solidFill>
                    <a:schemeClr val="accent6">
                      <a:lumMod val="20000"/>
                      <a:lumOff val="80000"/>
                    </a:schemeClr>
                  </a:solidFill>
                </a:rPr>
                <a:t>…</a:t>
              </a:r>
              <a:endParaRPr lang="en-US" sz="2400" b="1" dirty="0">
                <a:solidFill>
                  <a:schemeClr val="accent6">
                    <a:lumMod val="20000"/>
                    <a:lumOff val="80000"/>
                  </a:schemeClr>
                </a:solidFill>
              </a:endParaRPr>
            </a:p>
          </p:txBody>
        </p:sp>
        <p:sp>
          <p:nvSpPr>
            <p:cNvPr id="197" name="TextBox 196">
              <a:extLst>
                <a:ext uri="{FF2B5EF4-FFF2-40B4-BE49-F238E27FC236}">
                  <a16:creationId xmlns:a16="http://schemas.microsoft.com/office/drawing/2014/main" id="{292F3003-F2A3-4443-94DA-5316A56B6831}"/>
                </a:ext>
              </a:extLst>
            </p:cNvPr>
            <p:cNvSpPr txBox="1"/>
            <p:nvPr/>
          </p:nvSpPr>
          <p:spPr>
            <a:xfrm>
              <a:off x="1381194" y="3872343"/>
              <a:ext cx="40427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mr-IN" sz="2400" b="1" dirty="0">
                  <a:solidFill>
                    <a:schemeClr val="accent6">
                      <a:lumMod val="20000"/>
                      <a:lumOff val="80000"/>
                    </a:schemeClr>
                  </a:solidFill>
                </a:rPr>
                <a:t>…</a:t>
              </a:r>
              <a:endParaRPr lang="en-US" sz="2400" b="1" dirty="0">
                <a:solidFill>
                  <a:schemeClr val="accent6">
                    <a:lumMod val="20000"/>
                    <a:lumOff val="80000"/>
                  </a:schemeClr>
                </a:solidFill>
              </a:endParaRPr>
            </a:p>
          </p:txBody>
        </p:sp>
        <p:grpSp>
          <p:nvGrpSpPr>
            <p:cNvPr id="222" name="Group 221">
              <a:extLst>
                <a:ext uri="{FF2B5EF4-FFF2-40B4-BE49-F238E27FC236}">
                  <a16:creationId xmlns:a16="http://schemas.microsoft.com/office/drawing/2014/main" id="{5F06FAE6-C4B3-4747-A707-7FA7D62E6E67}"/>
                </a:ext>
              </a:extLst>
            </p:cNvPr>
            <p:cNvGrpSpPr/>
            <p:nvPr/>
          </p:nvGrpSpPr>
          <p:grpSpPr>
            <a:xfrm>
              <a:off x="3284218" y="3872678"/>
              <a:ext cx="1055484" cy="476495"/>
              <a:chOff x="875110" y="3716838"/>
              <a:chExt cx="1055484" cy="476495"/>
            </a:xfrm>
          </p:grpSpPr>
          <p:sp>
            <p:nvSpPr>
              <p:cNvPr id="223" name="Rounded Rectangle 222">
                <a:extLst>
                  <a:ext uri="{FF2B5EF4-FFF2-40B4-BE49-F238E27FC236}">
                    <a16:creationId xmlns:a16="http://schemas.microsoft.com/office/drawing/2014/main" id="{AD5C4249-4027-FA4F-85D5-4EECC3EC314C}"/>
                  </a:ext>
                </a:extLst>
              </p:cNvPr>
              <p:cNvSpPr/>
              <p:nvPr/>
            </p:nvSpPr>
            <p:spPr>
              <a:xfrm>
                <a:off x="896541" y="3716838"/>
                <a:ext cx="953689" cy="447968"/>
              </a:xfrm>
              <a:prstGeom prst="round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 dirty="0"/>
              </a:p>
            </p:txBody>
          </p:sp>
          <p:sp>
            <p:nvSpPr>
              <p:cNvPr id="224" name="TextBox 223">
                <a:extLst>
                  <a:ext uri="{FF2B5EF4-FFF2-40B4-BE49-F238E27FC236}">
                    <a16:creationId xmlns:a16="http://schemas.microsoft.com/office/drawing/2014/main" id="{646ACA9A-8D44-EA46-9FFA-45184A98824B}"/>
                  </a:ext>
                </a:extLst>
              </p:cNvPr>
              <p:cNvSpPr txBox="1"/>
              <p:nvPr/>
            </p:nvSpPr>
            <p:spPr>
              <a:xfrm>
                <a:off x="875110" y="3726730"/>
                <a:ext cx="1055484" cy="466603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>
                  <a:lnSpc>
                    <a:spcPct val="80000"/>
                  </a:lnSpc>
                </a:pPr>
                <a:r>
                  <a:rPr lang="en-US" sz="1400" dirty="0"/>
                  <a:t>Forwarding </a:t>
                </a:r>
                <a:r>
                  <a:rPr lang="en-US" sz="1600" dirty="0"/>
                  <a:t>rules mgr.</a:t>
                </a:r>
                <a:endParaRPr lang="en-US" sz="1400" dirty="0"/>
              </a:p>
            </p:txBody>
          </p:sp>
        </p:grpSp>
        <p:grpSp>
          <p:nvGrpSpPr>
            <p:cNvPr id="225" name="Group 224">
              <a:extLst>
                <a:ext uri="{FF2B5EF4-FFF2-40B4-BE49-F238E27FC236}">
                  <a16:creationId xmlns:a16="http://schemas.microsoft.com/office/drawing/2014/main" id="{86B73F20-1720-1B49-B258-5B42001F997F}"/>
                </a:ext>
              </a:extLst>
            </p:cNvPr>
            <p:cNvGrpSpPr/>
            <p:nvPr/>
          </p:nvGrpSpPr>
          <p:grpSpPr>
            <a:xfrm>
              <a:off x="1387402" y="3442864"/>
              <a:ext cx="965146" cy="447968"/>
              <a:chOff x="926157" y="3716838"/>
              <a:chExt cx="965146" cy="447968"/>
            </a:xfrm>
          </p:grpSpPr>
          <p:sp>
            <p:nvSpPr>
              <p:cNvPr id="226" name="Rounded Rectangle 225">
                <a:extLst>
                  <a:ext uri="{FF2B5EF4-FFF2-40B4-BE49-F238E27FC236}">
                    <a16:creationId xmlns:a16="http://schemas.microsoft.com/office/drawing/2014/main" id="{2BDFB3AE-CEF7-CE47-8BBF-EDAE0CCCFE2F}"/>
                  </a:ext>
                </a:extLst>
              </p:cNvPr>
              <p:cNvSpPr/>
              <p:nvPr/>
            </p:nvSpPr>
            <p:spPr>
              <a:xfrm>
                <a:off x="969582" y="3716838"/>
                <a:ext cx="855646" cy="447968"/>
              </a:xfrm>
              <a:prstGeom prst="round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 dirty="0"/>
              </a:p>
            </p:txBody>
          </p:sp>
          <p:sp>
            <p:nvSpPr>
              <p:cNvPr id="227" name="TextBox 226">
                <a:extLst>
                  <a:ext uri="{FF2B5EF4-FFF2-40B4-BE49-F238E27FC236}">
                    <a16:creationId xmlns:a16="http://schemas.microsoft.com/office/drawing/2014/main" id="{C7169CC0-36BF-0644-AA5B-555597DF2A92}"/>
                  </a:ext>
                </a:extLst>
              </p:cNvPr>
              <p:cNvSpPr txBox="1"/>
              <p:nvPr/>
            </p:nvSpPr>
            <p:spPr>
              <a:xfrm>
                <a:off x="926157" y="3823171"/>
                <a:ext cx="965146" cy="2689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>
                  <a:lnSpc>
                    <a:spcPct val="80000"/>
                  </a:lnSpc>
                </a:pPr>
                <a:r>
                  <a:rPr lang="en-US" sz="1400" dirty="0"/>
                  <a:t>AAA</a:t>
                </a:r>
              </a:p>
            </p:txBody>
          </p:sp>
        </p:grpSp>
        <p:grpSp>
          <p:nvGrpSpPr>
            <p:cNvPr id="228" name="Group 227">
              <a:extLst>
                <a:ext uri="{FF2B5EF4-FFF2-40B4-BE49-F238E27FC236}">
                  <a16:creationId xmlns:a16="http://schemas.microsoft.com/office/drawing/2014/main" id="{91EF191B-3D0D-544C-86C3-6E927FE552EB}"/>
                </a:ext>
              </a:extLst>
            </p:cNvPr>
            <p:cNvGrpSpPr/>
            <p:nvPr/>
          </p:nvGrpSpPr>
          <p:grpSpPr>
            <a:xfrm>
              <a:off x="4369916" y="3877805"/>
              <a:ext cx="965146" cy="491225"/>
              <a:chOff x="926156" y="3708871"/>
              <a:chExt cx="965146" cy="491225"/>
            </a:xfrm>
          </p:grpSpPr>
          <p:sp>
            <p:nvSpPr>
              <p:cNvPr id="229" name="Rounded Rectangle 228">
                <a:extLst>
                  <a:ext uri="{FF2B5EF4-FFF2-40B4-BE49-F238E27FC236}">
                    <a16:creationId xmlns:a16="http://schemas.microsoft.com/office/drawing/2014/main" id="{35D34F43-3A1E-1B4A-A7FF-00A19CEAE52A}"/>
                  </a:ext>
                </a:extLst>
              </p:cNvPr>
              <p:cNvSpPr/>
              <p:nvPr/>
            </p:nvSpPr>
            <p:spPr>
              <a:xfrm>
                <a:off x="969581" y="3716838"/>
                <a:ext cx="880649" cy="447968"/>
              </a:xfrm>
              <a:prstGeom prst="round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 dirty="0"/>
              </a:p>
            </p:txBody>
          </p:sp>
          <p:sp>
            <p:nvSpPr>
              <p:cNvPr id="230" name="TextBox 229">
                <a:extLst>
                  <a:ext uri="{FF2B5EF4-FFF2-40B4-BE49-F238E27FC236}">
                    <a16:creationId xmlns:a16="http://schemas.microsoft.com/office/drawing/2014/main" id="{6B6AA618-FE12-1E48-AE2E-47CEE186AF32}"/>
                  </a:ext>
                </a:extLst>
              </p:cNvPr>
              <p:cNvSpPr txBox="1"/>
              <p:nvPr/>
            </p:nvSpPr>
            <p:spPr>
              <a:xfrm>
                <a:off x="926156" y="3708871"/>
                <a:ext cx="965146" cy="491225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>
                  <a:lnSpc>
                    <a:spcPct val="80000"/>
                  </a:lnSpc>
                </a:pPr>
                <a:r>
                  <a:rPr lang="en-US" sz="1600" dirty="0"/>
                  <a:t>Host</a:t>
                </a:r>
              </a:p>
              <a:p>
                <a:pPr algn="ctr">
                  <a:lnSpc>
                    <a:spcPct val="80000"/>
                  </a:lnSpc>
                </a:pPr>
                <a:r>
                  <a:rPr lang="en-US" sz="1600" dirty="0"/>
                  <a:t>Tracker</a:t>
                </a:r>
              </a:p>
            </p:txBody>
          </p:sp>
        </p:grpSp>
        <p:grpSp>
          <p:nvGrpSpPr>
            <p:cNvPr id="231" name="Group 230">
              <a:extLst>
                <a:ext uri="{FF2B5EF4-FFF2-40B4-BE49-F238E27FC236}">
                  <a16:creationId xmlns:a16="http://schemas.microsoft.com/office/drawing/2014/main" id="{AFC2E7D5-F172-184E-B926-6C2FCB4FC0F7}"/>
                </a:ext>
              </a:extLst>
            </p:cNvPr>
            <p:cNvGrpSpPr/>
            <p:nvPr/>
          </p:nvGrpSpPr>
          <p:grpSpPr>
            <a:xfrm>
              <a:off x="4879504" y="3294399"/>
              <a:ext cx="965146" cy="491225"/>
              <a:chOff x="926156" y="3708871"/>
              <a:chExt cx="965146" cy="491225"/>
            </a:xfrm>
          </p:grpSpPr>
          <p:sp>
            <p:nvSpPr>
              <p:cNvPr id="232" name="Rounded Rectangle 231">
                <a:extLst>
                  <a:ext uri="{FF2B5EF4-FFF2-40B4-BE49-F238E27FC236}">
                    <a16:creationId xmlns:a16="http://schemas.microsoft.com/office/drawing/2014/main" id="{D1A6B6F0-6AFE-574F-AB3C-F91FD151E6B4}"/>
                  </a:ext>
                </a:extLst>
              </p:cNvPr>
              <p:cNvSpPr/>
              <p:nvPr/>
            </p:nvSpPr>
            <p:spPr>
              <a:xfrm>
                <a:off x="969581" y="3716838"/>
                <a:ext cx="880649" cy="447968"/>
              </a:xfrm>
              <a:prstGeom prst="round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 dirty="0"/>
              </a:p>
            </p:txBody>
          </p:sp>
          <p:sp>
            <p:nvSpPr>
              <p:cNvPr id="233" name="TextBox 232">
                <a:extLst>
                  <a:ext uri="{FF2B5EF4-FFF2-40B4-BE49-F238E27FC236}">
                    <a16:creationId xmlns:a16="http://schemas.microsoft.com/office/drawing/2014/main" id="{26DCB265-6CFD-A54E-B651-BAEFC6370099}"/>
                  </a:ext>
                </a:extLst>
              </p:cNvPr>
              <p:cNvSpPr txBox="1"/>
              <p:nvPr/>
            </p:nvSpPr>
            <p:spPr>
              <a:xfrm>
                <a:off x="926156" y="3708871"/>
                <a:ext cx="965146" cy="491225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>
                  <a:lnSpc>
                    <a:spcPct val="80000"/>
                  </a:lnSpc>
                </a:pPr>
                <a:r>
                  <a:rPr lang="en-US" sz="1600" dirty="0"/>
                  <a:t>Stats</a:t>
                </a:r>
              </a:p>
              <a:p>
                <a:pPr algn="ctr">
                  <a:lnSpc>
                    <a:spcPct val="80000"/>
                  </a:lnSpc>
                </a:pPr>
                <a:r>
                  <a:rPr lang="en-US" sz="1600" dirty="0"/>
                  <a:t>mgr.</a:t>
                </a:r>
              </a:p>
            </p:txBody>
          </p:sp>
        </p:grpSp>
        <p:grpSp>
          <p:nvGrpSpPr>
            <p:cNvPr id="234" name="Group 233">
              <a:extLst>
                <a:ext uri="{FF2B5EF4-FFF2-40B4-BE49-F238E27FC236}">
                  <a16:creationId xmlns:a16="http://schemas.microsoft.com/office/drawing/2014/main" id="{0471C340-ADA8-A145-BC30-FE064451FE28}"/>
                </a:ext>
              </a:extLst>
            </p:cNvPr>
            <p:cNvGrpSpPr/>
            <p:nvPr/>
          </p:nvGrpSpPr>
          <p:grpSpPr>
            <a:xfrm>
              <a:off x="3910335" y="3296780"/>
              <a:ext cx="965146" cy="491225"/>
              <a:chOff x="926156" y="3708871"/>
              <a:chExt cx="965146" cy="491225"/>
            </a:xfrm>
          </p:grpSpPr>
          <p:sp>
            <p:nvSpPr>
              <p:cNvPr id="235" name="Rounded Rectangle 234">
                <a:extLst>
                  <a:ext uri="{FF2B5EF4-FFF2-40B4-BE49-F238E27FC236}">
                    <a16:creationId xmlns:a16="http://schemas.microsoft.com/office/drawing/2014/main" id="{5ADE8F15-2C08-484D-9F8D-C2D36FEC6C8B}"/>
                  </a:ext>
                </a:extLst>
              </p:cNvPr>
              <p:cNvSpPr/>
              <p:nvPr/>
            </p:nvSpPr>
            <p:spPr>
              <a:xfrm>
                <a:off x="969581" y="3716838"/>
                <a:ext cx="880649" cy="447968"/>
              </a:xfrm>
              <a:prstGeom prst="round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 dirty="0"/>
              </a:p>
            </p:txBody>
          </p:sp>
          <p:sp>
            <p:nvSpPr>
              <p:cNvPr id="236" name="TextBox 235">
                <a:extLst>
                  <a:ext uri="{FF2B5EF4-FFF2-40B4-BE49-F238E27FC236}">
                    <a16:creationId xmlns:a16="http://schemas.microsoft.com/office/drawing/2014/main" id="{BCBDE58A-306C-A241-A362-4554EB7EBEFB}"/>
                  </a:ext>
                </a:extLst>
              </p:cNvPr>
              <p:cNvSpPr txBox="1"/>
              <p:nvPr/>
            </p:nvSpPr>
            <p:spPr>
              <a:xfrm>
                <a:off x="926156" y="3708871"/>
                <a:ext cx="965146" cy="491225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>
                  <a:lnSpc>
                    <a:spcPct val="80000"/>
                  </a:lnSpc>
                </a:pPr>
                <a:r>
                  <a:rPr lang="en-US" sz="1600" dirty="0"/>
                  <a:t>Switch</a:t>
                </a:r>
              </a:p>
              <a:p>
                <a:pPr algn="ctr">
                  <a:lnSpc>
                    <a:spcPct val="80000"/>
                  </a:lnSpc>
                </a:pPr>
                <a:r>
                  <a:rPr lang="en-US" sz="1600" dirty="0"/>
                  <a:t>mgr.</a:t>
                </a:r>
              </a:p>
            </p:txBody>
          </p:sp>
        </p:grpSp>
        <p:grpSp>
          <p:nvGrpSpPr>
            <p:cNvPr id="237" name="Group 236">
              <a:extLst>
                <a:ext uri="{FF2B5EF4-FFF2-40B4-BE49-F238E27FC236}">
                  <a16:creationId xmlns:a16="http://schemas.microsoft.com/office/drawing/2014/main" id="{E6313B34-1AF2-6349-8CFA-2978EDA6E37B}"/>
                </a:ext>
              </a:extLst>
            </p:cNvPr>
            <p:cNvGrpSpPr/>
            <p:nvPr/>
          </p:nvGrpSpPr>
          <p:grpSpPr>
            <a:xfrm>
              <a:off x="2962597" y="3320593"/>
              <a:ext cx="965146" cy="465897"/>
              <a:chOff x="944015" y="3716015"/>
              <a:chExt cx="965146" cy="465897"/>
            </a:xfrm>
          </p:grpSpPr>
          <p:sp>
            <p:nvSpPr>
              <p:cNvPr id="238" name="Rounded Rectangle 237">
                <a:extLst>
                  <a:ext uri="{FF2B5EF4-FFF2-40B4-BE49-F238E27FC236}">
                    <a16:creationId xmlns:a16="http://schemas.microsoft.com/office/drawing/2014/main" id="{BEA63EC9-3930-504D-BB05-6D8AC3927D59}"/>
                  </a:ext>
                </a:extLst>
              </p:cNvPr>
              <p:cNvSpPr/>
              <p:nvPr/>
            </p:nvSpPr>
            <p:spPr>
              <a:xfrm>
                <a:off x="969581" y="3716838"/>
                <a:ext cx="880649" cy="447968"/>
              </a:xfrm>
              <a:prstGeom prst="round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 dirty="0"/>
              </a:p>
            </p:txBody>
          </p:sp>
          <p:sp>
            <p:nvSpPr>
              <p:cNvPr id="239" name="TextBox 238">
                <a:extLst>
                  <a:ext uri="{FF2B5EF4-FFF2-40B4-BE49-F238E27FC236}">
                    <a16:creationId xmlns:a16="http://schemas.microsoft.com/office/drawing/2014/main" id="{450AF479-78E7-F347-89E4-D23398601081}"/>
                  </a:ext>
                </a:extLst>
              </p:cNvPr>
              <p:cNvSpPr txBox="1"/>
              <p:nvPr/>
            </p:nvSpPr>
            <p:spPr>
              <a:xfrm>
                <a:off x="944015" y="3716015"/>
                <a:ext cx="965146" cy="46589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>
                  <a:lnSpc>
                    <a:spcPct val="80000"/>
                  </a:lnSpc>
                </a:pPr>
                <a:r>
                  <a:rPr lang="en-US" sz="1600" dirty="0"/>
                  <a:t>Topology</a:t>
                </a:r>
              </a:p>
              <a:p>
                <a:pPr algn="ctr">
                  <a:lnSpc>
                    <a:spcPct val="80000"/>
                  </a:lnSpc>
                </a:pPr>
                <a:r>
                  <a:rPr lang="en-US" sz="1400" dirty="0"/>
                  <a:t>processing</a:t>
                </a:r>
                <a:endParaRPr lang="en-US" sz="1200" dirty="0"/>
              </a:p>
            </p:txBody>
          </p:sp>
        </p:grpSp>
      </p:grpSp>
      <p:sp>
        <p:nvSpPr>
          <p:cNvPr id="240" name="Content Placeholder 3">
            <a:extLst>
              <a:ext uri="{FF2B5EF4-FFF2-40B4-BE49-F238E27FC236}">
                <a16:creationId xmlns:a16="http://schemas.microsoft.com/office/drawing/2014/main" id="{BE645AA5-E251-2C44-8CDF-9D01194C8E88}"/>
              </a:ext>
            </a:extLst>
          </p:cNvPr>
          <p:cNvSpPr txBox="1">
            <a:spLocks/>
          </p:cNvSpPr>
          <p:nvPr/>
        </p:nvSpPr>
        <p:spPr>
          <a:xfrm>
            <a:off x="8367386" y="4176785"/>
            <a:ext cx="3551495" cy="1735500"/>
          </a:xfrm>
          <a:prstGeom prst="rect">
            <a:avLst/>
          </a:prstGeom>
        </p:spPr>
        <p:txBody>
          <a:bodyPr/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0" indent="0">
              <a:buNone/>
            </a:pPr>
            <a:r>
              <a:rPr lang="en-US" sz="2400" dirty="0">
                <a:solidFill>
                  <a:srgbClr val="000000"/>
                </a:solidFill>
              </a:rPr>
              <a:t>Service Abstraction Layer: </a:t>
            </a:r>
          </a:p>
          <a:p>
            <a:pPr indent="-280988">
              <a:buFont typeface="Wingdings" pitchFamily="2" charset="2"/>
              <a:buChar char="§"/>
            </a:pPr>
            <a:r>
              <a:rPr lang="en-US" sz="2400" dirty="0">
                <a:solidFill>
                  <a:srgbClr val="000000"/>
                </a:solidFill>
              </a:rPr>
              <a:t>interconnects internal, external applications and services</a:t>
            </a:r>
          </a:p>
        </p:txBody>
      </p:sp>
    </p:spTree>
    <p:extLst>
      <p:ext uri="{BB962C8B-B14F-4D97-AF65-F5344CB8AC3E}">
        <p14:creationId xmlns:p14="http://schemas.microsoft.com/office/powerpoint/2010/main" val="1608643524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med" p14:dur="700">
        <p:fade/>
      </p:transition>
    </mc:Choice>
    <mc:Fallback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1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1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1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4" dur="500"/>
                                        <p:tgtEl>
                                          <p:spTgt spid="1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2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2" grpId="0" animBg="1"/>
      <p:bldP spid="167" grpId="0"/>
      <p:bldP spid="172" grpId="0" animBg="1"/>
      <p:bldP spid="173" grpId="0"/>
      <p:bldP spid="240" grpId="0"/>
    </p:bldLst>
  </p:timing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FECD85E7-B9DB-9043-B7EC-8C0919E801A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276457"/>
            <a:ext cx="10998896" cy="894622"/>
          </a:xfrm>
        </p:spPr>
        <p:txBody>
          <a:bodyPr>
            <a:noAutofit/>
          </a:bodyPr>
          <a:lstStyle/>
          <a:p>
            <a:r>
              <a:rPr lang="en-US" dirty="0"/>
              <a:t>ONOS controller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8F71119-17C6-6045-B8FE-FECA68C801C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87</a:t>
            </a:fld>
            <a:endParaRPr lang="en-US" dirty="0"/>
          </a:p>
        </p:txBody>
      </p:sp>
      <p:sp>
        <p:nvSpPr>
          <p:cNvPr id="163" name="TextBox 162">
            <a:extLst>
              <a:ext uri="{FF2B5EF4-FFF2-40B4-BE49-F238E27FC236}">
                <a16:creationId xmlns:a16="http://schemas.microsoft.com/office/drawing/2014/main" id="{6F0F8666-A6F4-624D-80E8-0EF23C207C6A}"/>
              </a:ext>
            </a:extLst>
          </p:cNvPr>
          <p:cNvSpPr txBox="1"/>
          <p:nvPr/>
        </p:nvSpPr>
        <p:spPr>
          <a:xfrm>
            <a:off x="5653843" y="1757963"/>
            <a:ext cx="2700448" cy="2689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80000"/>
              </a:lnSpc>
            </a:pPr>
            <a:r>
              <a:rPr lang="en-US" sz="1400" dirty="0"/>
              <a:t>Network Applications</a:t>
            </a:r>
          </a:p>
        </p:txBody>
      </p:sp>
      <p:sp>
        <p:nvSpPr>
          <p:cNvPr id="164" name="TextBox 163">
            <a:extLst>
              <a:ext uri="{FF2B5EF4-FFF2-40B4-BE49-F238E27FC236}">
                <a16:creationId xmlns:a16="http://schemas.microsoft.com/office/drawing/2014/main" id="{FF004744-3AD2-D540-B9A0-A2DECC02E138}"/>
              </a:ext>
            </a:extLst>
          </p:cNvPr>
          <p:cNvSpPr txBox="1"/>
          <p:nvPr/>
        </p:nvSpPr>
        <p:spPr>
          <a:xfrm>
            <a:off x="6218325" y="5420766"/>
            <a:ext cx="1522626" cy="2689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80000"/>
              </a:lnSpc>
            </a:pPr>
            <a:r>
              <a:rPr lang="en-US" sz="1400" dirty="0"/>
              <a:t>Southbound API</a:t>
            </a:r>
          </a:p>
        </p:txBody>
      </p:sp>
      <p:cxnSp>
        <p:nvCxnSpPr>
          <p:cNvPr id="165" name="Straight Connector 164">
            <a:extLst>
              <a:ext uri="{FF2B5EF4-FFF2-40B4-BE49-F238E27FC236}">
                <a16:creationId xmlns:a16="http://schemas.microsoft.com/office/drawing/2014/main" id="{B21516A3-9168-5A49-BB27-52176C92B938}"/>
              </a:ext>
            </a:extLst>
          </p:cNvPr>
          <p:cNvCxnSpPr/>
          <p:nvPr/>
        </p:nvCxnSpPr>
        <p:spPr>
          <a:xfrm>
            <a:off x="1309488" y="2192290"/>
            <a:ext cx="4651048" cy="0"/>
          </a:xfrm>
          <a:prstGeom prst="line">
            <a:avLst/>
          </a:prstGeom>
          <a:ln w="19050">
            <a:solidFill>
              <a:schemeClr val="tx1"/>
            </a:solidFill>
            <a:prstDash val="dash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11" name="TextBox 210">
            <a:extLst>
              <a:ext uri="{FF2B5EF4-FFF2-40B4-BE49-F238E27FC236}">
                <a16:creationId xmlns:a16="http://schemas.microsoft.com/office/drawing/2014/main" id="{5BA7F55D-3522-9D40-A236-6BF6C46857C7}"/>
              </a:ext>
            </a:extLst>
          </p:cNvPr>
          <p:cNvSpPr txBox="1"/>
          <p:nvPr/>
        </p:nvSpPr>
        <p:spPr>
          <a:xfrm>
            <a:off x="6042960" y="2090104"/>
            <a:ext cx="1522626" cy="27186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80000"/>
              </a:lnSpc>
            </a:pPr>
            <a:r>
              <a:rPr lang="en-US" sz="1400" dirty="0"/>
              <a:t>Northbound API</a:t>
            </a:r>
          </a:p>
        </p:txBody>
      </p:sp>
      <p:grpSp>
        <p:nvGrpSpPr>
          <p:cNvPr id="212" name="Group 211">
            <a:extLst>
              <a:ext uri="{FF2B5EF4-FFF2-40B4-BE49-F238E27FC236}">
                <a16:creationId xmlns:a16="http://schemas.microsoft.com/office/drawing/2014/main" id="{AB18DFF2-BC57-504A-AB36-36B0759BEDEE}"/>
              </a:ext>
            </a:extLst>
          </p:cNvPr>
          <p:cNvGrpSpPr/>
          <p:nvPr/>
        </p:nvGrpSpPr>
        <p:grpSpPr>
          <a:xfrm>
            <a:off x="1327583" y="1613766"/>
            <a:ext cx="1225156" cy="394344"/>
            <a:chOff x="475813" y="1375772"/>
            <a:chExt cx="1225156" cy="394344"/>
          </a:xfrm>
        </p:grpSpPr>
        <p:sp>
          <p:nvSpPr>
            <p:cNvPr id="213" name="Oval 212">
              <a:extLst>
                <a:ext uri="{FF2B5EF4-FFF2-40B4-BE49-F238E27FC236}">
                  <a16:creationId xmlns:a16="http://schemas.microsoft.com/office/drawing/2014/main" id="{63396159-2590-154F-A47D-AE772D5BD572}"/>
                </a:ext>
              </a:extLst>
            </p:cNvPr>
            <p:cNvSpPr/>
            <p:nvPr/>
          </p:nvSpPr>
          <p:spPr>
            <a:xfrm>
              <a:off x="594967" y="1375772"/>
              <a:ext cx="1008863" cy="381143"/>
            </a:xfrm>
            <a:prstGeom prst="ellipse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accent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dirty="0"/>
            </a:p>
          </p:txBody>
        </p:sp>
        <p:sp>
          <p:nvSpPr>
            <p:cNvPr id="214" name="TextBox 213">
              <a:extLst>
                <a:ext uri="{FF2B5EF4-FFF2-40B4-BE49-F238E27FC236}">
                  <a16:creationId xmlns:a16="http://schemas.microsoft.com/office/drawing/2014/main" id="{41968D74-6568-794B-A367-A89D3B0B6552}"/>
                </a:ext>
              </a:extLst>
            </p:cNvPr>
            <p:cNvSpPr txBox="1"/>
            <p:nvPr/>
          </p:nvSpPr>
          <p:spPr>
            <a:xfrm>
              <a:off x="475813" y="1376162"/>
              <a:ext cx="1225156" cy="3939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80000"/>
                </a:lnSpc>
              </a:pPr>
              <a:r>
                <a:rPr lang="en-US" sz="1200" dirty="0"/>
                <a:t>Traffic Engineering</a:t>
              </a:r>
            </a:p>
          </p:txBody>
        </p:sp>
      </p:grpSp>
      <p:sp>
        <p:nvSpPr>
          <p:cNvPr id="215" name="TextBox 214">
            <a:extLst>
              <a:ext uri="{FF2B5EF4-FFF2-40B4-BE49-F238E27FC236}">
                <a16:creationId xmlns:a16="http://schemas.microsoft.com/office/drawing/2014/main" id="{F7CEA7A9-733D-3645-97DD-66564F60D9A7}"/>
              </a:ext>
            </a:extLst>
          </p:cNvPr>
          <p:cNvSpPr txBox="1"/>
          <p:nvPr/>
        </p:nvSpPr>
        <p:spPr>
          <a:xfrm>
            <a:off x="4836745" y="1497096"/>
            <a:ext cx="466543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mr-IN" sz="2800" b="1" dirty="0">
                <a:solidFill>
                  <a:schemeClr val="accent6">
                    <a:lumMod val="60000"/>
                    <a:lumOff val="40000"/>
                  </a:schemeClr>
                </a:solidFill>
              </a:rPr>
              <a:t>…</a:t>
            </a:r>
            <a:endParaRPr lang="en-US" sz="2800" b="1" dirty="0">
              <a:solidFill>
                <a:schemeClr val="accent6">
                  <a:lumMod val="60000"/>
                  <a:lumOff val="40000"/>
                </a:schemeClr>
              </a:solidFill>
            </a:endParaRPr>
          </a:p>
        </p:txBody>
      </p:sp>
      <p:grpSp>
        <p:nvGrpSpPr>
          <p:cNvPr id="216" name="Group 215">
            <a:extLst>
              <a:ext uri="{FF2B5EF4-FFF2-40B4-BE49-F238E27FC236}">
                <a16:creationId xmlns:a16="http://schemas.microsoft.com/office/drawing/2014/main" id="{13991DAD-DB63-1340-A476-3DF37E220D29}"/>
              </a:ext>
            </a:extLst>
          </p:cNvPr>
          <p:cNvGrpSpPr/>
          <p:nvPr/>
        </p:nvGrpSpPr>
        <p:grpSpPr>
          <a:xfrm>
            <a:off x="2447988" y="1617619"/>
            <a:ext cx="1225156" cy="381143"/>
            <a:chOff x="507131" y="1375772"/>
            <a:chExt cx="1225156" cy="381143"/>
          </a:xfrm>
        </p:grpSpPr>
        <p:sp>
          <p:nvSpPr>
            <p:cNvPr id="217" name="Oval 216">
              <a:extLst>
                <a:ext uri="{FF2B5EF4-FFF2-40B4-BE49-F238E27FC236}">
                  <a16:creationId xmlns:a16="http://schemas.microsoft.com/office/drawing/2014/main" id="{21E76008-C977-704E-A46B-8762C970FAD4}"/>
                </a:ext>
              </a:extLst>
            </p:cNvPr>
            <p:cNvSpPr/>
            <p:nvPr/>
          </p:nvSpPr>
          <p:spPr>
            <a:xfrm>
              <a:off x="594967" y="1375772"/>
              <a:ext cx="1008863" cy="381143"/>
            </a:xfrm>
            <a:prstGeom prst="ellipse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accent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dirty="0"/>
            </a:p>
          </p:txBody>
        </p:sp>
        <p:sp>
          <p:nvSpPr>
            <p:cNvPr id="218" name="TextBox 217">
              <a:extLst>
                <a:ext uri="{FF2B5EF4-FFF2-40B4-BE49-F238E27FC236}">
                  <a16:creationId xmlns:a16="http://schemas.microsoft.com/office/drawing/2014/main" id="{A5DD32D2-7876-F64E-BF3C-20D33C0606FD}"/>
                </a:ext>
              </a:extLst>
            </p:cNvPr>
            <p:cNvSpPr txBox="1"/>
            <p:nvPr/>
          </p:nvSpPr>
          <p:spPr>
            <a:xfrm>
              <a:off x="507131" y="1457938"/>
              <a:ext cx="1225156" cy="24378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80000"/>
                </a:lnSpc>
              </a:pPr>
              <a:r>
                <a:rPr lang="en-US" sz="1200" dirty="0"/>
                <a:t>Firewalling</a:t>
              </a:r>
            </a:p>
          </p:txBody>
        </p:sp>
      </p:grpSp>
      <p:grpSp>
        <p:nvGrpSpPr>
          <p:cNvPr id="219" name="Group 218">
            <a:extLst>
              <a:ext uri="{FF2B5EF4-FFF2-40B4-BE49-F238E27FC236}">
                <a16:creationId xmlns:a16="http://schemas.microsoft.com/office/drawing/2014/main" id="{1438A44C-6F8F-4743-8A29-BC4991DE9161}"/>
              </a:ext>
            </a:extLst>
          </p:cNvPr>
          <p:cNvGrpSpPr/>
          <p:nvPr/>
        </p:nvGrpSpPr>
        <p:grpSpPr>
          <a:xfrm>
            <a:off x="3564622" y="1621540"/>
            <a:ext cx="1225156" cy="381143"/>
            <a:chOff x="482571" y="1375772"/>
            <a:chExt cx="1225156" cy="381143"/>
          </a:xfrm>
        </p:grpSpPr>
        <p:sp>
          <p:nvSpPr>
            <p:cNvPr id="220" name="Oval 219">
              <a:extLst>
                <a:ext uri="{FF2B5EF4-FFF2-40B4-BE49-F238E27FC236}">
                  <a16:creationId xmlns:a16="http://schemas.microsoft.com/office/drawing/2014/main" id="{9C655D12-82F9-2B4F-AD39-3319D0C1C85B}"/>
                </a:ext>
              </a:extLst>
            </p:cNvPr>
            <p:cNvSpPr/>
            <p:nvPr/>
          </p:nvSpPr>
          <p:spPr>
            <a:xfrm>
              <a:off x="594967" y="1375772"/>
              <a:ext cx="1008863" cy="381143"/>
            </a:xfrm>
            <a:prstGeom prst="ellipse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accent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dirty="0"/>
            </a:p>
          </p:txBody>
        </p:sp>
        <p:sp>
          <p:nvSpPr>
            <p:cNvPr id="221" name="TextBox 220">
              <a:extLst>
                <a:ext uri="{FF2B5EF4-FFF2-40B4-BE49-F238E27FC236}">
                  <a16:creationId xmlns:a16="http://schemas.microsoft.com/office/drawing/2014/main" id="{9E604E87-14AE-9B46-9B86-BC9FA65A6ADB}"/>
                </a:ext>
              </a:extLst>
            </p:cNvPr>
            <p:cNvSpPr txBox="1"/>
            <p:nvPr/>
          </p:nvSpPr>
          <p:spPr>
            <a:xfrm>
              <a:off x="482571" y="1457938"/>
              <a:ext cx="1225156" cy="24378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80000"/>
                </a:lnSpc>
              </a:pPr>
              <a:r>
                <a:rPr lang="en-US" sz="1200" dirty="0"/>
                <a:t>Load Balancing</a:t>
              </a:r>
            </a:p>
          </p:txBody>
        </p:sp>
      </p:grpSp>
      <p:grpSp>
        <p:nvGrpSpPr>
          <p:cNvPr id="5" name="Group 4">
            <a:extLst>
              <a:ext uri="{FF2B5EF4-FFF2-40B4-BE49-F238E27FC236}">
                <a16:creationId xmlns:a16="http://schemas.microsoft.com/office/drawing/2014/main" id="{0A6497B1-1E51-3E47-950D-7935E9975370}"/>
              </a:ext>
            </a:extLst>
          </p:cNvPr>
          <p:cNvGrpSpPr/>
          <p:nvPr/>
        </p:nvGrpSpPr>
        <p:grpSpPr>
          <a:xfrm>
            <a:off x="1160341" y="4565785"/>
            <a:ext cx="5202393" cy="914306"/>
            <a:chOff x="7097678" y="3476021"/>
            <a:chExt cx="5202393" cy="914306"/>
          </a:xfrm>
        </p:grpSpPr>
        <p:sp>
          <p:nvSpPr>
            <p:cNvPr id="130" name="Rounded Rectangle 129">
              <a:extLst>
                <a:ext uri="{FF2B5EF4-FFF2-40B4-BE49-F238E27FC236}">
                  <a16:creationId xmlns:a16="http://schemas.microsoft.com/office/drawing/2014/main" id="{7A251338-06E1-1041-B70E-5C3F1AA41418}"/>
                </a:ext>
              </a:extLst>
            </p:cNvPr>
            <p:cNvSpPr/>
            <p:nvPr/>
          </p:nvSpPr>
          <p:spPr>
            <a:xfrm>
              <a:off x="7097678" y="3476021"/>
              <a:ext cx="5005602" cy="880097"/>
            </a:xfrm>
            <a:prstGeom prst="roundRect">
              <a:avLst/>
            </a:prstGeom>
            <a:solidFill>
              <a:srgbClr val="AAE2CA">
                <a:lumMod val="75000"/>
              </a:srgbClr>
            </a:solidFill>
            <a:ln w="12700">
              <a:noFill/>
              <a:tailEnd type="arrow"/>
            </a:ln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34" name="TextBox 133">
              <a:extLst>
                <a:ext uri="{FF2B5EF4-FFF2-40B4-BE49-F238E27FC236}">
                  <a16:creationId xmlns:a16="http://schemas.microsoft.com/office/drawing/2014/main" id="{5D7A4EA7-33AB-3C4B-8903-EC620B1DA209}"/>
                </a:ext>
              </a:extLst>
            </p:cNvPr>
            <p:cNvSpPr txBox="1"/>
            <p:nvPr/>
          </p:nvSpPr>
          <p:spPr>
            <a:xfrm>
              <a:off x="10689154" y="3544744"/>
              <a:ext cx="1610917" cy="76123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en-US" sz="1600" dirty="0">
                  <a:solidFill>
                    <a:srgbClr val="000000"/>
                  </a:solidFill>
                  <a:latin typeface="Arial"/>
                  <a:ea typeface="ＭＳ Ｐゴシック" charset="0"/>
                  <a:cs typeface="Arial"/>
                </a:rPr>
                <a:t>southbound abstractions,</a:t>
              </a:r>
            </a:p>
            <a:p>
              <a:pPr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en-US" sz="1600" dirty="0">
                  <a:solidFill>
                    <a:srgbClr val="000000"/>
                  </a:solidFill>
                  <a:latin typeface="Arial"/>
                  <a:ea typeface="ＭＳ Ｐゴシック" charset="0"/>
                  <a:cs typeface="Arial"/>
                </a:rPr>
                <a:t>protocols</a:t>
              </a:r>
            </a:p>
          </p:txBody>
        </p:sp>
        <p:grpSp>
          <p:nvGrpSpPr>
            <p:cNvPr id="135" name="Group 134">
              <a:extLst>
                <a:ext uri="{FF2B5EF4-FFF2-40B4-BE49-F238E27FC236}">
                  <a16:creationId xmlns:a16="http://schemas.microsoft.com/office/drawing/2014/main" id="{645BCECB-A3EE-2245-A3C4-D35289D11230}"/>
                </a:ext>
              </a:extLst>
            </p:cNvPr>
            <p:cNvGrpSpPr/>
            <p:nvPr/>
          </p:nvGrpSpPr>
          <p:grpSpPr>
            <a:xfrm>
              <a:off x="7191187" y="3962960"/>
              <a:ext cx="1119818" cy="338554"/>
              <a:chOff x="1929852" y="4542126"/>
              <a:chExt cx="1119818" cy="338554"/>
            </a:xfrm>
          </p:grpSpPr>
          <p:sp>
            <p:nvSpPr>
              <p:cNvPr id="136" name="Rounded Rectangle 135">
                <a:extLst>
                  <a:ext uri="{FF2B5EF4-FFF2-40B4-BE49-F238E27FC236}">
                    <a16:creationId xmlns:a16="http://schemas.microsoft.com/office/drawing/2014/main" id="{05178707-EE14-2B43-AECF-B4BD42141483}"/>
                  </a:ext>
                </a:extLst>
              </p:cNvPr>
              <p:cNvSpPr/>
              <p:nvPr/>
            </p:nvSpPr>
            <p:spPr>
              <a:xfrm>
                <a:off x="1951130" y="4566892"/>
                <a:ext cx="1062275" cy="298242"/>
              </a:xfrm>
              <a:prstGeom prst="roundRect">
                <a:avLst/>
              </a:prstGeom>
              <a:solidFill>
                <a:srgbClr val="008000"/>
              </a:solidFill>
              <a:ln w="12700">
                <a:solidFill>
                  <a:srgbClr val="AAE2CA">
                    <a:lumMod val="75000"/>
                  </a:srgbClr>
                </a:solidFill>
                <a:prstDash val="solid"/>
              </a:ln>
              <a:effectLst>
                <a:outerShdw blurRad="50800" dist="38100" dir="2700000" algn="tl" rotWithShape="0">
                  <a:srgbClr val="CCFFCC">
                    <a:alpha val="43000"/>
                  </a:srgbClr>
                </a:outerShdw>
              </a:effectLst>
            </p:spPr>
            <p:txBody>
              <a:bodyPr vert="horz" wrap="non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137" name="TextBox 136">
                <a:extLst>
                  <a:ext uri="{FF2B5EF4-FFF2-40B4-BE49-F238E27FC236}">
                    <a16:creationId xmlns:a16="http://schemas.microsoft.com/office/drawing/2014/main" id="{108C85E9-2E74-E843-8014-BE1CE06DACD7}"/>
                  </a:ext>
                </a:extLst>
              </p:cNvPr>
              <p:cNvSpPr txBox="1"/>
              <p:nvPr/>
            </p:nvSpPr>
            <p:spPr>
              <a:xfrm>
                <a:off x="1929852" y="4542126"/>
                <a:ext cx="1119818" cy="33855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OpenFlow</a:t>
                </a:r>
              </a:p>
            </p:txBody>
          </p:sp>
        </p:grpSp>
        <p:grpSp>
          <p:nvGrpSpPr>
            <p:cNvPr id="138" name="Group 137">
              <a:extLst>
                <a:ext uri="{FF2B5EF4-FFF2-40B4-BE49-F238E27FC236}">
                  <a16:creationId xmlns:a16="http://schemas.microsoft.com/office/drawing/2014/main" id="{8D92C902-9BFA-6342-A073-15A925EAAB32}"/>
                </a:ext>
              </a:extLst>
            </p:cNvPr>
            <p:cNvGrpSpPr/>
            <p:nvPr/>
          </p:nvGrpSpPr>
          <p:grpSpPr>
            <a:xfrm>
              <a:off x="8402979" y="3964420"/>
              <a:ext cx="1062275" cy="338554"/>
              <a:chOff x="2774641" y="4248836"/>
              <a:chExt cx="1062275" cy="338554"/>
            </a:xfrm>
          </p:grpSpPr>
          <p:sp>
            <p:nvSpPr>
              <p:cNvPr id="139" name="Rounded Rectangle 138">
                <a:extLst>
                  <a:ext uri="{FF2B5EF4-FFF2-40B4-BE49-F238E27FC236}">
                    <a16:creationId xmlns:a16="http://schemas.microsoft.com/office/drawing/2014/main" id="{2E441FA3-6AF9-AD4A-8647-6D5FC6100AC2}"/>
                  </a:ext>
                </a:extLst>
              </p:cNvPr>
              <p:cNvSpPr/>
              <p:nvPr/>
            </p:nvSpPr>
            <p:spPr>
              <a:xfrm>
                <a:off x="2774641" y="4279216"/>
                <a:ext cx="1062275" cy="298242"/>
              </a:xfrm>
              <a:prstGeom prst="roundRect">
                <a:avLst/>
              </a:prstGeom>
              <a:solidFill>
                <a:srgbClr val="008000"/>
              </a:solidFill>
              <a:ln w="12700">
                <a:solidFill>
                  <a:srgbClr val="AAE2CA">
                    <a:lumMod val="75000"/>
                  </a:srgbClr>
                </a:solidFill>
                <a:prstDash val="solid"/>
              </a:ln>
              <a:effectLst>
                <a:outerShdw blurRad="50800" dist="38100" dir="2700000" algn="tl" rotWithShape="0">
                  <a:srgbClr val="CCFFCC">
                    <a:alpha val="43000"/>
                  </a:srgbClr>
                </a:outerShdw>
              </a:effectLst>
            </p:spPr>
            <p:txBody>
              <a:bodyPr vert="horz" wrap="non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140" name="TextBox 139">
                <a:extLst>
                  <a:ext uri="{FF2B5EF4-FFF2-40B4-BE49-F238E27FC236}">
                    <a16:creationId xmlns:a16="http://schemas.microsoft.com/office/drawing/2014/main" id="{7C633A2C-5BB7-0A49-A125-84BE461C6A65}"/>
                  </a:ext>
                </a:extLst>
              </p:cNvPr>
              <p:cNvSpPr txBox="1"/>
              <p:nvPr/>
            </p:nvSpPr>
            <p:spPr>
              <a:xfrm>
                <a:off x="2873106" y="4248836"/>
                <a:ext cx="902811" cy="33855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Netconf</a:t>
                </a:r>
              </a:p>
            </p:txBody>
          </p:sp>
        </p:grpSp>
        <p:grpSp>
          <p:nvGrpSpPr>
            <p:cNvPr id="141" name="Group 140">
              <a:extLst>
                <a:ext uri="{FF2B5EF4-FFF2-40B4-BE49-F238E27FC236}">
                  <a16:creationId xmlns:a16="http://schemas.microsoft.com/office/drawing/2014/main" id="{8F8F7297-2B4C-0943-BFD8-3BAA250E8402}"/>
                </a:ext>
              </a:extLst>
            </p:cNvPr>
            <p:cNvGrpSpPr/>
            <p:nvPr/>
          </p:nvGrpSpPr>
          <p:grpSpPr>
            <a:xfrm>
              <a:off x="9655695" y="3976588"/>
              <a:ext cx="858974" cy="413739"/>
              <a:chOff x="4304185" y="4617263"/>
              <a:chExt cx="858974" cy="413739"/>
            </a:xfrm>
          </p:grpSpPr>
          <p:sp>
            <p:nvSpPr>
              <p:cNvPr id="142" name="Rounded Rectangle 141">
                <a:extLst>
                  <a:ext uri="{FF2B5EF4-FFF2-40B4-BE49-F238E27FC236}">
                    <a16:creationId xmlns:a16="http://schemas.microsoft.com/office/drawing/2014/main" id="{C11AAB6D-AD28-5F48-82E9-9B4F3BC04CF1}"/>
                  </a:ext>
                </a:extLst>
              </p:cNvPr>
              <p:cNvSpPr/>
              <p:nvPr/>
            </p:nvSpPr>
            <p:spPr>
              <a:xfrm>
                <a:off x="4304185" y="4647691"/>
                <a:ext cx="858974" cy="298242"/>
              </a:xfrm>
              <a:prstGeom prst="roundRect">
                <a:avLst/>
              </a:prstGeom>
              <a:solidFill>
                <a:srgbClr val="008000"/>
              </a:solidFill>
              <a:ln w="12700">
                <a:solidFill>
                  <a:srgbClr val="AAE2CA">
                    <a:lumMod val="75000"/>
                  </a:srgbClr>
                </a:solidFill>
                <a:prstDash val="solid"/>
              </a:ln>
              <a:effectLst>
                <a:outerShdw blurRad="50800" dist="38100" dir="2700000" algn="tl" rotWithShape="0">
                  <a:srgbClr val="CCFFCC">
                    <a:alpha val="43000"/>
                  </a:srgbClr>
                </a:outerShdw>
              </a:effectLst>
            </p:spPr>
            <p:txBody>
              <a:bodyPr vert="horz" wrap="non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143" name="TextBox 142">
                <a:extLst>
                  <a:ext uri="{FF2B5EF4-FFF2-40B4-BE49-F238E27FC236}">
                    <a16:creationId xmlns:a16="http://schemas.microsoft.com/office/drawing/2014/main" id="{62149427-E8EF-9B48-8CB8-175884595355}"/>
                  </a:ext>
                </a:extLst>
              </p:cNvPr>
              <p:cNvSpPr txBox="1"/>
              <p:nvPr/>
            </p:nvSpPr>
            <p:spPr>
              <a:xfrm>
                <a:off x="4307335" y="4617263"/>
                <a:ext cx="842600" cy="413739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OVSDB</a:t>
                </a:r>
              </a:p>
            </p:txBody>
          </p:sp>
        </p:grpSp>
        <p:grpSp>
          <p:nvGrpSpPr>
            <p:cNvPr id="144" name="Group 143">
              <a:extLst>
                <a:ext uri="{FF2B5EF4-FFF2-40B4-BE49-F238E27FC236}">
                  <a16:creationId xmlns:a16="http://schemas.microsoft.com/office/drawing/2014/main" id="{A8FBFEF8-78CA-4F40-88DD-75754F270B5F}"/>
                </a:ext>
              </a:extLst>
            </p:cNvPr>
            <p:cNvGrpSpPr/>
            <p:nvPr/>
          </p:nvGrpSpPr>
          <p:grpSpPr>
            <a:xfrm>
              <a:off x="7201206" y="3554472"/>
              <a:ext cx="777777" cy="338554"/>
              <a:chOff x="1929852" y="4542126"/>
              <a:chExt cx="1083553" cy="338554"/>
            </a:xfrm>
          </p:grpSpPr>
          <p:sp>
            <p:nvSpPr>
              <p:cNvPr id="145" name="Rounded Rectangle 144">
                <a:extLst>
                  <a:ext uri="{FF2B5EF4-FFF2-40B4-BE49-F238E27FC236}">
                    <a16:creationId xmlns:a16="http://schemas.microsoft.com/office/drawing/2014/main" id="{F5CD2346-1270-E743-AB0C-C4B160C3F472}"/>
                  </a:ext>
                </a:extLst>
              </p:cNvPr>
              <p:cNvSpPr/>
              <p:nvPr/>
            </p:nvSpPr>
            <p:spPr>
              <a:xfrm>
                <a:off x="1951130" y="4566892"/>
                <a:ext cx="1062275" cy="298242"/>
              </a:xfrm>
              <a:prstGeom prst="roundRect">
                <a:avLst/>
              </a:prstGeom>
              <a:solidFill>
                <a:srgbClr val="008000"/>
              </a:solidFill>
              <a:ln w="12700">
                <a:solidFill>
                  <a:srgbClr val="AAE2CA">
                    <a:lumMod val="75000"/>
                  </a:srgbClr>
                </a:solidFill>
                <a:prstDash val="solid"/>
              </a:ln>
              <a:effectLst>
                <a:outerShdw blurRad="50800" dist="38100" dir="2700000" algn="tl" rotWithShape="0">
                  <a:srgbClr val="8DDFB0">
                    <a:alpha val="40000"/>
                  </a:srgbClr>
                </a:outerShdw>
              </a:effectLst>
            </p:spPr>
            <p:txBody>
              <a:bodyPr vert="horz" wrap="non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146" name="TextBox 145">
                <a:extLst>
                  <a:ext uri="{FF2B5EF4-FFF2-40B4-BE49-F238E27FC236}">
                    <a16:creationId xmlns:a16="http://schemas.microsoft.com/office/drawing/2014/main" id="{15C77157-A96E-7743-97FA-E6ABEACB35EF}"/>
                  </a:ext>
                </a:extLst>
              </p:cNvPr>
              <p:cNvSpPr txBox="1"/>
              <p:nvPr/>
            </p:nvSpPr>
            <p:spPr>
              <a:xfrm>
                <a:off x="1929852" y="4542126"/>
                <a:ext cx="777777" cy="33855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device</a:t>
                </a:r>
              </a:p>
            </p:txBody>
          </p:sp>
        </p:grpSp>
        <p:grpSp>
          <p:nvGrpSpPr>
            <p:cNvPr id="147" name="Group 146">
              <a:extLst>
                <a:ext uri="{FF2B5EF4-FFF2-40B4-BE49-F238E27FC236}">
                  <a16:creationId xmlns:a16="http://schemas.microsoft.com/office/drawing/2014/main" id="{2A479BF4-13D0-364B-968D-C82F3932C1B5}"/>
                </a:ext>
              </a:extLst>
            </p:cNvPr>
            <p:cNvGrpSpPr/>
            <p:nvPr/>
          </p:nvGrpSpPr>
          <p:grpSpPr>
            <a:xfrm>
              <a:off x="8032376" y="3552514"/>
              <a:ext cx="573691" cy="338554"/>
              <a:chOff x="1951130" y="4538598"/>
              <a:chExt cx="1062275" cy="338554"/>
            </a:xfrm>
          </p:grpSpPr>
          <p:sp>
            <p:nvSpPr>
              <p:cNvPr id="148" name="Rounded Rectangle 147">
                <a:extLst>
                  <a:ext uri="{FF2B5EF4-FFF2-40B4-BE49-F238E27FC236}">
                    <a16:creationId xmlns:a16="http://schemas.microsoft.com/office/drawing/2014/main" id="{ED1DFD88-1080-2E4F-B96A-1CBF667C7951}"/>
                  </a:ext>
                </a:extLst>
              </p:cNvPr>
              <p:cNvSpPr/>
              <p:nvPr/>
            </p:nvSpPr>
            <p:spPr>
              <a:xfrm>
                <a:off x="1951130" y="4566892"/>
                <a:ext cx="1062275" cy="298242"/>
              </a:xfrm>
              <a:prstGeom prst="roundRect">
                <a:avLst/>
              </a:prstGeom>
              <a:solidFill>
                <a:srgbClr val="008000"/>
              </a:solidFill>
              <a:ln w="12700">
                <a:solidFill>
                  <a:srgbClr val="AAE2CA">
                    <a:lumMod val="75000"/>
                  </a:srgbClr>
                </a:solidFill>
                <a:prstDash val="solid"/>
              </a:ln>
              <a:effectLst>
                <a:outerShdw blurRad="50800" dist="38100" dir="2700000" algn="tl" rotWithShape="0">
                  <a:srgbClr val="8DDFB0"/>
                </a:outerShdw>
              </a:effectLst>
            </p:spPr>
            <p:txBody>
              <a:bodyPr vert="horz" wrap="non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152" name="TextBox 151">
                <a:extLst>
                  <a:ext uri="{FF2B5EF4-FFF2-40B4-BE49-F238E27FC236}">
                    <a16:creationId xmlns:a16="http://schemas.microsoft.com/office/drawing/2014/main" id="{4915A2C6-6258-1F4D-9677-23327E75D528}"/>
                  </a:ext>
                </a:extLst>
              </p:cNvPr>
              <p:cNvSpPr txBox="1"/>
              <p:nvPr/>
            </p:nvSpPr>
            <p:spPr>
              <a:xfrm>
                <a:off x="2014708" y="4538598"/>
                <a:ext cx="703908" cy="33855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link</a:t>
                </a:r>
              </a:p>
            </p:txBody>
          </p:sp>
        </p:grpSp>
        <p:grpSp>
          <p:nvGrpSpPr>
            <p:cNvPr id="153" name="Group 152">
              <a:extLst>
                <a:ext uri="{FF2B5EF4-FFF2-40B4-BE49-F238E27FC236}">
                  <a16:creationId xmlns:a16="http://schemas.microsoft.com/office/drawing/2014/main" id="{002F72B5-0368-114D-B7F4-74414845E4F5}"/>
                </a:ext>
              </a:extLst>
            </p:cNvPr>
            <p:cNvGrpSpPr/>
            <p:nvPr/>
          </p:nvGrpSpPr>
          <p:grpSpPr>
            <a:xfrm>
              <a:off x="8640939" y="3553498"/>
              <a:ext cx="561323" cy="338554"/>
              <a:chOff x="1921370" y="4542126"/>
              <a:chExt cx="1092035" cy="338554"/>
            </a:xfrm>
          </p:grpSpPr>
          <p:sp>
            <p:nvSpPr>
              <p:cNvPr id="154" name="Rounded Rectangle 153">
                <a:extLst>
                  <a:ext uri="{FF2B5EF4-FFF2-40B4-BE49-F238E27FC236}">
                    <a16:creationId xmlns:a16="http://schemas.microsoft.com/office/drawing/2014/main" id="{4C613A94-E341-2C41-9264-AC28DD3620B5}"/>
                  </a:ext>
                </a:extLst>
              </p:cNvPr>
              <p:cNvSpPr/>
              <p:nvPr/>
            </p:nvSpPr>
            <p:spPr>
              <a:xfrm>
                <a:off x="1951130" y="4566892"/>
                <a:ext cx="1062275" cy="298242"/>
              </a:xfrm>
              <a:prstGeom prst="roundRect">
                <a:avLst/>
              </a:prstGeom>
              <a:solidFill>
                <a:srgbClr val="008000"/>
              </a:solidFill>
              <a:ln w="12700">
                <a:solidFill>
                  <a:schemeClr val="accent6"/>
                </a:solidFill>
                <a:prstDash val="solid"/>
              </a:ln>
              <a:effectLst>
                <a:outerShdw blurRad="50800" dist="38100" dir="2700000" algn="tl" rotWithShape="0">
                  <a:srgbClr val="8DDFB0">
                    <a:alpha val="40000"/>
                  </a:srgbClr>
                </a:outerShdw>
              </a:effectLst>
            </p:spPr>
            <p:txBody>
              <a:bodyPr vert="horz" wrap="non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155" name="TextBox 154">
                <a:extLst>
                  <a:ext uri="{FF2B5EF4-FFF2-40B4-BE49-F238E27FC236}">
                    <a16:creationId xmlns:a16="http://schemas.microsoft.com/office/drawing/2014/main" id="{6B30AAB3-454E-7342-8389-BBAC5CA5AC9C}"/>
                  </a:ext>
                </a:extLst>
              </p:cNvPr>
              <p:cNvSpPr txBox="1"/>
              <p:nvPr/>
            </p:nvSpPr>
            <p:spPr>
              <a:xfrm>
                <a:off x="1921370" y="4542126"/>
                <a:ext cx="797563" cy="33855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host</a:t>
                </a:r>
              </a:p>
            </p:txBody>
          </p:sp>
        </p:grpSp>
        <p:grpSp>
          <p:nvGrpSpPr>
            <p:cNvPr id="156" name="Group 155">
              <a:extLst>
                <a:ext uri="{FF2B5EF4-FFF2-40B4-BE49-F238E27FC236}">
                  <a16:creationId xmlns:a16="http://schemas.microsoft.com/office/drawing/2014/main" id="{86B1A74A-D1CD-644C-B311-3C38B38EB786}"/>
                </a:ext>
              </a:extLst>
            </p:cNvPr>
            <p:cNvGrpSpPr/>
            <p:nvPr/>
          </p:nvGrpSpPr>
          <p:grpSpPr>
            <a:xfrm>
              <a:off x="9247798" y="3553498"/>
              <a:ext cx="533020" cy="338554"/>
              <a:chOff x="1933590" y="4542126"/>
              <a:chExt cx="1079815" cy="338554"/>
            </a:xfrm>
          </p:grpSpPr>
          <p:sp>
            <p:nvSpPr>
              <p:cNvPr id="157" name="Rounded Rectangle 156">
                <a:extLst>
                  <a:ext uri="{FF2B5EF4-FFF2-40B4-BE49-F238E27FC236}">
                    <a16:creationId xmlns:a16="http://schemas.microsoft.com/office/drawing/2014/main" id="{B4F6EBC6-4BB6-2B48-B99C-C5A3D8D72073}"/>
                  </a:ext>
                </a:extLst>
              </p:cNvPr>
              <p:cNvSpPr/>
              <p:nvPr/>
            </p:nvSpPr>
            <p:spPr>
              <a:xfrm>
                <a:off x="1951130" y="4566892"/>
                <a:ext cx="1062275" cy="298242"/>
              </a:xfrm>
              <a:prstGeom prst="roundRect">
                <a:avLst/>
              </a:prstGeom>
              <a:solidFill>
                <a:srgbClr val="008000"/>
              </a:solidFill>
              <a:ln w="12700">
                <a:solidFill>
                  <a:srgbClr val="AAE2CA">
                    <a:lumMod val="75000"/>
                  </a:srgbClr>
                </a:solidFill>
                <a:prstDash val="solid"/>
              </a:ln>
              <a:effectLst>
                <a:outerShdw blurRad="50800" dist="38100" dir="2700000" algn="tl" rotWithShape="0">
                  <a:srgbClr val="CCFFCC">
                    <a:alpha val="43000"/>
                  </a:srgbClr>
                </a:outerShdw>
              </a:effectLst>
            </p:spPr>
            <p:txBody>
              <a:bodyPr vert="horz" wrap="non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158" name="TextBox 157">
                <a:extLst>
                  <a:ext uri="{FF2B5EF4-FFF2-40B4-BE49-F238E27FC236}">
                    <a16:creationId xmlns:a16="http://schemas.microsoft.com/office/drawing/2014/main" id="{7A9BB579-BE58-0748-A198-2F896A8D93BF}"/>
                  </a:ext>
                </a:extLst>
              </p:cNvPr>
              <p:cNvSpPr txBox="1"/>
              <p:nvPr/>
            </p:nvSpPr>
            <p:spPr>
              <a:xfrm>
                <a:off x="1933590" y="4542126"/>
                <a:ext cx="765598" cy="33855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flow</a:t>
                </a:r>
              </a:p>
            </p:txBody>
          </p:sp>
        </p:grpSp>
        <p:grpSp>
          <p:nvGrpSpPr>
            <p:cNvPr id="159" name="Group 158">
              <a:extLst>
                <a:ext uri="{FF2B5EF4-FFF2-40B4-BE49-F238E27FC236}">
                  <a16:creationId xmlns:a16="http://schemas.microsoft.com/office/drawing/2014/main" id="{09B6F87E-C66D-C24A-9D74-06012A8ED752}"/>
                </a:ext>
              </a:extLst>
            </p:cNvPr>
            <p:cNvGrpSpPr/>
            <p:nvPr/>
          </p:nvGrpSpPr>
          <p:grpSpPr>
            <a:xfrm>
              <a:off x="9798954" y="3538066"/>
              <a:ext cx="768563" cy="341965"/>
              <a:chOff x="1907908" y="4523169"/>
              <a:chExt cx="1105497" cy="341965"/>
            </a:xfrm>
          </p:grpSpPr>
          <p:sp>
            <p:nvSpPr>
              <p:cNvPr id="160" name="Rounded Rectangle 159">
                <a:extLst>
                  <a:ext uri="{FF2B5EF4-FFF2-40B4-BE49-F238E27FC236}">
                    <a16:creationId xmlns:a16="http://schemas.microsoft.com/office/drawing/2014/main" id="{01401B34-C61D-CD45-890F-718D54F268C6}"/>
                  </a:ext>
                </a:extLst>
              </p:cNvPr>
              <p:cNvSpPr/>
              <p:nvPr/>
            </p:nvSpPr>
            <p:spPr>
              <a:xfrm>
                <a:off x="1951130" y="4566892"/>
                <a:ext cx="1062275" cy="298242"/>
              </a:xfrm>
              <a:prstGeom prst="roundRect">
                <a:avLst/>
              </a:prstGeom>
              <a:solidFill>
                <a:srgbClr val="008000"/>
              </a:solidFill>
              <a:ln w="12700">
                <a:solidFill>
                  <a:srgbClr val="AAE2CA">
                    <a:lumMod val="75000"/>
                  </a:srgbClr>
                </a:solidFill>
                <a:prstDash val="solid"/>
              </a:ln>
              <a:effectLst>
                <a:outerShdw blurRad="50800" dist="38100" dir="2700000" algn="tl" rotWithShape="0">
                  <a:srgbClr val="CCFFCC">
                    <a:alpha val="43000"/>
                  </a:srgbClr>
                </a:outerShdw>
              </a:effectLst>
            </p:spPr>
            <p:txBody>
              <a:bodyPr vert="horz" wrap="non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161" name="TextBox 160">
                <a:extLst>
                  <a:ext uri="{FF2B5EF4-FFF2-40B4-BE49-F238E27FC236}">
                    <a16:creationId xmlns:a16="http://schemas.microsoft.com/office/drawing/2014/main" id="{D3979C30-65A4-9045-A798-34BC33D4868E}"/>
                  </a:ext>
                </a:extLst>
              </p:cNvPr>
              <p:cNvSpPr txBox="1"/>
              <p:nvPr/>
            </p:nvSpPr>
            <p:spPr>
              <a:xfrm>
                <a:off x="1907908" y="4523169"/>
                <a:ext cx="1099465" cy="33855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packet</a:t>
                </a:r>
              </a:p>
            </p:txBody>
          </p:sp>
        </p:grpSp>
      </p:grpSp>
      <p:sp>
        <p:nvSpPr>
          <p:cNvPr id="177" name="TextBox 176">
            <a:extLst>
              <a:ext uri="{FF2B5EF4-FFF2-40B4-BE49-F238E27FC236}">
                <a16:creationId xmlns:a16="http://schemas.microsoft.com/office/drawing/2014/main" id="{89521E46-BEC9-5C4E-82B8-EDA49A6FE31B}"/>
              </a:ext>
            </a:extLst>
          </p:cNvPr>
          <p:cNvSpPr txBox="1"/>
          <p:nvPr/>
        </p:nvSpPr>
        <p:spPr>
          <a:xfrm>
            <a:off x="4784940" y="2319147"/>
            <a:ext cx="1896665" cy="6740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1400" dirty="0">
                <a:solidFill>
                  <a:srgbClr val="000000"/>
                </a:solidFill>
                <a:latin typeface="Arial"/>
                <a:ea typeface="ＭＳ Ｐゴシック" charset="0"/>
                <a:cs typeface="Arial"/>
              </a:rPr>
              <a:t>northbound abstractions,</a:t>
            </a:r>
          </a:p>
          <a:p>
            <a:pPr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1400" dirty="0">
                <a:solidFill>
                  <a:srgbClr val="000000"/>
                </a:solidFill>
                <a:latin typeface="Arial"/>
                <a:ea typeface="ＭＳ Ｐゴシック" charset="0"/>
                <a:cs typeface="Arial"/>
              </a:rPr>
              <a:t>protocols</a:t>
            </a:r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3DF2A9AC-5208-F440-85C9-BC91E9B49F03}"/>
              </a:ext>
            </a:extLst>
          </p:cNvPr>
          <p:cNvGrpSpPr/>
          <p:nvPr/>
        </p:nvGrpSpPr>
        <p:grpSpPr>
          <a:xfrm>
            <a:off x="1235902" y="2266373"/>
            <a:ext cx="4876799" cy="714822"/>
            <a:chOff x="1235902" y="2266373"/>
            <a:chExt cx="4876799" cy="714822"/>
          </a:xfrm>
        </p:grpSpPr>
        <p:sp>
          <p:nvSpPr>
            <p:cNvPr id="149" name="Rounded Rectangle 148">
              <a:extLst>
                <a:ext uri="{FF2B5EF4-FFF2-40B4-BE49-F238E27FC236}">
                  <a16:creationId xmlns:a16="http://schemas.microsoft.com/office/drawing/2014/main" id="{E99A6AA0-07FB-1C4C-972D-6F9E4C71E394}"/>
                </a:ext>
              </a:extLst>
            </p:cNvPr>
            <p:cNvSpPr/>
            <p:nvPr/>
          </p:nvSpPr>
          <p:spPr>
            <a:xfrm>
              <a:off x="1235902" y="2266373"/>
              <a:ext cx="4876799" cy="714822"/>
            </a:xfrm>
            <a:prstGeom prst="roundRect">
              <a:avLst/>
            </a:prstGeom>
            <a:solidFill>
              <a:srgbClr val="AAE2CA">
                <a:lumMod val="75000"/>
              </a:srgbClr>
            </a:solidFill>
            <a:ln w="12700">
              <a:noFill/>
              <a:tailEnd type="arrow"/>
            </a:ln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127" name="Group 126">
              <a:extLst>
                <a:ext uri="{FF2B5EF4-FFF2-40B4-BE49-F238E27FC236}">
                  <a16:creationId xmlns:a16="http://schemas.microsoft.com/office/drawing/2014/main" id="{8FA0E095-2E70-CF4F-BAAD-5F6081A5EEC6}"/>
                </a:ext>
              </a:extLst>
            </p:cNvPr>
            <p:cNvGrpSpPr/>
            <p:nvPr/>
          </p:nvGrpSpPr>
          <p:grpSpPr>
            <a:xfrm>
              <a:off x="1418332" y="2420047"/>
              <a:ext cx="1503376" cy="375164"/>
              <a:chOff x="2793562" y="3559145"/>
              <a:chExt cx="1607438" cy="375164"/>
            </a:xfrm>
          </p:grpSpPr>
          <p:sp>
            <p:nvSpPr>
              <p:cNvPr id="128" name="Rounded Rectangle 127">
                <a:extLst>
                  <a:ext uri="{FF2B5EF4-FFF2-40B4-BE49-F238E27FC236}">
                    <a16:creationId xmlns:a16="http://schemas.microsoft.com/office/drawing/2014/main" id="{11EFF8DB-F7D6-F34F-9A62-91332868BEEF}"/>
                  </a:ext>
                </a:extLst>
              </p:cNvPr>
              <p:cNvSpPr/>
              <p:nvPr/>
            </p:nvSpPr>
            <p:spPr>
              <a:xfrm>
                <a:off x="2793562" y="3559145"/>
                <a:ext cx="1457313" cy="375164"/>
              </a:xfrm>
              <a:prstGeom prst="roundRect">
                <a:avLst/>
              </a:prstGeom>
              <a:solidFill>
                <a:srgbClr val="008000"/>
              </a:solidFill>
              <a:ln w="12700">
                <a:solidFill>
                  <a:srgbClr val="AAE2CA">
                    <a:lumMod val="75000"/>
                  </a:srgbClr>
                </a:solidFill>
              </a:ln>
              <a:effectLst>
                <a:outerShdw blurRad="50800" dist="38100" dir="2700000" algn="tl" rotWithShape="0">
                  <a:srgbClr val="8DDFB0">
                    <a:alpha val="43000"/>
                  </a:srgbClr>
                </a:outerShdw>
              </a:effectLst>
            </p:spPr>
            <p:txBody>
              <a:bodyPr vert="horz" wrap="non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129" name="TextBox 128">
                <a:extLst>
                  <a:ext uri="{FF2B5EF4-FFF2-40B4-BE49-F238E27FC236}">
                    <a16:creationId xmlns:a16="http://schemas.microsoft.com/office/drawing/2014/main" id="{6D405E66-E363-1545-90B5-9986D84C1F30}"/>
                  </a:ext>
                </a:extLst>
              </p:cNvPr>
              <p:cNvSpPr txBox="1"/>
              <p:nvPr/>
            </p:nvSpPr>
            <p:spPr>
              <a:xfrm>
                <a:off x="2840280" y="3583293"/>
                <a:ext cx="1560720" cy="33086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ts val="18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REST    API</a:t>
                </a:r>
              </a:p>
            </p:txBody>
          </p:sp>
        </p:grpSp>
        <p:grpSp>
          <p:nvGrpSpPr>
            <p:cNvPr id="178" name="Group 177">
              <a:extLst>
                <a:ext uri="{FF2B5EF4-FFF2-40B4-BE49-F238E27FC236}">
                  <a16:creationId xmlns:a16="http://schemas.microsoft.com/office/drawing/2014/main" id="{3CD93CAE-5D94-8143-B39F-78FD997DC548}"/>
                </a:ext>
              </a:extLst>
            </p:cNvPr>
            <p:cNvGrpSpPr/>
            <p:nvPr/>
          </p:nvGrpSpPr>
          <p:grpSpPr>
            <a:xfrm>
              <a:off x="3009593" y="2420047"/>
              <a:ext cx="1362970" cy="375164"/>
              <a:chOff x="2793562" y="3559145"/>
              <a:chExt cx="1457313" cy="375164"/>
            </a:xfrm>
          </p:grpSpPr>
          <p:sp>
            <p:nvSpPr>
              <p:cNvPr id="179" name="Rounded Rectangle 178">
                <a:extLst>
                  <a:ext uri="{FF2B5EF4-FFF2-40B4-BE49-F238E27FC236}">
                    <a16:creationId xmlns:a16="http://schemas.microsoft.com/office/drawing/2014/main" id="{251FA6D6-570F-5043-8D40-0C68D81CB6B5}"/>
                  </a:ext>
                </a:extLst>
              </p:cNvPr>
              <p:cNvSpPr/>
              <p:nvPr/>
            </p:nvSpPr>
            <p:spPr>
              <a:xfrm>
                <a:off x="2793562" y="3559145"/>
                <a:ext cx="1457313" cy="375164"/>
              </a:xfrm>
              <a:prstGeom prst="roundRect">
                <a:avLst/>
              </a:prstGeom>
              <a:solidFill>
                <a:srgbClr val="008000"/>
              </a:solidFill>
              <a:ln w="12700">
                <a:solidFill>
                  <a:srgbClr val="AAE2CA">
                    <a:lumMod val="75000"/>
                  </a:srgbClr>
                </a:solidFill>
              </a:ln>
              <a:effectLst>
                <a:outerShdw blurRad="50800" dist="38100" dir="2700000" algn="tl" rotWithShape="0">
                  <a:srgbClr val="000000">
                    <a:alpha val="43000"/>
                  </a:srgbClr>
                </a:outerShdw>
              </a:effectLst>
            </p:spPr>
            <p:txBody>
              <a:bodyPr vert="horz" wrap="non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180" name="TextBox 179">
                <a:extLst>
                  <a:ext uri="{FF2B5EF4-FFF2-40B4-BE49-F238E27FC236}">
                    <a16:creationId xmlns:a16="http://schemas.microsoft.com/office/drawing/2014/main" id="{FA6EF80F-6896-FD4C-B265-D258A85AA3F5}"/>
                  </a:ext>
                </a:extLst>
              </p:cNvPr>
              <p:cNvSpPr txBox="1"/>
              <p:nvPr/>
            </p:nvSpPr>
            <p:spPr>
              <a:xfrm>
                <a:off x="3085361" y="3583293"/>
                <a:ext cx="895069" cy="33086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ts val="18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Intent</a:t>
                </a:r>
              </a:p>
            </p:txBody>
          </p:sp>
        </p:grpSp>
      </p:grpSp>
      <p:grpSp>
        <p:nvGrpSpPr>
          <p:cNvPr id="2" name="Group 1">
            <a:extLst>
              <a:ext uri="{FF2B5EF4-FFF2-40B4-BE49-F238E27FC236}">
                <a16:creationId xmlns:a16="http://schemas.microsoft.com/office/drawing/2014/main" id="{F92FD172-4A96-8947-B4EA-191E32379E48}"/>
              </a:ext>
            </a:extLst>
          </p:cNvPr>
          <p:cNvGrpSpPr/>
          <p:nvPr/>
        </p:nvGrpSpPr>
        <p:grpSpPr>
          <a:xfrm>
            <a:off x="1219130" y="3053536"/>
            <a:ext cx="5028153" cy="1413955"/>
            <a:chOff x="7281727" y="3116166"/>
            <a:chExt cx="5028153" cy="1413955"/>
          </a:xfrm>
        </p:grpSpPr>
        <p:sp>
          <p:nvSpPr>
            <p:cNvPr id="125" name="Rounded Rectangle 124">
              <a:extLst>
                <a:ext uri="{FF2B5EF4-FFF2-40B4-BE49-F238E27FC236}">
                  <a16:creationId xmlns:a16="http://schemas.microsoft.com/office/drawing/2014/main" id="{15918E48-99B5-A449-B81F-5A158B747E62}"/>
                </a:ext>
              </a:extLst>
            </p:cNvPr>
            <p:cNvSpPr/>
            <p:nvPr/>
          </p:nvSpPr>
          <p:spPr>
            <a:xfrm>
              <a:off x="7281727" y="3116166"/>
              <a:ext cx="4898361" cy="1408726"/>
            </a:xfrm>
            <a:prstGeom prst="roundRect">
              <a:avLst/>
            </a:prstGeom>
            <a:solidFill>
              <a:srgbClr val="AAE2CA">
                <a:lumMod val="75000"/>
              </a:srgbClr>
            </a:solidFill>
            <a:ln w="12700">
              <a:noFill/>
              <a:tailEnd type="arrow"/>
            </a:ln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33" name="TextBox 132">
              <a:extLst>
                <a:ext uri="{FF2B5EF4-FFF2-40B4-BE49-F238E27FC236}">
                  <a16:creationId xmlns:a16="http://schemas.microsoft.com/office/drawing/2014/main" id="{C6312439-3E2F-644C-8FD1-E8F71A7DB152}"/>
                </a:ext>
              </a:extLst>
            </p:cNvPr>
            <p:cNvSpPr txBox="1"/>
            <p:nvPr/>
          </p:nvSpPr>
          <p:spPr>
            <a:xfrm>
              <a:off x="10953607" y="3768887"/>
              <a:ext cx="1356273" cy="76123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en-US" sz="1600" dirty="0">
                  <a:solidFill>
                    <a:srgbClr val="000000"/>
                  </a:solidFill>
                  <a:latin typeface="Arial"/>
                  <a:ea typeface="ＭＳ Ｐゴシック" charset="0"/>
                  <a:cs typeface="Arial"/>
                </a:rPr>
                <a:t>ONOS</a:t>
              </a:r>
            </a:p>
            <a:p>
              <a:pPr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en-US" sz="1600" dirty="0">
                  <a:solidFill>
                    <a:srgbClr val="000000"/>
                  </a:solidFill>
                  <a:latin typeface="Arial"/>
                  <a:ea typeface="ＭＳ Ｐゴシック" charset="0"/>
                  <a:cs typeface="Arial"/>
                </a:rPr>
                <a:t>distributed core</a:t>
              </a:r>
            </a:p>
          </p:txBody>
        </p:sp>
        <p:grpSp>
          <p:nvGrpSpPr>
            <p:cNvPr id="181" name="Group 180">
              <a:extLst>
                <a:ext uri="{FF2B5EF4-FFF2-40B4-BE49-F238E27FC236}">
                  <a16:creationId xmlns:a16="http://schemas.microsoft.com/office/drawing/2014/main" id="{E97E0286-2903-F34F-ADAC-94C103771297}"/>
                </a:ext>
              </a:extLst>
            </p:cNvPr>
            <p:cNvGrpSpPr/>
            <p:nvPr/>
          </p:nvGrpSpPr>
          <p:grpSpPr>
            <a:xfrm>
              <a:off x="9756131" y="3853524"/>
              <a:ext cx="971340" cy="459826"/>
              <a:chOff x="3067713" y="457817"/>
              <a:chExt cx="1563748" cy="459826"/>
            </a:xfrm>
          </p:grpSpPr>
          <p:sp>
            <p:nvSpPr>
              <p:cNvPr id="182" name="Rounded Rectangle 181">
                <a:extLst>
                  <a:ext uri="{FF2B5EF4-FFF2-40B4-BE49-F238E27FC236}">
                    <a16:creationId xmlns:a16="http://schemas.microsoft.com/office/drawing/2014/main" id="{9F6C6B2E-3ABD-2947-98E2-3C20E6952452}"/>
                  </a:ext>
                </a:extLst>
              </p:cNvPr>
              <p:cNvSpPr/>
              <p:nvPr/>
            </p:nvSpPr>
            <p:spPr>
              <a:xfrm>
                <a:off x="3128876" y="457817"/>
                <a:ext cx="1432326" cy="459826"/>
              </a:xfrm>
              <a:prstGeom prst="round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12700">
                <a:solidFill>
                  <a:schemeClr val="accent6"/>
                </a:solidFill>
              </a:ln>
              <a:effectLst>
                <a:outerShdw blurRad="50800" dist="38100" dir="2700000" algn="tl" rotWithShape="0">
                  <a:srgbClr val="00CC99">
                    <a:lumMod val="75000"/>
                    <a:alpha val="99000"/>
                  </a:srgbClr>
                </a:outerShdw>
              </a:effectLst>
            </p:spPr>
            <p:txBody>
              <a:bodyPr vert="horz" wrap="non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83" name="TextBox 182">
                <a:extLst>
                  <a:ext uri="{FF2B5EF4-FFF2-40B4-BE49-F238E27FC236}">
                    <a16:creationId xmlns:a16="http://schemas.microsoft.com/office/drawing/2014/main" id="{4B932003-E003-284E-BC99-BB3E590BAF7F}"/>
                  </a:ext>
                </a:extLst>
              </p:cNvPr>
              <p:cNvSpPr txBox="1"/>
              <p:nvPr/>
            </p:nvSpPr>
            <p:spPr>
              <a:xfrm>
                <a:off x="3067713" y="541671"/>
                <a:ext cx="1563748" cy="304357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eaLnBrk="0" fontAlgn="base" latinLnBrk="0" hangingPunct="0">
                  <a:lnSpc>
                    <a:spcPts val="16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statistics</a:t>
                </a:r>
                <a:endPara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</p:grpSp>
        <p:grpSp>
          <p:nvGrpSpPr>
            <p:cNvPr id="184" name="Group 183">
              <a:extLst>
                <a:ext uri="{FF2B5EF4-FFF2-40B4-BE49-F238E27FC236}">
                  <a16:creationId xmlns:a16="http://schemas.microsoft.com/office/drawing/2014/main" id="{EA24F9B1-1E6D-9B41-928B-341FF5DFDF26}"/>
                </a:ext>
              </a:extLst>
            </p:cNvPr>
            <p:cNvGrpSpPr/>
            <p:nvPr/>
          </p:nvGrpSpPr>
          <p:grpSpPr>
            <a:xfrm>
              <a:off x="7513930" y="3839969"/>
              <a:ext cx="889706" cy="459826"/>
              <a:chOff x="3128876" y="457817"/>
              <a:chExt cx="1432326" cy="459826"/>
            </a:xfrm>
          </p:grpSpPr>
          <p:sp>
            <p:nvSpPr>
              <p:cNvPr id="185" name="Rounded Rectangle 184">
                <a:extLst>
                  <a:ext uri="{FF2B5EF4-FFF2-40B4-BE49-F238E27FC236}">
                    <a16:creationId xmlns:a16="http://schemas.microsoft.com/office/drawing/2014/main" id="{BF3451CA-E2F4-BD46-9F75-89A9563784FD}"/>
                  </a:ext>
                </a:extLst>
              </p:cNvPr>
              <p:cNvSpPr/>
              <p:nvPr/>
            </p:nvSpPr>
            <p:spPr>
              <a:xfrm>
                <a:off x="3128876" y="457817"/>
                <a:ext cx="1432326" cy="459826"/>
              </a:xfrm>
              <a:prstGeom prst="round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12700">
                <a:solidFill>
                  <a:schemeClr val="accent6"/>
                </a:solidFill>
              </a:ln>
              <a:effectLst>
                <a:outerShdw blurRad="50800" dist="38100" dir="2700000" algn="tl" rotWithShape="0">
                  <a:srgbClr val="00CC99">
                    <a:lumMod val="75000"/>
                    <a:alpha val="99000"/>
                  </a:srgbClr>
                </a:outerShdw>
              </a:effectLst>
            </p:spPr>
            <p:txBody>
              <a:bodyPr vert="horz" wrap="non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86" name="TextBox 185">
                <a:extLst>
                  <a:ext uri="{FF2B5EF4-FFF2-40B4-BE49-F238E27FC236}">
                    <a16:creationId xmlns:a16="http://schemas.microsoft.com/office/drawing/2014/main" id="{AA2973D9-D16C-6544-8F9B-1DD24EE2A0B0}"/>
                  </a:ext>
                </a:extLst>
              </p:cNvPr>
              <p:cNvSpPr txBox="1"/>
              <p:nvPr/>
            </p:nvSpPr>
            <p:spPr>
              <a:xfrm>
                <a:off x="3140940" y="541671"/>
                <a:ext cx="1417294" cy="304357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eaLnBrk="0" fontAlgn="base" latinLnBrk="0" hangingPunct="0">
                  <a:lnSpc>
                    <a:spcPts val="16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devices</a:t>
                </a:r>
                <a:endPara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</p:grpSp>
        <p:grpSp>
          <p:nvGrpSpPr>
            <p:cNvPr id="187" name="Group 186">
              <a:extLst>
                <a:ext uri="{FF2B5EF4-FFF2-40B4-BE49-F238E27FC236}">
                  <a16:creationId xmlns:a16="http://schemas.microsoft.com/office/drawing/2014/main" id="{8852A5B9-2F85-854B-90CF-9C2059271478}"/>
                </a:ext>
              </a:extLst>
            </p:cNvPr>
            <p:cNvGrpSpPr/>
            <p:nvPr/>
          </p:nvGrpSpPr>
          <p:grpSpPr>
            <a:xfrm>
              <a:off x="7525471" y="3279854"/>
              <a:ext cx="889706" cy="459826"/>
              <a:chOff x="3128876" y="457817"/>
              <a:chExt cx="1432326" cy="459826"/>
            </a:xfrm>
          </p:grpSpPr>
          <p:sp>
            <p:nvSpPr>
              <p:cNvPr id="188" name="Rounded Rectangle 187">
                <a:extLst>
                  <a:ext uri="{FF2B5EF4-FFF2-40B4-BE49-F238E27FC236}">
                    <a16:creationId xmlns:a16="http://schemas.microsoft.com/office/drawing/2014/main" id="{D26CA676-9ED8-CC4E-8413-ADE7E23BE8F2}"/>
                  </a:ext>
                </a:extLst>
              </p:cNvPr>
              <p:cNvSpPr/>
              <p:nvPr/>
            </p:nvSpPr>
            <p:spPr>
              <a:xfrm>
                <a:off x="3128876" y="457817"/>
                <a:ext cx="1432326" cy="459826"/>
              </a:xfrm>
              <a:prstGeom prst="round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12700">
                <a:solidFill>
                  <a:schemeClr val="accent6"/>
                </a:solidFill>
              </a:ln>
              <a:effectLst>
                <a:outerShdw blurRad="50800" dist="38100" dir="2700000" algn="tl" rotWithShape="0">
                  <a:srgbClr val="00CC99">
                    <a:lumMod val="75000"/>
                    <a:alpha val="99000"/>
                  </a:srgbClr>
                </a:outerShdw>
              </a:effectLst>
            </p:spPr>
            <p:txBody>
              <a:bodyPr vert="horz" wrap="non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89" name="TextBox 188">
                <a:extLst>
                  <a:ext uri="{FF2B5EF4-FFF2-40B4-BE49-F238E27FC236}">
                    <a16:creationId xmlns:a16="http://schemas.microsoft.com/office/drawing/2014/main" id="{CE4916AA-860A-7249-BC1A-CDC4B88D7504}"/>
                  </a:ext>
                </a:extLst>
              </p:cNvPr>
              <p:cNvSpPr txBox="1"/>
              <p:nvPr/>
            </p:nvSpPr>
            <p:spPr>
              <a:xfrm>
                <a:off x="3306184" y="541671"/>
                <a:ext cx="1086810" cy="304357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eaLnBrk="0" fontAlgn="base" latinLnBrk="0" hangingPunct="0">
                  <a:lnSpc>
                    <a:spcPts val="16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hosts</a:t>
                </a:r>
                <a:endPara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</p:grpSp>
        <p:grpSp>
          <p:nvGrpSpPr>
            <p:cNvPr id="190" name="Group 189">
              <a:extLst>
                <a:ext uri="{FF2B5EF4-FFF2-40B4-BE49-F238E27FC236}">
                  <a16:creationId xmlns:a16="http://schemas.microsoft.com/office/drawing/2014/main" id="{8000367E-BE0E-2042-88F2-1C6272B9137F}"/>
                </a:ext>
              </a:extLst>
            </p:cNvPr>
            <p:cNvGrpSpPr/>
            <p:nvPr/>
          </p:nvGrpSpPr>
          <p:grpSpPr>
            <a:xfrm>
              <a:off x="8671141" y="3852495"/>
              <a:ext cx="889706" cy="459826"/>
              <a:chOff x="3154244" y="470343"/>
              <a:chExt cx="1432326" cy="459826"/>
            </a:xfrm>
          </p:grpSpPr>
          <p:sp>
            <p:nvSpPr>
              <p:cNvPr id="191" name="Rounded Rectangle 190">
                <a:extLst>
                  <a:ext uri="{FF2B5EF4-FFF2-40B4-BE49-F238E27FC236}">
                    <a16:creationId xmlns:a16="http://schemas.microsoft.com/office/drawing/2014/main" id="{68906F77-7CA4-3A44-845A-3F01B6129213}"/>
                  </a:ext>
                </a:extLst>
              </p:cNvPr>
              <p:cNvSpPr/>
              <p:nvPr/>
            </p:nvSpPr>
            <p:spPr>
              <a:xfrm>
                <a:off x="3154244" y="470343"/>
                <a:ext cx="1432326" cy="459826"/>
              </a:xfrm>
              <a:prstGeom prst="round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12700">
                <a:solidFill>
                  <a:schemeClr val="accent6"/>
                </a:solidFill>
              </a:ln>
              <a:effectLst>
                <a:outerShdw blurRad="50800" dist="38100" dir="2700000" algn="tl" rotWithShape="0">
                  <a:srgbClr val="00CC99">
                    <a:lumMod val="75000"/>
                    <a:alpha val="99000"/>
                  </a:srgbClr>
                </a:outerShdw>
              </a:effectLst>
            </p:spPr>
            <p:txBody>
              <a:bodyPr vert="horz" wrap="non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92" name="TextBox 191">
                <a:extLst>
                  <a:ext uri="{FF2B5EF4-FFF2-40B4-BE49-F238E27FC236}">
                    <a16:creationId xmlns:a16="http://schemas.microsoft.com/office/drawing/2014/main" id="{E19E10E4-1CA2-924C-8127-58FEFABAE9B4}"/>
                  </a:ext>
                </a:extLst>
              </p:cNvPr>
              <p:cNvSpPr txBox="1"/>
              <p:nvPr/>
            </p:nvSpPr>
            <p:spPr>
              <a:xfrm>
                <a:off x="3370539" y="541671"/>
                <a:ext cx="958100" cy="304357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eaLnBrk="0" fontAlgn="base" latinLnBrk="0" hangingPunct="0">
                  <a:lnSpc>
                    <a:spcPts val="16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links</a:t>
                </a:r>
                <a:endPara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</p:grpSp>
        <p:grpSp>
          <p:nvGrpSpPr>
            <p:cNvPr id="193" name="Group 192">
              <a:extLst>
                <a:ext uri="{FF2B5EF4-FFF2-40B4-BE49-F238E27FC236}">
                  <a16:creationId xmlns:a16="http://schemas.microsoft.com/office/drawing/2014/main" id="{ECBED06E-359B-7845-B6F4-2E4256AE3E14}"/>
                </a:ext>
              </a:extLst>
            </p:cNvPr>
            <p:cNvGrpSpPr/>
            <p:nvPr/>
          </p:nvGrpSpPr>
          <p:grpSpPr>
            <a:xfrm>
              <a:off x="8655384" y="3279854"/>
              <a:ext cx="889706" cy="459826"/>
              <a:chOff x="3128876" y="457817"/>
              <a:chExt cx="1432326" cy="459826"/>
            </a:xfrm>
          </p:grpSpPr>
          <p:sp>
            <p:nvSpPr>
              <p:cNvPr id="194" name="Rounded Rectangle 193">
                <a:extLst>
                  <a:ext uri="{FF2B5EF4-FFF2-40B4-BE49-F238E27FC236}">
                    <a16:creationId xmlns:a16="http://schemas.microsoft.com/office/drawing/2014/main" id="{23A83748-5026-604C-9933-08E9C9A4E708}"/>
                  </a:ext>
                </a:extLst>
              </p:cNvPr>
              <p:cNvSpPr/>
              <p:nvPr/>
            </p:nvSpPr>
            <p:spPr>
              <a:xfrm>
                <a:off x="3128876" y="457817"/>
                <a:ext cx="1432326" cy="459826"/>
              </a:xfrm>
              <a:prstGeom prst="round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12700">
                <a:solidFill>
                  <a:schemeClr val="accent6"/>
                </a:solidFill>
              </a:ln>
              <a:effectLst>
                <a:outerShdw blurRad="50800" dist="38100" dir="2700000" algn="tl" rotWithShape="0">
                  <a:srgbClr val="00CC99">
                    <a:lumMod val="75000"/>
                    <a:alpha val="99000"/>
                  </a:srgbClr>
                </a:outerShdw>
              </a:effectLst>
            </p:spPr>
            <p:txBody>
              <a:bodyPr vert="horz" wrap="non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95" name="TextBox 194">
                <a:extLst>
                  <a:ext uri="{FF2B5EF4-FFF2-40B4-BE49-F238E27FC236}">
                    <a16:creationId xmlns:a16="http://schemas.microsoft.com/office/drawing/2014/main" id="{8F6959D0-20F8-5342-B065-B451D53D0482}"/>
                  </a:ext>
                </a:extLst>
              </p:cNvPr>
              <p:cNvSpPr txBox="1"/>
              <p:nvPr/>
            </p:nvSpPr>
            <p:spPr>
              <a:xfrm>
                <a:off x="3296911" y="541671"/>
                <a:ext cx="1105358" cy="304357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eaLnBrk="0" fontAlgn="base" latinLnBrk="0" hangingPunct="0">
                  <a:lnSpc>
                    <a:spcPts val="16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paths</a:t>
                </a:r>
                <a:endPara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</p:grpSp>
        <p:grpSp>
          <p:nvGrpSpPr>
            <p:cNvPr id="196" name="Group 195">
              <a:extLst>
                <a:ext uri="{FF2B5EF4-FFF2-40B4-BE49-F238E27FC236}">
                  <a16:creationId xmlns:a16="http://schemas.microsoft.com/office/drawing/2014/main" id="{0BA7D74E-2298-5844-AEE2-858B31DEE773}"/>
                </a:ext>
              </a:extLst>
            </p:cNvPr>
            <p:cNvGrpSpPr/>
            <p:nvPr/>
          </p:nvGrpSpPr>
          <p:grpSpPr>
            <a:xfrm>
              <a:off x="9686140" y="3279854"/>
              <a:ext cx="1166221" cy="459826"/>
              <a:chOff x="3003364" y="457817"/>
              <a:chExt cx="1692457" cy="459826"/>
            </a:xfrm>
          </p:grpSpPr>
          <p:sp>
            <p:nvSpPr>
              <p:cNvPr id="241" name="Rounded Rectangle 240">
                <a:extLst>
                  <a:ext uri="{FF2B5EF4-FFF2-40B4-BE49-F238E27FC236}">
                    <a16:creationId xmlns:a16="http://schemas.microsoft.com/office/drawing/2014/main" id="{72F83317-BC53-D649-99B8-7740B1AD9877}"/>
                  </a:ext>
                </a:extLst>
              </p:cNvPr>
              <p:cNvSpPr/>
              <p:nvPr/>
            </p:nvSpPr>
            <p:spPr>
              <a:xfrm>
                <a:off x="3128876" y="457817"/>
                <a:ext cx="1432326" cy="459826"/>
              </a:xfrm>
              <a:prstGeom prst="round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12700">
                <a:solidFill>
                  <a:schemeClr val="accent6"/>
                </a:solidFill>
              </a:ln>
              <a:effectLst>
                <a:outerShdw blurRad="50800" dist="38100" dir="2700000" algn="tl" rotWithShape="0">
                  <a:srgbClr val="00CC99">
                    <a:lumMod val="75000"/>
                    <a:alpha val="99000"/>
                  </a:srgbClr>
                </a:outerShdw>
              </a:effectLst>
            </p:spPr>
            <p:txBody>
              <a:bodyPr vert="horz" wrap="non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42" name="TextBox 241">
                <a:extLst>
                  <a:ext uri="{FF2B5EF4-FFF2-40B4-BE49-F238E27FC236}">
                    <a16:creationId xmlns:a16="http://schemas.microsoft.com/office/drawing/2014/main" id="{5DC30270-8B98-A84E-9C7B-8E1AA228AF27}"/>
                  </a:ext>
                </a:extLst>
              </p:cNvPr>
              <p:cNvSpPr txBox="1"/>
              <p:nvPr/>
            </p:nvSpPr>
            <p:spPr>
              <a:xfrm>
                <a:off x="3003364" y="541671"/>
                <a:ext cx="1692457" cy="304357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eaLnBrk="0" fontAlgn="base" latinLnBrk="0" hangingPunct="0">
                  <a:lnSpc>
                    <a:spcPts val="16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flow rules</a:t>
                </a:r>
                <a:endPara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</p:grpSp>
        <p:grpSp>
          <p:nvGrpSpPr>
            <p:cNvPr id="243" name="Group 242">
              <a:extLst>
                <a:ext uri="{FF2B5EF4-FFF2-40B4-BE49-F238E27FC236}">
                  <a16:creationId xmlns:a16="http://schemas.microsoft.com/office/drawing/2014/main" id="{477FD664-C039-0241-A68A-77F2048F0A86}"/>
                </a:ext>
              </a:extLst>
            </p:cNvPr>
            <p:cNvGrpSpPr/>
            <p:nvPr/>
          </p:nvGrpSpPr>
          <p:grpSpPr>
            <a:xfrm>
              <a:off x="10986913" y="3284449"/>
              <a:ext cx="986973" cy="459826"/>
              <a:chOff x="3128876" y="457817"/>
              <a:chExt cx="1432326" cy="459826"/>
            </a:xfrm>
          </p:grpSpPr>
          <p:sp>
            <p:nvSpPr>
              <p:cNvPr id="244" name="Rounded Rectangle 243">
                <a:extLst>
                  <a:ext uri="{FF2B5EF4-FFF2-40B4-BE49-F238E27FC236}">
                    <a16:creationId xmlns:a16="http://schemas.microsoft.com/office/drawing/2014/main" id="{AF2AD232-6210-B541-9E07-133C32A1231A}"/>
                  </a:ext>
                </a:extLst>
              </p:cNvPr>
              <p:cNvSpPr/>
              <p:nvPr/>
            </p:nvSpPr>
            <p:spPr>
              <a:xfrm>
                <a:off x="3128876" y="457817"/>
                <a:ext cx="1432326" cy="459826"/>
              </a:xfrm>
              <a:prstGeom prst="round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12700">
                <a:solidFill>
                  <a:schemeClr val="accent6"/>
                </a:solidFill>
              </a:ln>
              <a:effectLst>
                <a:outerShdw blurRad="50800" dist="38100" dir="2700000" algn="tl" rotWithShape="0">
                  <a:srgbClr val="00CC99">
                    <a:lumMod val="75000"/>
                    <a:alpha val="99000"/>
                  </a:srgbClr>
                </a:outerShdw>
              </a:effectLst>
            </p:spPr>
            <p:txBody>
              <a:bodyPr vert="horz" wrap="non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45" name="TextBox 244">
                <a:extLst>
                  <a:ext uri="{FF2B5EF4-FFF2-40B4-BE49-F238E27FC236}">
                    <a16:creationId xmlns:a16="http://schemas.microsoft.com/office/drawing/2014/main" id="{9C36D8BD-8A4B-B34A-BE19-5CCFA5F2A311}"/>
                  </a:ext>
                </a:extLst>
              </p:cNvPr>
              <p:cNvSpPr txBox="1"/>
              <p:nvPr/>
            </p:nvSpPr>
            <p:spPr>
              <a:xfrm>
                <a:off x="3152699" y="541671"/>
                <a:ext cx="1393790" cy="304357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eaLnBrk="0" fontAlgn="base" latinLnBrk="0" hangingPunct="0">
                  <a:lnSpc>
                    <a:spcPts val="16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topology</a:t>
                </a:r>
                <a:endPara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</p:grpSp>
      </p:grpSp>
      <p:cxnSp>
        <p:nvCxnSpPr>
          <p:cNvPr id="246" name="Straight Connector 245">
            <a:extLst>
              <a:ext uri="{FF2B5EF4-FFF2-40B4-BE49-F238E27FC236}">
                <a16:creationId xmlns:a16="http://schemas.microsoft.com/office/drawing/2014/main" id="{E9221522-35ED-0E48-8C4E-5E45D8BA1EBB}"/>
              </a:ext>
            </a:extLst>
          </p:cNvPr>
          <p:cNvCxnSpPr/>
          <p:nvPr/>
        </p:nvCxnSpPr>
        <p:spPr>
          <a:xfrm>
            <a:off x="1349154" y="5538827"/>
            <a:ext cx="4651048" cy="0"/>
          </a:xfrm>
          <a:prstGeom prst="line">
            <a:avLst/>
          </a:prstGeom>
          <a:ln w="19050">
            <a:solidFill>
              <a:schemeClr val="tx1"/>
            </a:solidFill>
            <a:prstDash val="dash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47" name="Content Placeholder 3">
            <a:extLst>
              <a:ext uri="{FF2B5EF4-FFF2-40B4-BE49-F238E27FC236}">
                <a16:creationId xmlns:a16="http://schemas.microsoft.com/office/drawing/2014/main" id="{28318C6B-5A4E-644F-868C-C9FEF9E2779F}"/>
              </a:ext>
            </a:extLst>
          </p:cNvPr>
          <p:cNvSpPr txBox="1">
            <a:spLocks/>
          </p:cNvSpPr>
          <p:nvPr/>
        </p:nvSpPr>
        <p:spPr>
          <a:xfrm>
            <a:off x="8185530" y="2085890"/>
            <a:ext cx="3601461" cy="4001759"/>
          </a:xfrm>
          <a:prstGeom prst="rect">
            <a:avLst/>
          </a:prstGeom>
        </p:spPr>
        <p:txBody>
          <a:bodyPr/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r>
              <a:rPr lang="en-US" sz="2400" dirty="0">
                <a:solidFill>
                  <a:srgbClr val="000000"/>
                </a:solidFill>
              </a:rPr>
              <a:t>control apps separate from controller</a:t>
            </a:r>
          </a:p>
          <a:p>
            <a:r>
              <a:rPr lang="en-US" sz="2400" dirty="0">
                <a:solidFill>
                  <a:srgbClr val="000000"/>
                </a:solidFill>
              </a:rPr>
              <a:t>intent framework: high-level specification of service: what rather than how</a:t>
            </a:r>
          </a:p>
          <a:p>
            <a:r>
              <a:rPr lang="en-US" sz="2400" dirty="0">
                <a:solidFill>
                  <a:srgbClr val="000000"/>
                </a:solidFill>
              </a:rPr>
              <a:t>considerable emphasis on distributed core: service reliability, replication performance scaling</a:t>
            </a:r>
          </a:p>
        </p:txBody>
      </p:sp>
    </p:spTree>
    <p:extLst>
      <p:ext uri="{BB962C8B-B14F-4D97-AF65-F5344CB8AC3E}">
        <p14:creationId xmlns:p14="http://schemas.microsoft.com/office/powerpoint/2010/main" val="3622540766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med" p14:dur="700">
        <p:fade/>
      </p:transition>
    </mc:Choice>
    <mc:Fallback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2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47" grpId="0"/>
    </p:bldLst>
  </p:timing>
</p:sld>
</file>

<file path=ppt/slides/slide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Content Placeholder 1">
            <a:extLst>
              <a:ext uri="{FF2B5EF4-FFF2-40B4-BE49-F238E27FC236}">
                <a16:creationId xmlns:a16="http://schemas.microsoft.com/office/drawing/2014/main" id="{EC702AB5-AB8E-3545-A5A9-FCEA06E6EC76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750518" y="1486033"/>
            <a:ext cx="10515600" cy="4351338"/>
          </a:xfrm>
        </p:spPr>
        <p:txBody>
          <a:bodyPr>
            <a:normAutofit fontScale="92500" lnSpcReduction="10000"/>
          </a:bodyPr>
          <a:lstStyle/>
          <a:p>
            <a:pPr indent="-290513">
              <a:lnSpc>
                <a:spcPct val="100000"/>
              </a:lnSpc>
            </a:pPr>
            <a:r>
              <a:rPr lang="en-US" sz="3200" dirty="0"/>
              <a:t>hardening the control plane: dependable, reliable, performance-scalable, secure distributed system</a:t>
            </a:r>
          </a:p>
          <a:p>
            <a:pPr lvl="1">
              <a:lnSpc>
                <a:spcPct val="100000"/>
              </a:lnSpc>
            </a:pPr>
            <a:r>
              <a:rPr lang="en-US" sz="2800" dirty="0"/>
              <a:t>robustness to failures: leverage strong theory of reliable distributed system for control plane</a:t>
            </a:r>
          </a:p>
          <a:p>
            <a:pPr lvl="1">
              <a:lnSpc>
                <a:spcPct val="100000"/>
              </a:lnSpc>
            </a:pPr>
            <a:r>
              <a:rPr lang="en-US" sz="2800" dirty="0"/>
              <a:t>dependability, security: “baked in” from day one? </a:t>
            </a:r>
          </a:p>
          <a:p>
            <a:pPr indent="-290513">
              <a:lnSpc>
                <a:spcPct val="100000"/>
              </a:lnSpc>
            </a:pPr>
            <a:r>
              <a:rPr lang="en-US" sz="3200" dirty="0"/>
              <a:t>networks, protocols meeting mission-specific requirements</a:t>
            </a:r>
          </a:p>
          <a:p>
            <a:pPr lvl="1">
              <a:lnSpc>
                <a:spcPct val="100000"/>
              </a:lnSpc>
            </a:pPr>
            <a:r>
              <a:rPr lang="en-US" sz="2800" dirty="0"/>
              <a:t>e.g., real-time, ultra-reliable, ultra-secure</a:t>
            </a:r>
          </a:p>
          <a:p>
            <a:pPr indent="-290513">
              <a:lnSpc>
                <a:spcPct val="100000"/>
              </a:lnSpc>
            </a:pPr>
            <a:r>
              <a:rPr lang="en-US" sz="3200" dirty="0"/>
              <a:t>Internet-scaling: beyond a single AS</a:t>
            </a:r>
          </a:p>
          <a:p>
            <a:pPr indent="-290513">
              <a:lnSpc>
                <a:spcPct val="100000"/>
              </a:lnSpc>
            </a:pPr>
            <a:r>
              <a:rPr lang="en-US" sz="3200" dirty="0"/>
              <a:t>SDN critical in 5G cellular networks</a:t>
            </a:r>
          </a:p>
        </p:txBody>
      </p:sp>
      <p:sp>
        <p:nvSpPr>
          <p:cNvPr id="3" name="Title 2">
            <a:extLst>
              <a:ext uri="{FF2B5EF4-FFF2-40B4-BE49-F238E27FC236}">
                <a16:creationId xmlns:a16="http://schemas.microsoft.com/office/drawing/2014/main" id="{FECD85E7-B9DB-9043-B7EC-8C0919E801A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4139"/>
            <a:ext cx="10515600" cy="894622"/>
          </a:xfrm>
        </p:spPr>
        <p:txBody>
          <a:bodyPr>
            <a:normAutofit/>
          </a:bodyPr>
          <a:lstStyle/>
          <a:p>
            <a:r>
              <a:rPr lang="en-US" dirty="0"/>
              <a:t>SDN:  selected challenges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8F71119-17C6-6045-B8FE-FECA68C801C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88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73786684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500"/>
                                        <p:tgtEl>
                                          <p:spTgt spid="2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1" dur="500"/>
                                        <p:tgtEl>
                                          <p:spTgt spid="2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build="p"/>
    </p:bldLst>
  </p:timing>
</p:sld>
</file>

<file path=ppt/slides/slide89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Content Placeholder 1">
            <a:extLst>
              <a:ext uri="{FF2B5EF4-FFF2-40B4-BE49-F238E27FC236}">
                <a16:creationId xmlns:a16="http://schemas.microsoft.com/office/drawing/2014/main" id="{EC702AB5-AB8E-3545-A5A9-FCEA06E6EC76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788096" y="1486033"/>
            <a:ext cx="10515600" cy="3123545"/>
          </a:xfrm>
        </p:spPr>
        <p:txBody>
          <a:bodyPr>
            <a:normAutofit/>
          </a:bodyPr>
          <a:lstStyle/>
          <a:p>
            <a:pPr indent="-290513">
              <a:lnSpc>
                <a:spcPct val="100000"/>
              </a:lnSpc>
            </a:pPr>
            <a:r>
              <a:rPr lang="en-US" sz="3200" dirty="0"/>
              <a:t>SDN-computed versus router-computer forwarding tables:</a:t>
            </a:r>
          </a:p>
          <a:p>
            <a:pPr lvl="1" indent="-290513">
              <a:lnSpc>
                <a:spcPct val="100000"/>
              </a:lnSpc>
            </a:pPr>
            <a:r>
              <a:rPr lang="en-US" sz="2800" dirty="0"/>
              <a:t>just one example of logically-centralized-computed versus protocol computed</a:t>
            </a:r>
          </a:p>
          <a:p>
            <a:pPr indent="-290513">
              <a:lnSpc>
                <a:spcPct val="100000"/>
              </a:lnSpc>
            </a:pPr>
            <a:r>
              <a:rPr lang="en-US" sz="3200" dirty="0"/>
              <a:t>one could imagine SDN-computed congestion control: </a:t>
            </a:r>
          </a:p>
          <a:p>
            <a:pPr lvl="1" indent="-290513">
              <a:lnSpc>
                <a:spcPct val="100000"/>
              </a:lnSpc>
            </a:pPr>
            <a:r>
              <a:rPr lang="en-US" sz="2800" dirty="0"/>
              <a:t>controller sets sender rates based on router-reported (to controller) congestion levels </a:t>
            </a:r>
          </a:p>
        </p:txBody>
      </p:sp>
      <p:sp>
        <p:nvSpPr>
          <p:cNvPr id="3" name="Title 2">
            <a:extLst>
              <a:ext uri="{FF2B5EF4-FFF2-40B4-BE49-F238E27FC236}">
                <a16:creationId xmlns:a16="http://schemas.microsoft.com/office/drawing/2014/main" id="{FECD85E7-B9DB-9043-B7EC-8C0919E801A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4139"/>
            <a:ext cx="10923740" cy="894622"/>
          </a:xfrm>
        </p:spPr>
        <p:txBody>
          <a:bodyPr>
            <a:normAutofit fontScale="90000"/>
          </a:bodyPr>
          <a:lstStyle/>
          <a:p>
            <a:r>
              <a:rPr lang="en-US" dirty="0"/>
              <a:t>SDN and the future of traditional network protocols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8F71119-17C6-6045-B8FE-FECA68C801C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89</a:t>
            </a:fld>
            <a:endParaRPr lang="en-US" dirty="0"/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5C1ABF24-11C8-3641-A761-E54B8F7EB382}"/>
              </a:ext>
            </a:extLst>
          </p:cNvPr>
          <p:cNvGrpSpPr/>
          <p:nvPr/>
        </p:nvGrpSpPr>
        <p:grpSpPr>
          <a:xfrm>
            <a:off x="2028174" y="4434214"/>
            <a:ext cx="7949853" cy="2423786"/>
            <a:chOff x="2028174" y="4434214"/>
            <a:chExt cx="7949853" cy="2423786"/>
          </a:xfrm>
        </p:grpSpPr>
        <p:pic>
          <p:nvPicPr>
            <p:cNvPr id="6" name="Picture 5" descr="A close up of a sign&#10;&#10;Description automatically generated">
              <a:extLst>
                <a:ext uri="{FF2B5EF4-FFF2-40B4-BE49-F238E27FC236}">
                  <a16:creationId xmlns:a16="http://schemas.microsoft.com/office/drawing/2014/main" id="{5FA31470-5996-4E4C-A0A0-A47F3A1C99D3}"/>
                </a:ext>
              </a:extLst>
            </p:cNvPr>
            <p:cNvPicPr>
              <a:picLocks noChangeAspect="1"/>
            </p:cNvPicPr>
            <p:nvPr/>
          </p:nvPicPr>
          <p:blipFill>
            <a:blip r:embed="rId2"/>
            <a:stretch>
              <a:fillRect/>
            </a:stretch>
          </p:blipFill>
          <p:spPr>
            <a:xfrm>
              <a:off x="2028174" y="4434214"/>
              <a:ext cx="2423786" cy="2423786"/>
            </a:xfrm>
            <a:prstGeom prst="rect">
              <a:avLst/>
            </a:prstGeom>
          </p:spPr>
        </p:pic>
        <p:sp>
          <p:nvSpPr>
            <p:cNvPr id="7" name="TextBox 6">
              <a:extLst>
                <a:ext uri="{FF2B5EF4-FFF2-40B4-BE49-F238E27FC236}">
                  <a16:creationId xmlns:a16="http://schemas.microsoft.com/office/drawing/2014/main" id="{385F65CF-1C3C-CB41-9744-1857C402D37C}"/>
                </a:ext>
              </a:extLst>
            </p:cNvPr>
            <p:cNvSpPr txBox="1"/>
            <p:nvPr/>
          </p:nvSpPr>
          <p:spPr>
            <a:xfrm>
              <a:off x="3858017" y="5098094"/>
              <a:ext cx="4910203" cy="125572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90000"/>
                </a:lnSpc>
              </a:pPr>
              <a:r>
                <a:rPr lang="en-US" sz="2800" dirty="0">
                  <a:solidFill>
                    <a:srgbClr val="0000A8"/>
                  </a:solidFill>
                </a:rPr>
                <a:t>How will implementation of network functionality (SDN versus protocols) evolve?</a:t>
              </a:r>
            </a:p>
          </p:txBody>
        </p:sp>
        <p:pic>
          <p:nvPicPr>
            <p:cNvPr id="8" name="Picture 7" descr="A close up of a sign&#10;&#10;Description automatically generated">
              <a:extLst>
                <a:ext uri="{FF2B5EF4-FFF2-40B4-BE49-F238E27FC236}">
                  <a16:creationId xmlns:a16="http://schemas.microsoft.com/office/drawing/2014/main" id="{F6A44B73-6994-B043-A40E-24F70D7AD0B2}"/>
                </a:ext>
              </a:extLst>
            </p:cNvPr>
            <p:cNvPicPr>
              <a:picLocks noChangeAspect="1"/>
            </p:cNvPicPr>
            <p:nvPr/>
          </p:nvPicPr>
          <p:blipFill>
            <a:blip r:embed="rId2"/>
            <a:stretch>
              <a:fillRect/>
            </a:stretch>
          </p:blipFill>
          <p:spPr>
            <a:xfrm>
              <a:off x="7554241" y="4434214"/>
              <a:ext cx="2423786" cy="2423786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575755369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med" p14:dur="700">
        <p:fade/>
      </p:transition>
    </mc:Choice>
    <mc:Fallback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build="p"/>
    </p:bldLst>
  </p:timing>
</p:sld>
</file>

<file path=ppt/slides/slide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cs typeface="Calibri" panose="020F0502020204030204" pitchFamily="34" charset="0"/>
              </a:rPr>
              <a:t>Network layer: “control plane” roadmap</a:t>
            </a:r>
            <a:endParaRPr lang="en-US" sz="4400" dirty="0"/>
          </a:p>
        </p:txBody>
      </p:sp>
      <p:pic>
        <p:nvPicPr>
          <p:cNvPr id="6" name="Picture 5" descr="A train crossing a bridge over a body of water&#10;&#10;Description automatically generated">
            <a:extLst>
              <a:ext uri="{FF2B5EF4-FFF2-40B4-BE49-F238E27FC236}">
                <a16:creationId xmlns:a16="http://schemas.microsoft.com/office/drawing/2014/main" id="{8B05C88C-8150-3A41-8E34-0D407B652F32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015288" y="1379196"/>
            <a:ext cx="3102316" cy="2326737"/>
          </a:xfrm>
          <a:prstGeom prst="rect">
            <a:avLst/>
          </a:prstGeom>
        </p:spPr>
      </p:pic>
      <p:sp>
        <p:nvSpPr>
          <p:cNvPr id="10" name="Rectangle 4">
            <a:extLst>
              <a:ext uri="{FF2B5EF4-FFF2-40B4-BE49-F238E27FC236}">
                <a16:creationId xmlns:a16="http://schemas.microsoft.com/office/drawing/2014/main" id="{2935D8EE-730D-3846-8ED3-CF147CA4A373}"/>
              </a:ext>
            </a:extLst>
          </p:cNvPr>
          <p:cNvSpPr txBox="1">
            <a:spLocks noChangeArrowheads="1"/>
          </p:cNvSpPr>
          <p:nvPr/>
        </p:nvSpPr>
        <p:spPr>
          <a:xfrm>
            <a:off x="622456" y="1361615"/>
            <a:ext cx="5571867" cy="5039185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introduction</a:t>
            </a:r>
          </a:p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routing protocols</a:t>
            </a:r>
          </a:p>
          <a:p>
            <a:pPr marL="285750" indent="-285750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intra-ISP routing: OSPF</a:t>
            </a:r>
          </a:p>
          <a:p>
            <a:pPr marL="285750" indent="-285750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routing among ISPs: BGP</a:t>
            </a:r>
          </a:p>
          <a:p>
            <a:pPr marL="285750" indent="-285750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SDN control plane</a:t>
            </a:r>
          </a:p>
          <a:p>
            <a:pPr marL="285750" indent="-285750">
              <a:spcBef>
                <a:spcPts val="600"/>
              </a:spcBef>
              <a:buClr>
                <a:srgbClr val="0000A8"/>
              </a:buClr>
            </a:pPr>
            <a:r>
              <a:rPr lang="en-US" altLang="en-US" sz="3600" dirty="0"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Internet Control Message Protocol </a:t>
            </a:r>
          </a:p>
          <a:p>
            <a:pPr marL="466725" indent="-409575">
              <a:spcBef>
                <a:spcPts val="600"/>
              </a:spcBef>
              <a:buNone/>
            </a:pPr>
            <a:endParaRPr lang="en-US" altLang="en-US" sz="3200" dirty="0">
              <a:ea typeface="ＭＳ Ｐゴシック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11" name="Slide Number Placeholder 4">
            <a:extLst>
              <a:ext uri="{FF2B5EF4-FFF2-40B4-BE49-F238E27FC236}">
                <a16:creationId xmlns:a16="http://schemas.microsoft.com/office/drawing/2014/main" id="{60E442AF-0FD6-9040-9BFF-CE4BE886AA4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90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37603712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91FE0E7E-9E1E-584C-8DA4-C41F028D5E2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dirty="0"/>
              <a:t>ICMP: internet control message protocol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D8D1936-B8B5-0847-9A92-51D7DECF1EE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4-</a:t>
            </a:r>
            <a:fld id="{C4204591-24BD-A542-B9D5-F8D8A88D2FEE}" type="slidenum">
              <a:rPr lang="en-US" smtClean="0"/>
              <a:pPr/>
              <a:t>91</a:t>
            </a:fld>
            <a:endParaRPr lang="en-US" dirty="0"/>
          </a:p>
        </p:txBody>
      </p:sp>
      <p:sp>
        <p:nvSpPr>
          <p:cNvPr id="5" name="Rectangle 3">
            <a:extLst>
              <a:ext uri="{FF2B5EF4-FFF2-40B4-BE49-F238E27FC236}">
                <a16:creationId xmlns:a16="http://schemas.microsoft.com/office/drawing/2014/main" id="{2FAB9C2F-4523-854D-98E9-120D41AA7083}"/>
              </a:ext>
            </a:extLst>
          </p:cNvPr>
          <p:cNvSpPr txBox="1">
            <a:spLocks noChangeArrowheads="1"/>
          </p:cNvSpPr>
          <p:nvPr/>
        </p:nvSpPr>
        <p:spPr>
          <a:xfrm>
            <a:off x="981643" y="1479757"/>
            <a:ext cx="5644621" cy="4948751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indent="-295275"/>
            <a:r>
              <a:rPr lang="en-US" dirty="0"/>
              <a:t>used by hosts and routers to communicate network-level information</a:t>
            </a:r>
          </a:p>
          <a:p>
            <a:pPr lvl="1"/>
            <a:r>
              <a:rPr lang="en-US" dirty="0"/>
              <a:t>error reporting: unreachable host, network, port, protocol</a:t>
            </a:r>
          </a:p>
          <a:p>
            <a:pPr lvl="1"/>
            <a:r>
              <a:rPr lang="en-US" dirty="0"/>
              <a:t>echo request/reply (used by ping</a:t>
            </a:r>
            <a:r>
              <a:rPr lang="en-US" sz="2000" dirty="0"/>
              <a:t>)</a:t>
            </a:r>
          </a:p>
          <a:p>
            <a:pPr indent="-295275"/>
            <a:r>
              <a:rPr lang="en-US" dirty="0"/>
              <a:t>network-layer </a:t>
            </a:r>
            <a:r>
              <a:rPr lang="en-US" altLang="ja-JP" dirty="0"/>
              <a:t>“above” IP:</a:t>
            </a:r>
          </a:p>
          <a:p>
            <a:pPr lvl="1"/>
            <a:r>
              <a:rPr lang="en-US" dirty="0"/>
              <a:t>ICMP messages carried in IP datagrams</a:t>
            </a:r>
          </a:p>
          <a:p>
            <a:pPr indent="-295275"/>
            <a:r>
              <a:rPr lang="en-US" i="1" dirty="0">
                <a:solidFill>
                  <a:srgbClr val="000099"/>
                </a:solidFill>
              </a:rPr>
              <a:t>ICMP message:</a:t>
            </a:r>
            <a:r>
              <a:rPr lang="en-US" i="1" dirty="0"/>
              <a:t> </a:t>
            </a:r>
            <a:r>
              <a:rPr lang="en-US" dirty="0"/>
              <a:t>type, code plus first 8 bytes of IP datagram causing error</a:t>
            </a:r>
          </a:p>
        </p:txBody>
      </p:sp>
      <p:sp>
        <p:nvSpPr>
          <p:cNvPr id="6" name="Text Box 4">
            <a:extLst>
              <a:ext uri="{FF2B5EF4-FFF2-40B4-BE49-F238E27FC236}">
                <a16:creationId xmlns:a16="http://schemas.microsoft.com/office/drawing/2014/main" id="{0084B1BA-03EA-054C-9CF7-0CDEC6826AA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987193" y="1763438"/>
            <a:ext cx="4260850" cy="4486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r>
              <a:rPr lang="en-US" sz="1800" u="sng" dirty="0"/>
              <a:t>Type</a:t>
            </a:r>
            <a:r>
              <a:rPr lang="en-US" sz="1800" dirty="0"/>
              <a:t>  </a:t>
            </a:r>
            <a:r>
              <a:rPr lang="en-US" sz="1800" u="sng" dirty="0"/>
              <a:t>Code</a:t>
            </a:r>
            <a:r>
              <a:rPr lang="en-US" sz="1800" dirty="0"/>
              <a:t>  </a:t>
            </a:r>
            <a:r>
              <a:rPr lang="en-US" sz="1800" u="sng" dirty="0"/>
              <a:t>description</a:t>
            </a:r>
            <a:endParaRPr lang="en-US" sz="1800" dirty="0"/>
          </a:p>
          <a:p>
            <a:r>
              <a:rPr lang="en-US" sz="1800" dirty="0"/>
              <a:t>0        0         echo reply (ping)</a:t>
            </a:r>
          </a:p>
          <a:p>
            <a:r>
              <a:rPr lang="en-US" sz="1800" dirty="0"/>
              <a:t>3        0         dest. network unreachable</a:t>
            </a:r>
          </a:p>
          <a:p>
            <a:r>
              <a:rPr lang="en-US" sz="1800" dirty="0"/>
              <a:t>3        1         dest host unreachable</a:t>
            </a:r>
          </a:p>
          <a:p>
            <a:r>
              <a:rPr lang="en-US" sz="1800" dirty="0"/>
              <a:t>3        2         dest protocol unreachable</a:t>
            </a:r>
          </a:p>
          <a:p>
            <a:r>
              <a:rPr lang="en-US" sz="1800" dirty="0"/>
              <a:t>3        3         dest port unreachable</a:t>
            </a:r>
          </a:p>
          <a:p>
            <a:r>
              <a:rPr lang="en-US" sz="1800" dirty="0"/>
              <a:t>3        6         dest network unknown</a:t>
            </a:r>
          </a:p>
          <a:p>
            <a:r>
              <a:rPr lang="en-US" sz="1800" dirty="0"/>
              <a:t>3        7         dest host unknown</a:t>
            </a:r>
          </a:p>
          <a:p>
            <a:r>
              <a:rPr lang="en-US" sz="1800" dirty="0"/>
              <a:t>4        0         source quench (congestion</a:t>
            </a:r>
          </a:p>
          <a:p>
            <a:r>
              <a:rPr lang="en-US" sz="1800" dirty="0"/>
              <a:t>                     control - not used)</a:t>
            </a:r>
          </a:p>
          <a:p>
            <a:r>
              <a:rPr lang="en-US" sz="1800" dirty="0"/>
              <a:t>8        0         echo request (ping)</a:t>
            </a:r>
          </a:p>
          <a:p>
            <a:r>
              <a:rPr lang="en-US" sz="1800" dirty="0"/>
              <a:t>9        0         route advertisement</a:t>
            </a:r>
          </a:p>
          <a:p>
            <a:r>
              <a:rPr lang="en-US" sz="1800" dirty="0"/>
              <a:t>10      0         router discovery</a:t>
            </a:r>
          </a:p>
          <a:p>
            <a:r>
              <a:rPr lang="en-US" sz="1800" dirty="0"/>
              <a:t>11      0         TTL expired</a:t>
            </a:r>
          </a:p>
          <a:p>
            <a:r>
              <a:rPr lang="en-US" sz="1800" dirty="0"/>
              <a:t>12      0         bad IP header</a:t>
            </a:r>
          </a:p>
          <a:p>
            <a:endParaRPr lang="en-US" sz="1800" dirty="0"/>
          </a:p>
        </p:txBody>
      </p:sp>
    </p:spTree>
    <p:extLst>
      <p:ext uri="{BB962C8B-B14F-4D97-AF65-F5344CB8AC3E}">
        <p14:creationId xmlns:p14="http://schemas.microsoft.com/office/powerpoint/2010/main" val="194668181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5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500"/>
                                        <p:tgtEl>
                                          <p:spTgt spid="5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9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build="p"/>
      <p:bldP spid="6" grpId="0"/>
    </p:bldLst>
  </p:timing>
</p:sld>
</file>

<file path=ppt/slides/slide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Line 38">
            <a:extLst>
              <a:ext uri="{FF2B5EF4-FFF2-40B4-BE49-F238E27FC236}">
                <a16:creationId xmlns:a16="http://schemas.microsoft.com/office/drawing/2014/main" id="{AC6D9F55-2634-3E47-8DAC-F9B6C7AB8ECD}"/>
              </a:ext>
            </a:extLst>
          </p:cNvPr>
          <p:cNvSpPr>
            <a:spLocks noChangeShapeType="1"/>
          </p:cNvSpPr>
          <p:nvPr/>
        </p:nvSpPr>
        <p:spPr bwMode="auto">
          <a:xfrm>
            <a:off x="2523068" y="1745295"/>
            <a:ext cx="288925" cy="265113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endParaRPr lang="en-US" dirty="0"/>
          </a:p>
        </p:txBody>
      </p:sp>
      <p:sp>
        <p:nvSpPr>
          <p:cNvPr id="11" name="Line 105">
            <a:extLst>
              <a:ext uri="{FF2B5EF4-FFF2-40B4-BE49-F238E27FC236}">
                <a16:creationId xmlns:a16="http://schemas.microsoft.com/office/drawing/2014/main" id="{63045DF4-4308-5F42-9EFE-B4355F710F5B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316818" y="1796095"/>
            <a:ext cx="458788" cy="207963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endParaRPr lang="en-US" dirty="0"/>
          </a:p>
        </p:txBody>
      </p:sp>
      <p:sp>
        <p:nvSpPr>
          <p:cNvPr id="12" name="Line 106">
            <a:extLst>
              <a:ext uri="{FF2B5EF4-FFF2-40B4-BE49-F238E27FC236}">
                <a16:creationId xmlns:a16="http://schemas.microsoft.com/office/drawing/2014/main" id="{BBB17065-A510-114A-8621-EE1EA354173C}"/>
              </a:ext>
            </a:extLst>
          </p:cNvPr>
          <p:cNvSpPr>
            <a:spLocks noChangeShapeType="1"/>
          </p:cNvSpPr>
          <p:nvPr/>
        </p:nvSpPr>
        <p:spPr bwMode="auto">
          <a:xfrm>
            <a:off x="4251856" y="1780220"/>
            <a:ext cx="485775" cy="207963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endParaRPr lang="en-US" dirty="0"/>
          </a:p>
        </p:txBody>
      </p:sp>
      <p:grpSp>
        <p:nvGrpSpPr>
          <p:cNvPr id="111" name="Group 110">
            <a:extLst>
              <a:ext uri="{FF2B5EF4-FFF2-40B4-BE49-F238E27FC236}">
                <a16:creationId xmlns:a16="http://schemas.microsoft.com/office/drawing/2014/main" id="{E4D00AFC-0ED6-A64F-9541-51DAA9871165}"/>
              </a:ext>
            </a:extLst>
          </p:cNvPr>
          <p:cNvGrpSpPr/>
          <p:nvPr/>
        </p:nvGrpSpPr>
        <p:grpSpPr>
          <a:xfrm>
            <a:off x="2687515" y="1862419"/>
            <a:ext cx="649995" cy="330505"/>
            <a:chOff x="7493876" y="2774731"/>
            <a:chExt cx="1481958" cy="894622"/>
          </a:xfrm>
        </p:grpSpPr>
        <p:sp>
          <p:nvSpPr>
            <p:cNvPr id="112" name="Freeform 111">
              <a:extLst>
                <a:ext uri="{FF2B5EF4-FFF2-40B4-BE49-F238E27FC236}">
                  <a16:creationId xmlns:a16="http://schemas.microsoft.com/office/drawing/2014/main" id="{C93E02DF-CF0A-644B-AB8D-34591D468444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13" name="Oval 112">
              <a:extLst>
                <a:ext uri="{FF2B5EF4-FFF2-40B4-BE49-F238E27FC236}">
                  <a16:creationId xmlns:a16="http://schemas.microsoft.com/office/drawing/2014/main" id="{3C6363F8-760E-CD43-9C20-7F297BBFA419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14" name="Group 113">
              <a:extLst>
                <a:ext uri="{FF2B5EF4-FFF2-40B4-BE49-F238E27FC236}">
                  <a16:creationId xmlns:a16="http://schemas.microsoft.com/office/drawing/2014/main" id="{5B499BB5-5460-0F44-8DA1-58EE15E17F9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15" name="Freeform 114">
                <a:extLst>
                  <a:ext uri="{FF2B5EF4-FFF2-40B4-BE49-F238E27FC236}">
                    <a16:creationId xmlns:a16="http://schemas.microsoft.com/office/drawing/2014/main" id="{A1B123EB-792C-1943-9428-27089B1302B6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16" name="Freeform 115">
                <a:extLst>
                  <a:ext uri="{FF2B5EF4-FFF2-40B4-BE49-F238E27FC236}">
                    <a16:creationId xmlns:a16="http://schemas.microsoft.com/office/drawing/2014/main" id="{EFA5F314-D129-134E-989C-1CC396D3EE2C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17" name="Freeform 116">
                <a:extLst>
                  <a:ext uri="{FF2B5EF4-FFF2-40B4-BE49-F238E27FC236}">
                    <a16:creationId xmlns:a16="http://schemas.microsoft.com/office/drawing/2014/main" id="{A7E62618-55BE-E34D-9B94-9EE77B3B4BAD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18" name="Freeform 117">
                <a:extLst>
                  <a:ext uri="{FF2B5EF4-FFF2-40B4-BE49-F238E27FC236}">
                    <a16:creationId xmlns:a16="http://schemas.microsoft.com/office/drawing/2014/main" id="{733A7749-5FD2-8940-8960-CEC5428B6D9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13" name="Line 108">
            <a:extLst>
              <a:ext uri="{FF2B5EF4-FFF2-40B4-BE49-F238E27FC236}">
                <a16:creationId xmlns:a16="http://schemas.microsoft.com/office/drawing/2014/main" id="{05A1B007-E11B-6440-851C-A21C76D35D19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013731" y="1511933"/>
            <a:ext cx="349250" cy="15240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endParaRPr lang="en-US" dirty="0"/>
          </a:p>
        </p:txBody>
      </p:sp>
      <p:sp>
        <p:nvSpPr>
          <p:cNvPr id="17" name="Line 291">
            <a:extLst>
              <a:ext uri="{FF2B5EF4-FFF2-40B4-BE49-F238E27FC236}">
                <a16:creationId xmlns:a16="http://schemas.microsoft.com/office/drawing/2014/main" id="{ED7DFDB5-79C1-BA48-ACC4-FB16560BA3AE}"/>
              </a:ext>
            </a:extLst>
          </p:cNvPr>
          <p:cNvSpPr>
            <a:spLocks noChangeShapeType="1"/>
          </p:cNvSpPr>
          <p:nvPr/>
        </p:nvSpPr>
        <p:spPr bwMode="auto">
          <a:xfrm>
            <a:off x="3981981" y="1911983"/>
            <a:ext cx="228600" cy="31115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endParaRPr lang="en-US" dirty="0"/>
          </a:p>
        </p:txBody>
      </p:sp>
      <p:grpSp>
        <p:nvGrpSpPr>
          <p:cNvPr id="103" name="Group 102">
            <a:extLst>
              <a:ext uri="{FF2B5EF4-FFF2-40B4-BE49-F238E27FC236}">
                <a16:creationId xmlns:a16="http://schemas.microsoft.com/office/drawing/2014/main" id="{7FC7DDB9-40D0-BA4F-8140-D2ED6764D1A8}"/>
              </a:ext>
            </a:extLst>
          </p:cNvPr>
          <p:cNvGrpSpPr/>
          <p:nvPr/>
        </p:nvGrpSpPr>
        <p:grpSpPr>
          <a:xfrm>
            <a:off x="3636127" y="1646571"/>
            <a:ext cx="649995" cy="330505"/>
            <a:chOff x="7493876" y="2774731"/>
            <a:chExt cx="1481958" cy="894622"/>
          </a:xfrm>
        </p:grpSpPr>
        <p:sp>
          <p:nvSpPr>
            <p:cNvPr id="104" name="Freeform 103">
              <a:extLst>
                <a:ext uri="{FF2B5EF4-FFF2-40B4-BE49-F238E27FC236}">
                  <a16:creationId xmlns:a16="http://schemas.microsoft.com/office/drawing/2014/main" id="{1B210B08-92DC-EB44-8B60-4ADC7FE57C25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5" name="Oval 104">
              <a:extLst>
                <a:ext uri="{FF2B5EF4-FFF2-40B4-BE49-F238E27FC236}">
                  <a16:creationId xmlns:a16="http://schemas.microsoft.com/office/drawing/2014/main" id="{E751B67E-ABA3-F244-911F-412E43C6FA35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6" name="Group 105">
              <a:extLst>
                <a:ext uri="{FF2B5EF4-FFF2-40B4-BE49-F238E27FC236}">
                  <a16:creationId xmlns:a16="http://schemas.microsoft.com/office/drawing/2014/main" id="{6C00EE59-3588-C548-B87B-9A62D4AFC08A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7" name="Freeform 106">
                <a:extLst>
                  <a:ext uri="{FF2B5EF4-FFF2-40B4-BE49-F238E27FC236}">
                    <a16:creationId xmlns:a16="http://schemas.microsoft.com/office/drawing/2014/main" id="{D1BA194A-69B1-9E4B-84DD-6478D4789469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8" name="Freeform 107">
                <a:extLst>
                  <a:ext uri="{FF2B5EF4-FFF2-40B4-BE49-F238E27FC236}">
                    <a16:creationId xmlns:a16="http://schemas.microsoft.com/office/drawing/2014/main" id="{64C7D0B6-9A61-9441-A7FB-6A38EEA37D37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9" name="Freeform 108">
                <a:extLst>
                  <a:ext uri="{FF2B5EF4-FFF2-40B4-BE49-F238E27FC236}">
                    <a16:creationId xmlns:a16="http://schemas.microsoft.com/office/drawing/2014/main" id="{2214EE46-9163-0E4F-A2C7-89CDCA14B984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10" name="Freeform 109">
                <a:extLst>
                  <a:ext uri="{FF2B5EF4-FFF2-40B4-BE49-F238E27FC236}">
                    <a16:creationId xmlns:a16="http://schemas.microsoft.com/office/drawing/2014/main" id="{7A203D1E-032C-DA4B-848D-E56E4CAC18DC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3" name="Title 2">
            <a:extLst>
              <a:ext uri="{FF2B5EF4-FFF2-40B4-BE49-F238E27FC236}">
                <a16:creationId xmlns:a16="http://schemas.microsoft.com/office/drawing/2014/main" id="{91FE0E7E-9E1E-584C-8DA4-C41F028D5E2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dirty="0"/>
              <a:t>Traceroute and ICMP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D8D1936-B8B5-0847-9A92-51D7DECF1EE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4-</a:t>
            </a:r>
            <a:fld id="{C4204591-24BD-A542-B9D5-F8D8A88D2FEE}" type="slidenum">
              <a:rPr lang="en-US" smtClean="0"/>
              <a:pPr/>
              <a:t>92</a:t>
            </a:fld>
            <a:endParaRPr lang="en-US" dirty="0"/>
          </a:p>
        </p:txBody>
      </p:sp>
      <p:sp>
        <p:nvSpPr>
          <p:cNvPr id="7" name="Rectangle 3">
            <a:extLst>
              <a:ext uri="{FF2B5EF4-FFF2-40B4-BE49-F238E27FC236}">
                <a16:creationId xmlns:a16="http://schemas.microsoft.com/office/drawing/2014/main" id="{8E4A0D75-A87E-3A47-8964-F0C38348E63C}"/>
              </a:ext>
            </a:extLst>
          </p:cNvPr>
          <p:cNvSpPr txBox="1">
            <a:spLocks noChangeArrowheads="1"/>
          </p:cNvSpPr>
          <p:nvPr/>
        </p:nvSpPr>
        <p:spPr>
          <a:xfrm>
            <a:off x="984900" y="5695721"/>
            <a:ext cx="9998917" cy="55084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95275" indent="-295275">
              <a:spcBef>
                <a:spcPts val="400"/>
              </a:spcBef>
              <a:defRPr/>
            </a:pPr>
            <a:r>
              <a:rPr lang="en-US" dirty="0"/>
              <a:t>when ICMP message arrives at source: record RTTs</a:t>
            </a:r>
          </a:p>
          <a:p>
            <a:pPr marL="523875" lvl="1" indent="-180975">
              <a:defRPr/>
            </a:pPr>
            <a:endParaRPr lang="en-US" dirty="0"/>
          </a:p>
        </p:txBody>
      </p:sp>
      <p:sp>
        <p:nvSpPr>
          <p:cNvPr id="8" name="Rectangle 4">
            <a:extLst>
              <a:ext uri="{FF2B5EF4-FFF2-40B4-BE49-F238E27FC236}">
                <a16:creationId xmlns:a16="http://schemas.microsoft.com/office/drawing/2014/main" id="{FC811031-3315-0942-A8F2-880E674477A5}"/>
              </a:ext>
            </a:extLst>
          </p:cNvPr>
          <p:cNvSpPr txBox="1">
            <a:spLocks noChangeArrowheads="1"/>
          </p:cNvSpPr>
          <p:nvPr/>
        </p:nvSpPr>
        <p:spPr>
          <a:xfrm>
            <a:off x="6911937" y="2213510"/>
            <a:ext cx="3810000" cy="2005013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2575" indent="-282575">
              <a:defRPr/>
            </a:pPr>
            <a:endParaRPr lang="en-US" sz="2400" dirty="0"/>
          </a:p>
        </p:txBody>
      </p:sp>
      <p:sp>
        <p:nvSpPr>
          <p:cNvPr id="9" name="Rectangle 5">
            <a:extLst>
              <a:ext uri="{FF2B5EF4-FFF2-40B4-BE49-F238E27FC236}">
                <a16:creationId xmlns:a16="http://schemas.microsoft.com/office/drawing/2014/main" id="{F5215760-1BF7-FA4A-83A1-5E35AED77E49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95562" y="2730905"/>
            <a:ext cx="3810000" cy="256820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charset="0"/>
              <a:buNone/>
            </a:pPr>
            <a:r>
              <a:rPr lang="en-US" sz="2800" dirty="0">
                <a:solidFill>
                  <a:srgbClr val="000099"/>
                </a:solidFill>
              </a:rPr>
              <a:t>stopping criteria:</a:t>
            </a:r>
          </a:p>
          <a:p>
            <a: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</a:pPr>
            <a:r>
              <a:rPr lang="en-US" sz="2400" dirty="0"/>
              <a:t>UDP segment eventually arrives at destination host</a:t>
            </a:r>
          </a:p>
          <a:p>
            <a: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</a:pPr>
            <a:r>
              <a:rPr lang="en-US" sz="2400" dirty="0"/>
              <a:t>destination returns ICMP </a:t>
            </a:r>
            <a:r>
              <a:rPr lang="ja-JP" altLang="en-US" sz="2400"/>
              <a:t>“</a:t>
            </a:r>
            <a:r>
              <a:rPr lang="en-US" altLang="ja-JP" sz="2400" dirty="0"/>
              <a:t>port unreachable</a:t>
            </a:r>
            <a:r>
              <a:rPr lang="ja-JP" altLang="en-US" sz="2400"/>
              <a:t>”</a:t>
            </a:r>
            <a:r>
              <a:rPr lang="en-US" altLang="ja-JP" sz="2400" dirty="0"/>
              <a:t> message (type 3, code 3)</a:t>
            </a:r>
          </a:p>
          <a:p>
            <a: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</a:pPr>
            <a:r>
              <a:rPr lang="en-US" sz="2400" dirty="0"/>
              <a:t>source stops</a:t>
            </a:r>
          </a:p>
        </p:txBody>
      </p:sp>
      <p:sp>
        <p:nvSpPr>
          <p:cNvPr id="14" name="Line 113">
            <a:extLst>
              <a:ext uri="{FF2B5EF4-FFF2-40B4-BE49-F238E27FC236}">
                <a16:creationId xmlns:a16="http://schemas.microsoft.com/office/drawing/2014/main" id="{6AA7237F-648F-4346-B607-726E29410304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228168" y="1840545"/>
            <a:ext cx="620713" cy="144463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endParaRPr lang="en-US" dirty="0"/>
          </a:p>
        </p:txBody>
      </p:sp>
      <p:sp>
        <p:nvSpPr>
          <p:cNvPr id="15" name="Line 260">
            <a:extLst>
              <a:ext uri="{FF2B5EF4-FFF2-40B4-BE49-F238E27FC236}">
                <a16:creationId xmlns:a16="http://schemas.microsoft.com/office/drawing/2014/main" id="{744B8E5D-9D96-0244-B652-88F64CE86864}"/>
              </a:ext>
            </a:extLst>
          </p:cNvPr>
          <p:cNvSpPr>
            <a:spLocks noChangeShapeType="1"/>
          </p:cNvSpPr>
          <p:nvPr/>
        </p:nvSpPr>
        <p:spPr bwMode="auto">
          <a:xfrm>
            <a:off x="6347356" y="1805620"/>
            <a:ext cx="485775" cy="207963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endParaRPr lang="en-US" dirty="0"/>
          </a:p>
        </p:txBody>
      </p:sp>
      <p:sp>
        <p:nvSpPr>
          <p:cNvPr id="16" name="Line 261">
            <a:extLst>
              <a:ext uri="{FF2B5EF4-FFF2-40B4-BE49-F238E27FC236}">
                <a16:creationId xmlns:a16="http://schemas.microsoft.com/office/drawing/2014/main" id="{77482319-1FC4-4B47-96AD-F4C1CC872F6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285568" y="1751645"/>
            <a:ext cx="557213" cy="277813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endParaRPr lang="en-US" dirty="0"/>
          </a:p>
        </p:txBody>
      </p:sp>
      <p:sp>
        <p:nvSpPr>
          <p:cNvPr id="18" name="Line 292">
            <a:extLst>
              <a:ext uri="{FF2B5EF4-FFF2-40B4-BE49-F238E27FC236}">
                <a16:creationId xmlns:a16="http://schemas.microsoft.com/office/drawing/2014/main" id="{643CE68A-9EE2-E24E-B8B0-464EC443926F}"/>
              </a:ext>
            </a:extLst>
          </p:cNvPr>
          <p:cNvSpPr>
            <a:spLocks noChangeShapeType="1"/>
          </p:cNvSpPr>
          <p:nvPr/>
        </p:nvSpPr>
        <p:spPr bwMode="auto">
          <a:xfrm>
            <a:off x="5906031" y="1499233"/>
            <a:ext cx="228600" cy="31115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endParaRPr lang="en-US" dirty="0"/>
          </a:p>
        </p:txBody>
      </p:sp>
      <p:sp>
        <p:nvSpPr>
          <p:cNvPr id="19" name="Line 294">
            <a:extLst>
              <a:ext uri="{FF2B5EF4-FFF2-40B4-BE49-F238E27FC236}">
                <a16:creationId xmlns:a16="http://schemas.microsoft.com/office/drawing/2014/main" id="{81BD4982-AB8A-154C-9D1A-9C5E9110BE6A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623331" y="2102483"/>
            <a:ext cx="349250" cy="15240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endParaRPr lang="en-US" dirty="0"/>
          </a:p>
        </p:txBody>
      </p:sp>
      <p:sp>
        <p:nvSpPr>
          <p:cNvPr id="20" name="Line 295">
            <a:extLst>
              <a:ext uri="{FF2B5EF4-FFF2-40B4-BE49-F238E27FC236}">
                <a16:creationId xmlns:a16="http://schemas.microsoft.com/office/drawing/2014/main" id="{C89A6845-FCBD-B049-A189-B66175CF3488}"/>
              </a:ext>
            </a:extLst>
          </p:cNvPr>
          <p:cNvSpPr>
            <a:spLocks noChangeShapeType="1"/>
          </p:cNvSpPr>
          <p:nvPr/>
        </p:nvSpPr>
        <p:spPr bwMode="auto">
          <a:xfrm>
            <a:off x="4978931" y="1607183"/>
            <a:ext cx="6350" cy="26035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endParaRPr lang="en-US" dirty="0"/>
          </a:p>
        </p:txBody>
      </p:sp>
      <p:sp>
        <p:nvSpPr>
          <p:cNvPr id="21" name="Text Box 300">
            <a:extLst>
              <a:ext uri="{FF2B5EF4-FFF2-40B4-BE49-F238E27FC236}">
                <a16:creationId xmlns:a16="http://schemas.microsoft.com/office/drawing/2014/main" id="{A4E12AE2-214D-FB46-BF30-02F5C0C7F42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624668" y="1464308"/>
            <a:ext cx="10731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r>
              <a:rPr lang="en-US" sz="1800" dirty="0">
                <a:solidFill>
                  <a:srgbClr val="CC0000"/>
                </a:solidFill>
              </a:rPr>
              <a:t>3 probes</a:t>
            </a:r>
          </a:p>
        </p:txBody>
      </p:sp>
      <p:sp>
        <p:nvSpPr>
          <p:cNvPr id="22" name="Text Box 302">
            <a:extLst>
              <a:ext uri="{FF2B5EF4-FFF2-40B4-BE49-F238E27FC236}">
                <a16:creationId xmlns:a16="http://schemas.microsoft.com/office/drawing/2014/main" id="{2B501928-2A30-7B4A-B187-4C933A34547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39031" y="2024695"/>
            <a:ext cx="10731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r>
              <a:rPr lang="en-US" sz="1800" dirty="0">
                <a:solidFill>
                  <a:srgbClr val="CC0000"/>
                </a:solidFill>
              </a:rPr>
              <a:t>3 probes</a:t>
            </a:r>
          </a:p>
        </p:txBody>
      </p:sp>
      <p:sp>
        <p:nvSpPr>
          <p:cNvPr id="23" name="Text Box 304">
            <a:extLst>
              <a:ext uri="{FF2B5EF4-FFF2-40B4-BE49-F238E27FC236}">
                <a16:creationId xmlns:a16="http://schemas.microsoft.com/office/drawing/2014/main" id="{3FC6D86A-60EA-094C-8309-F54FFECF738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62968" y="1438908"/>
            <a:ext cx="10731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r>
              <a:rPr lang="en-US" sz="1800" dirty="0">
                <a:solidFill>
                  <a:srgbClr val="CC0000"/>
                </a:solidFill>
              </a:rPr>
              <a:t>3 probes</a:t>
            </a:r>
          </a:p>
        </p:txBody>
      </p:sp>
      <p:grpSp>
        <p:nvGrpSpPr>
          <p:cNvPr id="24" name="Group 21">
            <a:extLst>
              <a:ext uri="{FF2B5EF4-FFF2-40B4-BE49-F238E27FC236}">
                <a16:creationId xmlns:a16="http://schemas.microsoft.com/office/drawing/2014/main" id="{D74A4262-78EB-B642-AB4F-774FDB1D17EC}"/>
              </a:ext>
            </a:extLst>
          </p:cNvPr>
          <p:cNvGrpSpPr>
            <a:grpSpLocks/>
          </p:cNvGrpSpPr>
          <p:nvPr/>
        </p:nvGrpSpPr>
        <p:grpSpPr bwMode="auto">
          <a:xfrm>
            <a:off x="1754718" y="1400808"/>
            <a:ext cx="820738" cy="688975"/>
            <a:chOff x="-44" y="1473"/>
            <a:chExt cx="981" cy="1105"/>
          </a:xfrm>
        </p:grpSpPr>
        <p:pic>
          <p:nvPicPr>
            <p:cNvPr id="25" name="Picture 22" descr="desktop_computer_stylized_medium">
              <a:extLst>
                <a:ext uri="{FF2B5EF4-FFF2-40B4-BE49-F238E27FC236}">
                  <a16:creationId xmlns:a16="http://schemas.microsoft.com/office/drawing/2014/main" id="{55ABCD17-9EE5-D343-A594-6F0FF05DBDE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6" name="Freeform 23">
              <a:extLst>
                <a:ext uri="{FF2B5EF4-FFF2-40B4-BE49-F238E27FC236}">
                  <a16:creationId xmlns:a16="http://schemas.microsoft.com/office/drawing/2014/main" id="{96A2D126-FB58-5147-86C4-11A4B90D4A9E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4176 w 356"/>
                <a:gd name="T3" fmla="*/ 248 h 368"/>
                <a:gd name="T4" fmla="*/ 4954 w 356"/>
                <a:gd name="T5" fmla="*/ 5173 h 368"/>
                <a:gd name="T6" fmla="*/ 1092 w 356"/>
                <a:gd name="T7" fmla="*/ 646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</p:grpSp>
      <p:grpSp>
        <p:nvGrpSpPr>
          <p:cNvPr id="27" name="Group 24">
            <a:extLst>
              <a:ext uri="{FF2B5EF4-FFF2-40B4-BE49-F238E27FC236}">
                <a16:creationId xmlns:a16="http://schemas.microsoft.com/office/drawing/2014/main" id="{D8B33579-02B9-AD43-B8C1-2B8FD0FD38F6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803093" y="1438908"/>
            <a:ext cx="754063" cy="669925"/>
            <a:chOff x="-44" y="1473"/>
            <a:chExt cx="981" cy="1105"/>
          </a:xfrm>
        </p:grpSpPr>
        <p:pic>
          <p:nvPicPr>
            <p:cNvPr id="28" name="Picture 25" descr="desktop_computer_stylized_medium">
              <a:extLst>
                <a:ext uri="{FF2B5EF4-FFF2-40B4-BE49-F238E27FC236}">
                  <a16:creationId xmlns:a16="http://schemas.microsoft.com/office/drawing/2014/main" id="{7DA2A0EF-0067-1746-8025-EF24977946D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9" name="Freeform 26">
              <a:extLst>
                <a:ext uri="{FF2B5EF4-FFF2-40B4-BE49-F238E27FC236}">
                  <a16:creationId xmlns:a16="http://schemas.microsoft.com/office/drawing/2014/main" id="{C271C74D-4191-B540-9745-1D7B1BB1AAE7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4176 w 356"/>
                <a:gd name="T3" fmla="*/ 248 h 368"/>
                <a:gd name="T4" fmla="*/ 4954 w 356"/>
                <a:gd name="T5" fmla="*/ 5173 h 368"/>
                <a:gd name="T6" fmla="*/ 1092 w 356"/>
                <a:gd name="T7" fmla="*/ 646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</p:grpSp>
      <p:sp>
        <p:nvSpPr>
          <p:cNvPr id="76" name="Freeform 299">
            <a:extLst>
              <a:ext uri="{FF2B5EF4-FFF2-40B4-BE49-F238E27FC236}">
                <a16:creationId xmlns:a16="http://schemas.microsoft.com/office/drawing/2014/main" id="{0A303470-07E1-144B-9043-7ADCFA521050}"/>
              </a:ext>
            </a:extLst>
          </p:cNvPr>
          <p:cNvSpPr>
            <a:spLocks/>
          </p:cNvSpPr>
          <p:nvPr/>
        </p:nvSpPr>
        <p:spPr bwMode="auto">
          <a:xfrm>
            <a:off x="2526243" y="1721483"/>
            <a:ext cx="419100" cy="419100"/>
          </a:xfrm>
          <a:custGeom>
            <a:avLst/>
            <a:gdLst>
              <a:gd name="T0" fmla="*/ 2147483647 w 264"/>
              <a:gd name="T1" fmla="*/ 0 h 264"/>
              <a:gd name="T2" fmla="*/ 2147483647 w 264"/>
              <a:gd name="T3" fmla="*/ 2147483647 h 264"/>
              <a:gd name="T4" fmla="*/ 0 w 264"/>
              <a:gd name="T5" fmla="*/ 2147483647 h 264"/>
              <a:gd name="T6" fmla="*/ 0 60000 65536"/>
              <a:gd name="T7" fmla="*/ 0 60000 65536"/>
              <a:gd name="T8" fmla="*/ 0 60000 65536"/>
              <a:gd name="T9" fmla="*/ 0 w 264"/>
              <a:gd name="T10" fmla="*/ 0 h 264"/>
              <a:gd name="T11" fmla="*/ 264 w 264"/>
              <a:gd name="T12" fmla="*/ 264 h 264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64" h="264">
                <a:moveTo>
                  <a:pt x="60" y="0"/>
                </a:moveTo>
                <a:cubicBezTo>
                  <a:pt x="86" y="31"/>
                  <a:pt x="264" y="176"/>
                  <a:pt x="228" y="220"/>
                </a:cubicBezTo>
                <a:cubicBezTo>
                  <a:pt x="192" y="264"/>
                  <a:pt x="60" y="109"/>
                  <a:pt x="0" y="88"/>
                </a:cubicBezTo>
              </a:path>
            </a:pathLst>
          </a:custGeom>
          <a:noFill/>
          <a:ln w="28575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 dirty="0"/>
          </a:p>
        </p:txBody>
      </p:sp>
      <p:sp>
        <p:nvSpPr>
          <p:cNvPr id="77" name="Freeform 301">
            <a:extLst>
              <a:ext uri="{FF2B5EF4-FFF2-40B4-BE49-F238E27FC236}">
                <a16:creationId xmlns:a16="http://schemas.microsoft.com/office/drawing/2014/main" id="{A6CEBADE-DAE8-C144-9DDF-8892F13C3B24}"/>
              </a:ext>
            </a:extLst>
          </p:cNvPr>
          <p:cNvSpPr>
            <a:spLocks/>
          </p:cNvSpPr>
          <p:nvPr/>
        </p:nvSpPr>
        <p:spPr bwMode="auto">
          <a:xfrm>
            <a:off x="2519893" y="1635758"/>
            <a:ext cx="1346200" cy="474662"/>
          </a:xfrm>
          <a:custGeom>
            <a:avLst/>
            <a:gdLst>
              <a:gd name="T0" fmla="*/ 2147483647 w 848"/>
              <a:gd name="T1" fmla="*/ 2147483647 h 299"/>
              <a:gd name="T2" fmla="*/ 2147483647 w 848"/>
              <a:gd name="T3" fmla="*/ 2147483647 h 299"/>
              <a:gd name="T4" fmla="*/ 2147483647 w 848"/>
              <a:gd name="T5" fmla="*/ 2147483647 h 299"/>
              <a:gd name="T6" fmla="*/ 2147483647 w 848"/>
              <a:gd name="T7" fmla="*/ 2147483647 h 299"/>
              <a:gd name="T8" fmla="*/ 0 w 848"/>
              <a:gd name="T9" fmla="*/ 2147483647 h 29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48"/>
              <a:gd name="T16" fmla="*/ 0 h 299"/>
              <a:gd name="T17" fmla="*/ 848 w 848"/>
              <a:gd name="T18" fmla="*/ 299 h 29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48" h="299">
                <a:moveTo>
                  <a:pt x="76" y="76"/>
                </a:moveTo>
                <a:cubicBezTo>
                  <a:pt x="137" y="57"/>
                  <a:pt x="200" y="216"/>
                  <a:pt x="324" y="216"/>
                </a:cubicBezTo>
                <a:cubicBezTo>
                  <a:pt x="448" y="216"/>
                  <a:pt x="792" y="0"/>
                  <a:pt x="820" y="76"/>
                </a:cubicBezTo>
                <a:cubicBezTo>
                  <a:pt x="848" y="152"/>
                  <a:pt x="469" y="245"/>
                  <a:pt x="340" y="296"/>
                </a:cubicBezTo>
                <a:cubicBezTo>
                  <a:pt x="203" y="299"/>
                  <a:pt x="62" y="78"/>
                  <a:pt x="0" y="96"/>
                </a:cubicBezTo>
              </a:path>
            </a:pathLst>
          </a:custGeom>
          <a:noFill/>
          <a:ln w="28575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 dirty="0"/>
          </a:p>
        </p:txBody>
      </p:sp>
      <p:sp>
        <p:nvSpPr>
          <p:cNvPr id="78" name="Rectangle 3">
            <a:extLst>
              <a:ext uri="{FF2B5EF4-FFF2-40B4-BE49-F238E27FC236}">
                <a16:creationId xmlns:a16="http://schemas.microsoft.com/office/drawing/2014/main" id="{86ABF170-63AE-784F-965E-87238AB122D3}"/>
              </a:ext>
            </a:extLst>
          </p:cNvPr>
          <p:cNvSpPr txBox="1">
            <a:spLocks noChangeArrowheads="1"/>
          </p:cNvSpPr>
          <p:nvPr/>
        </p:nvSpPr>
        <p:spPr>
          <a:xfrm>
            <a:off x="938996" y="2521027"/>
            <a:ext cx="6396401" cy="3240795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2575" indent="-282575">
              <a:defRPr/>
            </a:pPr>
            <a:r>
              <a:rPr lang="en-US" dirty="0"/>
              <a:t>source sends sets of UDP segments to destination</a:t>
            </a:r>
          </a:p>
          <a:p>
            <a:pPr marL="565150" lvl="1" indent="-222250">
              <a:defRPr/>
            </a:pPr>
            <a:r>
              <a:rPr lang="en-US" dirty="0"/>
              <a:t>1</a:t>
            </a:r>
            <a:r>
              <a:rPr lang="en-US" baseline="30000" dirty="0"/>
              <a:t>st</a:t>
            </a:r>
            <a:r>
              <a:rPr lang="en-US" dirty="0"/>
              <a:t>  set has TTL =1, 2</a:t>
            </a:r>
            <a:r>
              <a:rPr lang="en-US" baseline="30000" dirty="0"/>
              <a:t>nd</a:t>
            </a:r>
            <a:r>
              <a:rPr lang="en-US" dirty="0"/>
              <a:t>  set has TTL=2, etc.</a:t>
            </a:r>
          </a:p>
          <a:p>
            <a:pPr marL="282575" indent="-282575">
              <a:defRPr/>
            </a:pPr>
            <a:r>
              <a:rPr lang="en-US" dirty="0"/>
              <a:t>datagram in </a:t>
            </a:r>
            <a:r>
              <a:rPr lang="en-US" i="1" dirty="0"/>
              <a:t>n</a:t>
            </a:r>
            <a:r>
              <a:rPr lang="en-US" dirty="0"/>
              <a:t>th set arrives to nth router:</a:t>
            </a:r>
          </a:p>
          <a:p>
            <a:pPr marL="523875" lvl="1" indent="-180975">
              <a:defRPr/>
            </a:pPr>
            <a:r>
              <a:rPr lang="en-US" dirty="0"/>
              <a:t>router discards datagram and sends source ICMP message (type 11, code 0)</a:t>
            </a:r>
          </a:p>
          <a:p>
            <a:pPr marL="523875" lvl="1" indent="-180975">
              <a:defRPr/>
            </a:pPr>
            <a:r>
              <a:rPr lang="en-US" dirty="0"/>
              <a:t>ICMP message possibly includes name of router &amp; IP address</a:t>
            </a:r>
          </a:p>
          <a:p>
            <a:pPr marL="523875" lvl="1" indent="-180975">
              <a:defRPr/>
            </a:pPr>
            <a:endParaRPr lang="en-US" dirty="0"/>
          </a:p>
        </p:txBody>
      </p:sp>
      <p:grpSp>
        <p:nvGrpSpPr>
          <p:cNvPr id="79" name="Group 78">
            <a:extLst>
              <a:ext uri="{FF2B5EF4-FFF2-40B4-BE49-F238E27FC236}">
                <a16:creationId xmlns:a16="http://schemas.microsoft.com/office/drawing/2014/main" id="{7809EF1D-FCE1-C04E-A44A-D719D1B04BFF}"/>
              </a:ext>
            </a:extLst>
          </p:cNvPr>
          <p:cNvGrpSpPr/>
          <p:nvPr/>
        </p:nvGrpSpPr>
        <p:grpSpPr>
          <a:xfrm>
            <a:off x="6775374" y="1828801"/>
            <a:ext cx="649995" cy="330505"/>
            <a:chOff x="7493876" y="2774731"/>
            <a:chExt cx="1481958" cy="894622"/>
          </a:xfrm>
        </p:grpSpPr>
        <p:sp>
          <p:nvSpPr>
            <p:cNvPr id="80" name="Freeform 79">
              <a:extLst>
                <a:ext uri="{FF2B5EF4-FFF2-40B4-BE49-F238E27FC236}">
                  <a16:creationId xmlns:a16="http://schemas.microsoft.com/office/drawing/2014/main" id="{B0E05895-B00F-E243-B257-39ECF185C4E4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81" name="Oval 80">
              <a:extLst>
                <a:ext uri="{FF2B5EF4-FFF2-40B4-BE49-F238E27FC236}">
                  <a16:creationId xmlns:a16="http://schemas.microsoft.com/office/drawing/2014/main" id="{9AD02441-9BB9-334C-8E42-B3A82A1E37FA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82" name="Group 81">
              <a:extLst>
                <a:ext uri="{FF2B5EF4-FFF2-40B4-BE49-F238E27FC236}">
                  <a16:creationId xmlns:a16="http://schemas.microsoft.com/office/drawing/2014/main" id="{766526EB-EB3E-424B-B843-FC27B333E91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83" name="Freeform 82">
                <a:extLst>
                  <a:ext uri="{FF2B5EF4-FFF2-40B4-BE49-F238E27FC236}">
                    <a16:creationId xmlns:a16="http://schemas.microsoft.com/office/drawing/2014/main" id="{597E61E0-655B-2B4E-BBB5-8F09F6A73266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4" name="Freeform 83">
                <a:extLst>
                  <a:ext uri="{FF2B5EF4-FFF2-40B4-BE49-F238E27FC236}">
                    <a16:creationId xmlns:a16="http://schemas.microsoft.com/office/drawing/2014/main" id="{97D4045B-365E-1C4B-B89C-895F103F8CA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5" name="Freeform 84">
                <a:extLst>
                  <a:ext uri="{FF2B5EF4-FFF2-40B4-BE49-F238E27FC236}">
                    <a16:creationId xmlns:a16="http://schemas.microsoft.com/office/drawing/2014/main" id="{289722AD-9577-D241-83B8-D7CA27439D2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6" name="Freeform 85">
                <a:extLst>
                  <a:ext uri="{FF2B5EF4-FFF2-40B4-BE49-F238E27FC236}">
                    <a16:creationId xmlns:a16="http://schemas.microsoft.com/office/drawing/2014/main" id="{AE58B9C1-746D-EE47-909C-568D25CAAD12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7" name="Group 86">
            <a:extLst>
              <a:ext uri="{FF2B5EF4-FFF2-40B4-BE49-F238E27FC236}">
                <a16:creationId xmlns:a16="http://schemas.microsoft.com/office/drawing/2014/main" id="{53A25456-859E-194F-8A01-129A16321B59}"/>
              </a:ext>
            </a:extLst>
          </p:cNvPr>
          <p:cNvGrpSpPr/>
          <p:nvPr/>
        </p:nvGrpSpPr>
        <p:grpSpPr>
          <a:xfrm>
            <a:off x="5748969" y="1683745"/>
            <a:ext cx="649995" cy="330505"/>
            <a:chOff x="7493876" y="2774731"/>
            <a:chExt cx="1481958" cy="894622"/>
          </a:xfrm>
        </p:grpSpPr>
        <p:sp>
          <p:nvSpPr>
            <p:cNvPr id="88" name="Freeform 87">
              <a:extLst>
                <a:ext uri="{FF2B5EF4-FFF2-40B4-BE49-F238E27FC236}">
                  <a16:creationId xmlns:a16="http://schemas.microsoft.com/office/drawing/2014/main" id="{35349B4C-4224-4143-81BE-502CDD0AC4FF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89" name="Oval 88">
              <a:extLst>
                <a:ext uri="{FF2B5EF4-FFF2-40B4-BE49-F238E27FC236}">
                  <a16:creationId xmlns:a16="http://schemas.microsoft.com/office/drawing/2014/main" id="{1CD1AD51-62A8-7247-A11A-31F7A6ECD942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0" name="Group 89">
              <a:extLst>
                <a:ext uri="{FF2B5EF4-FFF2-40B4-BE49-F238E27FC236}">
                  <a16:creationId xmlns:a16="http://schemas.microsoft.com/office/drawing/2014/main" id="{4284C1C3-1A3F-6E40-9AC5-D861BDF7ADC5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1" name="Freeform 90">
                <a:extLst>
                  <a:ext uri="{FF2B5EF4-FFF2-40B4-BE49-F238E27FC236}">
                    <a16:creationId xmlns:a16="http://schemas.microsoft.com/office/drawing/2014/main" id="{2AE3D44B-6096-834A-B79D-856409400D58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2" name="Freeform 91">
                <a:extLst>
                  <a:ext uri="{FF2B5EF4-FFF2-40B4-BE49-F238E27FC236}">
                    <a16:creationId xmlns:a16="http://schemas.microsoft.com/office/drawing/2014/main" id="{D49FE2A6-7505-FE4B-910D-6B90585D998D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" name="Freeform 92">
                <a:extLst>
                  <a:ext uri="{FF2B5EF4-FFF2-40B4-BE49-F238E27FC236}">
                    <a16:creationId xmlns:a16="http://schemas.microsoft.com/office/drawing/2014/main" id="{F0FFCCCF-F339-A949-B73C-8AC3CF5856CB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4" name="Freeform 93">
                <a:extLst>
                  <a:ext uri="{FF2B5EF4-FFF2-40B4-BE49-F238E27FC236}">
                    <a16:creationId xmlns:a16="http://schemas.microsoft.com/office/drawing/2014/main" id="{D8D639F3-1A24-E741-B2C9-1DA7E2332E20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95" name="Group 94">
            <a:extLst>
              <a:ext uri="{FF2B5EF4-FFF2-40B4-BE49-F238E27FC236}">
                <a16:creationId xmlns:a16="http://schemas.microsoft.com/office/drawing/2014/main" id="{CAA9E0A8-71B5-B74B-A6BF-19704732A56E}"/>
              </a:ext>
            </a:extLst>
          </p:cNvPr>
          <p:cNvGrpSpPr/>
          <p:nvPr/>
        </p:nvGrpSpPr>
        <p:grpSpPr>
          <a:xfrm>
            <a:off x="4623412" y="1847161"/>
            <a:ext cx="649995" cy="330505"/>
            <a:chOff x="7493876" y="2774731"/>
            <a:chExt cx="1481958" cy="894622"/>
          </a:xfrm>
        </p:grpSpPr>
        <p:sp>
          <p:nvSpPr>
            <p:cNvPr id="96" name="Freeform 95">
              <a:extLst>
                <a:ext uri="{FF2B5EF4-FFF2-40B4-BE49-F238E27FC236}">
                  <a16:creationId xmlns:a16="http://schemas.microsoft.com/office/drawing/2014/main" id="{5D3DCA5C-54B0-8547-9024-DAEB329BD0EE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7" name="Oval 96">
              <a:extLst>
                <a:ext uri="{FF2B5EF4-FFF2-40B4-BE49-F238E27FC236}">
                  <a16:creationId xmlns:a16="http://schemas.microsoft.com/office/drawing/2014/main" id="{3FA9F0CC-BBDD-B549-88C1-0A57D00AAFAD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8" name="Group 97">
              <a:extLst>
                <a:ext uri="{FF2B5EF4-FFF2-40B4-BE49-F238E27FC236}">
                  <a16:creationId xmlns:a16="http://schemas.microsoft.com/office/drawing/2014/main" id="{ADD9367E-174E-EF41-8C49-1F86E80F3ADD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9" name="Freeform 98">
                <a:extLst>
                  <a:ext uri="{FF2B5EF4-FFF2-40B4-BE49-F238E27FC236}">
                    <a16:creationId xmlns:a16="http://schemas.microsoft.com/office/drawing/2014/main" id="{869EC998-0625-9943-9C8D-56B8EAC53C92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0" name="Freeform 99">
                <a:extLst>
                  <a:ext uri="{FF2B5EF4-FFF2-40B4-BE49-F238E27FC236}">
                    <a16:creationId xmlns:a16="http://schemas.microsoft.com/office/drawing/2014/main" id="{D0DA9B10-5917-FF40-9BEA-65D8BB74E348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1" name="Freeform 100">
                <a:extLst>
                  <a:ext uri="{FF2B5EF4-FFF2-40B4-BE49-F238E27FC236}">
                    <a16:creationId xmlns:a16="http://schemas.microsoft.com/office/drawing/2014/main" id="{288CD489-7393-2241-A37C-F185FE43751B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2" name="Freeform 101">
                <a:extLst>
                  <a:ext uri="{FF2B5EF4-FFF2-40B4-BE49-F238E27FC236}">
                    <a16:creationId xmlns:a16="http://schemas.microsoft.com/office/drawing/2014/main" id="{AB4FD59C-D4B2-9D44-A7A1-304C914D2425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75" name="Freeform 303">
            <a:extLst>
              <a:ext uri="{FF2B5EF4-FFF2-40B4-BE49-F238E27FC236}">
                <a16:creationId xmlns:a16="http://schemas.microsoft.com/office/drawing/2014/main" id="{88F136AC-D997-3246-8D9E-2A9DCE44B3CE}"/>
              </a:ext>
            </a:extLst>
          </p:cNvPr>
          <p:cNvSpPr>
            <a:spLocks/>
          </p:cNvSpPr>
          <p:nvPr/>
        </p:nvSpPr>
        <p:spPr bwMode="auto">
          <a:xfrm>
            <a:off x="2494493" y="1684970"/>
            <a:ext cx="2247900" cy="403225"/>
          </a:xfrm>
          <a:custGeom>
            <a:avLst/>
            <a:gdLst>
              <a:gd name="T0" fmla="*/ 2147483647 w 1416"/>
              <a:gd name="T1" fmla="*/ 2147483647 h 254"/>
              <a:gd name="T2" fmla="*/ 2147483647 w 1416"/>
              <a:gd name="T3" fmla="*/ 2147483647 h 254"/>
              <a:gd name="T4" fmla="*/ 2147483647 w 1416"/>
              <a:gd name="T5" fmla="*/ 2147483647 h 254"/>
              <a:gd name="T6" fmla="*/ 2147483647 w 1416"/>
              <a:gd name="T7" fmla="*/ 2147483647 h 254"/>
              <a:gd name="T8" fmla="*/ 2147483647 w 1416"/>
              <a:gd name="T9" fmla="*/ 2147483647 h 254"/>
              <a:gd name="T10" fmla="*/ 2147483647 w 1416"/>
              <a:gd name="T11" fmla="*/ 2147483647 h 254"/>
              <a:gd name="T12" fmla="*/ 0 w 1416"/>
              <a:gd name="T13" fmla="*/ 2147483647 h 254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w 1416"/>
              <a:gd name="T22" fmla="*/ 0 h 254"/>
              <a:gd name="T23" fmla="*/ 1416 w 1416"/>
              <a:gd name="T24" fmla="*/ 254 h 254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T21" t="T22" r="T23" b="T24"/>
            <a:pathLst>
              <a:path w="1416" h="254">
                <a:moveTo>
                  <a:pt x="76" y="30"/>
                </a:moveTo>
                <a:cubicBezTo>
                  <a:pt x="137" y="11"/>
                  <a:pt x="200" y="170"/>
                  <a:pt x="324" y="170"/>
                </a:cubicBezTo>
                <a:cubicBezTo>
                  <a:pt x="461" y="165"/>
                  <a:pt x="717" y="0"/>
                  <a:pt x="896" y="2"/>
                </a:cubicBezTo>
                <a:cubicBezTo>
                  <a:pt x="1075" y="4"/>
                  <a:pt x="1416" y="122"/>
                  <a:pt x="1400" y="182"/>
                </a:cubicBezTo>
                <a:cubicBezTo>
                  <a:pt x="1384" y="242"/>
                  <a:pt x="1073" y="63"/>
                  <a:pt x="896" y="74"/>
                </a:cubicBezTo>
                <a:cubicBezTo>
                  <a:pt x="719" y="85"/>
                  <a:pt x="489" y="254"/>
                  <a:pt x="340" y="250"/>
                </a:cubicBezTo>
                <a:cubicBezTo>
                  <a:pt x="191" y="246"/>
                  <a:pt x="62" y="32"/>
                  <a:pt x="0" y="50"/>
                </a:cubicBezTo>
              </a:path>
            </a:pathLst>
          </a:custGeom>
          <a:noFill/>
          <a:ln w="28575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70560212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7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7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7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78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78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  <p:par>
                                <p:cTn id="3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  <p:par>
                                <p:cTn id="3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9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/>
      <p:bldP spid="9" grpId="0"/>
      <p:bldP spid="21" grpId="0"/>
      <p:bldP spid="22" grpId="0"/>
      <p:bldP spid="23" grpId="0"/>
      <p:bldP spid="76" grpId="0" animBg="1"/>
      <p:bldP spid="77" grpId="0" animBg="1"/>
      <p:bldP spid="75" grpId="0" animBg="1"/>
    </p:bldLst>
  </p:timing>
</p:sld>
</file>

<file path=ppt/theme/theme1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1_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3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21222</TotalTime>
  <Words>10577</Words>
  <Application>Microsoft Office PowerPoint</Application>
  <PresentationFormat>宽屏</PresentationFormat>
  <Paragraphs>2710</Paragraphs>
  <Slides>92</Slides>
  <Notes>65</Notes>
  <HiddenSlides>11</HiddenSlides>
  <MMClips>0</MMClips>
  <ScaleCrop>false</ScaleCrop>
  <HeadingPairs>
    <vt:vector size="6" baseType="variant">
      <vt:variant>
        <vt:lpstr>已用的字体</vt:lpstr>
      </vt:variant>
      <vt:variant>
        <vt:i4>10</vt:i4>
      </vt:variant>
      <vt:variant>
        <vt:lpstr>主题</vt:lpstr>
      </vt:variant>
      <vt:variant>
        <vt:i4>2</vt:i4>
      </vt:variant>
      <vt:variant>
        <vt:lpstr>幻灯片标题</vt:lpstr>
      </vt:variant>
      <vt:variant>
        <vt:i4>92</vt:i4>
      </vt:variant>
    </vt:vector>
  </HeadingPairs>
  <TitlesOfParts>
    <vt:vector size="104" baseType="lpstr">
      <vt:lpstr>TimesLTPro</vt:lpstr>
      <vt:lpstr>ZapfDingbats</vt:lpstr>
      <vt:lpstr>微软雅黑</vt:lpstr>
      <vt:lpstr>Arial</vt:lpstr>
      <vt:lpstr>Calibri</vt:lpstr>
      <vt:lpstr>Calibri Light</vt:lpstr>
      <vt:lpstr>Comic Sans MS</vt:lpstr>
      <vt:lpstr>Gill Sans MT</vt:lpstr>
      <vt:lpstr>Times New Roman</vt:lpstr>
      <vt:lpstr>Wingdings</vt:lpstr>
      <vt:lpstr>Office Theme</vt:lpstr>
      <vt:lpstr>1_Office Theme</vt:lpstr>
      <vt:lpstr>PowerPoint 演示文稿</vt:lpstr>
      <vt:lpstr>Network layer control plane: our goals</vt:lpstr>
      <vt:lpstr>Network layer: “control plane” roadmap</vt:lpstr>
      <vt:lpstr>Network-layer functions</vt:lpstr>
      <vt:lpstr>Per-router control plane</vt:lpstr>
      <vt:lpstr>Software-Defined Networking (SDN) control plane</vt:lpstr>
      <vt:lpstr>Per-router control plane</vt:lpstr>
      <vt:lpstr>Network layer: “control plane” roadmap</vt:lpstr>
      <vt:lpstr>Routing protocols</vt:lpstr>
      <vt:lpstr>Graph abstraction: link costs</vt:lpstr>
      <vt:lpstr>Routing algorithm classification</vt:lpstr>
      <vt:lpstr>Network layer: “control plane” roadmap</vt:lpstr>
      <vt:lpstr>Dijkstra’s link-state routing algorithm</vt:lpstr>
      <vt:lpstr>Dijkstra’s link-state routing algorithm</vt:lpstr>
      <vt:lpstr>Dijkstra’s algorithm: an example</vt:lpstr>
      <vt:lpstr>Dijkstra’s algorithm: an example</vt:lpstr>
      <vt:lpstr>Dijkstra’s algorithm: an example</vt:lpstr>
      <vt:lpstr>Dijkstra’s algorithm: an example</vt:lpstr>
      <vt:lpstr>Dijkstra’s algorithm: an example</vt:lpstr>
      <vt:lpstr>Dijkstra’s algorithm: an example</vt:lpstr>
      <vt:lpstr>Dijkstra’s algorithm: an example</vt:lpstr>
      <vt:lpstr>Dijkstra’s algorithm: an example</vt:lpstr>
      <vt:lpstr>Dijkstra’s algorithm: an example</vt:lpstr>
      <vt:lpstr>Dijkstra’s algorithm: an example</vt:lpstr>
      <vt:lpstr>Dijkstra’s algorithm: an example</vt:lpstr>
      <vt:lpstr>Dijkstra’s algorithm: an example</vt:lpstr>
      <vt:lpstr>Dijkstra’s algorithm: an example</vt:lpstr>
      <vt:lpstr>Dijkstra’s algorithm: another example</vt:lpstr>
      <vt:lpstr>Dijkstra’s algorithm: discussion</vt:lpstr>
      <vt:lpstr>Network layer: “control plane” roadmap</vt:lpstr>
      <vt:lpstr>Distance vector algorithm </vt:lpstr>
      <vt:lpstr>Bellman-Ford Example</vt:lpstr>
      <vt:lpstr>Distance vector algorithm </vt:lpstr>
      <vt:lpstr>Distance vector algorithm:  </vt:lpstr>
      <vt:lpstr>Distance vector: example</vt:lpstr>
      <vt:lpstr>Distance vector example: iteration</vt:lpstr>
      <vt:lpstr>Distance vector example: iteration</vt:lpstr>
      <vt:lpstr>Distance vector example: iteration</vt:lpstr>
      <vt:lpstr>Distance vector example: iteration</vt:lpstr>
      <vt:lpstr>Distance vector example: iteration</vt:lpstr>
      <vt:lpstr>Distance vector example: iteration</vt:lpstr>
      <vt:lpstr>Distance vector example: iteration</vt:lpstr>
      <vt:lpstr>Distance vector example: computation</vt:lpstr>
      <vt:lpstr>Distance vector example: computation</vt:lpstr>
      <vt:lpstr>Distance vector example: computation</vt:lpstr>
      <vt:lpstr>Distance vector example: computation</vt:lpstr>
      <vt:lpstr>Distance vector example: computation</vt:lpstr>
      <vt:lpstr>Distance vector: state information diffusion</vt:lpstr>
      <vt:lpstr>Distance vector: link cost changes</vt:lpstr>
      <vt:lpstr>Distance vector: link cost changes</vt:lpstr>
      <vt:lpstr>Comparison of LS and DV algorithms</vt:lpstr>
      <vt:lpstr>Network layer: “control plane” roadmap</vt:lpstr>
      <vt:lpstr>Making routing scalable</vt:lpstr>
      <vt:lpstr>Internet approach to scalable routing</vt:lpstr>
      <vt:lpstr>Interconnected ASes</vt:lpstr>
      <vt:lpstr>Inter-AS routing:  a role in intradomain forwarding</vt:lpstr>
      <vt:lpstr>Intra-AS routing:  routing within an AS</vt:lpstr>
      <vt:lpstr>OSPF (Open Shortest Path First) routing</vt:lpstr>
      <vt:lpstr>Hierarchical OSPF</vt:lpstr>
      <vt:lpstr>Network layer: “control plane” roadmap</vt:lpstr>
      <vt:lpstr>Interconnected ASes</vt:lpstr>
      <vt:lpstr>Internet inter-AS routing: BGP</vt:lpstr>
      <vt:lpstr>BGP protocol messages</vt:lpstr>
      <vt:lpstr>Why different Intra-, Inter-AS routing ? </vt:lpstr>
      <vt:lpstr>Comparison Between Routing Algorithms </vt:lpstr>
      <vt:lpstr>Network layer: “control plane” roadmap</vt:lpstr>
      <vt:lpstr>Software defined networking (SDN)</vt:lpstr>
      <vt:lpstr>Per-router control plane</vt:lpstr>
      <vt:lpstr>Software-Defined Networking (SDN) control plane</vt:lpstr>
      <vt:lpstr>Software defined networking (SDN)</vt:lpstr>
      <vt:lpstr>SDN analogy: mainframe to PC revolution</vt:lpstr>
      <vt:lpstr>Traffic engineering: difficult with traditional routing</vt:lpstr>
      <vt:lpstr>Traffic engineering: difficult with traditional routing</vt:lpstr>
      <vt:lpstr>Traffic engineering: difficult with traditional routing</vt:lpstr>
      <vt:lpstr>Software defined networking (SDN)</vt:lpstr>
      <vt:lpstr>Software defined networking (SDN)</vt:lpstr>
      <vt:lpstr>Software defined networking (SDN)</vt:lpstr>
      <vt:lpstr>Software defined networking (SDN)</vt:lpstr>
      <vt:lpstr>Components of SDN controller</vt:lpstr>
      <vt:lpstr>OpenFlow protocol</vt:lpstr>
      <vt:lpstr>OpenFlow: controller-to-switch messages</vt:lpstr>
      <vt:lpstr>OpenFlow: switch-to-controller messages</vt:lpstr>
      <vt:lpstr>SDN: control/data plane interaction example</vt:lpstr>
      <vt:lpstr>SDN: control/data plane interaction example</vt:lpstr>
      <vt:lpstr>Google ORION SDN control plane</vt:lpstr>
      <vt:lpstr>OpenDaylight (ODL) controller</vt:lpstr>
      <vt:lpstr>ONOS controller</vt:lpstr>
      <vt:lpstr>SDN:  selected challenges</vt:lpstr>
      <vt:lpstr>SDN and the future of traditional network protocols</vt:lpstr>
      <vt:lpstr>Network layer: “control plane” roadmap</vt:lpstr>
      <vt:lpstr>ICMP: internet control message protocol</vt:lpstr>
      <vt:lpstr>Traceroute and ICMP</vt:lpstr>
    </vt:vector>
  </TitlesOfParts>
  <Company/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Presentation</dc:title>
  <dc:creator>James Kurose</dc:creator>
  <cp:lastModifiedBy>伟大 陈</cp:lastModifiedBy>
  <cp:revision>726</cp:revision>
  <dcterms:created xsi:type="dcterms:W3CDTF">2020-01-18T07:24:59Z</dcterms:created>
  <dcterms:modified xsi:type="dcterms:W3CDTF">2025-04-21T09:15:34Z</dcterms:modified>
</cp:coreProperties>
</file>